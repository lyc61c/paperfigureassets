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b355ffd9914abd" /><Relationship Type="http://schemas.openxmlformats.org/officeDocument/2006/relationships/extended-properties" Target="/docProps/app.xml" Id="R1c30666020ed464e" /><Relationship Type="http://schemas.openxmlformats.org/officeDocument/2006/relationships/officeDocument" Target="/ppt/presentation.xml" Id="R89da6eba15624e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050ba02d84e23"/>
  </p:sldMasterIdLst>
  <p:notesMasterIdLst>
    <p:notesMasterId xmlns:r="http://schemas.openxmlformats.org/officeDocument/2006/relationships" r:id="R7554ea9995cf4f0e"/>
  </p:notesMasterIdLst>
  <p:sldIdLst>
    <p:sldId xmlns:r="http://schemas.openxmlformats.org/officeDocument/2006/relationships" id="256" r:id="R0a3548d923874d2c"/>
    <p:sldId xmlns:r="http://schemas.openxmlformats.org/officeDocument/2006/relationships" id="257" r:id="Rcb317e9920bf484a"/>
    <p:sldId xmlns:r="http://schemas.openxmlformats.org/officeDocument/2006/relationships" id="258" r:id="R86c6bb81593a400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e2722a586f4cc6" /><Relationship Type="http://schemas.openxmlformats.org/officeDocument/2006/relationships/slideMaster" Target="/ppt/slideMasters/slideMaster1.xml" Id="Raaa050ba02d84e23" /><Relationship Type="http://schemas.openxmlformats.org/officeDocument/2006/relationships/notesMaster" Target="/ppt/notesMasters/notesMaster1.xml" Id="R7554ea9995cf4f0e" /><Relationship Type="http://schemas.openxmlformats.org/officeDocument/2006/relationships/presProps" Target="/ppt/presProps.xml" Id="Rb74c089f1d374184" /><Relationship Type="http://schemas.openxmlformats.org/officeDocument/2006/relationships/tableStyles" Target="/ppt/tableStyles.xml" Id="R3cf5189dda4b4426" /><Relationship Type="http://schemas.openxmlformats.org/officeDocument/2006/relationships/slide" Target="/ppt/slides/slide1.xml" Id="R0a3548d923874d2c" /><Relationship Type="http://schemas.openxmlformats.org/officeDocument/2006/relationships/slide" Target="/ppt/slides/slide2.xml" Id="Rcb317e9920bf484a" /><Relationship Type="http://schemas.openxmlformats.org/officeDocument/2006/relationships/slide" Target="/ppt/slides/slide3.xml" Id="R86c6bb81593a40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c67a74128a46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96166861fd4607" /><Relationship Type="http://schemas.openxmlformats.org/officeDocument/2006/relationships/notesMaster" Target="/ppt/notesMasters/notesMaster1.xml" Id="Rc1b7b627d98747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7745f088424a37" /><Relationship Type="http://schemas.openxmlformats.org/officeDocument/2006/relationships/notesMaster" Target="/ppt/notesMasters/notesMaster1.xml" Id="Rfa05a82405e24a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ded5d655c441e" /><Relationship Type="http://schemas.openxmlformats.org/officeDocument/2006/relationships/notesMaster" Target="/ppt/notesMasters/notesMaster1.xml" Id="Rf6af7265adb242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PAT Alignment and Selective Underfitting Mechanisms</a:t>
            </a:r>
          </a:p>
          <a:p xmlns:a="http://schemas.openxmlformats.org/drawingml/2006/main">
            <a:r>
              <a:t>Source: https://arxiv.org/abs/2510.01378</a:t>
            </a:r>
          </a:p>
          <a:p xmlns:a="http://schemas.openxmlformats.org/drawingml/2006/main">
            <a:r>
              <a:t>Approved image: image1.png; SHA-256: 0760197801af480dfd6e928f94434875ab75c8e3db6a1cc5b67c15e75cb3d1bd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(2), whose internal pixels are not editable.</a:t>
            </a:r>
          </a:p>
          <a:p xmlns:a="http://schemas.openxmlformats.org/drawingml/2006/main">
            <a:r>
              <a:t>Font substitution: source PDF families mapped to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Good and Bad Samples in Diffusion Space</a:t>
            </a:r>
          </a:p>
          <a:p xmlns:a="http://schemas.openxmlformats.org/drawingml/2006/main">
            <a:r>
              <a:t>Source: https://arxiv.org/abs/2510.01378</a:t>
            </a:r>
          </a:p>
          <a:p xmlns:a="http://schemas.openxmlformats.org/drawingml/2006/main">
            <a:r>
              <a:t>Approved image: image2.png; SHA-256: 6bea55c8acd7dfeb858cc4eff2624ec427c787bfe3e6d32692cfebe8a423d7e0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(10), whose internal pixels are not editable.</a:t>
            </a:r>
          </a:p>
          <a:p xmlns:a="http://schemas.openxmlformats.org/drawingml/2006/main">
            <a:r>
              <a:t>Font substitution: source PDF families mapped to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Supervision Region Size and Generalization-Memorization Trade-off</a:t>
            </a:r>
          </a:p>
          <a:p xmlns:a="http://schemas.openxmlformats.org/drawingml/2006/main">
            <a:r>
              <a:t>Source: https://arxiv.org/abs/2510.01378</a:t>
            </a:r>
          </a:p>
          <a:p xmlns:a="http://schemas.openxmlformats.org/drawingml/2006/main">
            <a:r>
              <a:t>Approved image: image3.png; SHA-256: 114bdea390a4e2fbf5eb8add5dff08cc5f37a913066d03a2c8f79c984ead5515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(26), whose internal pixels are not editable.</a:t>
            </a:r>
          </a:p>
          <a:p xmlns:a="http://schemas.openxmlformats.org/drawingml/2006/main">
            <a:r>
              <a:t>Font substitution: source PDF families mapped to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5dba862e14a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fdce64aaa4e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8f524a34d40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e862a17c841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887fd121840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5b64eed8948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F30675-279D-4D1F-B928-F2E87BED9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C7633A-6A49-4BA5-A604-8F44D918A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782984-19E9-4D19-8F19-C1F51A3F40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4D6037-95E0-4718-B71E-C5F2837E05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1044C0-6877-47F2-AFFC-705153DBEC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F6B20C-9B26-4567-80BA-7A62DB0399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065B84-0675-43E7-B917-45A50C9585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685DCE-C77F-4BE8-8E50-AB26D2D229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3DB5CC-091E-4271-B431-F18EE6B4D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0CEB8C-F753-42C5-8975-DD2BA41060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667bcde4cb4f1c" /><Relationship Type="http://schemas.openxmlformats.org/officeDocument/2006/relationships/slideLayout" Target="/ppt/slideLayouts/slideLayout1.xml" Id="R6848973487574da2" /><Relationship Type="http://schemas.openxmlformats.org/officeDocument/2006/relationships/slideLayout" Target="/ppt/slideLayouts/slideLayout2.xml" Id="Ra5118a63cc564e87" /><Relationship Type="http://schemas.openxmlformats.org/officeDocument/2006/relationships/slideLayout" Target="/ppt/slideLayouts/slideLayout3.xml" Id="R5aec786da2444449" /><Relationship Type="http://schemas.openxmlformats.org/officeDocument/2006/relationships/slideLayout" Target="/ppt/slideLayouts/slideLayout4.xml" Id="R4320ee9ee5de4f86" /><Relationship Type="http://schemas.openxmlformats.org/officeDocument/2006/relationships/slideLayout" Target="/ppt/slideLayouts/slideLayout5.xml" Id="R65185fb05d104bc9" /><Relationship Type="http://schemas.openxmlformats.org/officeDocument/2006/relationships/slideLayout" Target="/ppt/slideLayouts/slideLayout6.xml" Id="Rac403293e8f14e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8973487574da2"/>
    <p:sldLayoutId xmlns:r="http://schemas.openxmlformats.org/officeDocument/2006/relationships" id="2147483650" r:id="Ra5118a63cc564e87"/>
    <p:sldLayoutId xmlns:r="http://schemas.openxmlformats.org/officeDocument/2006/relationships" id="2147483651" r:id="R5aec786da2444449"/>
    <p:sldLayoutId xmlns:r="http://schemas.openxmlformats.org/officeDocument/2006/relationships" id="2147483652" r:id="R4320ee9ee5de4f86"/>
    <p:sldLayoutId xmlns:r="http://schemas.openxmlformats.org/officeDocument/2006/relationships" id="2147483653" r:id="R65185fb05d104bc9"/>
    <p:sldLayoutId xmlns:r="http://schemas.openxmlformats.org/officeDocument/2006/relationships" id="2147483654" r:id="Rac403293e8f14e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2934b62bf4ed1" /><Relationship Type="http://schemas.openxmlformats.org/officeDocument/2006/relationships/image" Target="/ppt/media/image.png" Id="R0e23c36509a54452" /><Relationship Type="http://schemas.openxmlformats.org/officeDocument/2006/relationships/image" Target="/ppt/media/image2.png" Id="R8967dcfe3e5d4bd6" /><Relationship Type="http://schemas.openxmlformats.org/officeDocument/2006/relationships/notesSlide" Target="/ppt/notesSlides/notesSlide1.xml" Id="Rad6d5ebbf92942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4dd008ce249c3" /><Relationship Type="http://schemas.openxmlformats.org/officeDocument/2006/relationships/image" Target="/ppt/media/image3.png" Id="R3de6ec902f564205" /><Relationship Type="http://schemas.openxmlformats.org/officeDocument/2006/relationships/image" Target="/ppt/media/image4.png" Id="R2d035eed9d3345be" /><Relationship Type="http://schemas.openxmlformats.org/officeDocument/2006/relationships/image" Target="/ppt/media/image5.png" Id="R97e345160360491f" /><Relationship Type="http://schemas.openxmlformats.org/officeDocument/2006/relationships/image" Target="/ppt/media/image6.png" Id="R3aeeee34a3054ea9" /><Relationship Type="http://schemas.openxmlformats.org/officeDocument/2006/relationships/image" Target="/ppt/media/image7.png" Id="Rf51997a24c924717" /><Relationship Type="http://schemas.openxmlformats.org/officeDocument/2006/relationships/image" Target="/ppt/media/image8.png" Id="R2e58ffeed7464200" /><Relationship Type="http://schemas.openxmlformats.org/officeDocument/2006/relationships/image" Target="/ppt/media/image9.png" Id="Ref329ef140e2463c" /><Relationship Type="http://schemas.openxmlformats.org/officeDocument/2006/relationships/image" Target="/ppt/media/image10.png" Id="Rbfd4ecb0352043f9" /><Relationship Type="http://schemas.openxmlformats.org/officeDocument/2006/relationships/image" Target="/ppt/media/image11.png" Id="R34d48948c5a24b80" /><Relationship Type="http://schemas.openxmlformats.org/officeDocument/2006/relationships/image" Target="/ppt/media/image12.png" Id="Recc2b902b6524c17" /><Relationship Type="http://schemas.openxmlformats.org/officeDocument/2006/relationships/notesSlide" Target="/ppt/notesSlides/notesSlide2.xml" Id="R9b8e1c5e001343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c6cd85d674329" /><Relationship Type="http://schemas.openxmlformats.org/officeDocument/2006/relationships/image" Target="/ppt/media/image13.png" Id="R5d9ebab3a3744a6d" /><Relationship Type="http://schemas.openxmlformats.org/officeDocument/2006/relationships/image" Target="/ppt/media/image14.png" Id="Rc659ff4cfcd743c7" /><Relationship Type="http://schemas.openxmlformats.org/officeDocument/2006/relationships/image" Target="/ppt/media/image15.png" Id="R538e896f71534638" /><Relationship Type="http://schemas.openxmlformats.org/officeDocument/2006/relationships/image" Target="/ppt/media/image16.png" Id="Re9de13712577449e" /><Relationship Type="http://schemas.openxmlformats.org/officeDocument/2006/relationships/image" Target="/ppt/media/image17.png" Id="Re8e7a211b44b49f4" /><Relationship Type="http://schemas.openxmlformats.org/officeDocument/2006/relationships/image" Target="/ppt/media/image18.png" Id="Rd51fe8ce35384b27" /><Relationship Type="http://schemas.openxmlformats.org/officeDocument/2006/relationships/image" Target="/ppt/media/image19.png" Id="R0cb0e30626534d1a" /><Relationship Type="http://schemas.openxmlformats.org/officeDocument/2006/relationships/image" Target="/ppt/media/image20.png" Id="R5bd51abb7d514d58" /><Relationship Type="http://schemas.openxmlformats.org/officeDocument/2006/relationships/image" Target="/ppt/media/image21.png" Id="Rde55e7c910a54196" /><Relationship Type="http://schemas.openxmlformats.org/officeDocument/2006/relationships/image" Target="/ppt/media/image22.png" Id="R2c93450953cf478a" /><Relationship Type="http://schemas.openxmlformats.org/officeDocument/2006/relationships/image" Target="/ppt/media/image23.png" Id="Rb118238f31944503" /><Relationship Type="http://schemas.openxmlformats.org/officeDocument/2006/relationships/image" Target="/ppt/media/image24.png" Id="R0b149f51c6dd4bd1" /><Relationship Type="http://schemas.openxmlformats.org/officeDocument/2006/relationships/image" Target="/ppt/media/image25.png" Id="R07bc57aca5354061" /><Relationship Type="http://schemas.openxmlformats.org/officeDocument/2006/relationships/image" Target="/ppt/media/image26.png" Id="R48ffc39ec2134e7c" /><Relationship Type="http://schemas.openxmlformats.org/officeDocument/2006/relationships/image" Target="/ppt/media/image27.png" Id="R0d3eb50ab46a4041" /><Relationship Type="http://schemas.openxmlformats.org/officeDocument/2006/relationships/image" Target="/ppt/media/image28.png" Id="R097a7fd30ea2446c" /><Relationship Type="http://schemas.openxmlformats.org/officeDocument/2006/relationships/image" Target="/ppt/media/image29.png" Id="Rfaebb157c894474f" /><Relationship Type="http://schemas.openxmlformats.org/officeDocument/2006/relationships/image" Target="/ppt/media/image30.png" Id="Rc21fd8b5e47941c8" /><Relationship Type="http://schemas.openxmlformats.org/officeDocument/2006/relationships/image" Target="/ppt/media/image31.png" Id="Ra9c644e9fa224ef7" /><Relationship Type="http://schemas.openxmlformats.org/officeDocument/2006/relationships/image" Target="/ppt/media/image32.png" Id="Rfd453c75922e4600" /><Relationship Type="http://schemas.openxmlformats.org/officeDocument/2006/relationships/image" Target="/ppt/media/image33.png" Id="R3a1eaa4d26384b8d" /><Relationship Type="http://schemas.openxmlformats.org/officeDocument/2006/relationships/image" Target="/ppt/media/image34.png" Id="Rb7e92462c6e24b40" /><Relationship Type="http://schemas.openxmlformats.org/officeDocument/2006/relationships/image" Target="/ppt/media/image35.png" Id="Rd18763d13b0a4e85" /><Relationship Type="http://schemas.openxmlformats.org/officeDocument/2006/relationships/image" Target="/ppt/media/image36.png" Id="R38a535c1eb454a71" /><Relationship Type="http://schemas.openxmlformats.org/officeDocument/2006/relationships/image" Target="/ppt/media/image37.png" Id="R0814d52304734f80" /><Relationship Type="http://schemas.openxmlformats.org/officeDocument/2006/relationships/image" Target="/ppt/media/image38.png" Id="R13f7c3d8193b4b58" /><Relationship Type="http://schemas.openxmlformats.org/officeDocument/2006/relationships/notesSlide" Target="/ppt/notesSlides/notesSlide3.xml" Id="Ra3a6a3f46ab040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30" name="path-1">
            <a:extLst xmlns:a="http://schemas.openxmlformats.org/drawingml/2006/main">
              <a:ext uri="{FF2B5EF4-FFF2-40B4-BE49-F238E27FC236}">
                <a16:creationId xmlns:a16="http://schemas.microsoft.com/office/drawing/2014/main" id="{C5D6CA28-3B7C-4C70-A13A-D13BB3DA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1202126"/>
            <a:ext cx="8619575" cy="3232340"/>
          </a:xfrm>
          <a:custGeom xmlns:a="http://schemas.openxmlformats.org/drawingml/2006/main">
            <a:pathLst>
              <a:path w="7367043" h="2762641">
                <a:moveTo>
                  <a:pt x="0" y="0"/>
                </a:moveTo>
                <a:lnTo>
                  <a:pt x="7367043" y="0"/>
                </a:lnTo>
                <a:lnTo>
                  <a:pt x="7367043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864E392B-7E22-451B-8040-D783FDD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348" y="4078951"/>
            <a:ext cx="1685236" cy="353032"/>
          </a:xfrm>
          <a:custGeom xmlns:a="http://schemas.openxmlformats.org/drawingml/2006/main">
            <a:pathLst>
              <a:path w="1440350" h="301732">
                <a:moveTo>
                  <a:pt x="145362" y="230184"/>
                </a:moveTo>
                <a:lnTo>
                  <a:pt x="110236" y="123509"/>
                </a:lnTo>
                <a:cubicBezTo>
                  <a:pt x="102034" y="123617"/>
                  <a:pt x="93617" y="122808"/>
                  <a:pt x="84984" y="121081"/>
                </a:cubicBezTo>
                <a:lnTo>
                  <a:pt x="66044" y="187449"/>
                </a:lnTo>
                <a:cubicBezTo>
                  <a:pt x="63562" y="196083"/>
                  <a:pt x="62322" y="203367"/>
                  <a:pt x="62322" y="209302"/>
                </a:cubicBezTo>
                <a:cubicBezTo>
                  <a:pt x="62322" y="213834"/>
                  <a:pt x="63886" y="217396"/>
                  <a:pt x="67016" y="219985"/>
                </a:cubicBezTo>
                <a:cubicBezTo>
                  <a:pt x="69390" y="221928"/>
                  <a:pt x="75865" y="223331"/>
                  <a:pt x="86440" y="224194"/>
                </a:cubicBezTo>
                <a:lnTo>
                  <a:pt x="84984" y="230184"/>
                </a:lnTo>
                <a:lnTo>
                  <a:pt x="0" y="230184"/>
                </a:lnTo>
                <a:lnTo>
                  <a:pt x="1781" y="224194"/>
                </a:lnTo>
                <a:cubicBezTo>
                  <a:pt x="9766" y="223871"/>
                  <a:pt x="15162" y="223061"/>
                  <a:pt x="17968" y="221766"/>
                </a:cubicBezTo>
                <a:cubicBezTo>
                  <a:pt x="22393" y="219932"/>
                  <a:pt x="25630" y="217450"/>
                  <a:pt x="27680" y="214320"/>
                </a:cubicBezTo>
                <a:cubicBezTo>
                  <a:pt x="31134" y="209248"/>
                  <a:pt x="34749" y="200291"/>
                  <a:pt x="38526" y="187449"/>
                </a:cubicBezTo>
                <a:lnTo>
                  <a:pt x="76890" y="54875"/>
                </a:lnTo>
                <a:cubicBezTo>
                  <a:pt x="79480" y="46026"/>
                  <a:pt x="80775" y="39173"/>
                  <a:pt x="80775" y="34317"/>
                </a:cubicBezTo>
                <a:cubicBezTo>
                  <a:pt x="80775" y="29353"/>
                  <a:pt x="78725" y="25144"/>
                  <a:pt x="74624" y="21691"/>
                </a:cubicBezTo>
                <a:cubicBezTo>
                  <a:pt x="70631" y="18237"/>
                  <a:pt x="64858" y="16565"/>
                  <a:pt x="57303" y="16673"/>
                </a:cubicBezTo>
                <a:lnTo>
                  <a:pt x="59246" y="10684"/>
                </a:lnTo>
                <a:lnTo>
                  <a:pt x="130794" y="10684"/>
                </a:lnTo>
                <a:cubicBezTo>
                  <a:pt x="154751" y="10684"/>
                  <a:pt x="172018" y="15216"/>
                  <a:pt x="182593" y="24281"/>
                </a:cubicBezTo>
                <a:cubicBezTo>
                  <a:pt x="193169" y="33346"/>
                  <a:pt x="198457" y="45271"/>
                  <a:pt x="198457" y="60055"/>
                </a:cubicBezTo>
                <a:cubicBezTo>
                  <a:pt x="198457" y="74192"/>
                  <a:pt x="193007" y="87142"/>
                  <a:pt x="182108" y="98905"/>
                </a:cubicBezTo>
                <a:cubicBezTo>
                  <a:pt x="171316" y="110559"/>
                  <a:pt x="156478" y="117952"/>
                  <a:pt x="137593" y="121081"/>
                </a:cubicBezTo>
                <a:lnTo>
                  <a:pt x="158960" y="185345"/>
                </a:lnTo>
                <a:cubicBezTo>
                  <a:pt x="164140" y="201101"/>
                  <a:pt x="169320" y="211352"/>
                  <a:pt x="174500" y="216101"/>
                </a:cubicBezTo>
                <a:cubicBezTo>
                  <a:pt x="179680" y="220849"/>
                  <a:pt x="188043" y="223547"/>
                  <a:pt x="199590" y="224194"/>
                </a:cubicBezTo>
                <a:lnTo>
                  <a:pt x="197809" y="230184"/>
                </a:lnTo>
                <a:lnTo>
                  <a:pt x="145362" y="230184"/>
                </a:lnTo>
                <a:moveTo>
                  <a:pt x="87736" y="111854"/>
                </a:moveTo>
                <a:cubicBezTo>
                  <a:pt x="94642" y="112826"/>
                  <a:pt x="100793" y="113311"/>
                  <a:pt x="106189" y="113311"/>
                </a:cubicBezTo>
                <a:cubicBezTo>
                  <a:pt x="124750" y="113311"/>
                  <a:pt x="139427" y="108185"/>
                  <a:pt x="150219" y="97933"/>
                </a:cubicBezTo>
                <a:cubicBezTo>
                  <a:pt x="161011" y="87573"/>
                  <a:pt x="166406" y="74731"/>
                  <a:pt x="166406" y="59407"/>
                </a:cubicBezTo>
                <a:cubicBezTo>
                  <a:pt x="166406" y="47429"/>
                  <a:pt x="163006" y="38256"/>
                  <a:pt x="156208" y="31889"/>
                </a:cubicBezTo>
                <a:cubicBezTo>
                  <a:pt x="149517" y="25522"/>
                  <a:pt x="139427" y="22338"/>
                  <a:pt x="125938" y="22338"/>
                </a:cubicBezTo>
                <a:cubicBezTo>
                  <a:pt x="122484" y="22338"/>
                  <a:pt x="118383" y="22770"/>
                  <a:pt x="113635" y="23633"/>
                </a:cubicBezTo>
                <a:lnTo>
                  <a:pt x="87736" y="111854"/>
                </a:lnTo>
                <a:moveTo>
                  <a:pt x="249771" y="169158"/>
                </a:moveTo>
                <a:cubicBezTo>
                  <a:pt x="249015" y="174553"/>
                  <a:pt x="248638" y="179032"/>
                  <a:pt x="248638" y="182593"/>
                </a:cubicBezTo>
                <a:cubicBezTo>
                  <a:pt x="248638" y="192198"/>
                  <a:pt x="252037" y="200399"/>
                  <a:pt x="258836" y="207198"/>
                </a:cubicBezTo>
                <a:cubicBezTo>
                  <a:pt x="265635" y="213889"/>
                  <a:pt x="273890" y="217234"/>
                  <a:pt x="283602" y="217234"/>
                </a:cubicBezTo>
                <a:cubicBezTo>
                  <a:pt x="291372" y="217234"/>
                  <a:pt x="298818" y="215669"/>
                  <a:pt x="305941" y="212540"/>
                </a:cubicBezTo>
                <a:cubicBezTo>
                  <a:pt x="313171" y="209302"/>
                  <a:pt x="323855" y="202234"/>
                  <a:pt x="337992" y="191334"/>
                </a:cubicBezTo>
                <a:lnTo>
                  <a:pt x="341391" y="196029"/>
                </a:lnTo>
                <a:cubicBezTo>
                  <a:pt x="315816" y="221389"/>
                  <a:pt x="291426" y="234069"/>
                  <a:pt x="268224" y="234069"/>
                </a:cubicBezTo>
                <a:cubicBezTo>
                  <a:pt x="252469" y="234069"/>
                  <a:pt x="240598" y="229105"/>
                  <a:pt x="232612" y="219176"/>
                </a:cubicBezTo>
                <a:cubicBezTo>
                  <a:pt x="224627" y="209248"/>
                  <a:pt x="220634" y="198295"/>
                  <a:pt x="220634" y="186316"/>
                </a:cubicBezTo>
                <a:cubicBezTo>
                  <a:pt x="220634" y="170237"/>
                  <a:pt x="225598" y="153780"/>
                  <a:pt x="235526" y="136945"/>
                </a:cubicBezTo>
                <a:cubicBezTo>
                  <a:pt x="245454" y="120110"/>
                  <a:pt x="257919" y="107052"/>
                  <a:pt x="272919" y="97771"/>
                </a:cubicBezTo>
                <a:cubicBezTo>
                  <a:pt x="287919" y="88383"/>
                  <a:pt x="303351" y="83688"/>
                  <a:pt x="319215" y="83688"/>
                </a:cubicBezTo>
                <a:cubicBezTo>
                  <a:pt x="330654" y="83688"/>
                  <a:pt x="339125" y="86009"/>
                  <a:pt x="344629" y="90649"/>
                </a:cubicBezTo>
                <a:cubicBezTo>
                  <a:pt x="350132" y="95290"/>
                  <a:pt x="352884" y="100793"/>
                  <a:pt x="352884" y="107160"/>
                </a:cubicBezTo>
                <a:cubicBezTo>
                  <a:pt x="352884" y="116117"/>
                  <a:pt x="349323" y="124696"/>
                  <a:pt x="342201" y="132898"/>
                </a:cubicBezTo>
                <a:cubicBezTo>
                  <a:pt x="332812" y="143582"/>
                  <a:pt x="318999" y="152215"/>
                  <a:pt x="300761" y="158798"/>
                </a:cubicBezTo>
                <a:cubicBezTo>
                  <a:pt x="288675" y="163222"/>
                  <a:pt x="271677" y="166675"/>
                  <a:pt x="249771" y="169158"/>
                </a:cubicBezTo>
                <a:moveTo>
                  <a:pt x="250904" y="161226"/>
                </a:moveTo>
                <a:cubicBezTo>
                  <a:pt x="266875" y="159391"/>
                  <a:pt x="279880" y="156262"/>
                  <a:pt x="289915" y="151837"/>
                </a:cubicBezTo>
                <a:cubicBezTo>
                  <a:pt x="303189" y="145902"/>
                  <a:pt x="313118" y="138833"/>
                  <a:pt x="319700" y="130632"/>
                </a:cubicBezTo>
                <a:cubicBezTo>
                  <a:pt x="326391" y="122322"/>
                  <a:pt x="329736" y="114444"/>
                  <a:pt x="329736" y="106998"/>
                </a:cubicBezTo>
                <a:cubicBezTo>
                  <a:pt x="329736" y="102465"/>
                  <a:pt x="328280" y="98796"/>
                  <a:pt x="325366" y="95991"/>
                </a:cubicBezTo>
                <a:cubicBezTo>
                  <a:pt x="322560" y="93185"/>
                  <a:pt x="318513" y="91782"/>
                  <a:pt x="313225" y="91782"/>
                </a:cubicBezTo>
                <a:cubicBezTo>
                  <a:pt x="302218" y="91782"/>
                  <a:pt x="290509" y="97663"/>
                  <a:pt x="278099" y="109426"/>
                </a:cubicBezTo>
                <a:cubicBezTo>
                  <a:pt x="265797" y="121081"/>
                  <a:pt x="256731" y="138348"/>
                  <a:pt x="250904" y="161226"/>
                </a:cubicBezTo>
                <a:moveTo>
                  <a:pt x="530298" y="93725"/>
                </a:moveTo>
                <a:lnTo>
                  <a:pt x="525603" y="110559"/>
                </a:lnTo>
                <a:lnTo>
                  <a:pt x="498570" y="110559"/>
                </a:lnTo>
                <a:cubicBezTo>
                  <a:pt x="500621" y="116387"/>
                  <a:pt x="501646" y="121837"/>
                  <a:pt x="501646" y="126908"/>
                </a:cubicBezTo>
                <a:cubicBezTo>
                  <a:pt x="501646" y="141153"/>
                  <a:pt x="495603" y="153833"/>
                  <a:pt x="483516" y="164949"/>
                </a:cubicBezTo>
                <a:cubicBezTo>
                  <a:pt x="471322" y="176064"/>
                  <a:pt x="454595" y="182216"/>
                  <a:pt x="433336" y="183402"/>
                </a:cubicBezTo>
                <a:cubicBezTo>
                  <a:pt x="421896" y="186856"/>
                  <a:pt x="413317" y="190956"/>
                  <a:pt x="407598" y="195705"/>
                </a:cubicBezTo>
                <a:cubicBezTo>
                  <a:pt x="405439" y="197432"/>
                  <a:pt x="404360" y="199212"/>
                  <a:pt x="404360" y="201047"/>
                </a:cubicBezTo>
                <a:cubicBezTo>
                  <a:pt x="404360" y="203205"/>
                  <a:pt x="405331" y="205201"/>
                  <a:pt x="407274" y="207036"/>
                </a:cubicBezTo>
                <a:cubicBezTo>
                  <a:pt x="409216" y="208763"/>
                  <a:pt x="414126" y="210543"/>
                  <a:pt x="422004" y="212378"/>
                </a:cubicBezTo>
                <a:lnTo>
                  <a:pt x="453407" y="219662"/>
                </a:lnTo>
                <a:cubicBezTo>
                  <a:pt x="470782" y="223763"/>
                  <a:pt x="482275" y="228619"/>
                  <a:pt x="487887" y="234230"/>
                </a:cubicBezTo>
                <a:cubicBezTo>
                  <a:pt x="493390" y="239950"/>
                  <a:pt x="496142" y="246533"/>
                  <a:pt x="496142" y="253979"/>
                </a:cubicBezTo>
                <a:cubicBezTo>
                  <a:pt x="496142" y="262828"/>
                  <a:pt x="492851" y="270922"/>
                  <a:pt x="486268" y="278260"/>
                </a:cubicBezTo>
                <a:cubicBezTo>
                  <a:pt x="479793" y="285598"/>
                  <a:pt x="470243" y="291318"/>
                  <a:pt x="457616" y="295419"/>
                </a:cubicBezTo>
                <a:cubicBezTo>
                  <a:pt x="445098" y="299627"/>
                  <a:pt x="431231" y="301732"/>
                  <a:pt x="416015" y="301732"/>
                </a:cubicBezTo>
                <a:cubicBezTo>
                  <a:pt x="402633" y="301732"/>
                  <a:pt x="390439" y="300113"/>
                  <a:pt x="379432" y="296876"/>
                </a:cubicBezTo>
                <a:cubicBezTo>
                  <a:pt x="368424" y="293746"/>
                  <a:pt x="360546" y="289484"/>
                  <a:pt x="355798" y="284088"/>
                </a:cubicBezTo>
                <a:cubicBezTo>
                  <a:pt x="351050" y="278692"/>
                  <a:pt x="348676" y="273134"/>
                  <a:pt x="348676" y="267415"/>
                </a:cubicBezTo>
                <a:cubicBezTo>
                  <a:pt x="348676" y="262775"/>
                  <a:pt x="350241" y="257918"/>
                  <a:pt x="353370" y="252846"/>
                </a:cubicBezTo>
                <a:cubicBezTo>
                  <a:pt x="356392" y="247882"/>
                  <a:pt x="360223" y="243781"/>
                  <a:pt x="364863" y="240544"/>
                </a:cubicBezTo>
                <a:cubicBezTo>
                  <a:pt x="367777" y="238493"/>
                  <a:pt x="376032" y="233637"/>
                  <a:pt x="389630" y="225975"/>
                </a:cubicBezTo>
                <a:cubicBezTo>
                  <a:pt x="384666" y="222090"/>
                  <a:pt x="382184" y="217828"/>
                  <a:pt x="382184" y="213187"/>
                </a:cubicBezTo>
                <a:cubicBezTo>
                  <a:pt x="382184" y="208870"/>
                  <a:pt x="384342" y="204284"/>
                  <a:pt x="388658" y="199428"/>
                </a:cubicBezTo>
                <a:cubicBezTo>
                  <a:pt x="393083" y="194572"/>
                  <a:pt x="402364" y="189230"/>
                  <a:pt x="416500" y="183402"/>
                </a:cubicBezTo>
                <a:cubicBezTo>
                  <a:pt x="404630" y="181136"/>
                  <a:pt x="395187" y="176172"/>
                  <a:pt x="388173" y="168510"/>
                </a:cubicBezTo>
                <a:cubicBezTo>
                  <a:pt x="381266" y="160848"/>
                  <a:pt x="377813" y="152323"/>
                  <a:pt x="377813" y="142934"/>
                </a:cubicBezTo>
                <a:cubicBezTo>
                  <a:pt x="377813" y="127610"/>
                  <a:pt x="384504" y="113905"/>
                  <a:pt x="397885" y="101818"/>
                </a:cubicBezTo>
                <a:cubicBezTo>
                  <a:pt x="411375" y="89732"/>
                  <a:pt x="429289" y="83688"/>
                  <a:pt x="451627" y="83688"/>
                </a:cubicBezTo>
                <a:cubicBezTo>
                  <a:pt x="459721" y="83688"/>
                  <a:pt x="466358" y="84498"/>
                  <a:pt x="471538" y="86116"/>
                </a:cubicBezTo>
                <a:cubicBezTo>
                  <a:pt x="476717" y="87735"/>
                  <a:pt x="481736" y="90271"/>
                  <a:pt x="486592" y="93725"/>
                </a:cubicBezTo>
                <a:lnTo>
                  <a:pt x="530298" y="93725"/>
                </a:lnTo>
                <a:moveTo>
                  <a:pt x="474128" y="119139"/>
                </a:moveTo>
                <a:cubicBezTo>
                  <a:pt x="474128" y="110505"/>
                  <a:pt x="471699" y="103707"/>
                  <a:pt x="466843" y="98743"/>
                </a:cubicBezTo>
                <a:cubicBezTo>
                  <a:pt x="462095" y="93779"/>
                  <a:pt x="455836" y="91296"/>
                  <a:pt x="448066" y="91296"/>
                </a:cubicBezTo>
                <a:cubicBezTo>
                  <a:pt x="435871" y="91296"/>
                  <a:pt x="425781" y="97448"/>
                  <a:pt x="417796" y="109750"/>
                </a:cubicBezTo>
                <a:cubicBezTo>
                  <a:pt x="409918" y="121944"/>
                  <a:pt x="405979" y="134679"/>
                  <a:pt x="405979" y="147952"/>
                </a:cubicBezTo>
                <a:cubicBezTo>
                  <a:pt x="405979" y="156262"/>
                  <a:pt x="408515" y="163060"/>
                  <a:pt x="413587" y="168348"/>
                </a:cubicBezTo>
                <a:cubicBezTo>
                  <a:pt x="418659" y="173636"/>
                  <a:pt x="424810" y="176280"/>
                  <a:pt x="432040" y="176280"/>
                </a:cubicBezTo>
                <a:cubicBezTo>
                  <a:pt x="437760" y="176280"/>
                  <a:pt x="443264" y="174715"/>
                  <a:pt x="448552" y="171586"/>
                </a:cubicBezTo>
                <a:cubicBezTo>
                  <a:pt x="453947" y="168456"/>
                  <a:pt x="458480" y="164140"/>
                  <a:pt x="462149" y="158635"/>
                </a:cubicBezTo>
                <a:cubicBezTo>
                  <a:pt x="465818" y="153132"/>
                  <a:pt x="468732" y="146117"/>
                  <a:pt x="470890" y="137592"/>
                </a:cubicBezTo>
                <a:cubicBezTo>
                  <a:pt x="473048" y="129067"/>
                  <a:pt x="474128" y="122916"/>
                  <a:pt x="474128" y="119139"/>
                </a:cubicBezTo>
                <a:moveTo>
                  <a:pt x="396590" y="230184"/>
                </a:moveTo>
                <a:cubicBezTo>
                  <a:pt x="387849" y="234177"/>
                  <a:pt x="381212" y="239303"/>
                  <a:pt x="376679" y="245562"/>
                </a:cubicBezTo>
                <a:cubicBezTo>
                  <a:pt x="372255" y="251821"/>
                  <a:pt x="370043" y="257972"/>
                  <a:pt x="370043" y="264015"/>
                </a:cubicBezTo>
                <a:cubicBezTo>
                  <a:pt x="370043" y="271138"/>
                  <a:pt x="373280" y="277019"/>
                  <a:pt x="379755" y="281660"/>
                </a:cubicBezTo>
                <a:cubicBezTo>
                  <a:pt x="389036" y="288351"/>
                  <a:pt x="402633" y="291696"/>
                  <a:pt x="420547" y="291696"/>
                </a:cubicBezTo>
                <a:cubicBezTo>
                  <a:pt x="435979" y="291696"/>
                  <a:pt x="449145" y="289052"/>
                  <a:pt x="460045" y="283764"/>
                </a:cubicBezTo>
                <a:cubicBezTo>
                  <a:pt x="471052" y="278584"/>
                  <a:pt x="476556" y="271840"/>
                  <a:pt x="476556" y="263530"/>
                </a:cubicBezTo>
                <a:cubicBezTo>
                  <a:pt x="476556" y="259321"/>
                  <a:pt x="474505" y="255328"/>
                  <a:pt x="470405" y="251551"/>
                </a:cubicBezTo>
                <a:cubicBezTo>
                  <a:pt x="466412" y="247774"/>
                  <a:pt x="458587" y="244699"/>
                  <a:pt x="446933" y="242324"/>
                </a:cubicBezTo>
                <a:cubicBezTo>
                  <a:pt x="440566" y="241029"/>
                  <a:pt x="423785" y="236983"/>
                  <a:pt x="396590" y="230184"/>
                </a:cubicBezTo>
                <a:moveTo>
                  <a:pt x="679383" y="87573"/>
                </a:moveTo>
                <a:lnTo>
                  <a:pt x="651217" y="184050"/>
                </a:lnTo>
                <a:cubicBezTo>
                  <a:pt x="647009" y="198403"/>
                  <a:pt x="644904" y="207467"/>
                  <a:pt x="644904" y="211245"/>
                </a:cubicBezTo>
                <a:cubicBezTo>
                  <a:pt x="644904" y="213187"/>
                  <a:pt x="645228" y="214644"/>
                  <a:pt x="645875" y="215615"/>
                </a:cubicBezTo>
                <a:cubicBezTo>
                  <a:pt x="646631" y="216479"/>
                  <a:pt x="647602" y="216910"/>
                  <a:pt x="648789" y="216910"/>
                </a:cubicBezTo>
                <a:cubicBezTo>
                  <a:pt x="650624" y="216910"/>
                  <a:pt x="652620" y="216101"/>
                  <a:pt x="654778" y="214482"/>
                </a:cubicBezTo>
                <a:cubicBezTo>
                  <a:pt x="657044" y="212756"/>
                  <a:pt x="662656" y="206065"/>
                  <a:pt x="671613" y="194409"/>
                </a:cubicBezTo>
                <a:lnTo>
                  <a:pt x="676469" y="198133"/>
                </a:lnTo>
                <a:cubicBezTo>
                  <a:pt x="667944" y="211623"/>
                  <a:pt x="659203" y="221550"/>
                  <a:pt x="650246" y="227918"/>
                </a:cubicBezTo>
                <a:cubicBezTo>
                  <a:pt x="644311" y="232019"/>
                  <a:pt x="638591" y="234069"/>
                  <a:pt x="633087" y="234069"/>
                </a:cubicBezTo>
                <a:cubicBezTo>
                  <a:pt x="628879" y="234069"/>
                  <a:pt x="625587" y="232881"/>
                  <a:pt x="623213" y="230508"/>
                </a:cubicBezTo>
                <a:cubicBezTo>
                  <a:pt x="620839" y="228133"/>
                  <a:pt x="619652" y="225058"/>
                  <a:pt x="619652" y="221281"/>
                </a:cubicBezTo>
                <a:cubicBezTo>
                  <a:pt x="619652" y="217612"/>
                  <a:pt x="620353" y="212756"/>
                  <a:pt x="621756" y="206712"/>
                </a:cubicBezTo>
                <a:cubicBezTo>
                  <a:pt x="623483" y="198727"/>
                  <a:pt x="628393" y="181352"/>
                  <a:pt x="636486" y="154589"/>
                </a:cubicBezTo>
                <a:cubicBezTo>
                  <a:pt x="618141" y="184698"/>
                  <a:pt x="602763" y="205471"/>
                  <a:pt x="590352" y="216910"/>
                </a:cubicBezTo>
                <a:cubicBezTo>
                  <a:pt x="578050" y="228349"/>
                  <a:pt x="566611" y="234069"/>
                  <a:pt x="556036" y="234069"/>
                </a:cubicBezTo>
                <a:cubicBezTo>
                  <a:pt x="551071" y="234069"/>
                  <a:pt x="546862" y="232342"/>
                  <a:pt x="543409" y="228889"/>
                </a:cubicBezTo>
                <a:cubicBezTo>
                  <a:pt x="539956" y="225436"/>
                  <a:pt x="538229" y="221065"/>
                  <a:pt x="538229" y="215777"/>
                </a:cubicBezTo>
                <a:cubicBezTo>
                  <a:pt x="538229" y="207683"/>
                  <a:pt x="540604" y="195273"/>
                  <a:pt x="545352" y="178546"/>
                </a:cubicBezTo>
                <a:lnTo>
                  <a:pt x="559435" y="128527"/>
                </a:lnTo>
                <a:cubicBezTo>
                  <a:pt x="562888" y="116548"/>
                  <a:pt x="564615" y="109103"/>
                  <a:pt x="564615" y="106189"/>
                </a:cubicBezTo>
                <a:cubicBezTo>
                  <a:pt x="564615" y="104894"/>
                  <a:pt x="564129" y="103814"/>
                  <a:pt x="563158" y="102951"/>
                </a:cubicBezTo>
                <a:cubicBezTo>
                  <a:pt x="562294" y="101980"/>
                  <a:pt x="561323" y="101494"/>
                  <a:pt x="560244" y="101494"/>
                </a:cubicBezTo>
                <a:cubicBezTo>
                  <a:pt x="557978" y="101494"/>
                  <a:pt x="555712" y="102304"/>
                  <a:pt x="553445" y="103923"/>
                </a:cubicBezTo>
                <a:cubicBezTo>
                  <a:pt x="551179" y="105541"/>
                  <a:pt x="546053" y="111530"/>
                  <a:pt x="538067" y="121890"/>
                </a:cubicBezTo>
                <a:lnTo>
                  <a:pt x="533049" y="118329"/>
                </a:lnTo>
                <a:cubicBezTo>
                  <a:pt x="541143" y="105811"/>
                  <a:pt x="549722" y="96584"/>
                  <a:pt x="558787" y="90649"/>
                </a:cubicBezTo>
                <a:cubicBezTo>
                  <a:pt x="565694" y="86009"/>
                  <a:pt x="572061" y="83688"/>
                  <a:pt x="577888" y="83688"/>
                </a:cubicBezTo>
                <a:cubicBezTo>
                  <a:pt x="581881" y="83688"/>
                  <a:pt x="585119" y="84983"/>
                  <a:pt x="587601" y="87573"/>
                </a:cubicBezTo>
                <a:cubicBezTo>
                  <a:pt x="590191" y="90055"/>
                  <a:pt x="591486" y="93293"/>
                  <a:pt x="591486" y="97285"/>
                </a:cubicBezTo>
                <a:cubicBezTo>
                  <a:pt x="591486" y="103113"/>
                  <a:pt x="589328" y="113527"/>
                  <a:pt x="585011" y="128527"/>
                </a:cubicBezTo>
                <a:lnTo>
                  <a:pt x="569795" y="180812"/>
                </a:lnTo>
                <a:cubicBezTo>
                  <a:pt x="565586" y="195057"/>
                  <a:pt x="563482" y="204068"/>
                  <a:pt x="563482" y="207845"/>
                </a:cubicBezTo>
                <a:cubicBezTo>
                  <a:pt x="563482" y="209896"/>
                  <a:pt x="564129" y="211568"/>
                  <a:pt x="565424" y="212863"/>
                </a:cubicBezTo>
                <a:cubicBezTo>
                  <a:pt x="566827" y="214050"/>
                  <a:pt x="568662" y="214644"/>
                  <a:pt x="570928" y="214644"/>
                </a:cubicBezTo>
                <a:cubicBezTo>
                  <a:pt x="574489" y="214644"/>
                  <a:pt x="579130" y="212863"/>
                  <a:pt x="584849" y="209302"/>
                </a:cubicBezTo>
                <a:cubicBezTo>
                  <a:pt x="590568" y="205741"/>
                  <a:pt x="598177" y="197863"/>
                  <a:pt x="607673" y="185669"/>
                </a:cubicBezTo>
                <a:cubicBezTo>
                  <a:pt x="617277" y="173367"/>
                  <a:pt x="625155" y="161873"/>
                  <a:pt x="631306" y="151190"/>
                </a:cubicBezTo>
                <a:cubicBezTo>
                  <a:pt x="637566" y="140398"/>
                  <a:pt x="644202" y="123293"/>
                  <a:pt x="651217" y="99876"/>
                </a:cubicBezTo>
                <a:lnTo>
                  <a:pt x="654778" y="87573"/>
                </a:lnTo>
                <a:lnTo>
                  <a:pt x="679383" y="87573"/>
                </a:lnTo>
                <a:moveTo>
                  <a:pt x="787676" y="0"/>
                </a:moveTo>
                <a:lnTo>
                  <a:pt x="732316" y="192629"/>
                </a:lnTo>
                <a:cubicBezTo>
                  <a:pt x="729618" y="202234"/>
                  <a:pt x="728269" y="208115"/>
                  <a:pt x="728269" y="210274"/>
                </a:cubicBezTo>
                <a:cubicBezTo>
                  <a:pt x="728269" y="211892"/>
                  <a:pt x="728755" y="213241"/>
                  <a:pt x="729726" y="214320"/>
                </a:cubicBezTo>
                <a:cubicBezTo>
                  <a:pt x="730805" y="215399"/>
                  <a:pt x="732100" y="215939"/>
                  <a:pt x="733610" y="215939"/>
                </a:cubicBezTo>
                <a:cubicBezTo>
                  <a:pt x="735661" y="215939"/>
                  <a:pt x="737873" y="215022"/>
                  <a:pt x="740248" y="213187"/>
                </a:cubicBezTo>
                <a:cubicBezTo>
                  <a:pt x="745859" y="208763"/>
                  <a:pt x="751740" y="201910"/>
                  <a:pt x="757892" y="192629"/>
                </a:cubicBezTo>
                <a:lnTo>
                  <a:pt x="762748" y="197647"/>
                </a:lnTo>
                <a:cubicBezTo>
                  <a:pt x="752496" y="212108"/>
                  <a:pt x="743053" y="222198"/>
                  <a:pt x="734420" y="227918"/>
                </a:cubicBezTo>
                <a:cubicBezTo>
                  <a:pt x="728053" y="232019"/>
                  <a:pt x="722010" y="234069"/>
                  <a:pt x="716290" y="234069"/>
                </a:cubicBezTo>
                <a:cubicBezTo>
                  <a:pt x="712190" y="234069"/>
                  <a:pt x="708736" y="232666"/>
                  <a:pt x="705930" y="229860"/>
                </a:cubicBezTo>
                <a:cubicBezTo>
                  <a:pt x="703232" y="227054"/>
                  <a:pt x="701883" y="223817"/>
                  <a:pt x="701883" y="220148"/>
                </a:cubicBezTo>
                <a:cubicBezTo>
                  <a:pt x="701883" y="216263"/>
                  <a:pt x="703610" y="208277"/>
                  <a:pt x="707063" y="196190"/>
                </a:cubicBezTo>
                <a:lnTo>
                  <a:pt x="750931" y="44353"/>
                </a:lnTo>
                <a:cubicBezTo>
                  <a:pt x="754493" y="31943"/>
                  <a:pt x="756273" y="24820"/>
                  <a:pt x="756273" y="22986"/>
                </a:cubicBezTo>
                <a:cubicBezTo>
                  <a:pt x="756273" y="20396"/>
                  <a:pt x="755248" y="18291"/>
                  <a:pt x="753197" y="16673"/>
                </a:cubicBezTo>
                <a:cubicBezTo>
                  <a:pt x="751147" y="14946"/>
                  <a:pt x="747964" y="14083"/>
                  <a:pt x="743647" y="14083"/>
                </a:cubicBezTo>
                <a:cubicBezTo>
                  <a:pt x="741165" y="14083"/>
                  <a:pt x="737388" y="14460"/>
                  <a:pt x="732316" y="15216"/>
                </a:cubicBezTo>
                <a:lnTo>
                  <a:pt x="732316" y="9226"/>
                </a:lnTo>
                <a:lnTo>
                  <a:pt x="787676" y="0"/>
                </a:lnTo>
                <a:moveTo>
                  <a:pt x="936924" y="83688"/>
                </a:moveTo>
                <a:lnTo>
                  <a:pt x="905358" y="193438"/>
                </a:lnTo>
                <a:lnTo>
                  <a:pt x="901797" y="208169"/>
                </a:lnTo>
                <a:cubicBezTo>
                  <a:pt x="901473" y="209572"/>
                  <a:pt x="901311" y="210759"/>
                  <a:pt x="901311" y="211730"/>
                </a:cubicBezTo>
                <a:cubicBezTo>
                  <a:pt x="901311" y="213457"/>
                  <a:pt x="901851" y="214968"/>
                  <a:pt x="902930" y="216263"/>
                </a:cubicBezTo>
                <a:cubicBezTo>
                  <a:pt x="903793" y="217234"/>
                  <a:pt x="904873" y="217719"/>
                  <a:pt x="906168" y="217719"/>
                </a:cubicBezTo>
                <a:cubicBezTo>
                  <a:pt x="907571" y="217719"/>
                  <a:pt x="909405" y="216856"/>
                  <a:pt x="911671" y="215130"/>
                </a:cubicBezTo>
                <a:cubicBezTo>
                  <a:pt x="915880" y="212000"/>
                  <a:pt x="921492" y="205525"/>
                  <a:pt x="928507" y="195705"/>
                </a:cubicBezTo>
                <a:lnTo>
                  <a:pt x="934010" y="199590"/>
                </a:lnTo>
                <a:cubicBezTo>
                  <a:pt x="926564" y="210813"/>
                  <a:pt x="918902" y="219392"/>
                  <a:pt x="911024" y="225328"/>
                </a:cubicBezTo>
                <a:cubicBezTo>
                  <a:pt x="903147" y="231155"/>
                  <a:pt x="895862" y="234069"/>
                  <a:pt x="889171" y="234069"/>
                </a:cubicBezTo>
                <a:cubicBezTo>
                  <a:pt x="884531" y="234069"/>
                  <a:pt x="881024" y="232881"/>
                  <a:pt x="878649" y="230508"/>
                </a:cubicBezTo>
                <a:cubicBezTo>
                  <a:pt x="876383" y="228241"/>
                  <a:pt x="875250" y="224896"/>
                  <a:pt x="875250" y="220472"/>
                </a:cubicBezTo>
                <a:cubicBezTo>
                  <a:pt x="875250" y="215183"/>
                  <a:pt x="876437" y="208223"/>
                  <a:pt x="878811" y="199590"/>
                </a:cubicBezTo>
                <a:lnTo>
                  <a:pt x="882211" y="187449"/>
                </a:lnTo>
                <a:cubicBezTo>
                  <a:pt x="868073" y="205903"/>
                  <a:pt x="855070" y="218799"/>
                  <a:pt x="843199" y="226137"/>
                </a:cubicBezTo>
                <a:cubicBezTo>
                  <a:pt x="834674" y="231425"/>
                  <a:pt x="826310" y="234069"/>
                  <a:pt x="818109" y="234069"/>
                </a:cubicBezTo>
                <a:cubicBezTo>
                  <a:pt x="810231" y="234069"/>
                  <a:pt x="803432" y="230831"/>
                  <a:pt x="797713" y="224356"/>
                </a:cubicBezTo>
                <a:cubicBezTo>
                  <a:pt x="791993" y="217774"/>
                  <a:pt x="789133" y="208763"/>
                  <a:pt x="789133" y="197323"/>
                </a:cubicBezTo>
                <a:cubicBezTo>
                  <a:pt x="789133" y="180165"/>
                  <a:pt x="794259" y="162089"/>
                  <a:pt x="804511" y="143096"/>
                </a:cubicBezTo>
                <a:cubicBezTo>
                  <a:pt x="814872" y="123995"/>
                  <a:pt x="827983" y="108725"/>
                  <a:pt x="843846" y="97285"/>
                </a:cubicBezTo>
                <a:cubicBezTo>
                  <a:pt x="856257" y="88221"/>
                  <a:pt x="867966" y="83688"/>
                  <a:pt x="878973" y="83688"/>
                </a:cubicBezTo>
                <a:cubicBezTo>
                  <a:pt x="885556" y="83688"/>
                  <a:pt x="891006" y="85415"/>
                  <a:pt x="895322" y="88868"/>
                </a:cubicBezTo>
                <a:cubicBezTo>
                  <a:pt x="899747" y="92321"/>
                  <a:pt x="903092" y="98041"/>
                  <a:pt x="905358" y="106027"/>
                </a:cubicBezTo>
                <a:lnTo>
                  <a:pt x="911186" y="87573"/>
                </a:lnTo>
                <a:lnTo>
                  <a:pt x="936924" y="83688"/>
                </a:lnTo>
                <a:moveTo>
                  <a:pt x="879297" y="92105"/>
                </a:moveTo>
                <a:cubicBezTo>
                  <a:pt x="872390" y="92105"/>
                  <a:pt x="865052" y="95343"/>
                  <a:pt x="857282" y="101818"/>
                </a:cubicBezTo>
                <a:cubicBezTo>
                  <a:pt x="846275" y="110991"/>
                  <a:pt x="836454" y="124588"/>
                  <a:pt x="827821" y="142610"/>
                </a:cubicBezTo>
                <a:cubicBezTo>
                  <a:pt x="819296" y="160632"/>
                  <a:pt x="815033" y="176927"/>
                  <a:pt x="815033" y="191496"/>
                </a:cubicBezTo>
                <a:cubicBezTo>
                  <a:pt x="815033" y="198834"/>
                  <a:pt x="816867" y="204662"/>
                  <a:pt x="820537" y="208978"/>
                </a:cubicBezTo>
                <a:cubicBezTo>
                  <a:pt x="824206" y="213187"/>
                  <a:pt x="828414" y="215292"/>
                  <a:pt x="833163" y="215292"/>
                </a:cubicBezTo>
                <a:cubicBezTo>
                  <a:pt x="844926" y="215292"/>
                  <a:pt x="857714" y="206604"/>
                  <a:pt x="871527" y="189230"/>
                </a:cubicBezTo>
                <a:cubicBezTo>
                  <a:pt x="889980" y="166136"/>
                  <a:pt x="899207" y="142448"/>
                  <a:pt x="899207" y="118168"/>
                </a:cubicBezTo>
                <a:cubicBezTo>
                  <a:pt x="899207" y="108994"/>
                  <a:pt x="897427" y="102358"/>
                  <a:pt x="893865" y="98257"/>
                </a:cubicBezTo>
                <a:cubicBezTo>
                  <a:pt x="890304" y="94156"/>
                  <a:pt x="885448" y="92105"/>
                  <a:pt x="879297" y="92105"/>
                </a:cubicBezTo>
                <a:moveTo>
                  <a:pt x="964442" y="92753"/>
                </a:moveTo>
                <a:lnTo>
                  <a:pt x="1020289" y="83688"/>
                </a:lnTo>
                <a:lnTo>
                  <a:pt x="996979" y="162359"/>
                </a:lnTo>
                <a:cubicBezTo>
                  <a:pt x="1015864" y="130092"/>
                  <a:pt x="1033023" y="107538"/>
                  <a:pt x="1048454" y="94696"/>
                </a:cubicBezTo>
                <a:cubicBezTo>
                  <a:pt x="1057196" y="87358"/>
                  <a:pt x="1064318" y="83688"/>
                  <a:pt x="1069822" y="83688"/>
                </a:cubicBezTo>
                <a:cubicBezTo>
                  <a:pt x="1073383" y="83688"/>
                  <a:pt x="1076189" y="84767"/>
                  <a:pt x="1078239" y="86926"/>
                </a:cubicBezTo>
                <a:cubicBezTo>
                  <a:pt x="1080290" y="88976"/>
                  <a:pt x="1081315" y="91998"/>
                  <a:pt x="1081315" y="95991"/>
                </a:cubicBezTo>
                <a:cubicBezTo>
                  <a:pt x="1081315" y="103113"/>
                  <a:pt x="1079481" y="109912"/>
                  <a:pt x="1075811" y="116387"/>
                </a:cubicBezTo>
                <a:cubicBezTo>
                  <a:pt x="1073221" y="121243"/>
                  <a:pt x="1069499" y="123671"/>
                  <a:pt x="1064642" y="123671"/>
                </a:cubicBezTo>
                <a:cubicBezTo>
                  <a:pt x="1062160" y="123671"/>
                  <a:pt x="1060002" y="122861"/>
                  <a:pt x="1058167" y="121243"/>
                </a:cubicBezTo>
                <a:cubicBezTo>
                  <a:pt x="1056441" y="119624"/>
                  <a:pt x="1055361" y="117142"/>
                  <a:pt x="1054930" y="113797"/>
                </a:cubicBezTo>
                <a:cubicBezTo>
                  <a:pt x="1054714" y="111746"/>
                  <a:pt x="1054228" y="110397"/>
                  <a:pt x="1053473" y="109750"/>
                </a:cubicBezTo>
                <a:cubicBezTo>
                  <a:pt x="1052609" y="108887"/>
                  <a:pt x="1051584" y="108455"/>
                  <a:pt x="1050397" y="108455"/>
                </a:cubicBezTo>
                <a:cubicBezTo>
                  <a:pt x="1048563" y="108455"/>
                  <a:pt x="1046836" y="108887"/>
                  <a:pt x="1045217" y="109750"/>
                </a:cubicBezTo>
                <a:cubicBezTo>
                  <a:pt x="1042411" y="111261"/>
                  <a:pt x="1038149" y="115470"/>
                  <a:pt x="1032429" y="122376"/>
                </a:cubicBezTo>
                <a:cubicBezTo>
                  <a:pt x="1023472" y="132952"/>
                  <a:pt x="1013760" y="146657"/>
                  <a:pt x="1003292" y="163492"/>
                </a:cubicBezTo>
                <a:cubicBezTo>
                  <a:pt x="998760" y="170614"/>
                  <a:pt x="994875" y="178654"/>
                  <a:pt x="991637" y="187611"/>
                </a:cubicBezTo>
                <a:cubicBezTo>
                  <a:pt x="987104" y="199914"/>
                  <a:pt x="984515" y="207305"/>
                  <a:pt x="983867" y="209788"/>
                </a:cubicBezTo>
                <a:lnTo>
                  <a:pt x="978687" y="230184"/>
                </a:lnTo>
                <a:lnTo>
                  <a:pt x="953921" y="230184"/>
                </a:lnTo>
                <a:lnTo>
                  <a:pt x="983867" y="129660"/>
                </a:lnTo>
                <a:cubicBezTo>
                  <a:pt x="987320" y="118006"/>
                  <a:pt x="989047" y="109696"/>
                  <a:pt x="989047" y="104732"/>
                </a:cubicBezTo>
                <a:cubicBezTo>
                  <a:pt x="989047" y="102790"/>
                  <a:pt x="988237" y="101171"/>
                  <a:pt x="986619" y="99876"/>
                </a:cubicBezTo>
                <a:cubicBezTo>
                  <a:pt x="984461" y="98149"/>
                  <a:pt x="981601" y="97285"/>
                  <a:pt x="978039" y="97285"/>
                </a:cubicBezTo>
                <a:cubicBezTo>
                  <a:pt x="975773" y="97285"/>
                  <a:pt x="971619" y="97771"/>
                  <a:pt x="965575" y="98743"/>
                </a:cubicBezTo>
                <a:lnTo>
                  <a:pt x="964442" y="92753"/>
                </a:lnTo>
                <a:moveTo>
                  <a:pt x="1150435" y="19424"/>
                </a:moveTo>
                <a:cubicBezTo>
                  <a:pt x="1154967" y="19424"/>
                  <a:pt x="1158798" y="20989"/>
                  <a:pt x="1161928" y="24119"/>
                </a:cubicBezTo>
                <a:cubicBezTo>
                  <a:pt x="1165058" y="27248"/>
                  <a:pt x="1166623" y="31080"/>
                  <a:pt x="1166623" y="35612"/>
                </a:cubicBezTo>
                <a:cubicBezTo>
                  <a:pt x="1166623" y="40036"/>
                  <a:pt x="1165004" y="43867"/>
                  <a:pt x="1161766" y="47105"/>
                </a:cubicBezTo>
                <a:cubicBezTo>
                  <a:pt x="1158636" y="50234"/>
                  <a:pt x="1154860" y="51799"/>
                  <a:pt x="1150435" y="51799"/>
                </a:cubicBezTo>
                <a:cubicBezTo>
                  <a:pt x="1146011" y="51799"/>
                  <a:pt x="1142180" y="50234"/>
                  <a:pt x="1138942" y="47105"/>
                </a:cubicBezTo>
                <a:cubicBezTo>
                  <a:pt x="1135813" y="43867"/>
                  <a:pt x="1134248" y="40036"/>
                  <a:pt x="1134248" y="35612"/>
                </a:cubicBezTo>
                <a:cubicBezTo>
                  <a:pt x="1134248" y="31080"/>
                  <a:pt x="1135813" y="27248"/>
                  <a:pt x="1138942" y="24119"/>
                </a:cubicBezTo>
                <a:cubicBezTo>
                  <a:pt x="1142071" y="20989"/>
                  <a:pt x="1145902" y="19424"/>
                  <a:pt x="1150435" y="19424"/>
                </a:cubicBezTo>
                <a:moveTo>
                  <a:pt x="1152539" y="83688"/>
                </a:moveTo>
                <a:lnTo>
                  <a:pt x="1120488" y="197162"/>
                </a:lnTo>
                <a:cubicBezTo>
                  <a:pt x="1118330" y="204823"/>
                  <a:pt x="1117251" y="209410"/>
                  <a:pt x="1117251" y="210921"/>
                </a:cubicBezTo>
                <a:cubicBezTo>
                  <a:pt x="1117251" y="212647"/>
                  <a:pt x="1117737" y="214050"/>
                  <a:pt x="1118708" y="215130"/>
                </a:cubicBezTo>
                <a:cubicBezTo>
                  <a:pt x="1119787" y="216209"/>
                  <a:pt x="1121028" y="216748"/>
                  <a:pt x="1122431" y="216748"/>
                </a:cubicBezTo>
                <a:cubicBezTo>
                  <a:pt x="1124050" y="216748"/>
                  <a:pt x="1125992" y="215885"/>
                  <a:pt x="1128258" y="214158"/>
                </a:cubicBezTo>
                <a:cubicBezTo>
                  <a:pt x="1134409" y="209302"/>
                  <a:pt x="1140615" y="202396"/>
                  <a:pt x="1146874" y="193438"/>
                </a:cubicBezTo>
                <a:lnTo>
                  <a:pt x="1152539" y="197162"/>
                </a:lnTo>
                <a:cubicBezTo>
                  <a:pt x="1145201" y="208385"/>
                  <a:pt x="1136568" y="217828"/>
                  <a:pt x="1126640" y="225490"/>
                </a:cubicBezTo>
                <a:cubicBezTo>
                  <a:pt x="1119301" y="231209"/>
                  <a:pt x="1112287" y="234069"/>
                  <a:pt x="1105596" y="234069"/>
                </a:cubicBezTo>
                <a:cubicBezTo>
                  <a:pt x="1101171" y="234069"/>
                  <a:pt x="1097557" y="232774"/>
                  <a:pt x="1094750" y="230184"/>
                </a:cubicBezTo>
                <a:cubicBezTo>
                  <a:pt x="1091945" y="227486"/>
                  <a:pt x="1090541" y="224141"/>
                  <a:pt x="1090541" y="220148"/>
                </a:cubicBezTo>
                <a:cubicBezTo>
                  <a:pt x="1090541" y="216155"/>
                  <a:pt x="1091890" y="209518"/>
                  <a:pt x="1094588" y="200237"/>
                </a:cubicBezTo>
                <a:lnTo>
                  <a:pt x="1115632" y="127718"/>
                </a:lnTo>
                <a:cubicBezTo>
                  <a:pt x="1119086" y="115847"/>
                  <a:pt x="1120812" y="108401"/>
                  <a:pt x="1120812" y="105379"/>
                </a:cubicBezTo>
                <a:cubicBezTo>
                  <a:pt x="1120812" y="103005"/>
                  <a:pt x="1119949" y="101063"/>
                  <a:pt x="1118222" y="99552"/>
                </a:cubicBezTo>
                <a:cubicBezTo>
                  <a:pt x="1116604" y="98041"/>
                  <a:pt x="1114337" y="97285"/>
                  <a:pt x="1111424" y="97285"/>
                </a:cubicBezTo>
                <a:cubicBezTo>
                  <a:pt x="1109049" y="97285"/>
                  <a:pt x="1104139" y="97879"/>
                  <a:pt x="1096693" y="99066"/>
                </a:cubicBezTo>
                <a:lnTo>
                  <a:pt x="1096693" y="92753"/>
                </a:lnTo>
                <a:lnTo>
                  <a:pt x="1152539" y="83688"/>
                </a:lnTo>
                <a:moveTo>
                  <a:pt x="1196407" y="87573"/>
                </a:moveTo>
                <a:lnTo>
                  <a:pt x="1299196" y="87573"/>
                </a:lnTo>
                <a:lnTo>
                  <a:pt x="1299196" y="91620"/>
                </a:lnTo>
                <a:lnTo>
                  <a:pt x="1187180" y="208169"/>
                </a:lnTo>
                <a:lnTo>
                  <a:pt x="1234609" y="208169"/>
                </a:lnTo>
                <a:cubicBezTo>
                  <a:pt x="1245832" y="208169"/>
                  <a:pt x="1252955" y="207737"/>
                  <a:pt x="1255977" y="206874"/>
                </a:cubicBezTo>
                <a:cubicBezTo>
                  <a:pt x="1258998" y="206011"/>
                  <a:pt x="1261750" y="204176"/>
                  <a:pt x="1264232" y="201370"/>
                </a:cubicBezTo>
                <a:cubicBezTo>
                  <a:pt x="1266822" y="198565"/>
                  <a:pt x="1269682" y="193492"/>
                  <a:pt x="1272811" y="186154"/>
                </a:cubicBezTo>
                <a:lnTo>
                  <a:pt x="1278800" y="186154"/>
                </a:lnTo>
                <a:lnTo>
                  <a:pt x="1264718" y="230184"/>
                </a:lnTo>
                <a:lnTo>
                  <a:pt x="1159338" y="230184"/>
                </a:lnTo>
                <a:lnTo>
                  <a:pt x="1159338" y="225490"/>
                </a:lnTo>
                <a:lnTo>
                  <a:pt x="1271354" y="108941"/>
                </a:lnTo>
                <a:lnTo>
                  <a:pt x="1224735" y="108941"/>
                </a:lnTo>
                <a:cubicBezTo>
                  <a:pt x="1214915" y="108941"/>
                  <a:pt x="1208979" y="109210"/>
                  <a:pt x="1206929" y="109750"/>
                </a:cubicBezTo>
                <a:cubicBezTo>
                  <a:pt x="1203907" y="110397"/>
                  <a:pt x="1200886" y="112124"/>
                  <a:pt x="1197864" y="114930"/>
                </a:cubicBezTo>
                <a:cubicBezTo>
                  <a:pt x="1194950" y="117628"/>
                  <a:pt x="1191928" y="122160"/>
                  <a:pt x="1188799" y="128527"/>
                </a:cubicBezTo>
                <a:lnTo>
                  <a:pt x="1182648" y="128527"/>
                </a:lnTo>
                <a:lnTo>
                  <a:pt x="1196407" y="87573"/>
                </a:lnTo>
                <a:moveTo>
                  <a:pt x="1337237" y="169158"/>
                </a:moveTo>
                <a:cubicBezTo>
                  <a:pt x="1336481" y="174553"/>
                  <a:pt x="1336104" y="179032"/>
                  <a:pt x="1336104" y="182593"/>
                </a:cubicBezTo>
                <a:cubicBezTo>
                  <a:pt x="1336104" y="192198"/>
                  <a:pt x="1339503" y="200399"/>
                  <a:pt x="1346302" y="207198"/>
                </a:cubicBezTo>
                <a:cubicBezTo>
                  <a:pt x="1353100" y="213889"/>
                  <a:pt x="1361356" y="217234"/>
                  <a:pt x="1371069" y="217234"/>
                </a:cubicBezTo>
                <a:cubicBezTo>
                  <a:pt x="1378838" y="217234"/>
                  <a:pt x="1386285" y="215669"/>
                  <a:pt x="1393407" y="212540"/>
                </a:cubicBezTo>
                <a:cubicBezTo>
                  <a:pt x="1400638" y="209302"/>
                  <a:pt x="1411321" y="202234"/>
                  <a:pt x="1425458" y="191334"/>
                </a:cubicBezTo>
                <a:lnTo>
                  <a:pt x="1428857" y="196029"/>
                </a:lnTo>
                <a:cubicBezTo>
                  <a:pt x="1403281" y="221389"/>
                  <a:pt x="1378892" y="234069"/>
                  <a:pt x="1355691" y="234069"/>
                </a:cubicBezTo>
                <a:cubicBezTo>
                  <a:pt x="1339935" y="234069"/>
                  <a:pt x="1328064" y="229105"/>
                  <a:pt x="1320078" y="219176"/>
                </a:cubicBezTo>
                <a:cubicBezTo>
                  <a:pt x="1312092" y="209248"/>
                  <a:pt x="1308100" y="198295"/>
                  <a:pt x="1308100" y="186316"/>
                </a:cubicBezTo>
                <a:cubicBezTo>
                  <a:pt x="1308100" y="170237"/>
                  <a:pt x="1313064" y="153780"/>
                  <a:pt x="1322992" y="136945"/>
                </a:cubicBezTo>
                <a:cubicBezTo>
                  <a:pt x="1332920" y="120110"/>
                  <a:pt x="1345385" y="107052"/>
                  <a:pt x="1360385" y="97771"/>
                </a:cubicBezTo>
                <a:cubicBezTo>
                  <a:pt x="1375385" y="88383"/>
                  <a:pt x="1390817" y="83688"/>
                  <a:pt x="1406681" y="83688"/>
                </a:cubicBezTo>
                <a:cubicBezTo>
                  <a:pt x="1418120" y="83688"/>
                  <a:pt x="1426591" y="86009"/>
                  <a:pt x="1432095" y="90649"/>
                </a:cubicBezTo>
                <a:cubicBezTo>
                  <a:pt x="1437599" y="95290"/>
                  <a:pt x="1440350" y="100793"/>
                  <a:pt x="1440350" y="107160"/>
                </a:cubicBezTo>
                <a:cubicBezTo>
                  <a:pt x="1440350" y="116117"/>
                  <a:pt x="1436789" y="124696"/>
                  <a:pt x="1429667" y="132898"/>
                </a:cubicBezTo>
                <a:cubicBezTo>
                  <a:pt x="1420278" y="143582"/>
                  <a:pt x="1406465" y="152215"/>
                  <a:pt x="1388227" y="158798"/>
                </a:cubicBezTo>
                <a:cubicBezTo>
                  <a:pt x="1376140" y="163222"/>
                  <a:pt x="1359144" y="166675"/>
                  <a:pt x="1337237" y="169158"/>
                </a:cubicBezTo>
                <a:moveTo>
                  <a:pt x="1338370" y="161226"/>
                </a:moveTo>
                <a:cubicBezTo>
                  <a:pt x="1354342" y="159391"/>
                  <a:pt x="1367346" y="156262"/>
                  <a:pt x="1377382" y="151837"/>
                </a:cubicBezTo>
                <a:cubicBezTo>
                  <a:pt x="1390655" y="145902"/>
                  <a:pt x="1400583" y="138833"/>
                  <a:pt x="1407167" y="130632"/>
                </a:cubicBezTo>
                <a:cubicBezTo>
                  <a:pt x="1413857" y="122322"/>
                  <a:pt x="1417203" y="114444"/>
                  <a:pt x="1417203" y="106998"/>
                </a:cubicBezTo>
                <a:cubicBezTo>
                  <a:pt x="1417203" y="102465"/>
                  <a:pt x="1415745" y="98796"/>
                  <a:pt x="1412832" y="95991"/>
                </a:cubicBezTo>
                <a:cubicBezTo>
                  <a:pt x="1410026" y="93185"/>
                  <a:pt x="1405979" y="91782"/>
                  <a:pt x="1400691" y="91782"/>
                </a:cubicBezTo>
                <a:cubicBezTo>
                  <a:pt x="1389684" y="91782"/>
                  <a:pt x="1377975" y="97663"/>
                  <a:pt x="1365564" y="109426"/>
                </a:cubicBezTo>
                <a:cubicBezTo>
                  <a:pt x="1353262" y="121081"/>
                  <a:pt x="1344197" y="138348"/>
                  <a:pt x="1338370" y="16122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4">
            <a:extLst xmlns:a="http://schemas.openxmlformats.org/drawingml/2006/main">
              <a:ext uri="{FF2B5EF4-FFF2-40B4-BE49-F238E27FC236}">
                <a16:creationId xmlns:a16="http://schemas.microsoft.com/office/drawing/2014/main" id="{2B6793F4-4FCD-43F9-862E-825CF265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370" y="3012236"/>
            <a:ext cx="4361219" cy="1422230"/>
          </a:xfrm>
          <a:custGeom xmlns:a="http://schemas.openxmlformats.org/drawingml/2006/main">
            <a:pathLst>
              <a:path w="3727480" h="1215562">
                <a:moveTo>
                  <a:pt x="53167" y="773539"/>
                </a:moveTo>
                <a:lnTo>
                  <a:pt x="106334" y="865628"/>
                </a:lnTo>
                <a:lnTo>
                  <a:pt x="0" y="865628"/>
                </a:lnTo>
                <a:lnTo>
                  <a:pt x="53167" y="773539"/>
                </a:lnTo>
                <a:moveTo>
                  <a:pt x="3681435" y="1206353"/>
                </a:moveTo>
                <a:lnTo>
                  <a:pt x="3681435" y="1197145"/>
                </a:lnTo>
                <a:lnTo>
                  <a:pt x="3681435" y="1206353"/>
                </a:lnTo>
                <a:moveTo>
                  <a:pt x="90002" y="1206353"/>
                </a:moveTo>
                <a:lnTo>
                  <a:pt x="90002" y="1197145"/>
                </a:lnTo>
                <a:lnTo>
                  <a:pt x="90002" y="1206353"/>
                </a:lnTo>
                <a:moveTo>
                  <a:pt x="53167" y="1169518"/>
                </a:moveTo>
                <a:lnTo>
                  <a:pt x="43958" y="1169518"/>
                </a:lnTo>
                <a:lnTo>
                  <a:pt x="53167" y="1169518"/>
                </a:lnTo>
                <a:moveTo>
                  <a:pt x="2373785" y="9209"/>
                </a:moveTo>
                <a:lnTo>
                  <a:pt x="2373785" y="0"/>
                </a:lnTo>
                <a:lnTo>
                  <a:pt x="2410108" y="0"/>
                </a:lnTo>
                <a:lnTo>
                  <a:pt x="2410108" y="9209"/>
                </a:lnTo>
                <a:lnTo>
                  <a:pt x="2410108" y="18418"/>
                </a:lnTo>
                <a:lnTo>
                  <a:pt x="2373785" y="18418"/>
                </a:lnTo>
                <a:lnTo>
                  <a:pt x="2373785" y="9209"/>
                </a:lnTo>
                <a:moveTo>
                  <a:pt x="2482757" y="9209"/>
                </a:moveTo>
                <a:lnTo>
                  <a:pt x="2482757" y="0"/>
                </a:lnTo>
                <a:lnTo>
                  <a:pt x="2555403" y="0"/>
                </a:lnTo>
                <a:lnTo>
                  <a:pt x="2555403" y="9209"/>
                </a:lnTo>
                <a:lnTo>
                  <a:pt x="2555403" y="18418"/>
                </a:lnTo>
                <a:lnTo>
                  <a:pt x="2482757" y="18418"/>
                </a:lnTo>
                <a:lnTo>
                  <a:pt x="2482757" y="9209"/>
                </a:lnTo>
                <a:moveTo>
                  <a:pt x="2628050" y="9209"/>
                </a:moveTo>
                <a:lnTo>
                  <a:pt x="2628050" y="0"/>
                </a:lnTo>
                <a:lnTo>
                  <a:pt x="2700698" y="0"/>
                </a:lnTo>
                <a:lnTo>
                  <a:pt x="2700698" y="9209"/>
                </a:lnTo>
                <a:lnTo>
                  <a:pt x="2700698" y="18418"/>
                </a:lnTo>
                <a:lnTo>
                  <a:pt x="2628050" y="18418"/>
                </a:lnTo>
                <a:lnTo>
                  <a:pt x="2628050" y="9209"/>
                </a:lnTo>
                <a:moveTo>
                  <a:pt x="2773345" y="9209"/>
                </a:moveTo>
                <a:lnTo>
                  <a:pt x="2773345" y="0"/>
                </a:lnTo>
                <a:lnTo>
                  <a:pt x="2845992" y="0"/>
                </a:lnTo>
                <a:lnTo>
                  <a:pt x="2845992" y="9209"/>
                </a:lnTo>
                <a:lnTo>
                  <a:pt x="2845992" y="18418"/>
                </a:lnTo>
                <a:lnTo>
                  <a:pt x="2773345" y="18418"/>
                </a:lnTo>
                <a:lnTo>
                  <a:pt x="2773345" y="9209"/>
                </a:lnTo>
                <a:moveTo>
                  <a:pt x="2918640" y="9209"/>
                </a:moveTo>
                <a:lnTo>
                  <a:pt x="2918640" y="0"/>
                </a:lnTo>
                <a:lnTo>
                  <a:pt x="2991287" y="0"/>
                </a:lnTo>
                <a:lnTo>
                  <a:pt x="2991287" y="9209"/>
                </a:lnTo>
                <a:lnTo>
                  <a:pt x="2991287" y="18418"/>
                </a:lnTo>
                <a:lnTo>
                  <a:pt x="2918640" y="18418"/>
                </a:lnTo>
                <a:lnTo>
                  <a:pt x="2918640" y="9209"/>
                </a:lnTo>
                <a:moveTo>
                  <a:pt x="3063933" y="9209"/>
                </a:moveTo>
                <a:lnTo>
                  <a:pt x="3063933" y="0"/>
                </a:lnTo>
                <a:lnTo>
                  <a:pt x="3136581" y="0"/>
                </a:lnTo>
                <a:lnTo>
                  <a:pt x="3136581" y="9209"/>
                </a:lnTo>
                <a:lnTo>
                  <a:pt x="3136581" y="18418"/>
                </a:lnTo>
                <a:lnTo>
                  <a:pt x="3063933" y="18418"/>
                </a:lnTo>
                <a:lnTo>
                  <a:pt x="3063933" y="9209"/>
                </a:lnTo>
                <a:moveTo>
                  <a:pt x="3209228" y="9209"/>
                </a:moveTo>
                <a:lnTo>
                  <a:pt x="3209228" y="0"/>
                </a:lnTo>
                <a:lnTo>
                  <a:pt x="3281875" y="0"/>
                </a:lnTo>
                <a:lnTo>
                  <a:pt x="3281875" y="9209"/>
                </a:lnTo>
                <a:lnTo>
                  <a:pt x="3281875" y="18418"/>
                </a:lnTo>
                <a:lnTo>
                  <a:pt x="3209228" y="18418"/>
                </a:lnTo>
                <a:lnTo>
                  <a:pt x="3209228" y="9209"/>
                </a:lnTo>
                <a:moveTo>
                  <a:pt x="3354523" y="9209"/>
                </a:moveTo>
                <a:lnTo>
                  <a:pt x="3354523" y="0"/>
                </a:lnTo>
                <a:lnTo>
                  <a:pt x="3427170" y="0"/>
                </a:lnTo>
                <a:lnTo>
                  <a:pt x="3427170" y="9209"/>
                </a:lnTo>
                <a:lnTo>
                  <a:pt x="3427170" y="18418"/>
                </a:lnTo>
                <a:lnTo>
                  <a:pt x="3354523" y="18418"/>
                </a:lnTo>
                <a:lnTo>
                  <a:pt x="3354523" y="9209"/>
                </a:lnTo>
                <a:moveTo>
                  <a:pt x="3499817" y="9209"/>
                </a:moveTo>
                <a:lnTo>
                  <a:pt x="3499817" y="0"/>
                </a:lnTo>
                <a:lnTo>
                  <a:pt x="3572465" y="0"/>
                </a:lnTo>
                <a:lnTo>
                  <a:pt x="3572465" y="9209"/>
                </a:lnTo>
                <a:lnTo>
                  <a:pt x="3572465" y="18418"/>
                </a:lnTo>
                <a:lnTo>
                  <a:pt x="3499817" y="18418"/>
                </a:lnTo>
                <a:lnTo>
                  <a:pt x="3499817" y="9209"/>
                </a:lnTo>
                <a:moveTo>
                  <a:pt x="3645112" y="9209"/>
                </a:moveTo>
                <a:lnTo>
                  <a:pt x="3645112" y="0"/>
                </a:lnTo>
                <a:lnTo>
                  <a:pt x="3681435" y="0"/>
                </a:lnTo>
                <a:lnTo>
                  <a:pt x="3681435" y="9209"/>
                </a:lnTo>
                <a:lnTo>
                  <a:pt x="3681435" y="18418"/>
                </a:lnTo>
                <a:lnTo>
                  <a:pt x="3645112" y="18418"/>
                </a:lnTo>
                <a:lnTo>
                  <a:pt x="3645112" y="9209"/>
                </a:lnTo>
                <a:moveTo>
                  <a:pt x="3681435" y="9209"/>
                </a:moveTo>
                <a:lnTo>
                  <a:pt x="3681435" y="0"/>
                </a:lnTo>
                <a:cubicBezTo>
                  <a:pt x="3706865" y="0"/>
                  <a:pt x="3727480" y="20615"/>
                  <a:pt x="3727480" y="46044"/>
                </a:cubicBezTo>
                <a:lnTo>
                  <a:pt x="3718270" y="46044"/>
                </a:lnTo>
                <a:lnTo>
                  <a:pt x="3709061" y="46044"/>
                </a:lnTo>
                <a:cubicBezTo>
                  <a:pt x="3709061" y="30786"/>
                  <a:pt x="3696693" y="18418"/>
                  <a:pt x="3681435" y="18418"/>
                </a:cubicBezTo>
                <a:lnTo>
                  <a:pt x="3681435" y="9209"/>
                </a:lnTo>
                <a:moveTo>
                  <a:pt x="3718270" y="46044"/>
                </a:moveTo>
                <a:lnTo>
                  <a:pt x="3727480" y="46044"/>
                </a:lnTo>
                <a:lnTo>
                  <a:pt x="3727480" y="81153"/>
                </a:lnTo>
                <a:lnTo>
                  <a:pt x="3718270" y="81153"/>
                </a:lnTo>
                <a:lnTo>
                  <a:pt x="3709061" y="81153"/>
                </a:lnTo>
                <a:lnTo>
                  <a:pt x="3709061" y="46044"/>
                </a:lnTo>
                <a:lnTo>
                  <a:pt x="3718270" y="46044"/>
                </a:lnTo>
                <a:moveTo>
                  <a:pt x="3718270" y="151370"/>
                </a:moveTo>
                <a:lnTo>
                  <a:pt x="3727480" y="151370"/>
                </a:lnTo>
                <a:lnTo>
                  <a:pt x="3727480" y="221587"/>
                </a:lnTo>
                <a:lnTo>
                  <a:pt x="3718270" y="221587"/>
                </a:lnTo>
                <a:lnTo>
                  <a:pt x="3709061" y="221587"/>
                </a:lnTo>
                <a:lnTo>
                  <a:pt x="3709061" y="151370"/>
                </a:lnTo>
                <a:lnTo>
                  <a:pt x="3718270" y="151370"/>
                </a:lnTo>
                <a:moveTo>
                  <a:pt x="3718270" y="291804"/>
                </a:moveTo>
                <a:lnTo>
                  <a:pt x="3727480" y="291804"/>
                </a:lnTo>
                <a:lnTo>
                  <a:pt x="3727480" y="362021"/>
                </a:lnTo>
                <a:lnTo>
                  <a:pt x="3718270" y="362021"/>
                </a:lnTo>
                <a:lnTo>
                  <a:pt x="3709061" y="362021"/>
                </a:lnTo>
                <a:lnTo>
                  <a:pt x="3709061" y="291804"/>
                </a:lnTo>
                <a:lnTo>
                  <a:pt x="3718270" y="291804"/>
                </a:lnTo>
                <a:moveTo>
                  <a:pt x="3718270" y="432239"/>
                </a:moveTo>
                <a:lnTo>
                  <a:pt x="3727480" y="432239"/>
                </a:lnTo>
                <a:lnTo>
                  <a:pt x="3727480" y="502456"/>
                </a:lnTo>
                <a:lnTo>
                  <a:pt x="3718270" y="502456"/>
                </a:lnTo>
                <a:lnTo>
                  <a:pt x="3709061" y="502456"/>
                </a:lnTo>
                <a:lnTo>
                  <a:pt x="3709061" y="432239"/>
                </a:lnTo>
                <a:lnTo>
                  <a:pt x="3718270" y="432239"/>
                </a:lnTo>
                <a:moveTo>
                  <a:pt x="3718270" y="572672"/>
                </a:moveTo>
                <a:lnTo>
                  <a:pt x="3727480" y="572672"/>
                </a:lnTo>
                <a:lnTo>
                  <a:pt x="3727480" y="642890"/>
                </a:lnTo>
                <a:lnTo>
                  <a:pt x="3718270" y="642890"/>
                </a:lnTo>
                <a:lnTo>
                  <a:pt x="3709061" y="642890"/>
                </a:lnTo>
                <a:lnTo>
                  <a:pt x="3709061" y="572672"/>
                </a:lnTo>
                <a:lnTo>
                  <a:pt x="3718270" y="572672"/>
                </a:lnTo>
                <a:moveTo>
                  <a:pt x="3718270" y="713107"/>
                </a:moveTo>
                <a:lnTo>
                  <a:pt x="3727480" y="713107"/>
                </a:lnTo>
                <a:lnTo>
                  <a:pt x="3727480" y="783324"/>
                </a:lnTo>
                <a:lnTo>
                  <a:pt x="3718270" y="783324"/>
                </a:lnTo>
                <a:lnTo>
                  <a:pt x="3709061" y="783324"/>
                </a:lnTo>
                <a:lnTo>
                  <a:pt x="3709061" y="713107"/>
                </a:lnTo>
                <a:lnTo>
                  <a:pt x="3718270" y="713107"/>
                </a:lnTo>
                <a:moveTo>
                  <a:pt x="3718270" y="853541"/>
                </a:moveTo>
                <a:lnTo>
                  <a:pt x="3727480" y="853541"/>
                </a:lnTo>
                <a:lnTo>
                  <a:pt x="3727480" y="923758"/>
                </a:lnTo>
                <a:lnTo>
                  <a:pt x="3718270" y="923758"/>
                </a:lnTo>
                <a:lnTo>
                  <a:pt x="3709061" y="923758"/>
                </a:lnTo>
                <a:lnTo>
                  <a:pt x="3709061" y="853541"/>
                </a:lnTo>
                <a:lnTo>
                  <a:pt x="3718270" y="853541"/>
                </a:lnTo>
                <a:moveTo>
                  <a:pt x="3718270" y="993975"/>
                </a:moveTo>
                <a:lnTo>
                  <a:pt x="3727480" y="993975"/>
                </a:lnTo>
                <a:lnTo>
                  <a:pt x="3727480" y="1064192"/>
                </a:lnTo>
                <a:lnTo>
                  <a:pt x="3718270" y="1064192"/>
                </a:lnTo>
                <a:lnTo>
                  <a:pt x="3709061" y="1064192"/>
                </a:lnTo>
                <a:lnTo>
                  <a:pt x="3709061" y="993975"/>
                </a:lnTo>
                <a:lnTo>
                  <a:pt x="3718270" y="993975"/>
                </a:lnTo>
                <a:moveTo>
                  <a:pt x="3718270" y="1134410"/>
                </a:moveTo>
                <a:lnTo>
                  <a:pt x="3727480" y="1134410"/>
                </a:lnTo>
                <a:lnTo>
                  <a:pt x="3727480" y="1169518"/>
                </a:lnTo>
                <a:lnTo>
                  <a:pt x="3718270" y="1169518"/>
                </a:lnTo>
                <a:lnTo>
                  <a:pt x="3709061" y="1169518"/>
                </a:lnTo>
                <a:lnTo>
                  <a:pt x="3709061" y="1134410"/>
                </a:lnTo>
                <a:lnTo>
                  <a:pt x="3718270" y="1134410"/>
                </a:lnTo>
                <a:moveTo>
                  <a:pt x="3718270" y="1169518"/>
                </a:moveTo>
                <a:lnTo>
                  <a:pt x="3727480" y="1169518"/>
                </a:lnTo>
                <a:cubicBezTo>
                  <a:pt x="3727480" y="1194948"/>
                  <a:pt x="3706865" y="1215562"/>
                  <a:pt x="3681435" y="1215562"/>
                </a:cubicBezTo>
                <a:lnTo>
                  <a:pt x="3681435" y="1206353"/>
                </a:lnTo>
                <a:lnTo>
                  <a:pt x="3681435" y="1197145"/>
                </a:lnTo>
                <a:cubicBezTo>
                  <a:pt x="3696693" y="1197145"/>
                  <a:pt x="3709061" y="1184776"/>
                  <a:pt x="3709061" y="1169518"/>
                </a:cubicBezTo>
                <a:lnTo>
                  <a:pt x="3718270" y="1169518"/>
                </a:lnTo>
                <a:moveTo>
                  <a:pt x="3681435" y="1206353"/>
                </a:moveTo>
                <a:lnTo>
                  <a:pt x="3681435" y="1215562"/>
                </a:lnTo>
                <a:lnTo>
                  <a:pt x="3644025" y="1215562"/>
                </a:lnTo>
                <a:lnTo>
                  <a:pt x="3644025" y="1206353"/>
                </a:lnTo>
                <a:lnTo>
                  <a:pt x="3644025" y="1197145"/>
                </a:lnTo>
                <a:lnTo>
                  <a:pt x="3681435" y="1197145"/>
                </a:lnTo>
                <a:lnTo>
                  <a:pt x="3681435" y="1206353"/>
                </a:lnTo>
                <a:moveTo>
                  <a:pt x="3569203" y="1206353"/>
                </a:moveTo>
                <a:lnTo>
                  <a:pt x="3569203" y="1215562"/>
                </a:lnTo>
                <a:lnTo>
                  <a:pt x="3494382" y="1215562"/>
                </a:lnTo>
                <a:lnTo>
                  <a:pt x="3494382" y="1206353"/>
                </a:lnTo>
                <a:lnTo>
                  <a:pt x="3494382" y="1197145"/>
                </a:lnTo>
                <a:lnTo>
                  <a:pt x="3569203" y="1197145"/>
                </a:lnTo>
                <a:lnTo>
                  <a:pt x="3569203" y="1206353"/>
                </a:lnTo>
                <a:moveTo>
                  <a:pt x="3419560" y="1206353"/>
                </a:moveTo>
                <a:lnTo>
                  <a:pt x="3419560" y="1215562"/>
                </a:lnTo>
                <a:lnTo>
                  <a:pt x="3344739" y="1215562"/>
                </a:lnTo>
                <a:lnTo>
                  <a:pt x="3344739" y="1206353"/>
                </a:lnTo>
                <a:lnTo>
                  <a:pt x="3344739" y="1197145"/>
                </a:lnTo>
                <a:lnTo>
                  <a:pt x="3419560" y="1197145"/>
                </a:lnTo>
                <a:lnTo>
                  <a:pt x="3419560" y="1206353"/>
                </a:lnTo>
                <a:moveTo>
                  <a:pt x="3269917" y="1206353"/>
                </a:moveTo>
                <a:lnTo>
                  <a:pt x="3269917" y="1215562"/>
                </a:lnTo>
                <a:lnTo>
                  <a:pt x="3195095" y="1215562"/>
                </a:lnTo>
                <a:lnTo>
                  <a:pt x="3195095" y="1206353"/>
                </a:lnTo>
                <a:lnTo>
                  <a:pt x="3195095" y="1197145"/>
                </a:lnTo>
                <a:lnTo>
                  <a:pt x="3269917" y="1197145"/>
                </a:lnTo>
                <a:lnTo>
                  <a:pt x="3269917" y="1206353"/>
                </a:lnTo>
                <a:moveTo>
                  <a:pt x="3120274" y="1206353"/>
                </a:moveTo>
                <a:lnTo>
                  <a:pt x="3120274" y="1215562"/>
                </a:lnTo>
                <a:lnTo>
                  <a:pt x="3045452" y="1215562"/>
                </a:lnTo>
                <a:lnTo>
                  <a:pt x="3045452" y="1206353"/>
                </a:lnTo>
                <a:lnTo>
                  <a:pt x="3045452" y="1197145"/>
                </a:lnTo>
                <a:lnTo>
                  <a:pt x="3120274" y="1197145"/>
                </a:lnTo>
                <a:lnTo>
                  <a:pt x="3120274" y="1206353"/>
                </a:lnTo>
                <a:moveTo>
                  <a:pt x="2970630" y="1206353"/>
                </a:moveTo>
                <a:lnTo>
                  <a:pt x="2970630" y="1215562"/>
                </a:lnTo>
                <a:lnTo>
                  <a:pt x="2895810" y="1215562"/>
                </a:lnTo>
                <a:lnTo>
                  <a:pt x="2895810" y="1206353"/>
                </a:lnTo>
                <a:lnTo>
                  <a:pt x="2895810" y="1197145"/>
                </a:lnTo>
                <a:lnTo>
                  <a:pt x="2970630" y="1197145"/>
                </a:lnTo>
                <a:lnTo>
                  <a:pt x="2970630" y="1206353"/>
                </a:lnTo>
                <a:moveTo>
                  <a:pt x="2820988" y="1206353"/>
                </a:moveTo>
                <a:lnTo>
                  <a:pt x="2820988" y="1215562"/>
                </a:lnTo>
                <a:lnTo>
                  <a:pt x="2746166" y="1215562"/>
                </a:lnTo>
                <a:lnTo>
                  <a:pt x="2746166" y="1206353"/>
                </a:lnTo>
                <a:lnTo>
                  <a:pt x="2746166" y="1197145"/>
                </a:lnTo>
                <a:lnTo>
                  <a:pt x="2820988" y="1197145"/>
                </a:lnTo>
                <a:lnTo>
                  <a:pt x="2820988" y="1206353"/>
                </a:lnTo>
                <a:moveTo>
                  <a:pt x="2671345" y="1206353"/>
                </a:moveTo>
                <a:lnTo>
                  <a:pt x="2671345" y="1215562"/>
                </a:lnTo>
                <a:lnTo>
                  <a:pt x="2596523" y="1215562"/>
                </a:lnTo>
                <a:lnTo>
                  <a:pt x="2596523" y="1206353"/>
                </a:lnTo>
                <a:lnTo>
                  <a:pt x="2596523" y="1197145"/>
                </a:lnTo>
                <a:lnTo>
                  <a:pt x="2671345" y="1197145"/>
                </a:lnTo>
                <a:lnTo>
                  <a:pt x="2671345" y="1206353"/>
                </a:lnTo>
                <a:moveTo>
                  <a:pt x="2521702" y="1206353"/>
                </a:moveTo>
                <a:lnTo>
                  <a:pt x="2521702" y="1215562"/>
                </a:lnTo>
                <a:lnTo>
                  <a:pt x="2446880" y="1215562"/>
                </a:lnTo>
                <a:lnTo>
                  <a:pt x="2446880" y="1206353"/>
                </a:lnTo>
                <a:lnTo>
                  <a:pt x="2446880" y="1197145"/>
                </a:lnTo>
                <a:lnTo>
                  <a:pt x="2521702" y="1197145"/>
                </a:lnTo>
                <a:lnTo>
                  <a:pt x="2521702" y="1206353"/>
                </a:lnTo>
                <a:moveTo>
                  <a:pt x="2372058" y="1206353"/>
                </a:moveTo>
                <a:lnTo>
                  <a:pt x="2372058" y="1215562"/>
                </a:lnTo>
                <a:lnTo>
                  <a:pt x="2297237" y="1215562"/>
                </a:lnTo>
                <a:lnTo>
                  <a:pt x="2297237" y="1206353"/>
                </a:lnTo>
                <a:lnTo>
                  <a:pt x="2297237" y="1197145"/>
                </a:lnTo>
                <a:lnTo>
                  <a:pt x="2372058" y="1197145"/>
                </a:lnTo>
                <a:lnTo>
                  <a:pt x="2372058" y="1206353"/>
                </a:lnTo>
                <a:moveTo>
                  <a:pt x="2222415" y="1206353"/>
                </a:moveTo>
                <a:lnTo>
                  <a:pt x="2222415" y="1215562"/>
                </a:lnTo>
                <a:lnTo>
                  <a:pt x="2147595" y="1215562"/>
                </a:lnTo>
                <a:lnTo>
                  <a:pt x="2147595" y="1206353"/>
                </a:lnTo>
                <a:lnTo>
                  <a:pt x="2147595" y="1197145"/>
                </a:lnTo>
                <a:lnTo>
                  <a:pt x="2222415" y="1197145"/>
                </a:lnTo>
                <a:lnTo>
                  <a:pt x="2222415" y="1206353"/>
                </a:lnTo>
                <a:moveTo>
                  <a:pt x="2072773" y="1206353"/>
                </a:moveTo>
                <a:lnTo>
                  <a:pt x="2072773" y="1215562"/>
                </a:lnTo>
                <a:lnTo>
                  <a:pt x="1997951" y="1215562"/>
                </a:lnTo>
                <a:lnTo>
                  <a:pt x="1997951" y="1206353"/>
                </a:lnTo>
                <a:lnTo>
                  <a:pt x="1997951" y="1197145"/>
                </a:lnTo>
                <a:lnTo>
                  <a:pt x="2072773" y="1197145"/>
                </a:lnTo>
                <a:lnTo>
                  <a:pt x="2072773" y="1206353"/>
                </a:lnTo>
                <a:moveTo>
                  <a:pt x="1923129" y="1206353"/>
                </a:moveTo>
                <a:lnTo>
                  <a:pt x="1923129" y="1215562"/>
                </a:lnTo>
                <a:lnTo>
                  <a:pt x="1848308" y="1215562"/>
                </a:lnTo>
                <a:lnTo>
                  <a:pt x="1848308" y="1206353"/>
                </a:lnTo>
                <a:lnTo>
                  <a:pt x="1848308" y="1197145"/>
                </a:lnTo>
                <a:lnTo>
                  <a:pt x="1923129" y="1197145"/>
                </a:lnTo>
                <a:lnTo>
                  <a:pt x="1923129" y="1206353"/>
                </a:lnTo>
                <a:moveTo>
                  <a:pt x="1773487" y="1206353"/>
                </a:moveTo>
                <a:lnTo>
                  <a:pt x="1773487" y="1215562"/>
                </a:lnTo>
                <a:lnTo>
                  <a:pt x="1698665" y="1215562"/>
                </a:lnTo>
                <a:lnTo>
                  <a:pt x="1698665" y="1206353"/>
                </a:lnTo>
                <a:lnTo>
                  <a:pt x="1698665" y="1197145"/>
                </a:lnTo>
                <a:lnTo>
                  <a:pt x="1773487" y="1197145"/>
                </a:lnTo>
                <a:lnTo>
                  <a:pt x="1773487" y="1206353"/>
                </a:lnTo>
                <a:moveTo>
                  <a:pt x="1623843" y="1206353"/>
                </a:moveTo>
                <a:lnTo>
                  <a:pt x="1623843" y="1215562"/>
                </a:lnTo>
                <a:lnTo>
                  <a:pt x="1549022" y="1215562"/>
                </a:lnTo>
                <a:lnTo>
                  <a:pt x="1549022" y="1206353"/>
                </a:lnTo>
                <a:lnTo>
                  <a:pt x="1549022" y="1197145"/>
                </a:lnTo>
                <a:lnTo>
                  <a:pt x="1623843" y="1197145"/>
                </a:lnTo>
                <a:lnTo>
                  <a:pt x="1623843" y="1206353"/>
                </a:lnTo>
                <a:moveTo>
                  <a:pt x="1474201" y="1206353"/>
                </a:moveTo>
                <a:lnTo>
                  <a:pt x="1474201" y="1215562"/>
                </a:lnTo>
                <a:lnTo>
                  <a:pt x="1399379" y="1215562"/>
                </a:lnTo>
                <a:lnTo>
                  <a:pt x="1399379" y="1206353"/>
                </a:lnTo>
                <a:lnTo>
                  <a:pt x="1399379" y="1197145"/>
                </a:lnTo>
                <a:lnTo>
                  <a:pt x="1474201" y="1197145"/>
                </a:lnTo>
                <a:lnTo>
                  <a:pt x="1474201" y="1206353"/>
                </a:lnTo>
                <a:moveTo>
                  <a:pt x="1324557" y="1206353"/>
                </a:moveTo>
                <a:lnTo>
                  <a:pt x="1324557" y="1215562"/>
                </a:lnTo>
                <a:lnTo>
                  <a:pt x="1249736" y="1215562"/>
                </a:lnTo>
                <a:lnTo>
                  <a:pt x="1249736" y="1206353"/>
                </a:lnTo>
                <a:lnTo>
                  <a:pt x="1249736" y="1197145"/>
                </a:lnTo>
                <a:lnTo>
                  <a:pt x="1324557" y="1197145"/>
                </a:lnTo>
                <a:lnTo>
                  <a:pt x="1324557" y="1206353"/>
                </a:lnTo>
                <a:moveTo>
                  <a:pt x="1174914" y="1206353"/>
                </a:moveTo>
                <a:lnTo>
                  <a:pt x="1174914" y="1215562"/>
                </a:lnTo>
                <a:lnTo>
                  <a:pt x="1100092" y="1215562"/>
                </a:lnTo>
                <a:lnTo>
                  <a:pt x="1100092" y="1206353"/>
                </a:lnTo>
                <a:lnTo>
                  <a:pt x="1100092" y="1197145"/>
                </a:lnTo>
                <a:lnTo>
                  <a:pt x="1174914" y="1197145"/>
                </a:lnTo>
                <a:lnTo>
                  <a:pt x="1174914" y="1206353"/>
                </a:lnTo>
                <a:moveTo>
                  <a:pt x="1025271" y="1206353"/>
                </a:moveTo>
                <a:lnTo>
                  <a:pt x="1025271" y="1215562"/>
                </a:lnTo>
                <a:lnTo>
                  <a:pt x="950450" y="1215562"/>
                </a:lnTo>
                <a:lnTo>
                  <a:pt x="950450" y="1206353"/>
                </a:lnTo>
                <a:lnTo>
                  <a:pt x="950450" y="1197145"/>
                </a:lnTo>
                <a:lnTo>
                  <a:pt x="1025271" y="1197145"/>
                </a:lnTo>
                <a:lnTo>
                  <a:pt x="1025271" y="1206353"/>
                </a:lnTo>
                <a:moveTo>
                  <a:pt x="875628" y="1206353"/>
                </a:moveTo>
                <a:lnTo>
                  <a:pt x="875628" y="1215562"/>
                </a:lnTo>
                <a:lnTo>
                  <a:pt x="800807" y="1215562"/>
                </a:lnTo>
                <a:lnTo>
                  <a:pt x="800807" y="1206353"/>
                </a:lnTo>
                <a:lnTo>
                  <a:pt x="800807" y="1197145"/>
                </a:lnTo>
                <a:lnTo>
                  <a:pt x="875628" y="1197145"/>
                </a:lnTo>
                <a:lnTo>
                  <a:pt x="875628" y="1206353"/>
                </a:lnTo>
                <a:moveTo>
                  <a:pt x="725985" y="1206353"/>
                </a:moveTo>
                <a:lnTo>
                  <a:pt x="725985" y="1215562"/>
                </a:lnTo>
                <a:lnTo>
                  <a:pt x="651164" y="1215562"/>
                </a:lnTo>
                <a:lnTo>
                  <a:pt x="651164" y="1206353"/>
                </a:lnTo>
                <a:lnTo>
                  <a:pt x="651164" y="1197145"/>
                </a:lnTo>
                <a:lnTo>
                  <a:pt x="725985" y="1197145"/>
                </a:lnTo>
                <a:lnTo>
                  <a:pt x="725985" y="1206353"/>
                </a:lnTo>
                <a:moveTo>
                  <a:pt x="576342" y="1206353"/>
                </a:moveTo>
                <a:lnTo>
                  <a:pt x="576342" y="1215562"/>
                </a:lnTo>
                <a:lnTo>
                  <a:pt x="501520" y="1215562"/>
                </a:lnTo>
                <a:lnTo>
                  <a:pt x="501520" y="1206353"/>
                </a:lnTo>
                <a:lnTo>
                  <a:pt x="501520" y="1197145"/>
                </a:lnTo>
                <a:lnTo>
                  <a:pt x="576342" y="1197145"/>
                </a:lnTo>
                <a:lnTo>
                  <a:pt x="576342" y="1206353"/>
                </a:lnTo>
                <a:moveTo>
                  <a:pt x="426699" y="1206353"/>
                </a:moveTo>
                <a:lnTo>
                  <a:pt x="426699" y="1215562"/>
                </a:lnTo>
                <a:lnTo>
                  <a:pt x="351878" y="1215562"/>
                </a:lnTo>
                <a:lnTo>
                  <a:pt x="351878" y="1206353"/>
                </a:lnTo>
                <a:lnTo>
                  <a:pt x="351878" y="1197145"/>
                </a:lnTo>
                <a:lnTo>
                  <a:pt x="426699" y="1197145"/>
                </a:lnTo>
                <a:lnTo>
                  <a:pt x="426699" y="1206353"/>
                </a:lnTo>
                <a:moveTo>
                  <a:pt x="277056" y="1206353"/>
                </a:moveTo>
                <a:lnTo>
                  <a:pt x="277056" y="1215562"/>
                </a:lnTo>
                <a:lnTo>
                  <a:pt x="202234" y="1215562"/>
                </a:lnTo>
                <a:lnTo>
                  <a:pt x="202234" y="1206353"/>
                </a:lnTo>
                <a:lnTo>
                  <a:pt x="202234" y="1197145"/>
                </a:lnTo>
                <a:lnTo>
                  <a:pt x="277056" y="1197145"/>
                </a:lnTo>
                <a:lnTo>
                  <a:pt x="277056" y="1206353"/>
                </a:lnTo>
                <a:moveTo>
                  <a:pt x="127413" y="1206353"/>
                </a:moveTo>
                <a:lnTo>
                  <a:pt x="127413" y="1215562"/>
                </a:lnTo>
                <a:lnTo>
                  <a:pt x="90002" y="1215562"/>
                </a:lnTo>
                <a:lnTo>
                  <a:pt x="90002" y="1206353"/>
                </a:lnTo>
                <a:lnTo>
                  <a:pt x="90002" y="1197145"/>
                </a:lnTo>
                <a:lnTo>
                  <a:pt x="127413" y="1197145"/>
                </a:lnTo>
                <a:lnTo>
                  <a:pt x="127413" y="1206353"/>
                </a:lnTo>
                <a:moveTo>
                  <a:pt x="90002" y="1206353"/>
                </a:moveTo>
                <a:lnTo>
                  <a:pt x="90002" y="1215562"/>
                </a:lnTo>
                <a:cubicBezTo>
                  <a:pt x="64573" y="1215562"/>
                  <a:pt x="43958" y="1194948"/>
                  <a:pt x="43958" y="1169518"/>
                </a:cubicBezTo>
                <a:lnTo>
                  <a:pt x="53167" y="1169518"/>
                </a:lnTo>
                <a:lnTo>
                  <a:pt x="62376" y="1169518"/>
                </a:lnTo>
                <a:cubicBezTo>
                  <a:pt x="62376" y="1184776"/>
                  <a:pt x="74744" y="1197145"/>
                  <a:pt x="90002" y="1197145"/>
                </a:cubicBezTo>
                <a:lnTo>
                  <a:pt x="90002" y="1206353"/>
                </a:lnTo>
                <a:moveTo>
                  <a:pt x="53167" y="1169518"/>
                </a:moveTo>
                <a:lnTo>
                  <a:pt x="43958" y="1169518"/>
                </a:lnTo>
                <a:lnTo>
                  <a:pt x="43958" y="1136520"/>
                </a:lnTo>
                <a:lnTo>
                  <a:pt x="53167" y="1136520"/>
                </a:lnTo>
                <a:lnTo>
                  <a:pt x="62376" y="1136520"/>
                </a:lnTo>
                <a:lnTo>
                  <a:pt x="62376" y="1169518"/>
                </a:lnTo>
                <a:lnTo>
                  <a:pt x="53167" y="1169518"/>
                </a:lnTo>
                <a:moveTo>
                  <a:pt x="53167" y="1070524"/>
                </a:moveTo>
                <a:lnTo>
                  <a:pt x="43958" y="1070524"/>
                </a:lnTo>
                <a:lnTo>
                  <a:pt x="43958" y="1004527"/>
                </a:lnTo>
                <a:lnTo>
                  <a:pt x="53167" y="1004527"/>
                </a:lnTo>
                <a:lnTo>
                  <a:pt x="62376" y="1004527"/>
                </a:lnTo>
                <a:lnTo>
                  <a:pt x="62376" y="1070524"/>
                </a:lnTo>
                <a:lnTo>
                  <a:pt x="53167" y="1070524"/>
                </a:lnTo>
                <a:moveTo>
                  <a:pt x="53167" y="938530"/>
                </a:moveTo>
                <a:lnTo>
                  <a:pt x="43958" y="938530"/>
                </a:lnTo>
                <a:lnTo>
                  <a:pt x="43958" y="872534"/>
                </a:lnTo>
                <a:lnTo>
                  <a:pt x="53167" y="872534"/>
                </a:lnTo>
                <a:lnTo>
                  <a:pt x="62376" y="872534"/>
                </a:lnTo>
                <a:lnTo>
                  <a:pt x="62376" y="938530"/>
                </a:lnTo>
                <a:lnTo>
                  <a:pt x="53167" y="93853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5">
            <a:extLst xmlns:a="http://schemas.openxmlformats.org/drawingml/2006/main">
              <a:ext uri="{FF2B5EF4-FFF2-40B4-BE49-F238E27FC236}">
                <a16:creationId xmlns:a16="http://schemas.microsoft.com/office/drawing/2014/main" id="{C29307AB-7B3B-4304-81BF-13D3471A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2128730"/>
            <a:ext cx="2866008" cy="754213"/>
          </a:xfrm>
          <a:custGeom xmlns:a="http://schemas.openxmlformats.org/drawingml/2006/main">
            <a:pathLst>
              <a:path w="2449541" h="644616">
                <a:moveTo>
                  <a:pt x="0" y="33152"/>
                </a:moveTo>
                <a:cubicBezTo>
                  <a:pt x="0" y="14843"/>
                  <a:pt x="14843" y="0"/>
                  <a:pt x="33152" y="0"/>
                </a:cubicBezTo>
                <a:lnTo>
                  <a:pt x="2416390" y="0"/>
                </a:lnTo>
                <a:cubicBezTo>
                  <a:pt x="2434699" y="0"/>
                  <a:pt x="2449541" y="14843"/>
                  <a:pt x="2449541" y="33152"/>
                </a:cubicBezTo>
                <a:lnTo>
                  <a:pt x="2449541" y="611465"/>
                </a:lnTo>
                <a:cubicBezTo>
                  <a:pt x="2449541" y="629774"/>
                  <a:pt x="2434699" y="644616"/>
                  <a:pt x="2416390" y="644616"/>
                </a:cubicBezTo>
                <a:lnTo>
                  <a:pt x="33152" y="644616"/>
                </a:lnTo>
                <a:cubicBezTo>
                  <a:pt x="14843" y="644616"/>
                  <a:pt x="0" y="629774"/>
                  <a:pt x="0" y="611465"/>
                </a:cubicBezTo>
                <a:lnTo>
                  <a:pt x="0" y="33152"/>
                </a:lnTo>
              </a:path>
            </a:pathLst>
          </a:custGeom>
          <a:solidFill xmlns:a="http://schemas.openxmlformats.org/drawingml/2006/main">
            <a:srgbClr val="4169E1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6">
            <a:extLst xmlns:a="http://schemas.openxmlformats.org/drawingml/2006/main">
              <a:ext uri="{FF2B5EF4-FFF2-40B4-BE49-F238E27FC236}">
                <a16:creationId xmlns:a16="http://schemas.microsoft.com/office/drawing/2014/main" id="{8E43AD33-4757-424E-BD0B-598CC88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2801865"/>
            <a:ext cx="82358" cy="81078"/>
          </a:xfrm>
          <a:custGeom xmlns:a="http://schemas.openxmlformats.org/drawingml/2006/main">
            <a:pathLst>
              <a:path w="70390" h="69296">
                <a:moveTo>
                  <a:pt x="70390" y="60087"/>
                </a:moveTo>
                <a:lnTo>
                  <a:pt x="70390" y="50879"/>
                </a:lnTo>
                <a:lnTo>
                  <a:pt x="33152" y="50879"/>
                </a:lnTo>
                <a:lnTo>
                  <a:pt x="25715" y="48867"/>
                </a:lnTo>
                <a:lnTo>
                  <a:pt x="20429" y="43581"/>
                </a:lnTo>
                <a:lnTo>
                  <a:pt x="18417" y="3614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145"/>
                </a:lnTo>
                <a:lnTo>
                  <a:pt x="2605" y="49049"/>
                </a:lnTo>
                <a:lnTo>
                  <a:pt x="9710" y="59586"/>
                </a:lnTo>
                <a:lnTo>
                  <a:pt x="20248" y="66691"/>
                </a:lnTo>
                <a:lnTo>
                  <a:pt x="33152" y="69296"/>
                </a:lnTo>
                <a:lnTo>
                  <a:pt x="70390" y="69296"/>
                </a:lnTo>
                <a:lnTo>
                  <a:pt x="70390" y="60087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7">
            <a:extLst xmlns:a="http://schemas.openxmlformats.org/drawingml/2006/main">
              <a:ext uri="{FF2B5EF4-FFF2-40B4-BE49-F238E27FC236}">
                <a16:creationId xmlns:a16="http://schemas.microsoft.com/office/drawing/2014/main" id="{4C4DD67C-8F6C-4F6D-BBC0-D68AB24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2632706"/>
            <a:ext cx="21549" cy="84579"/>
          </a:xfrm>
          <a:custGeom xmlns:a="http://schemas.openxmlformats.org/drawingml/2006/main">
            <a:pathLst>
              <a:path w="18417" h="72289">
                <a:moveTo>
                  <a:pt x="9209" y="72289"/>
                </a:move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8">
            <a:extLst xmlns:a="http://schemas.openxmlformats.org/drawingml/2006/main">
              <a:ext uri="{FF2B5EF4-FFF2-40B4-BE49-F238E27FC236}">
                <a16:creationId xmlns:a16="http://schemas.microsoft.com/office/drawing/2014/main" id="{E1C42122-220F-414B-9FE1-12A6F7E8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2463546"/>
            <a:ext cx="21549" cy="84579"/>
          </a:xfrm>
          <a:custGeom xmlns:a="http://schemas.openxmlformats.org/drawingml/2006/main">
            <a:pathLst>
              <a:path w="18417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9">
            <a:extLst xmlns:a="http://schemas.openxmlformats.org/drawingml/2006/main">
              <a:ext uri="{FF2B5EF4-FFF2-40B4-BE49-F238E27FC236}">
                <a16:creationId xmlns:a16="http://schemas.microsoft.com/office/drawing/2014/main" id="{57B38415-A45E-44CA-B214-F5F4031D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2294387"/>
            <a:ext cx="21549" cy="84579"/>
          </a:xfrm>
          <a:custGeom xmlns:a="http://schemas.openxmlformats.org/drawingml/2006/main">
            <a:pathLst>
              <a:path w="18417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10">
            <a:extLst xmlns:a="http://schemas.openxmlformats.org/drawingml/2006/main">
              <a:ext uri="{FF2B5EF4-FFF2-40B4-BE49-F238E27FC236}">
                <a16:creationId xmlns:a16="http://schemas.microsoft.com/office/drawing/2014/main" id="{EC68DBFB-55B0-4548-A451-CC46A98A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2128730"/>
            <a:ext cx="82357" cy="81078"/>
          </a:xfrm>
          <a:custGeom xmlns:a="http://schemas.openxmlformats.org/drawingml/2006/main">
            <a:pathLst>
              <a:path w="70390" h="69296">
                <a:moveTo>
                  <a:pt x="9209" y="69296"/>
                </a:moveTo>
                <a:lnTo>
                  <a:pt x="18417" y="69296"/>
                </a:lnTo>
                <a:lnTo>
                  <a:pt x="18417" y="33152"/>
                </a:lnTo>
                <a:lnTo>
                  <a:pt x="20429" y="25715"/>
                </a:lnTo>
                <a:lnTo>
                  <a:pt x="25715" y="20429"/>
                </a:lnTo>
                <a:lnTo>
                  <a:pt x="33152" y="18418"/>
                </a:lnTo>
                <a:lnTo>
                  <a:pt x="70390" y="18418"/>
                </a:lnTo>
                <a:lnTo>
                  <a:pt x="70390" y="9209"/>
                </a:lnTo>
                <a:lnTo>
                  <a:pt x="70390" y="0"/>
                </a:lnTo>
                <a:lnTo>
                  <a:pt x="33152" y="0"/>
                </a:lnTo>
                <a:lnTo>
                  <a:pt x="20248" y="2605"/>
                </a:lnTo>
                <a:lnTo>
                  <a:pt x="9710" y="9710"/>
                </a:lnTo>
                <a:lnTo>
                  <a:pt x="2605" y="20248"/>
                </a:lnTo>
                <a:lnTo>
                  <a:pt x="0" y="33152"/>
                </a:lnTo>
                <a:lnTo>
                  <a:pt x="0" y="69296"/>
                </a:lnTo>
                <a:lnTo>
                  <a:pt x="9209" y="69296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1">
            <a:extLst xmlns:a="http://schemas.openxmlformats.org/drawingml/2006/main">
              <a:ext uri="{FF2B5EF4-FFF2-40B4-BE49-F238E27FC236}">
                <a16:creationId xmlns:a16="http://schemas.microsoft.com/office/drawing/2014/main" id="{8DB481B6-BC10-4659-93DD-54674370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10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2">
            <a:extLst xmlns:a="http://schemas.openxmlformats.org/drawingml/2006/main">
              <a:ext uri="{FF2B5EF4-FFF2-40B4-BE49-F238E27FC236}">
                <a16:creationId xmlns:a16="http://schemas.microsoft.com/office/drawing/2014/main" id="{A228AF0D-D0B5-4630-BF58-E183E431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87" y="2128730"/>
            <a:ext cx="87139" cy="21549"/>
          </a:xfrm>
          <a:custGeom xmlns:a="http://schemas.openxmlformats.org/drawingml/2006/main">
            <a:pathLst>
              <a:path w="74476" h="18418">
                <a:moveTo>
                  <a:pt x="74476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3">
            <a:extLst xmlns:a="http://schemas.openxmlformats.org/drawingml/2006/main">
              <a:ext uri="{FF2B5EF4-FFF2-40B4-BE49-F238E27FC236}">
                <a16:creationId xmlns:a16="http://schemas.microsoft.com/office/drawing/2014/main" id="{C32B6682-F27A-4400-AC02-1FAB41C9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64" y="2128730"/>
            <a:ext cx="87139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4">
            <a:extLst xmlns:a="http://schemas.openxmlformats.org/drawingml/2006/main">
              <a:ext uri="{FF2B5EF4-FFF2-40B4-BE49-F238E27FC236}">
                <a16:creationId xmlns:a16="http://schemas.microsoft.com/office/drawing/2014/main" id="{5B38DD7E-2825-45B1-B96C-42F6EE86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42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5">
            <a:extLst xmlns:a="http://schemas.openxmlformats.org/drawingml/2006/main">
              <a:ext uri="{FF2B5EF4-FFF2-40B4-BE49-F238E27FC236}">
                <a16:creationId xmlns:a16="http://schemas.microsoft.com/office/drawing/2014/main" id="{E20C37FC-6796-4655-9F11-CD6FF56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18" y="2128730"/>
            <a:ext cx="87139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6">
            <a:extLst xmlns:a="http://schemas.openxmlformats.org/drawingml/2006/main">
              <a:ext uri="{FF2B5EF4-FFF2-40B4-BE49-F238E27FC236}">
                <a16:creationId xmlns:a16="http://schemas.microsoft.com/office/drawing/2014/main" id="{8704D80F-168E-479E-A19C-B819DE2B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95" y="2128730"/>
            <a:ext cx="87139" cy="21549"/>
          </a:xfrm>
          <a:custGeom xmlns:a="http://schemas.openxmlformats.org/drawingml/2006/main">
            <a:pathLst>
              <a:path w="74477" h="18418">
                <a:moveTo>
                  <a:pt x="0" y="9209"/>
                </a:move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7">
            <a:extLst xmlns:a="http://schemas.openxmlformats.org/drawingml/2006/main">
              <a:ext uri="{FF2B5EF4-FFF2-40B4-BE49-F238E27FC236}">
                <a16:creationId xmlns:a16="http://schemas.microsoft.com/office/drawing/2014/main" id="{AEC3EE98-1665-4F6B-9C9E-06116990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173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8">
            <a:extLst xmlns:a="http://schemas.openxmlformats.org/drawingml/2006/main">
              <a:ext uri="{FF2B5EF4-FFF2-40B4-BE49-F238E27FC236}">
                <a16:creationId xmlns:a16="http://schemas.microsoft.com/office/drawing/2014/main" id="{64F5C5B5-4E7F-4220-896A-CE60259E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50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9">
            <a:extLst xmlns:a="http://schemas.openxmlformats.org/drawingml/2006/main">
              <a:ext uri="{FF2B5EF4-FFF2-40B4-BE49-F238E27FC236}">
                <a16:creationId xmlns:a16="http://schemas.microsoft.com/office/drawing/2014/main" id="{92E0863F-91FC-4CC4-A21B-DBE03469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726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18418"/>
                </a:move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20">
            <a:extLst xmlns:a="http://schemas.openxmlformats.org/drawingml/2006/main">
              <a:ext uri="{FF2B5EF4-FFF2-40B4-BE49-F238E27FC236}">
                <a16:creationId xmlns:a16="http://schemas.microsoft.com/office/drawing/2014/main" id="{5E6FA3DC-C356-4D11-AA2B-D051DE0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003" y="2128730"/>
            <a:ext cx="87139" cy="21549"/>
          </a:xfrm>
          <a:custGeom xmlns:a="http://schemas.openxmlformats.org/drawingml/2006/main">
            <a:pathLst>
              <a:path w="74477" h="18418">
                <a:moveTo>
                  <a:pt x="0" y="9209"/>
                </a:move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1">
            <a:extLst xmlns:a="http://schemas.openxmlformats.org/drawingml/2006/main">
              <a:ext uri="{FF2B5EF4-FFF2-40B4-BE49-F238E27FC236}">
                <a16:creationId xmlns:a16="http://schemas.microsoft.com/office/drawing/2014/main" id="{22CA91DA-AF25-47D6-BCB1-6791F14F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80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2">
            <a:extLst xmlns:a="http://schemas.openxmlformats.org/drawingml/2006/main">
              <a:ext uri="{FF2B5EF4-FFF2-40B4-BE49-F238E27FC236}">
                <a16:creationId xmlns:a16="http://schemas.microsoft.com/office/drawing/2014/main" id="{3183F3ED-F77D-416D-AAD6-31A4DA98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557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3">
            <a:extLst xmlns:a="http://schemas.openxmlformats.org/drawingml/2006/main">
              <a:ext uri="{FF2B5EF4-FFF2-40B4-BE49-F238E27FC236}">
                <a16:creationId xmlns:a16="http://schemas.microsoft.com/office/drawing/2014/main" id="{3D89D870-251D-40C5-A88F-0D084A0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34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18418"/>
                </a:move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4">
            <a:extLst xmlns:a="http://schemas.openxmlformats.org/drawingml/2006/main">
              <a:ext uri="{FF2B5EF4-FFF2-40B4-BE49-F238E27FC236}">
                <a16:creationId xmlns:a16="http://schemas.microsoft.com/office/drawing/2014/main" id="{11BF62BA-BBA6-400D-8CD3-C575947A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111" y="2128730"/>
            <a:ext cx="87139" cy="21549"/>
          </a:xfrm>
          <a:custGeom xmlns:a="http://schemas.openxmlformats.org/drawingml/2006/main">
            <a:pathLst>
              <a:path w="74477" h="18418">
                <a:moveTo>
                  <a:pt x="74477" y="18418"/>
                </a:move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7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5">
            <a:extLst xmlns:a="http://schemas.openxmlformats.org/drawingml/2006/main">
              <a:ext uri="{FF2B5EF4-FFF2-40B4-BE49-F238E27FC236}">
                <a16:creationId xmlns:a16="http://schemas.microsoft.com/office/drawing/2014/main" id="{7FC2E070-1FA8-40F4-92C1-7A5E8AD4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88" y="2128730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6">
            <a:extLst xmlns:a="http://schemas.openxmlformats.org/drawingml/2006/main">
              <a:ext uri="{FF2B5EF4-FFF2-40B4-BE49-F238E27FC236}">
                <a16:creationId xmlns:a16="http://schemas.microsoft.com/office/drawing/2014/main" id="{20828070-826B-4026-9993-EAFA7C9C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64" y="2128730"/>
            <a:ext cx="82358" cy="81078"/>
          </a:xfrm>
          <a:custGeom xmlns:a="http://schemas.openxmlformats.org/drawingml/2006/main">
            <a:pathLst>
              <a:path w="70391" h="69296">
                <a:moveTo>
                  <a:pt x="0" y="9209"/>
                </a:moveTo>
                <a:lnTo>
                  <a:pt x="0" y="18418"/>
                </a:lnTo>
                <a:lnTo>
                  <a:pt x="37239" y="18418"/>
                </a:lnTo>
                <a:lnTo>
                  <a:pt x="44676" y="20429"/>
                </a:lnTo>
                <a:lnTo>
                  <a:pt x="49961" y="25715"/>
                </a:lnTo>
                <a:lnTo>
                  <a:pt x="51973" y="33152"/>
                </a:lnTo>
                <a:lnTo>
                  <a:pt x="51973" y="69296"/>
                </a:lnTo>
                <a:lnTo>
                  <a:pt x="61182" y="69296"/>
                </a:lnTo>
                <a:lnTo>
                  <a:pt x="70391" y="69296"/>
                </a:lnTo>
                <a:lnTo>
                  <a:pt x="70391" y="33152"/>
                </a:lnTo>
                <a:lnTo>
                  <a:pt x="67785" y="20248"/>
                </a:lnTo>
                <a:lnTo>
                  <a:pt x="60681" y="9710"/>
                </a:lnTo>
                <a:lnTo>
                  <a:pt x="50143" y="2605"/>
                </a:lnTo>
                <a:lnTo>
                  <a:pt x="37239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7">
            <a:extLst xmlns:a="http://schemas.openxmlformats.org/drawingml/2006/main">
              <a:ext uri="{FF2B5EF4-FFF2-40B4-BE49-F238E27FC236}">
                <a16:creationId xmlns:a16="http://schemas.microsoft.com/office/drawing/2014/main" id="{C7B422C4-7123-4427-A3F7-E0AE0FC9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474" y="2294387"/>
            <a:ext cx="21549" cy="84579"/>
          </a:xfrm>
          <a:custGeom xmlns:a="http://schemas.openxmlformats.org/drawingml/2006/main">
            <a:pathLst>
              <a:path w="18418" h="72289">
                <a:moveTo>
                  <a:pt x="0" y="72289"/>
                </a:move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8">
            <a:extLst xmlns:a="http://schemas.openxmlformats.org/drawingml/2006/main">
              <a:ext uri="{FF2B5EF4-FFF2-40B4-BE49-F238E27FC236}">
                <a16:creationId xmlns:a16="http://schemas.microsoft.com/office/drawing/2014/main" id="{B7812174-8452-4DC4-A53F-3EA83A5A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474" y="2463546"/>
            <a:ext cx="21549" cy="84579"/>
          </a:xfrm>
          <a:custGeom xmlns:a="http://schemas.openxmlformats.org/drawingml/2006/main">
            <a:pathLst>
              <a:path w="18418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9">
            <a:extLst xmlns:a="http://schemas.openxmlformats.org/drawingml/2006/main">
              <a:ext uri="{FF2B5EF4-FFF2-40B4-BE49-F238E27FC236}">
                <a16:creationId xmlns:a16="http://schemas.microsoft.com/office/drawing/2014/main" id="{EE014EB2-482B-4D52-A4C7-92CB4F57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474" y="2632706"/>
            <a:ext cx="21549" cy="84579"/>
          </a:xfrm>
          <a:custGeom xmlns:a="http://schemas.openxmlformats.org/drawingml/2006/main">
            <a:pathLst>
              <a:path w="18418" h="72289">
                <a:moveTo>
                  <a:pt x="9209" y="0"/>
                </a:move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30">
            <a:extLst xmlns:a="http://schemas.openxmlformats.org/drawingml/2006/main">
              <a:ext uri="{FF2B5EF4-FFF2-40B4-BE49-F238E27FC236}">
                <a16:creationId xmlns:a16="http://schemas.microsoft.com/office/drawing/2014/main" id="{FBC26B20-DF0B-439B-9DE1-FEC0DF3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66" y="2801865"/>
            <a:ext cx="82357" cy="81078"/>
          </a:xfrm>
          <a:custGeom xmlns:a="http://schemas.openxmlformats.org/drawingml/2006/main">
            <a:pathLst>
              <a:path w="70389" h="69296">
                <a:moveTo>
                  <a:pt x="37238" y="50879"/>
                </a:moveTo>
                <a:lnTo>
                  <a:pt x="0" y="50879"/>
                </a:lnTo>
                <a:lnTo>
                  <a:pt x="0" y="60087"/>
                </a:lnTo>
                <a:lnTo>
                  <a:pt x="0" y="69296"/>
                </a:lnTo>
                <a:lnTo>
                  <a:pt x="37238" y="69296"/>
                </a:lnTo>
                <a:lnTo>
                  <a:pt x="50142" y="66691"/>
                </a:lnTo>
                <a:lnTo>
                  <a:pt x="60679" y="59586"/>
                </a:lnTo>
                <a:lnTo>
                  <a:pt x="67784" y="49049"/>
                </a:lnTo>
                <a:lnTo>
                  <a:pt x="70389" y="36145"/>
                </a:lnTo>
                <a:lnTo>
                  <a:pt x="70389" y="0"/>
                </a:lnTo>
                <a:lnTo>
                  <a:pt x="61181" y="0"/>
                </a:lnTo>
                <a:lnTo>
                  <a:pt x="51972" y="0"/>
                </a:lnTo>
                <a:lnTo>
                  <a:pt x="51972" y="36145"/>
                </a:lnTo>
                <a:lnTo>
                  <a:pt x="49960" y="43581"/>
                </a:lnTo>
                <a:lnTo>
                  <a:pt x="44674" y="48867"/>
                </a:lnTo>
                <a:lnTo>
                  <a:pt x="37238" y="5087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1">
            <a:extLst xmlns:a="http://schemas.openxmlformats.org/drawingml/2006/main">
              <a:ext uri="{FF2B5EF4-FFF2-40B4-BE49-F238E27FC236}">
                <a16:creationId xmlns:a16="http://schemas.microsoft.com/office/drawing/2014/main" id="{192952B2-604E-4B60-B8F0-8C390BC9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89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2">
            <a:extLst xmlns:a="http://schemas.openxmlformats.org/drawingml/2006/main">
              <a:ext uri="{FF2B5EF4-FFF2-40B4-BE49-F238E27FC236}">
                <a16:creationId xmlns:a16="http://schemas.microsoft.com/office/drawing/2014/main" id="{BFCD163A-FD69-4A17-ABEC-3A3D4861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111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3">
            <a:extLst xmlns:a="http://schemas.openxmlformats.org/drawingml/2006/main">
              <a:ext uri="{FF2B5EF4-FFF2-40B4-BE49-F238E27FC236}">
                <a16:creationId xmlns:a16="http://schemas.microsoft.com/office/drawing/2014/main" id="{958A16CD-97BA-4E14-99FD-B9D8BC5A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34" y="2861394"/>
            <a:ext cx="87139" cy="21549"/>
          </a:xfrm>
          <a:custGeom xmlns:a="http://schemas.openxmlformats.org/drawingml/2006/main">
            <a:pathLst>
              <a:path w="74477" h="18417">
                <a:moveTo>
                  <a:pt x="0" y="18417"/>
                </a:moveTo>
                <a:lnTo>
                  <a:pt x="74477" y="18417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4">
            <a:extLst xmlns:a="http://schemas.openxmlformats.org/drawingml/2006/main">
              <a:ext uri="{FF2B5EF4-FFF2-40B4-BE49-F238E27FC236}">
                <a16:creationId xmlns:a16="http://schemas.microsoft.com/office/drawing/2014/main" id="{B1A3E641-5604-4273-8BB2-63E3E113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557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0" y="9209"/>
                </a:move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5">
            <a:extLst xmlns:a="http://schemas.openxmlformats.org/drawingml/2006/main">
              <a:ext uri="{FF2B5EF4-FFF2-40B4-BE49-F238E27FC236}">
                <a16:creationId xmlns:a16="http://schemas.microsoft.com/office/drawing/2014/main" id="{C422883A-D42A-423C-AF00-3909006C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80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0" y="0"/>
                </a:move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6">
            <a:extLst xmlns:a="http://schemas.openxmlformats.org/drawingml/2006/main">
              <a:ext uri="{FF2B5EF4-FFF2-40B4-BE49-F238E27FC236}">
                <a16:creationId xmlns:a16="http://schemas.microsoft.com/office/drawing/2014/main" id="{424D8227-AADD-457A-BC18-A3B790C9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003" y="2861394"/>
            <a:ext cx="87139" cy="21549"/>
          </a:xfrm>
          <a:custGeom xmlns:a="http://schemas.openxmlformats.org/drawingml/2006/main">
            <a:pathLst>
              <a:path w="74477" h="18417">
                <a:moveTo>
                  <a:pt x="74477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7" y="18417"/>
                </a:lnTo>
                <a:lnTo>
                  <a:pt x="74477" y="9209"/>
                </a:lnTo>
                <a:lnTo>
                  <a:pt x="74477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7">
            <a:extLst xmlns:a="http://schemas.openxmlformats.org/drawingml/2006/main">
              <a:ext uri="{FF2B5EF4-FFF2-40B4-BE49-F238E27FC236}">
                <a16:creationId xmlns:a16="http://schemas.microsoft.com/office/drawing/2014/main" id="{5B43D3DF-1306-496C-AE00-EFC04C7B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726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8">
            <a:extLst xmlns:a="http://schemas.openxmlformats.org/drawingml/2006/main">
              <a:ext uri="{FF2B5EF4-FFF2-40B4-BE49-F238E27FC236}">
                <a16:creationId xmlns:a16="http://schemas.microsoft.com/office/drawing/2014/main" id="{06A03E24-EEE2-494F-9DCA-DD847942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49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9">
            <a:extLst xmlns:a="http://schemas.openxmlformats.org/drawingml/2006/main">
              <a:ext uri="{FF2B5EF4-FFF2-40B4-BE49-F238E27FC236}">
                <a16:creationId xmlns:a16="http://schemas.microsoft.com/office/drawing/2014/main" id="{026A5207-0714-4839-98FB-528D2EF2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173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40">
            <a:extLst xmlns:a="http://schemas.openxmlformats.org/drawingml/2006/main">
              <a:ext uri="{FF2B5EF4-FFF2-40B4-BE49-F238E27FC236}">
                <a16:creationId xmlns:a16="http://schemas.microsoft.com/office/drawing/2014/main" id="{1E87941C-A872-406F-9160-0A5FE93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95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1">
            <a:extLst xmlns:a="http://schemas.openxmlformats.org/drawingml/2006/main">
              <a:ext uri="{FF2B5EF4-FFF2-40B4-BE49-F238E27FC236}">
                <a16:creationId xmlns:a16="http://schemas.microsoft.com/office/drawing/2014/main" id="{1D22BC50-4831-40A2-83AB-3649F9A6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19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2">
            <a:extLst xmlns:a="http://schemas.openxmlformats.org/drawingml/2006/main">
              <a:ext uri="{FF2B5EF4-FFF2-40B4-BE49-F238E27FC236}">
                <a16:creationId xmlns:a16="http://schemas.microsoft.com/office/drawing/2014/main" id="{478F245E-D672-4D82-A99E-05BF503A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42" y="2861394"/>
            <a:ext cx="87139" cy="21549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3">
            <a:extLst xmlns:a="http://schemas.openxmlformats.org/drawingml/2006/main">
              <a:ext uri="{FF2B5EF4-FFF2-40B4-BE49-F238E27FC236}">
                <a16:creationId xmlns:a16="http://schemas.microsoft.com/office/drawing/2014/main" id="{A53A449E-E559-4AA6-8214-85F849B4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65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0" y="18417"/>
                </a:move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4">
            <a:extLst xmlns:a="http://schemas.openxmlformats.org/drawingml/2006/main">
              <a:ext uri="{FF2B5EF4-FFF2-40B4-BE49-F238E27FC236}">
                <a16:creationId xmlns:a16="http://schemas.microsoft.com/office/drawing/2014/main" id="{8916AE39-3CA2-4399-B3A0-BCC3B4FB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88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0" y="9209"/>
                </a:move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5">
            <a:extLst xmlns:a="http://schemas.openxmlformats.org/drawingml/2006/main">
              <a:ext uri="{FF2B5EF4-FFF2-40B4-BE49-F238E27FC236}">
                <a16:creationId xmlns:a16="http://schemas.microsoft.com/office/drawing/2014/main" id="{15638D6E-8901-46C9-A2C8-EEAC8F84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11" y="2861394"/>
            <a:ext cx="87138" cy="21549"/>
          </a:xfrm>
          <a:custGeom xmlns:a="http://schemas.openxmlformats.org/drawingml/2006/main">
            <a:pathLst>
              <a:path w="74476" h="18417">
                <a:moveTo>
                  <a:pt x="0" y="0"/>
                </a:move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6">
            <a:extLst xmlns:a="http://schemas.openxmlformats.org/drawingml/2006/main">
              <a:ext uri="{FF2B5EF4-FFF2-40B4-BE49-F238E27FC236}">
                <a16:creationId xmlns:a16="http://schemas.microsoft.com/office/drawing/2014/main" id="{50A6D7A0-38E8-44A7-84BD-CE5C553D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904" y="2128730"/>
            <a:ext cx="2111795" cy="1788562"/>
          </a:xfrm>
          <a:custGeom xmlns:a="http://schemas.openxmlformats.org/drawingml/2006/main">
            <a:pathLst>
              <a:path w="1804925" h="1528661">
                <a:moveTo>
                  <a:pt x="0" y="36836"/>
                </a:moveTo>
                <a:cubicBezTo>
                  <a:pt x="0" y="16492"/>
                  <a:pt x="16492" y="0"/>
                  <a:pt x="36835" y="0"/>
                </a:cubicBezTo>
                <a:lnTo>
                  <a:pt x="1768090" y="0"/>
                </a:lnTo>
                <a:cubicBezTo>
                  <a:pt x="1788434" y="0"/>
                  <a:pt x="1804925" y="16492"/>
                  <a:pt x="1804925" y="36836"/>
                </a:cubicBezTo>
                <a:lnTo>
                  <a:pt x="1804925" y="1491826"/>
                </a:lnTo>
                <a:cubicBezTo>
                  <a:pt x="1804925" y="1512170"/>
                  <a:pt x="1788434" y="1528661"/>
                  <a:pt x="1768090" y="1528661"/>
                </a:cubicBezTo>
                <a:lnTo>
                  <a:pt x="36835" y="1528661"/>
                </a:lnTo>
                <a:cubicBezTo>
                  <a:pt x="16492" y="1528661"/>
                  <a:pt x="0" y="1512170"/>
                  <a:pt x="0" y="1491826"/>
                </a:cubicBezTo>
                <a:lnTo>
                  <a:pt x="0" y="36836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7">
            <a:extLst xmlns:a="http://schemas.openxmlformats.org/drawingml/2006/main">
              <a:ext uri="{FF2B5EF4-FFF2-40B4-BE49-F238E27FC236}">
                <a16:creationId xmlns:a16="http://schemas.microsoft.com/office/drawing/2014/main" id="{69448E40-67B9-44A5-95A0-C9E47C9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904" y="2128730"/>
            <a:ext cx="2111795" cy="1788562"/>
          </a:xfrm>
          <a:custGeom xmlns:a="http://schemas.openxmlformats.org/drawingml/2006/main">
            <a:pathLst>
              <a:path w="1804925" h="1528661">
                <a:moveTo>
                  <a:pt x="2895" y="1506164"/>
                </a:moveTo>
                <a:lnTo>
                  <a:pt x="10789" y="1517873"/>
                </a:lnTo>
                <a:lnTo>
                  <a:pt x="22497" y="1525767"/>
                </a:lnTo>
                <a:lnTo>
                  <a:pt x="36835" y="1528661"/>
                </a:lnTo>
                <a:lnTo>
                  <a:pt x="1768090" y="1528661"/>
                </a:lnTo>
                <a:lnTo>
                  <a:pt x="1782428" y="1525767"/>
                </a:lnTo>
                <a:lnTo>
                  <a:pt x="1794136" y="1517873"/>
                </a:lnTo>
                <a:lnTo>
                  <a:pt x="1802030" y="1506164"/>
                </a:lnTo>
                <a:lnTo>
                  <a:pt x="1804925" y="1491826"/>
                </a:lnTo>
                <a:lnTo>
                  <a:pt x="1804925" y="36836"/>
                </a:lnTo>
                <a:lnTo>
                  <a:pt x="1802030" y="22498"/>
                </a:lnTo>
                <a:lnTo>
                  <a:pt x="1794136" y="10789"/>
                </a:lnTo>
                <a:lnTo>
                  <a:pt x="1782428" y="2895"/>
                </a:lnTo>
                <a:lnTo>
                  <a:pt x="1768090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491826"/>
                </a:lnTo>
                <a:lnTo>
                  <a:pt x="2895" y="1506164"/>
                </a:lnTo>
                <a:close/>
                <a:moveTo>
                  <a:pt x="1777386" y="20932"/>
                </a:moveTo>
                <a:lnTo>
                  <a:pt x="1783993" y="27540"/>
                </a:lnTo>
                <a:lnTo>
                  <a:pt x="1786508" y="36836"/>
                </a:lnTo>
                <a:lnTo>
                  <a:pt x="1786508" y="1491826"/>
                </a:lnTo>
                <a:lnTo>
                  <a:pt x="1783993" y="1501122"/>
                </a:lnTo>
                <a:lnTo>
                  <a:pt x="1777386" y="1507729"/>
                </a:lnTo>
                <a:lnTo>
                  <a:pt x="1768090" y="1510244"/>
                </a:lnTo>
                <a:lnTo>
                  <a:pt x="36835" y="1510244"/>
                </a:lnTo>
                <a:lnTo>
                  <a:pt x="27540" y="1507729"/>
                </a:lnTo>
                <a:lnTo>
                  <a:pt x="20932" y="1501122"/>
                </a:lnTo>
                <a:lnTo>
                  <a:pt x="18418" y="1491826"/>
                </a:lnTo>
                <a:lnTo>
                  <a:pt x="18418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5" y="18418"/>
                </a:lnTo>
                <a:lnTo>
                  <a:pt x="1768090" y="18418"/>
                </a:lnTo>
                <a:lnTo>
                  <a:pt x="1777386" y="209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8">
            <a:extLst xmlns:a="http://schemas.openxmlformats.org/drawingml/2006/main">
              <a:ext uri="{FF2B5EF4-FFF2-40B4-BE49-F238E27FC236}">
                <a16:creationId xmlns:a16="http://schemas.microsoft.com/office/drawing/2014/main" id="{340A8E09-23D5-43D7-9310-1146923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2128730"/>
            <a:ext cx="2575098" cy="754213"/>
          </a:xfrm>
          <a:custGeom xmlns:a="http://schemas.openxmlformats.org/drawingml/2006/main">
            <a:pathLst>
              <a:path w="2200904" h="644616">
                <a:moveTo>
                  <a:pt x="0" y="33152"/>
                </a:moveTo>
                <a:cubicBezTo>
                  <a:pt x="0" y="14843"/>
                  <a:pt x="14843" y="0"/>
                  <a:pt x="33152" y="0"/>
                </a:cubicBezTo>
                <a:lnTo>
                  <a:pt x="2167752" y="0"/>
                </a:lnTo>
                <a:cubicBezTo>
                  <a:pt x="2186061" y="0"/>
                  <a:pt x="2200904" y="14843"/>
                  <a:pt x="2200904" y="33152"/>
                </a:cubicBezTo>
                <a:lnTo>
                  <a:pt x="2200904" y="611465"/>
                </a:lnTo>
                <a:cubicBezTo>
                  <a:pt x="2200904" y="629774"/>
                  <a:pt x="2186061" y="644616"/>
                  <a:pt x="2167752" y="644616"/>
                </a:cubicBezTo>
                <a:lnTo>
                  <a:pt x="33152" y="644616"/>
                </a:lnTo>
                <a:cubicBezTo>
                  <a:pt x="14843" y="644616"/>
                  <a:pt x="0" y="629774"/>
                  <a:pt x="0" y="611465"/>
                </a:cubicBezTo>
                <a:lnTo>
                  <a:pt x="0" y="33152"/>
                </a:lnTo>
              </a:path>
            </a:pathLst>
          </a:custGeom>
          <a:solidFill xmlns:a="http://schemas.openxmlformats.org/drawingml/2006/main">
            <a:srgbClr val="4169E1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9">
            <a:extLst xmlns:a="http://schemas.openxmlformats.org/drawingml/2006/main">
              <a:ext uri="{FF2B5EF4-FFF2-40B4-BE49-F238E27FC236}">
                <a16:creationId xmlns:a16="http://schemas.microsoft.com/office/drawing/2014/main" id="{7F4E8D0E-E6DC-411F-8AA3-A1B1EE65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2801865"/>
            <a:ext cx="83387" cy="81078"/>
          </a:xfrm>
          <a:custGeom xmlns:a="http://schemas.openxmlformats.org/drawingml/2006/main">
            <a:pathLst>
              <a:path w="71270" h="69296">
                <a:moveTo>
                  <a:pt x="20429" y="43581"/>
                </a:moveTo>
                <a:lnTo>
                  <a:pt x="18418" y="36145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36145"/>
                </a:lnTo>
                <a:lnTo>
                  <a:pt x="2605" y="49049"/>
                </a:lnTo>
                <a:lnTo>
                  <a:pt x="9710" y="59586"/>
                </a:lnTo>
                <a:lnTo>
                  <a:pt x="20248" y="66691"/>
                </a:lnTo>
                <a:lnTo>
                  <a:pt x="33152" y="69296"/>
                </a:lnTo>
                <a:lnTo>
                  <a:pt x="71270" y="69296"/>
                </a:lnTo>
                <a:lnTo>
                  <a:pt x="71270" y="60087"/>
                </a:lnTo>
                <a:lnTo>
                  <a:pt x="71270" y="50879"/>
                </a:lnTo>
                <a:lnTo>
                  <a:pt x="33152" y="50879"/>
                </a:lnTo>
                <a:lnTo>
                  <a:pt x="25715" y="48867"/>
                </a:lnTo>
                <a:lnTo>
                  <a:pt x="20429" y="43581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50">
            <a:extLst xmlns:a="http://schemas.openxmlformats.org/drawingml/2006/main">
              <a:ext uri="{FF2B5EF4-FFF2-40B4-BE49-F238E27FC236}">
                <a16:creationId xmlns:a16="http://schemas.microsoft.com/office/drawing/2014/main" id="{4455623C-3976-4F6F-A2D9-2D46F21F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2632706"/>
            <a:ext cx="21549" cy="8457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1">
            <a:extLst xmlns:a="http://schemas.openxmlformats.org/drawingml/2006/main">
              <a:ext uri="{FF2B5EF4-FFF2-40B4-BE49-F238E27FC236}">
                <a16:creationId xmlns:a16="http://schemas.microsoft.com/office/drawing/2014/main" id="{F5048BFF-17C1-4BC7-BAFD-BFE3C387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2463546"/>
            <a:ext cx="21549" cy="8457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2">
            <a:extLst xmlns:a="http://schemas.openxmlformats.org/drawingml/2006/main">
              <a:ext uri="{FF2B5EF4-FFF2-40B4-BE49-F238E27FC236}">
                <a16:creationId xmlns:a16="http://schemas.microsoft.com/office/drawing/2014/main" id="{2C271EEA-B184-4852-884D-C2F59AD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2294387"/>
            <a:ext cx="21549" cy="8457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3">
            <a:extLst xmlns:a="http://schemas.openxmlformats.org/drawingml/2006/main">
              <a:ext uri="{FF2B5EF4-FFF2-40B4-BE49-F238E27FC236}">
                <a16:creationId xmlns:a16="http://schemas.microsoft.com/office/drawing/2014/main" id="{A37E6F6D-7412-4F09-B1EA-CE5534C7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2128730"/>
            <a:ext cx="83387" cy="81078"/>
          </a:xfrm>
          <a:custGeom xmlns:a="http://schemas.openxmlformats.org/drawingml/2006/main">
            <a:pathLst>
              <a:path w="71269" h="69296">
                <a:moveTo>
                  <a:pt x="9209" y="69296"/>
                </a:moveTo>
                <a:lnTo>
                  <a:pt x="18418" y="69296"/>
                </a:lnTo>
                <a:lnTo>
                  <a:pt x="18418" y="33152"/>
                </a:lnTo>
                <a:lnTo>
                  <a:pt x="20429" y="25715"/>
                </a:lnTo>
                <a:lnTo>
                  <a:pt x="25715" y="20429"/>
                </a:lnTo>
                <a:lnTo>
                  <a:pt x="33152" y="18418"/>
                </a:lnTo>
                <a:lnTo>
                  <a:pt x="71269" y="18418"/>
                </a:lnTo>
                <a:lnTo>
                  <a:pt x="71269" y="9209"/>
                </a:lnTo>
                <a:lnTo>
                  <a:pt x="71269" y="0"/>
                </a:lnTo>
                <a:lnTo>
                  <a:pt x="33151" y="0"/>
                </a:lnTo>
                <a:lnTo>
                  <a:pt x="20247" y="2605"/>
                </a:lnTo>
                <a:lnTo>
                  <a:pt x="9710" y="9710"/>
                </a:lnTo>
                <a:lnTo>
                  <a:pt x="2605" y="20248"/>
                </a:lnTo>
                <a:lnTo>
                  <a:pt x="0" y="33152"/>
                </a:lnTo>
                <a:lnTo>
                  <a:pt x="0" y="69296"/>
                </a:lnTo>
                <a:lnTo>
                  <a:pt x="9209" y="69296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4">
            <a:extLst xmlns:a="http://schemas.openxmlformats.org/drawingml/2006/main">
              <a:ext uri="{FF2B5EF4-FFF2-40B4-BE49-F238E27FC236}">
                <a16:creationId xmlns:a16="http://schemas.microsoft.com/office/drawing/2014/main" id="{BF2AFDB1-6B78-4DDF-8B69-004220AC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90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5">
            <a:extLst xmlns:a="http://schemas.openxmlformats.org/drawingml/2006/main">
              <a:ext uri="{FF2B5EF4-FFF2-40B4-BE49-F238E27FC236}">
                <a16:creationId xmlns:a16="http://schemas.microsoft.com/office/drawing/2014/main" id="{08BE917C-B97C-4C89-ABB9-C5FF9F4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784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6">
            <a:extLst xmlns:a="http://schemas.openxmlformats.org/drawingml/2006/main">
              <a:ext uri="{FF2B5EF4-FFF2-40B4-BE49-F238E27FC236}">
                <a16:creationId xmlns:a16="http://schemas.microsoft.com/office/drawing/2014/main" id="{96F13830-D429-4945-AA8B-665386E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179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7">
            <a:extLst xmlns:a="http://schemas.openxmlformats.org/drawingml/2006/main">
              <a:ext uri="{FF2B5EF4-FFF2-40B4-BE49-F238E27FC236}">
                <a16:creationId xmlns:a16="http://schemas.microsoft.com/office/drawing/2014/main" id="{747E16D8-6B98-40CA-A2BB-85EC28CA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573" y="2128730"/>
            <a:ext cx="89198" cy="21549"/>
          </a:xfrm>
          <a:custGeom xmlns:a="http://schemas.openxmlformats.org/drawingml/2006/main">
            <a:pathLst>
              <a:path w="76236" h="18418">
                <a:moveTo>
                  <a:pt x="0" y="9209"/>
                </a:moveTo>
                <a:lnTo>
                  <a:pt x="0" y="18418"/>
                </a:lnTo>
                <a:lnTo>
                  <a:pt x="76236" y="18418"/>
                </a:lnTo>
                <a:lnTo>
                  <a:pt x="76236" y="9209"/>
                </a:lnTo>
                <a:lnTo>
                  <a:pt x="762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8">
            <a:extLst xmlns:a="http://schemas.openxmlformats.org/drawingml/2006/main">
              <a:ext uri="{FF2B5EF4-FFF2-40B4-BE49-F238E27FC236}">
                <a16:creationId xmlns:a16="http://schemas.microsoft.com/office/drawing/2014/main" id="{E18D56F4-C3C2-4376-AD53-009B92A3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67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18418"/>
                </a:move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9">
            <a:extLst xmlns:a="http://schemas.openxmlformats.org/drawingml/2006/main">
              <a:ext uri="{FF2B5EF4-FFF2-40B4-BE49-F238E27FC236}">
                <a16:creationId xmlns:a16="http://schemas.microsoft.com/office/drawing/2014/main" id="{204090FB-962B-42BE-864F-E6F017E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362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60">
            <a:extLst xmlns:a="http://schemas.openxmlformats.org/drawingml/2006/main">
              <a:ext uri="{FF2B5EF4-FFF2-40B4-BE49-F238E27FC236}">
                <a16:creationId xmlns:a16="http://schemas.microsoft.com/office/drawing/2014/main" id="{0CEB80C3-7F7D-4ADF-9A48-DE0C9027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756" y="2128730"/>
            <a:ext cx="89198" cy="21549"/>
          </a:xfrm>
          <a:custGeom xmlns:a="http://schemas.openxmlformats.org/drawingml/2006/main">
            <a:pathLst>
              <a:path w="76237" h="18418">
                <a:moveTo>
                  <a:pt x="0" y="9209"/>
                </a:moveTo>
                <a:lnTo>
                  <a:pt x="0" y="18418"/>
                </a:lnTo>
                <a:lnTo>
                  <a:pt x="76237" y="18418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1">
            <a:extLst xmlns:a="http://schemas.openxmlformats.org/drawingml/2006/main">
              <a:ext uri="{FF2B5EF4-FFF2-40B4-BE49-F238E27FC236}">
                <a16:creationId xmlns:a16="http://schemas.microsoft.com/office/drawing/2014/main" id="{420960AC-9F5F-4AF6-BD5A-BAA2464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151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2">
            <a:extLst xmlns:a="http://schemas.openxmlformats.org/drawingml/2006/main">
              <a:ext uri="{FF2B5EF4-FFF2-40B4-BE49-F238E27FC236}">
                <a16:creationId xmlns:a16="http://schemas.microsoft.com/office/drawing/2014/main" id="{FE280186-9AB1-4ACC-A688-4208F1A7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545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18418"/>
                </a:move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3">
            <a:extLst xmlns:a="http://schemas.openxmlformats.org/drawingml/2006/main">
              <a:ext uri="{FF2B5EF4-FFF2-40B4-BE49-F238E27FC236}">
                <a16:creationId xmlns:a16="http://schemas.microsoft.com/office/drawing/2014/main" id="{7255ACCE-594E-43E0-B3F4-4270061C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940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18418"/>
                </a:move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4">
            <a:extLst xmlns:a="http://schemas.openxmlformats.org/drawingml/2006/main">
              <a:ext uri="{FF2B5EF4-FFF2-40B4-BE49-F238E27FC236}">
                <a16:creationId xmlns:a16="http://schemas.microsoft.com/office/drawing/2014/main" id="{5D25D6B0-0EF6-4184-827F-FF2BCE5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333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5">
            <a:extLst xmlns:a="http://schemas.openxmlformats.org/drawingml/2006/main">
              <a:ext uri="{FF2B5EF4-FFF2-40B4-BE49-F238E27FC236}">
                <a16:creationId xmlns:a16="http://schemas.microsoft.com/office/drawing/2014/main" id="{64DB3D7B-56A8-41C6-8E67-E970A234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728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6">
            <a:extLst xmlns:a="http://schemas.openxmlformats.org/drawingml/2006/main">
              <a:ext uri="{FF2B5EF4-FFF2-40B4-BE49-F238E27FC236}">
                <a16:creationId xmlns:a16="http://schemas.microsoft.com/office/drawing/2014/main" id="{96B7D485-8D11-4768-8BF2-80241753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22" y="2128730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7">
            <a:extLst xmlns:a="http://schemas.openxmlformats.org/drawingml/2006/main">
              <a:ext uri="{FF2B5EF4-FFF2-40B4-BE49-F238E27FC236}">
                <a16:creationId xmlns:a16="http://schemas.microsoft.com/office/drawing/2014/main" id="{FF14DB2A-E20E-4A0D-9637-7FBE9CB3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15" y="2128730"/>
            <a:ext cx="83387" cy="81078"/>
          </a:xfrm>
          <a:custGeom xmlns:a="http://schemas.openxmlformats.org/drawingml/2006/main">
            <a:pathLst>
              <a:path w="71270" h="69296">
                <a:moveTo>
                  <a:pt x="38119" y="18418"/>
                </a:moveTo>
                <a:lnTo>
                  <a:pt x="45556" y="20429"/>
                </a:lnTo>
                <a:lnTo>
                  <a:pt x="50841" y="25715"/>
                </a:lnTo>
                <a:lnTo>
                  <a:pt x="52853" y="33152"/>
                </a:lnTo>
                <a:lnTo>
                  <a:pt x="52853" y="69296"/>
                </a:lnTo>
                <a:lnTo>
                  <a:pt x="62062" y="69296"/>
                </a:lnTo>
                <a:lnTo>
                  <a:pt x="71270" y="69296"/>
                </a:lnTo>
                <a:lnTo>
                  <a:pt x="71270" y="33152"/>
                </a:lnTo>
                <a:lnTo>
                  <a:pt x="68665" y="20248"/>
                </a:lnTo>
                <a:lnTo>
                  <a:pt x="61561" y="9710"/>
                </a:lnTo>
                <a:lnTo>
                  <a:pt x="51023" y="2605"/>
                </a:lnTo>
                <a:lnTo>
                  <a:pt x="38119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8119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8">
            <a:extLst xmlns:a="http://schemas.openxmlformats.org/drawingml/2006/main">
              <a:ext uri="{FF2B5EF4-FFF2-40B4-BE49-F238E27FC236}">
                <a16:creationId xmlns:a16="http://schemas.microsoft.com/office/drawing/2014/main" id="{CB910415-585B-48FA-B9B3-34D3A173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354" y="2294387"/>
            <a:ext cx="21548" cy="84579"/>
          </a:xfrm>
          <a:custGeom xmlns:a="http://schemas.openxmlformats.org/drawingml/2006/main">
            <a:pathLst>
              <a:path w="18417" h="72289">
                <a:moveTo>
                  <a:pt x="18417" y="72289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9">
            <a:extLst xmlns:a="http://schemas.openxmlformats.org/drawingml/2006/main">
              <a:ext uri="{FF2B5EF4-FFF2-40B4-BE49-F238E27FC236}">
                <a16:creationId xmlns:a16="http://schemas.microsoft.com/office/drawing/2014/main" id="{0BF0B27B-B658-47E8-81C3-CA68A6D3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354" y="2463546"/>
            <a:ext cx="21548" cy="84579"/>
          </a:xfrm>
          <a:custGeom xmlns:a="http://schemas.openxmlformats.org/drawingml/2006/main">
            <a:pathLst>
              <a:path w="18417" h="72289">
                <a:moveTo>
                  <a:pt x="9209" y="72289"/>
                </a:move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70">
            <a:extLst xmlns:a="http://schemas.openxmlformats.org/drawingml/2006/main">
              <a:ext uri="{FF2B5EF4-FFF2-40B4-BE49-F238E27FC236}">
                <a16:creationId xmlns:a16="http://schemas.microsoft.com/office/drawing/2014/main" id="{69173A14-3186-448F-9394-5F0C380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354" y="2632706"/>
            <a:ext cx="21548" cy="84579"/>
          </a:xfrm>
          <a:custGeom xmlns:a="http://schemas.openxmlformats.org/drawingml/2006/main">
            <a:pathLst>
              <a:path w="18417" h="72289">
                <a:moveTo>
                  <a:pt x="0" y="72289"/>
                </a:move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1">
            <a:extLst xmlns:a="http://schemas.openxmlformats.org/drawingml/2006/main">
              <a:ext uri="{FF2B5EF4-FFF2-40B4-BE49-F238E27FC236}">
                <a16:creationId xmlns:a16="http://schemas.microsoft.com/office/drawing/2014/main" id="{55DF4829-ADE7-4F0C-95C7-3FC4E482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17" y="2801865"/>
            <a:ext cx="83386" cy="81078"/>
          </a:xfrm>
          <a:custGeom xmlns:a="http://schemas.openxmlformats.org/drawingml/2006/main">
            <a:pathLst>
              <a:path w="71269" h="69296">
                <a:moveTo>
                  <a:pt x="62061" y="0"/>
                </a:moveTo>
                <a:lnTo>
                  <a:pt x="52852" y="0"/>
                </a:lnTo>
                <a:lnTo>
                  <a:pt x="52852" y="36145"/>
                </a:lnTo>
                <a:lnTo>
                  <a:pt x="50840" y="43581"/>
                </a:lnTo>
                <a:lnTo>
                  <a:pt x="45554" y="48867"/>
                </a:lnTo>
                <a:lnTo>
                  <a:pt x="38118" y="50879"/>
                </a:lnTo>
                <a:lnTo>
                  <a:pt x="0" y="50879"/>
                </a:lnTo>
                <a:lnTo>
                  <a:pt x="0" y="60087"/>
                </a:lnTo>
                <a:lnTo>
                  <a:pt x="0" y="69296"/>
                </a:lnTo>
                <a:lnTo>
                  <a:pt x="38118" y="69296"/>
                </a:lnTo>
                <a:lnTo>
                  <a:pt x="51022" y="66691"/>
                </a:lnTo>
                <a:lnTo>
                  <a:pt x="61559" y="59586"/>
                </a:lnTo>
                <a:lnTo>
                  <a:pt x="68664" y="49049"/>
                </a:lnTo>
                <a:lnTo>
                  <a:pt x="71269" y="36145"/>
                </a:lnTo>
                <a:lnTo>
                  <a:pt x="71269" y="0"/>
                </a:lnTo>
                <a:lnTo>
                  <a:pt x="62061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2">
            <a:extLst xmlns:a="http://schemas.openxmlformats.org/drawingml/2006/main">
              <a:ext uri="{FF2B5EF4-FFF2-40B4-BE49-F238E27FC236}">
                <a16:creationId xmlns:a16="http://schemas.microsoft.com/office/drawing/2014/main" id="{4A0C82D5-92CE-4F4A-AF93-55A66B26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23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3">
            <a:extLst xmlns:a="http://schemas.openxmlformats.org/drawingml/2006/main">
              <a:ext uri="{FF2B5EF4-FFF2-40B4-BE49-F238E27FC236}">
                <a16:creationId xmlns:a16="http://schemas.microsoft.com/office/drawing/2014/main" id="{422B9ACE-3985-4347-80CB-085B6FB1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728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4">
            <a:extLst xmlns:a="http://schemas.openxmlformats.org/drawingml/2006/main">
              <a:ext uri="{FF2B5EF4-FFF2-40B4-BE49-F238E27FC236}">
                <a16:creationId xmlns:a16="http://schemas.microsoft.com/office/drawing/2014/main" id="{6C249081-CA1F-4D4E-A76F-EA577CC3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333" y="2861394"/>
            <a:ext cx="89198" cy="21549"/>
          </a:xfrm>
          <a:custGeom xmlns:a="http://schemas.openxmlformats.org/drawingml/2006/main">
            <a:pathLst>
              <a:path w="76237" h="18417">
                <a:moveTo>
                  <a:pt x="76237" y="9209"/>
                </a:move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7" y="18417"/>
                </a:lnTo>
                <a:lnTo>
                  <a:pt x="76237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5">
            <a:extLst xmlns:a="http://schemas.openxmlformats.org/drawingml/2006/main">
              <a:ext uri="{FF2B5EF4-FFF2-40B4-BE49-F238E27FC236}">
                <a16:creationId xmlns:a16="http://schemas.microsoft.com/office/drawing/2014/main" id="{3E41FD75-9980-44FA-9911-28D1B018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940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6">
            <a:extLst xmlns:a="http://schemas.openxmlformats.org/drawingml/2006/main">
              <a:ext uri="{FF2B5EF4-FFF2-40B4-BE49-F238E27FC236}">
                <a16:creationId xmlns:a16="http://schemas.microsoft.com/office/drawing/2014/main" id="{BD551499-2A12-4B7B-9B13-2CD94E98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545" y="2861394"/>
            <a:ext cx="89198" cy="21549"/>
          </a:xfrm>
          <a:custGeom xmlns:a="http://schemas.openxmlformats.org/drawingml/2006/main">
            <a:pathLst>
              <a:path w="76237" h="18417">
                <a:moveTo>
                  <a:pt x="0" y="18417"/>
                </a:moveTo>
                <a:lnTo>
                  <a:pt x="76237" y="18417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7">
            <a:extLst xmlns:a="http://schemas.openxmlformats.org/drawingml/2006/main">
              <a:ext uri="{FF2B5EF4-FFF2-40B4-BE49-F238E27FC236}">
                <a16:creationId xmlns:a16="http://schemas.microsoft.com/office/drawing/2014/main" id="{54EA281A-6323-466D-81C4-73564DDD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151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0" y="9209"/>
                </a:move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8">
            <a:extLst xmlns:a="http://schemas.openxmlformats.org/drawingml/2006/main">
              <a:ext uri="{FF2B5EF4-FFF2-40B4-BE49-F238E27FC236}">
                <a16:creationId xmlns:a16="http://schemas.microsoft.com/office/drawing/2014/main" id="{44729464-ED10-4BC7-8B71-A03487D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756" y="2861394"/>
            <a:ext cx="89198" cy="21549"/>
          </a:xfrm>
          <a:custGeom xmlns:a="http://schemas.openxmlformats.org/drawingml/2006/main">
            <a:pathLst>
              <a:path w="76237" h="18417">
                <a:moveTo>
                  <a:pt x="0" y="0"/>
                </a:moveTo>
                <a:lnTo>
                  <a:pt x="0" y="9209"/>
                </a:lnTo>
                <a:lnTo>
                  <a:pt x="0" y="18417"/>
                </a:lnTo>
                <a:lnTo>
                  <a:pt x="76237" y="18417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9">
            <a:extLst xmlns:a="http://schemas.openxmlformats.org/drawingml/2006/main">
              <a:ext uri="{FF2B5EF4-FFF2-40B4-BE49-F238E27FC236}">
                <a16:creationId xmlns:a16="http://schemas.microsoft.com/office/drawing/2014/main" id="{57C0FBCD-010F-4E1B-BDDD-EF292598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362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80">
            <a:extLst xmlns:a="http://schemas.openxmlformats.org/drawingml/2006/main">
              <a:ext uri="{FF2B5EF4-FFF2-40B4-BE49-F238E27FC236}">
                <a16:creationId xmlns:a16="http://schemas.microsoft.com/office/drawing/2014/main" id="{F1ADD49A-EA9E-4C07-A364-0326FAB3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68" y="2861394"/>
            <a:ext cx="89198" cy="21549"/>
          </a:xfrm>
          <a:custGeom xmlns:a="http://schemas.openxmlformats.org/drawingml/2006/main">
            <a:pathLst>
              <a:path w="76236" h="18417">
                <a:moveTo>
                  <a:pt x="76236" y="9209"/>
                </a:moveTo>
                <a:lnTo>
                  <a:pt x="762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6" y="18417"/>
                </a:lnTo>
                <a:lnTo>
                  <a:pt x="7623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1">
            <a:extLst xmlns:a="http://schemas.openxmlformats.org/drawingml/2006/main">
              <a:ext uri="{FF2B5EF4-FFF2-40B4-BE49-F238E27FC236}">
                <a16:creationId xmlns:a16="http://schemas.microsoft.com/office/drawing/2014/main" id="{F4670FDB-A1EB-4A46-AA96-3B15533C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574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2">
            <a:extLst xmlns:a="http://schemas.openxmlformats.org/drawingml/2006/main">
              <a:ext uri="{FF2B5EF4-FFF2-40B4-BE49-F238E27FC236}">
                <a16:creationId xmlns:a16="http://schemas.microsoft.com/office/drawing/2014/main" id="{D6169FDB-B7C5-4D46-BCF0-8D72EC6F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179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3">
            <a:extLst xmlns:a="http://schemas.openxmlformats.org/drawingml/2006/main">
              <a:ext uri="{FF2B5EF4-FFF2-40B4-BE49-F238E27FC236}">
                <a16:creationId xmlns:a16="http://schemas.microsoft.com/office/drawing/2014/main" id="{84BA897A-88F4-4178-AF69-72C41D0E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785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4">
            <a:extLst xmlns:a="http://schemas.openxmlformats.org/drawingml/2006/main">
              <a:ext uri="{FF2B5EF4-FFF2-40B4-BE49-F238E27FC236}">
                <a16:creationId xmlns:a16="http://schemas.microsoft.com/office/drawing/2014/main" id="{9E897300-00D9-4B82-BD02-E7D38AAD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91" y="2861394"/>
            <a:ext cx="89197" cy="21549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5">
            <a:extLst xmlns:a="http://schemas.openxmlformats.org/drawingml/2006/main">
              <a:ext uri="{FF2B5EF4-FFF2-40B4-BE49-F238E27FC236}">
                <a16:creationId xmlns:a16="http://schemas.microsoft.com/office/drawing/2014/main" id="{A9AE466A-C875-4D6A-BA04-2F03315E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849" y="2419640"/>
            <a:ext cx="170941" cy="213792"/>
          </a:xfrm>
          <a:custGeom xmlns:a="http://schemas.openxmlformats.org/drawingml/2006/main">
            <a:pathLst>
              <a:path w="146101" h="182726">
                <a:moveTo>
                  <a:pt x="134954" y="10350"/>
                </a:moveTo>
                <a:cubicBezTo>
                  <a:pt x="134954" y="2787"/>
                  <a:pt x="134954" y="0"/>
                  <a:pt x="128983" y="0"/>
                </a:cubicBezTo>
                <a:cubicBezTo>
                  <a:pt x="126594" y="0"/>
                  <a:pt x="125798" y="0"/>
                  <a:pt x="119827" y="3583"/>
                </a:cubicBezTo>
                <a:cubicBezTo>
                  <a:pt x="118234" y="4777"/>
                  <a:pt x="113855" y="7564"/>
                  <a:pt x="111865" y="8758"/>
                </a:cubicBezTo>
                <a:cubicBezTo>
                  <a:pt x="100718" y="2388"/>
                  <a:pt x="85989" y="0"/>
                  <a:pt x="71657" y="0"/>
                </a:cubicBezTo>
                <a:cubicBezTo>
                  <a:pt x="59714" y="0"/>
                  <a:pt x="0" y="0"/>
                  <a:pt x="0" y="51752"/>
                </a:cubicBezTo>
                <a:cubicBezTo>
                  <a:pt x="0" y="93552"/>
                  <a:pt x="49364" y="102311"/>
                  <a:pt x="61705" y="104301"/>
                </a:cubicBezTo>
                <a:cubicBezTo>
                  <a:pt x="72453" y="106292"/>
                  <a:pt x="85591" y="108680"/>
                  <a:pt x="87183" y="108680"/>
                </a:cubicBezTo>
                <a:cubicBezTo>
                  <a:pt x="103107" y="112263"/>
                  <a:pt x="119030" y="122215"/>
                  <a:pt x="119030" y="138935"/>
                </a:cubicBezTo>
                <a:cubicBezTo>
                  <a:pt x="119030" y="169589"/>
                  <a:pt x="82804" y="169589"/>
                  <a:pt x="74444" y="169589"/>
                </a:cubicBezTo>
                <a:cubicBezTo>
                  <a:pt x="54141" y="169589"/>
                  <a:pt x="29061" y="163219"/>
                  <a:pt x="17915" y="124604"/>
                </a:cubicBezTo>
                <a:cubicBezTo>
                  <a:pt x="15526" y="116642"/>
                  <a:pt x="15128" y="116244"/>
                  <a:pt x="8360" y="116244"/>
                </a:cubicBezTo>
                <a:cubicBezTo>
                  <a:pt x="0" y="116244"/>
                  <a:pt x="0" y="117438"/>
                  <a:pt x="0" y="126594"/>
                </a:cubicBezTo>
                <a:lnTo>
                  <a:pt x="0" y="172375"/>
                </a:lnTo>
                <a:cubicBezTo>
                  <a:pt x="0" y="179939"/>
                  <a:pt x="0" y="182726"/>
                  <a:pt x="5971" y="182726"/>
                </a:cubicBezTo>
                <a:cubicBezTo>
                  <a:pt x="8758" y="182726"/>
                  <a:pt x="9555" y="182726"/>
                  <a:pt x="17516" y="176356"/>
                </a:cubicBezTo>
                <a:lnTo>
                  <a:pt x="27866" y="168792"/>
                </a:lnTo>
                <a:cubicBezTo>
                  <a:pt x="45781" y="182726"/>
                  <a:pt x="67278" y="182726"/>
                  <a:pt x="74444" y="182726"/>
                </a:cubicBezTo>
                <a:cubicBezTo>
                  <a:pt x="96339" y="182726"/>
                  <a:pt x="146101" y="177949"/>
                  <a:pt x="146101" y="125002"/>
                </a:cubicBezTo>
                <a:cubicBezTo>
                  <a:pt x="146101" y="105893"/>
                  <a:pt x="135750" y="92756"/>
                  <a:pt x="127788" y="85590"/>
                </a:cubicBezTo>
                <a:cubicBezTo>
                  <a:pt x="111467" y="72055"/>
                  <a:pt x="97931" y="69666"/>
                  <a:pt x="76434" y="65686"/>
                </a:cubicBezTo>
                <a:cubicBezTo>
                  <a:pt x="50956" y="61307"/>
                  <a:pt x="27070" y="56928"/>
                  <a:pt x="27070" y="37819"/>
                </a:cubicBezTo>
                <a:cubicBezTo>
                  <a:pt x="27070" y="11943"/>
                  <a:pt x="62501" y="11943"/>
                  <a:pt x="70861" y="11943"/>
                </a:cubicBezTo>
                <a:cubicBezTo>
                  <a:pt x="115050" y="11943"/>
                  <a:pt x="117438" y="39809"/>
                  <a:pt x="118234" y="49762"/>
                </a:cubicBezTo>
                <a:cubicBezTo>
                  <a:pt x="118632" y="54937"/>
                  <a:pt x="121817" y="54937"/>
                  <a:pt x="126594" y="54937"/>
                </a:cubicBezTo>
                <a:cubicBezTo>
                  <a:pt x="134954" y="54937"/>
                  <a:pt x="134954" y="53743"/>
                  <a:pt x="134954" y="44587"/>
                </a:cubicBezTo>
                <a:lnTo>
                  <a:pt x="134954" y="1035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6">
            <a:extLst xmlns:a="http://schemas.openxmlformats.org/drawingml/2006/main">
              <a:ext uri="{FF2B5EF4-FFF2-40B4-BE49-F238E27FC236}">
                <a16:creationId xmlns:a16="http://schemas.microsoft.com/office/drawing/2014/main" id="{DCA41165-796E-463F-A956-6ED9A3D0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501" y="2481904"/>
            <a:ext cx="135076" cy="221711"/>
          </a:xfrm>
          <a:custGeom xmlns:a="http://schemas.openxmlformats.org/drawingml/2006/main">
            <a:pathLst>
              <a:path w="115448" h="189493">
                <a:moveTo>
                  <a:pt x="115448" y="56530"/>
                </a:moveTo>
                <a:cubicBezTo>
                  <a:pt x="115448" y="23355"/>
                  <a:pt x="102709" y="0"/>
                  <a:pt x="80681" y="0"/>
                </a:cubicBezTo>
                <a:cubicBezTo>
                  <a:pt x="41137" y="0"/>
                  <a:pt x="0" y="73780"/>
                  <a:pt x="0" y="132964"/>
                </a:cubicBezTo>
                <a:cubicBezTo>
                  <a:pt x="0" y="158442"/>
                  <a:pt x="8758" y="189493"/>
                  <a:pt x="35032" y="189493"/>
                </a:cubicBezTo>
                <a:cubicBezTo>
                  <a:pt x="73781" y="189493"/>
                  <a:pt x="115448" y="117571"/>
                  <a:pt x="115448" y="56530"/>
                </a:cubicBezTo>
                <a:moveTo>
                  <a:pt x="29725" y="90235"/>
                </a:moveTo>
                <a:cubicBezTo>
                  <a:pt x="42198" y="36625"/>
                  <a:pt x="63960" y="7431"/>
                  <a:pt x="80415" y="7431"/>
                </a:cubicBezTo>
                <a:cubicBezTo>
                  <a:pt x="96339" y="7431"/>
                  <a:pt x="96339" y="35828"/>
                  <a:pt x="96339" y="40871"/>
                </a:cubicBezTo>
                <a:cubicBezTo>
                  <a:pt x="96339" y="55733"/>
                  <a:pt x="91562" y="77230"/>
                  <a:pt x="88377" y="90235"/>
                </a:cubicBezTo>
                <a:lnTo>
                  <a:pt x="29725" y="90235"/>
                </a:lnTo>
                <a:moveTo>
                  <a:pt x="85989" y="99258"/>
                </a:moveTo>
                <a:cubicBezTo>
                  <a:pt x="73515" y="152603"/>
                  <a:pt x="51752" y="182062"/>
                  <a:pt x="35298" y="182062"/>
                </a:cubicBezTo>
                <a:cubicBezTo>
                  <a:pt x="20966" y="182062"/>
                  <a:pt x="19374" y="160830"/>
                  <a:pt x="19374" y="148622"/>
                </a:cubicBezTo>
                <a:cubicBezTo>
                  <a:pt x="19374" y="131902"/>
                  <a:pt x="24416" y="110405"/>
                  <a:pt x="27336" y="99258"/>
                </a:cubicBezTo>
                <a:lnTo>
                  <a:pt x="85989" y="99258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7">
            <a:extLst xmlns:a="http://schemas.openxmlformats.org/drawingml/2006/main">
              <a:ext uri="{FF2B5EF4-FFF2-40B4-BE49-F238E27FC236}">
                <a16:creationId xmlns:a16="http://schemas.microsoft.com/office/drawing/2014/main" id="{8F7A2B8F-A2B7-457C-8CCB-35A9EBD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973" y="2281309"/>
            <a:ext cx="105731" cy="466245"/>
          </a:xfrm>
          <a:custGeom xmlns:a="http://schemas.openxmlformats.org/drawingml/2006/main">
            <a:pathLst>
              <a:path w="90367" h="398494">
                <a:moveTo>
                  <a:pt x="90367" y="395309"/>
                </a:moveTo>
                <a:cubicBezTo>
                  <a:pt x="90367" y="394115"/>
                  <a:pt x="90367" y="393319"/>
                  <a:pt x="83601" y="386551"/>
                </a:cubicBezTo>
                <a:cubicBezTo>
                  <a:pt x="43790" y="346343"/>
                  <a:pt x="21497" y="280657"/>
                  <a:pt x="21497" y="199446"/>
                </a:cubicBezTo>
                <a:cubicBezTo>
                  <a:pt x="21497" y="122215"/>
                  <a:pt x="40208" y="55733"/>
                  <a:pt x="86387" y="8758"/>
                </a:cubicBezTo>
                <a:cubicBezTo>
                  <a:pt x="90367" y="5175"/>
                  <a:pt x="90367" y="4379"/>
                  <a:pt x="90367" y="3185"/>
                </a:cubicBezTo>
                <a:cubicBezTo>
                  <a:pt x="90367" y="796"/>
                  <a:pt x="88377" y="0"/>
                  <a:pt x="86785" y="0"/>
                </a:cubicBezTo>
                <a:cubicBezTo>
                  <a:pt x="81610" y="0"/>
                  <a:pt x="48966" y="28663"/>
                  <a:pt x="29459" y="67676"/>
                </a:cubicBezTo>
                <a:cubicBezTo>
                  <a:pt x="9156" y="107884"/>
                  <a:pt x="0" y="150480"/>
                  <a:pt x="0" y="199446"/>
                </a:cubicBezTo>
                <a:cubicBezTo>
                  <a:pt x="0" y="234876"/>
                  <a:pt x="5573" y="282250"/>
                  <a:pt x="26274" y="324846"/>
                </a:cubicBezTo>
                <a:cubicBezTo>
                  <a:pt x="49762" y="372617"/>
                  <a:pt x="82406" y="398494"/>
                  <a:pt x="86785" y="398494"/>
                </a:cubicBezTo>
                <a:cubicBezTo>
                  <a:pt x="88377" y="398494"/>
                  <a:pt x="90367" y="397698"/>
                  <a:pt x="90367" y="395309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8">
            <a:extLst xmlns:a="http://schemas.openxmlformats.org/drawingml/2006/main">
              <a:ext uri="{FF2B5EF4-FFF2-40B4-BE49-F238E27FC236}">
                <a16:creationId xmlns:a16="http://schemas.microsoft.com/office/drawing/2014/main" id="{82EC96F9-D880-4BA7-86C3-98B89137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125" y="2423834"/>
            <a:ext cx="196093" cy="206806"/>
          </a:xfrm>
          <a:custGeom xmlns:a="http://schemas.openxmlformats.org/drawingml/2006/main">
            <a:pathLst>
              <a:path w="167599" h="176754">
                <a:moveTo>
                  <a:pt x="162821" y="15128"/>
                </a:moveTo>
                <a:cubicBezTo>
                  <a:pt x="166404" y="10749"/>
                  <a:pt x="166404" y="9952"/>
                  <a:pt x="166404" y="7564"/>
                </a:cubicBezTo>
                <a:cubicBezTo>
                  <a:pt x="166404" y="0"/>
                  <a:pt x="162423" y="0"/>
                  <a:pt x="154859" y="0"/>
                </a:cubicBezTo>
                <a:lnTo>
                  <a:pt x="10749" y="0"/>
                </a:lnTo>
                <a:lnTo>
                  <a:pt x="6369" y="68472"/>
                </a:lnTo>
                <a:lnTo>
                  <a:pt x="23089" y="68472"/>
                </a:lnTo>
                <a:cubicBezTo>
                  <a:pt x="25478" y="30653"/>
                  <a:pt x="34236" y="13137"/>
                  <a:pt x="78425" y="13137"/>
                </a:cubicBezTo>
                <a:lnTo>
                  <a:pt x="114254" y="13137"/>
                </a:lnTo>
                <a:lnTo>
                  <a:pt x="3583" y="160830"/>
                </a:lnTo>
                <a:cubicBezTo>
                  <a:pt x="0" y="165209"/>
                  <a:pt x="0" y="166006"/>
                  <a:pt x="0" y="168792"/>
                </a:cubicBezTo>
                <a:cubicBezTo>
                  <a:pt x="0" y="176754"/>
                  <a:pt x="3583" y="176754"/>
                  <a:pt x="11545" y="176754"/>
                </a:cubicBezTo>
                <a:lnTo>
                  <a:pt x="160831" y="176754"/>
                </a:lnTo>
                <a:lnTo>
                  <a:pt x="167599" y="97931"/>
                </a:lnTo>
                <a:lnTo>
                  <a:pt x="150879" y="97931"/>
                </a:lnTo>
                <a:cubicBezTo>
                  <a:pt x="147694" y="140130"/>
                  <a:pt x="138935" y="162423"/>
                  <a:pt x="88775" y="162423"/>
                </a:cubicBezTo>
                <a:lnTo>
                  <a:pt x="52549" y="162423"/>
                </a:lnTo>
                <a:lnTo>
                  <a:pt x="162821" y="15128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9">
            <a:extLst xmlns:a="http://schemas.openxmlformats.org/drawingml/2006/main">
              <a:ext uri="{FF2B5EF4-FFF2-40B4-BE49-F238E27FC236}">
                <a16:creationId xmlns:a16="http://schemas.microsoft.com/office/drawing/2014/main" id="{6C52AFA8-B631-4E1E-8960-B434961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338" y="2506436"/>
            <a:ext cx="100918" cy="197180"/>
          </a:xfrm>
          <a:custGeom xmlns:a="http://schemas.openxmlformats.org/drawingml/2006/main">
            <a:pathLst>
              <a:path w="86254" h="168527">
                <a:moveTo>
                  <a:pt x="52018" y="60245"/>
                </a:moveTo>
                <a:lnTo>
                  <a:pt x="78026" y="60245"/>
                </a:lnTo>
                <a:cubicBezTo>
                  <a:pt x="83070" y="60245"/>
                  <a:pt x="86254" y="60245"/>
                  <a:pt x="86254" y="55202"/>
                </a:cubicBezTo>
                <a:cubicBezTo>
                  <a:pt x="86254" y="51487"/>
                  <a:pt x="82803" y="51487"/>
                  <a:pt x="78292" y="51487"/>
                </a:cubicBezTo>
                <a:lnTo>
                  <a:pt x="54141" y="51487"/>
                </a:lnTo>
                <a:lnTo>
                  <a:pt x="63695" y="13801"/>
                </a:lnTo>
                <a:cubicBezTo>
                  <a:pt x="64756" y="9820"/>
                  <a:pt x="64756" y="8493"/>
                  <a:pt x="64756" y="8227"/>
                </a:cubicBezTo>
                <a:cubicBezTo>
                  <a:pt x="64756" y="2654"/>
                  <a:pt x="60510" y="0"/>
                  <a:pt x="55999" y="0"/>
                </a:cubicBezTo>
                <a:cubicBezTo>
                  <a:pt x="46976" y="0"/>
                  <a:pt x="45117" y="7166"/>
                  <a:pt x="42198" y="19109"/>
                </a:cubicBezTo>
                <a:lnTo>
                  <a:pt x="33971" y="51487"/>
                </a:lnTo>
                <a:lnTo>
                  <a:pt x="8492" y="51487"/>
                </a:lnTo>
                <a:cubicBezTo>
                  <a:pt x="3450" y="51487"/>
                  <a:pt x="0" y="51487"/>
                  <a:pt x="0" y="56530"/>
                </a:cubicBezTo>
                <a:cubicBezTo>
                  <a:pt x="0" y="60245"/>
                  <a:pt x="3450" y="60245"/>
                  <a:pt x="7961" y="60245"/>
                </a:cubicBezTo>
                <a:lnTo>
                  <a:pt x="31848" y="60245"/>
                </a:lnTo>
                <a:lnTo>
                  <a:pt x="15924" y="123940"/>
                </a:lnTo>
                <a:cubicBezTo>
                  <a:pt x="14332" y="130575"/>
                  <a:pt x="11943" y="139864"/>
                  <a:pt x="11943" y="143580"/>
                </a:cubicBezTo>
                <a:cubicBezTo>
                  <a:pt x="11943" y="159504"/>
                  <a:pt x="24947" y="168527"/>
                  <a:pt x="39013" y="168527"/>
                </a:cubicBezTo>
                <a:cubicBezTo>
                  <a:pt x="67411" y="168527"/>
                  <a:pt x="83601" y="131106"/>
                  <a:pt x="83601" y="127921"/>
                </a:cubicBezTo>
                <a:cubicBezTo>
                  <a:pt x="83601" y="125002"/>
                  <a:pt x="81211" y="124471"/>
                  <a:pt x="79619" y="124471"/>
                </a:cubicBezTo>
                <a:cubicBezTo>
                  <a:pt x="76700" y="124471"/>
                  <a:pt x="76434" y="125533"/>
                  <a:pt x="74576" y="129514"/>
                </a:cubicBezTo>
                <a:cubicBezTo>
                  <a:pt x="69269" y="142253"/>
                  <a:pt x="55999" y="161096"/>
                  <a:pt x="39809" y="161096"/>
                </a:cubicBezTo>
                <a:cubicBezTo>
                  <a:pt x="34236" y="161096"/>
                  <a:pt x="31052" y="157381"/>
                  <a:pt x="31052" y="148622"/>
                </a:cubicBezTo>
                <a:cubicBezTo>
                  <a:pt x="31052" y="143580"/>
                  <a:pt x="31848" y="140660"/>
                  <a:pt x="32644" y="137210"/>
                </a:cubicBezTo>
                <a:lnTo>
                  <a:pt x="52018" y="60245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90">
            <a:extLst xmlns:a="http://schemas.openxmlformats.org/drawingml/2006/main">
              <a:ext uri="{FF2B5EF4-FFF2-40B4-BE49-F238E27FC236}">
                <a16:creationId xmlns:a16="http://schemas.microsoft.com/office/drawing/2014/main" id="{20235353-E44F-47D5-AB77-E8B018CC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645" y="2585466"/>
            <a:ext cx="50304" cy="135076"/>
          </a:xfrm>
          <a:custGeom xmlns:a="http://schemas.openxmlformats.org/drawingml/2006/main">
            <a:pathLst>
              <a:path w="42994" h="115447">
                <a:moveTo>
                  <a:pt x="42994" y="40208"/>
                </a:moveTo>
                <a:cubicBezTo>
                  <a:pt x="42994" y="17118"/>
                  <a:pt x="35430" y="0"/>
                  <a:pt x="19109" y="0"/>
                </a:cubicBezTo>
                <a:cubicBezTo>
                  <a:pt x="6369" y="0"/>
                  <a:pt x="0" y="10350"/>
                  <a:pt x="0" y="19109"/>
                </a:cubicBezTo>
                <a:cubicBezTo>
                  <a:pt x="0" y="27866"/>
                  <a:pt x="5972" y="38615"/>
                  <a:pt x="19507" y="38615"/>
                </a:cubicBezTo>
                <a:cubicBezTo>
                  <a:pt x="24682" y="38615"/>
                  <a:pt x="29061" y="37023"/>
                  <a:pt x="32644" y="33440"/>
                </a:cubicBezTo>
                <a:cubicBezTo>
                  <a:pt x="33440" y="32644"/>
                  <a:pt x="33838" y="32644"/>
                  <a:pt x="34236" y="32644"/>
                </a:cubicBezTo>
                <a:cubicBezTo>
                  <a:pt x="35032" y="32644"/>
                  <a:pt x="35032" y="38217"/>
                  <a:pt x="35032" y="40208"/>
                </a:cubicBezTo>
                <a:cubicBezTo>
                  <a:pt x="35032" y="53345"/>
                  <a:pt x="32644" y="79221"/>
                  <a:pt x="9555" y="105097"/>
                </a:cubicBezTo>
                <a:cubicBezTo>
                  <a:pt x="5175" y="109874"/>
                  <a:pt x="5175" y="110670"/>
                  <a:pt x="5175" y="111467"/>
                </a:cubicBezTo>
                <a:cubicBezTo>
                  <a:pt x="5175" y="113457"/>
                  <a:pt x="7165" y="115447"/>
                  <a:pt x="9156" y="115447"/>
                </a:cubicBezTo>
                <a:cubicBezTo>
                  <a:pt x="12341" y="115447"/>
                  <a:pt x="42994" y="85989"/>
                  <a:pt x="42994" y="40208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1">
            <a:extLst xmlns:a="http://schemas.openxmlformats.org/drawingml/2006/main">
              <a:ext uri="{FF2B5EF4-FFF2-40B4-BE49-F238E27FC236}">
                <a16:creationId xmlns:a16="http://schemas.microsoft.com/office/drawing/2014/main" id="{0CCB938C-5661-4363-974C-8AA7038C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688" y="2339526"/>
            <a:ext cx="139733" cy="295770"/>
          </a:xfrm>
          <a:custGeom xmlns:a="http://schemas.openxmlformats.org/drawingml/2006/main">
            <a:pathLst>
              <a:path w="119428" h="252791">
                <a:moveTo>
                  <a:pt x="71259" y="88775"/>
                </a:moveTo>
                <a:lnTo>
                  <a:pt x="107884" y="88775"/>
                </a:lnTo>
                <a:cubicBezTo>
                  <a:pt x="115447" y="88775"/>
                  <a:pt x="119428" y="88775"/>
                  <a:pt x="119428" y="81610"/>
                </a:cubicBezTo>
                <a:cubicBezTo>
                  <a:pt x="119428" y="77231"/>
                  <a:pt x="117040" y="77231"/>
                  <a:pt x="109078" y="77231"/>
                </a:cubicBezTo>
                <a:lnTo>
                  <a:pt x="74046" y="77231"/>
                </a:lnTo>
                <a:lnTo>
                  <a:pt x="88775" y="19109"/>
                </a:lnTo>
                <a:cubicBezTo>
                  <a:pt x="90367" y="13535"/>
                  <a:pt x="90367" y="12739"/>
                  <a:pt x="90367" y="9953"/>
                </a:cubicBezTo>
                <a:cubicBezTo>
                  <a:pt x="90367" y="3583"/>
                  <a:pt x="85193" y="0"/>
                  <a:pt x="80017" y="0"/>
                </a:cubicBezTo>
                <a:cubicBezTo>
                  <a:pt x="76833" y="0"/>
                  <a:pt x="67677" y="1194"/>
                  <a:pt x="64491" y="13934"/>
                </a:cubicBezTo>
                <a:lnTo>
                  <a:pt x="48966" y="77231"/>
                </a:lnTo>
                <a:lnTo>
                  <a:pt x="11545" y="77231"/>
                </a:lnTo>
                <a:cubicBezTo>
                  <a:pt x="3583" y="77231"/>
                  <a:pt x="0" y="77231"/>
                  <a:pt x="0" y="84794"/>
                </a:cubicBezTo>
                <a:cubicBezTo>
                  <a:pt x="0" y="88775"/>
                  <a:pt x="2787" y="88775"/>
                  <a:pt x="10351" y="88775"/>
                </a:cubicBezTo>
                <a:lnTo>
                  <a:pt x="45781" y="88775"/>
                </a:lnTo>
                <a:lnTo>
                  <a:pt x="19507" y="193873"/>
                </a:lnTo>
                <a:cubicBezTo>
                  <a:pt x="16322" y="207806"/>
                  <a:pt x="15128" y="211787"/>
                  <a:pt x="15128" y="216962"/>
                </a:cubicBezTo>
                <a:cubicBezTo>
                  <a:pt x="15128" y="235673"/>
                  <a:pt x="28265" y="252791"/>
                  <a:pt x="50558" y="252791"/>
                </a:cubicBezTo>
                <a:cubicBezTo>
                  <a:pt x="90766" y="252791"/>
                  <a:pt x="112263" y="194669"/>
                  <a:pt x="112263" y="191882"/>
                </a:cubicBezTo>
                <a:cubicBezTo>
                  <a:pt x="112263" y="189494"/>
                  <a:pt x="110671" y="188299"/>
                  <a:pt x="108282" y="188299"/>
                </a:cubicBezTo>
                <a:cubicBezTo>
                  <a:pt x="107486" y="188299"/>
                  <a:pt x="105894" y="188299"/>
                  <a:pt x="105098" y="189892"/>
                </a:cubicBezTo>
                <a:cubicBezTo>
                  <a:pt x="104699" y="190290"/>
                  <a:pt x="104301" y="190688"/>
                  <a:pt x="101514" y="197057"/>
                </a:cubicBezTo>
                <a:cubicBezTo>
                  <a:pt x="93154" y="216962"/>
                  <a:pt x="74842" y="244829"/>
                  <a:pt x="51753" y="244829"/>
                </a:cubicBezTo>
                <a:cubicBezTo>
                  <a:pt x="39809" y="244829"/>
                  <a:pt x="39013" y="234876"/>
                  <a:pt x="39013" y="226118"/>
                </a:cubicBezTo>
                <a:cubicBezTo>
                  <a:pt x="39013" y="225720"/>
                  <a:pt x="39013" y="218156"/>
                  <a:pt x="40208" y="213379"/>
                </a:cubicBezTo>
                <a:lnTo>
                  <a:pt x="71259" y="88775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2">
            <a:extLst xmlns:a="http://schemas.openxmlformats.org/drawingml/2006/main">
              <a:ext uri="{FF2B5EF4-FFF2-40B4-BE49-F238E27FC236}">
                <a16:creationId xmlns:a16="http://schemas.microsoft.com/office/drawing/2014/main" id="{D122A5C9-BD80-4632-8E86-D799801E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749" y="2281309"/>
            <a:ext cx="105731" cy="466245"/>
          </a:xfrm>
          <a:custGeom xmlns:a="http://schemas.openxmlformats.org/drawingml/2006/main">
            <a:pathLst>
              <a:path w="90367" h="398494">
                <a:moveTo>
                  <a:pt x="90367" y="199446"/>
                </a:moveTo>
                <a:cubicBezTo>
                  <a:pt x="90367" y="169191"/>
                  <a:pt x="86387" y="119827"/>
                  <a:pt x="64093" y="73648"/>
                </a:cubicBezTo>
                <a:cubicBezTo>
                  <a:pt x="40606" y="25876"/>
                  <a:pt x="7961" y="0"/>
                  <a:pt x="3583" y="0"/>
                </a:cubicBezTo>
                <a:cubicBezTo>
                  <a:pt x="1991" y="0"/>
                  <a:pt x="0" y="796"/>
                  <a:pt x="0" y="3185"/>
                </a:cubicBezTo>
                <a:cubicBezTo>
                  <a:pt x="0" y="4379"/>
                  <a:pt x="0" y="5175"/>
                  <a:pt x="6768" y="11943"/>
                </a:cubicBezTo>
                <a:cubicBezTo>
                  <a:pt x="46577" y="52151"/>
                  <a:pt x="68870" y="117836"/>
                  <a:pt x="68870" y="199048"/>
                </a:cubicBezTo>
                <a:cubicBezTo>
                  <a:pt x="68870" y="276279"/>
                  <a:pt x="50160" y="342760"/>
                  <a:pt x="3981" y="389736"/>
                </a:cubicBezTo>
                <a:cubicBezTo>
                  <a:pt x="0" y="393319"/>
                  <a:pt x="0" y="394115"/>
                  <a:pt x="0" y="395309"/>
                </a:cubicBezTo>
                <a:cubicBezTo>
                  <a:pt x="0" y="397698"/>
                  <a:pt x="1991" y="398494"/>
                  <a:pt x="3583" y="398494"/>
                </a:cubicBezTo>
                <a:cubicBezTo>
                  <a:pt x="8759" y="398494"/>
                  <a:pt x="41402" y="369831"/>
                  <a:pt x="60909" y="330817"/>
                </a:cubicBezTo>
                <a:cubicBezTo>
                  <a:pt x="81211" y="290212"/>
                  <a:pt x="90367" y="247217"/>
                  <a:pt x="90367" y="199446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3">
            <a:extLst xmlns:a="http://schemas.openxmlformats.org/drawingml/2006/main">
              <a:ext uri="{FF2B5EF4-FFF2-40B4-BE49-F238E27FC236}">
                <a16:creationId xmlns:a16="http://schemas.microsoft.com/office/drawing/2014/main" id="{6C7BE3D0-FAFB-4093-95AF-BA13B42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6" y="2277468"/>
            <a:ext cx="105732" cy="466245"/>
          </a:xfrm>
          <a:custGeom xmlns:a="http://schemas.openxmlformats.org/drawingml/2006/main">
            <a:pathLst>
              <a:path w="90368" h="398494">
                <a:moveTo>
                  <a:pt x="90368" y="395309"/>
                </a:moveTo>
                <a:cubicBezTo>
                  <a:pt x="90368" y="394115"/>
                  <a:pt x="90368" y="393319"/>
                  <a:pt x="83600" y="386551"/>
                </a:cubicBezTo>
                <a:cubicBezTo>
                  <a:pt x="43790" y="346343"/>
                  <a:pt x="21497" y="280657"/>
                  <a:pt x="21497" y="199446"/>
                </a:cubicBezTo>
                <a:cubicBezTo>
                  <a:pt x="21497" y="122215"/>
                  <a:pt x="40208" y="55734"/>
                  <a:pt x="86387" y="8758"/>
                </a:cubicBezTo>
                <a:cubicBezTo>
                  <a:pt x="90368" y="5175"/>
                  <a:pt x="90368" y="4379"/>
                  <a:pt x="90368" y="3185"/>
                </a:cubicBezTo>
                <a:cubicBezTo>
                  <a:pt x="90368" y="796"/>
                  <a:pt x="88377" y="0"/>
                  <a:pt x="86785" y="0"/>
                </a:cubicBezTo>
                <a:cubicBezTo>
                  <a:pt x="81609" y="0"/>
                  <a:pt x="48966" y="28663"/>
                  <a:pt x="29459" y="67676"/>
                </a:cubicBezTo>
                <a:cubicBezTo>
                  <a:pt x="9156" y="107884"/>
                  <a:pt x="0" y="150480"/>
                  <a:pt x="0" y="199446"/>
                </a:cubicBezTo>
                <a:cubicBezTo>
                  <a:pt x="0" y="234876"/>
                  <a:pt x="5573" y="282250"/>
                  <a:pt x="26274" y="324846"/>
                </a:cubicBezTo>
                <a:cubicBezTo>
                  <a:pt x="49762" y="372617"/>
                  <a:pt x="82406" y="398494"/>
                  <a:pt x="86785" y="398494"/>
                </a:cubicBezTo>
                <a:cubicBezTo>
                  <a:pt x="88377" y="398494"/>
                  <a:pt x="90368" y="397698"/>
                  <a:pt x="90368" y="395309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4">
            <a:extLst xmlns:a="http://schemas.openxmlformats.org/drawingml/2006/main">
              <a:ext uri="{FF2B5EF4-FFF2-40B4-BE49-F238E27FC236}">
                <a16:creationId xmlns:a16="http://schemas.microsoft.com/office/drawing/2014/main" id="{31242555-C933-4716-B6E5-1ABA99A8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700" y="2419993"/>
            <a:ext cx="196093" cy="206806"/>
          </a:xfrm>
          <a:custGeom xmlns:a="http://schemas.openxmlformats.org/drawingml/2006/main">
            <a:pathLst>
              <a:path w="167598" h="176754">
                <a:moveTo>
                  <a:pt x="162821" y="15128"/>
                </a:moveTo>
                <a:cubicBezTo>
                  <a:pt x="166404" y="10749"/>
                  <a:pt x="166404" y="9952"/>
                  <a:pt x="166404" y="7564"/>
                </a:cubicBezTo>
                <a:cubicBezTo>
                  <a:pt x="166404" y="0"/>
                  <a:pt x="162423" y="0"/>
                  <a:pt x="154859" y="0"/>
                </a:cubicBezTo>
                <a:lnTo>
                  <a:pt x="10749" y="0"/>
                </a:lnTo>
                <a:lnTo>
                  <a:pt x="6369" y="68472"/>
                </a:lnTo>
                <a:lnTo>
                  <a:pt x="23090" y="68472"/>
                </a:lnTo>
                <a:cubicBezTo>
                  <a:pt x="25478" y="30653"/>
                  <a:pt x="34236" y="13137"/>
                  <a:pt x="78425" y="13137"/>
                </a:cubicBezTo>
                <a:lnTo>
                  <a:pt x="114253" y="13137"/>
                </a:lnTo>
                <a:lnTo>
                  <a:pt x="3583" y="160830"/>
                </a:lnTo>
                <a:cubicBezTo>
                  <a:pt x="0" y="165209"/>
                  <a:pt x="0" y="166006"/>
                  <a:pt x="0" y="168792"/>
                </a:cubicBezTo>
                <a:cubicBezTo>
                  <a:pt x="0" y="176754"/>
                  <a:pt x="3583" y="176754"/>
                  <a:pt x="11545" y="176754"/>
                </a:cubicBezTo>
                <a:lnTo>
                  <a:pt x="160831" y="176754"/>
                </a:lnTo>
                <a:lnTo>
                  <a:pt x="167598" y="97931"/>
                </a:lnTo>
                <a:lnTo>
                  <a:pt x="150878" y="97931"/>
                </a:lnTo>
                <a:cubicBezTo>
                  <a:pt x="147694" y="140130"/>
                  <a:pt x="138936" y="162423"/>
                  <a:pt x="88775" y="162423"/>
                </a:cubicBezTo>
                <a:lnTo>
                  <a:pt x="52548" y="162423"/>
                </a:lnTo>
                <a:lnTo>
                  <a:pt x="162821" y="15128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5">
            <a:extLst xmlns:a="http://schemas.openxmlformats.org/drawingml/2006/main">
              <a:ext uri="{FF2B5EF4-FFF2-40B4-BE49-F238E27FC236}">
                <a16:creationId xmlns:a16="http://schemas.microsoft.com/office/drawing/2014/main" id="{02FD243A-767F-4BD0-8A24-5B1EC292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913" y="2502595"/>
            <a:ext cx="100919" cy="197180"/>
          </a:xfrm>
          <a:custGeom xmlns:a="http://schemas.openxmlformats.org/drawingml/2006/main">
            <a:pathLst>
              <a:path w="86254" h="168527">
                <a:moveTo>
                  <a:pt x="52018" y="60245"/>
                </a:moveTo>
                <a:lnTo>
                  <a:pt x="78027" y="60245"/>
                </a:lnTo>
                <a:cubicBezTo>
                  <a:pt x="83069" y="60245"/>
                  <a:pt x="86254" y="60245"/>
                  <a:pt x="86254" y="55202"/>
                </a:cubicBezTo>
                <a:cubicBezTo>
                  <a:pt x="86254" y="51487"/>
                  <a:pt x="82804" y="51487"/>
                  <a:pt x="78292" y="51487"/>
                </a:cubicBezTo>
                <a:lnTo>
                  <a:pt x="54141" y="51487"/>
                </a:lnTo>
                <a:lnTo>
                  <a:pt x="63695" y="13801"/>
                </a:lnTo>
                <a:cubicBezTo>
                  <a:pt x="64757" y="9820"/>
                  <a:pt x="64757" y="8493"/>
                  <a:pt x="64757" y="8227"/>
                </a:cubicBezTo>
                <a:cubicBezTo>
                  <a:pt x="64757" y="2654"/>
                  <a:pt x="60510" y="0"/>
                  <a:pt x="55998" y="0"/>
                </a:cubicBezTo>
                <a:cubicBezTo>
                  <a:pt x="46975" y="0"/>
                  <a:pt x="45117" y="7166"/>
                  <a:pt x="42198" y="19109"/>
                </a:cubicBezTo>
                <a:lnTo>
                  <a:pt x="33971" y="51487"/>
                </a:lnTo>
                <a:lnTo>
                  <a:pt x="8492" y="51487"/>
                </a:lnTo>
                <a:cubicBezTo>
                  <a:pt x="3450" y="51487"/>
                  <a:pt x="0" y="51487"/>
                  <a:pt x="0" y="56530"/>
                </a:cubicBezTo>
                <a:cubicBezTo>
                  <a:pt x="0" y="60245"/>
                  <a:pt x="3450" y="60245"/>
                  <a:pt x="7962" y="60245"/>
                </a:cubicBezTo>
                <a:lnTo>
                  <a:pt x="31848" y="60245"/>
                </a:lnTo>
                <a:lnTo>
                  <a:pt x="15924" y="123940"/>
                </a:lnTo>
                <a:cubicBezTo>
                  <a:pt x="14331" y="130575"/>
                  <a:pt x="11943" y="139864"/>
                  <a:pt x="11943" y="143580"/>
                </a:cubicBezTo>
                <a:cubicBezTo>
                  <a:pt x="11943" y="159504"/>
                  <a:pt x="24947" y="168527"/>
                  <a:pt x="39013" y="168527"/>
                </a:cubicBezTo>
                <a:cubicBezTo>
                  <a:pt x="67411" y="168527"/>
                  <a:pt x="83600" y="131106"/>
                  <a:pt x="83600" y="127921"/>
                </a:cubicBezTo>
                <a:cubicBezTo>
                  <a:pt x="83600" y="125002"/>
                  <a:pt x="81211" y="124471"/>
                  <a:pt x="79619" y="124471"/>
                </a:cubicBezTo>
                <a:cubicBezTo>
                  <a:pt x="76700" y="124471"/>
                  <a:pt x="76434" y="125533"/>
                  <a:pt x="74577" y="129514"/>
                </a:cubicBezTo>
                <a:cubicBezTo>
                  <a:pt x="69269" y="142253"/>
                  <a:pt x="55998" y="161096"/>
                  <a:pt x="39810" y="161096"/>
                </a:cubicBezTo>
                <a:cubicBezTo>
                  <a:pt x="34236" y="161096"/>
                  <a:pt x="31052" y="157381"/>
                  <a:pt x="31052" y="148622"/>
                </a:cubicBezTo>
                <a:cubicBezTo>
                  <a:pt x="31052" y="143580"/>
                  <a:pt x="31848" y="140660"/>
                  <a:pt x="32644" y="137210"/>
                </a:cubicBezTo>
                <a:lnTo>
                  <a:pt x="52018" y="60245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6">
            <a:extLst xmlns:a="http://schemas.openxmlformats.org/drawingml/2006/main">
              <a:ext uri="{FF2B5EF4-FFF2-40B4-BE49-F238E27FC236}">
                <a16:creationId xmlns:a16="http://schemas.microsoft.com/office/drawing/2014/main" id="{A620D6D5-F743-45F3-BC83-C905B1FE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222" y="2581626"/>
            <a:ext cx="50304" cy="135076"/>
          </a:xfrm>
          <a:custGeom xmlns:a="http://schemas.openxmlformats.org/drawingml/2006/main">
            <a:pathLst>
              <a:path w="42994" h="115447">
                <a:moveTo>
                  <a:pt x="42994" y="40208"/>
                </a:moveTo>
                <a:cubicBezTo>
                  <a:pt x="42994" y="17118"/>
                  <a:pt x="35430" y="0"/>
                  <a:pt x="19109" y="0"/>
                </a:cubicBezTo>
                <a:cubicBezTo>
                  <a:pt x="6369" y="0"/>
                  <a:pt x="0" y="10350"/>
                  <a:pt x="0" y="19109"/>
                </a:cubicBezTo>
                <a:cubicBezTo>
                  <a:pt x="0" y="27866"/>
                  <a:pt x="5971" y="38615"/>
                  <a:pt x="19507" y="38615"/>
                </a:cubicBezTo>
                <a:cubicBezTo>
                  <a:pt x="24682" y="38615"/>
                  <a:pt x="29061" y="37023"/>
                  <a:pt x="32644" y="33440"/>
                </a:cubicBezTo>
                <a:cubicBezTo>
                  <a:pt x="33440" y="32644"/>
                  <a:pt x="33838" y="32644"/>
                  <a:pt x="34236" y="32644"/>
                </a:cubicBezTo>
                <a:cubicBezTo>
                  <a:pt x="35032" y="32644"/>
                  <a:pt x="35032" y="38217"/>
                  <a:pt x="35032" y="40208"/>
                </a:cubicBezTo>
                <a:cubicBezTo>
                  <a:pt x="35032" y="53345"/>
                  <a:pt x="32644" y="79221"/>
                  <a:pt x="9555" y="105097"/>
                </a:cubicBezTo>
                <a:cubicBezTo>
                  <a:pt x="5175" y="109874"/>
                  <a:pt x="5175" y="110670"/>
                  <a:pt x="5175" y="111467"/>
                </a:cubicBezTo>
                <a:cubicBezTo>
                  <a:pt x="5175" y="113457"/>
                  <a:pt x="7166" y="115447"/>
                  <a:pt x="9156" y="115447"/>
                </a:cubicBezTo>
                <a:cubicBezTo>
                  <a:pt x="12341" y="115447"/>
                  <a:pt x="42994" y="85989"/>
                  <a:pt x="42994" y="40208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7">
            <a:extLst xmlns:a="http://schemas.openxmlformats.org/drawingml/2006/main">
              <a:ext uri="{FF2B5EF4-FFF2-40B4-BE49-F238E27FC236}">
                <a16:creationId xmlns:a16="http://schemas.microsoft.com/office/drawing/2014/main" id="{79CF7EDA-9B25-4F55-800E-B33D9970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262" y="2335686"/>
            <a:ext cx="139733" cy="295770"/>
          </a:xfrm>
          <a:custGeom xmlns:a="http://schemas.openxmlformats.org/drawingml/2006/main">
            <a:pathLst>
              <a:path w="119428" h="252791">
                <a:moveTo>
                  <a:pt x="71259" y="88775"/>
                </a:moveTo>
                <a:lnTo>
                  <a:pt x="107884" y="88775"/>
                </a:lnTo>
                <a:cubicBezTo>
                  <a:pt x="115448" y="88775"/>
                  <a:pt x="119428" y="88775"/>
                  <a:pt x="119428" y="81610"/>
                </a:cubicBezTo>
                <a:cubicBezTo>
                  <a:pt x="119428" y="77231"/>
                  <a:pt x="117040" y="77231"/>
                  <a:pt x="109078" y="77231"/>
                </a:cubicBezTo>
                <a:lnTo>
                  <a:pt x="74045" y="77231"/>
                </a:lnTo>
                <a:lnTo>
                  <a:pt x="88775" y="19109"/>
                </a:lnTo>
                <a:cubicBezTo>
                  <a:pt x="90368" y="13535"/>
                  <a:pt x="90368" y="12739"/>
                  <a:pt x="90368" y="9953"/>
                </a:cubicBezTo>
                <a:cubicBezTo>
                  <a:pt x="90368" y="3583"/>
                  <a:pt x="85193" y="0"/>
                  <a:pt x="80017" y="0"/>
                </a:cubicBezTo>
                <a:cubicBezTo>
                  <a:pt x="76833" y="0"/>
                  <a:pt x="67676" y="1194"/>
                  <a:pt x="64491" y="13934"/>
                </a:cubicBezTo>
                <a:lnTo>
                  <a:pt x="48966" y="77231"/>
                </a:lnTo>
                <a:lnTo>
                  <a:pt x="11545" y="77231"/>
                </a:lnTo>
                <a:cubicBezTo>
                  <a:pt x="3583" y="77231"/>
                  <a:pt x="0" y="77231"/>
                  <a:pt x="0" y="84794"/>
                </a:cubicBezTo>
                <a:cubicBezTo>
                  <a:pt x="0" y="88775"/>
                  <a:pt x="2787" y="88775"/>
                  <a:pt x="10351" y="88775"/>
                </a:cubicBezTo>
                <a:lnTo>
                  <a:pt x="45781" y="88775"/>
                </a:lnTo>
                <a:lnTo>
                  <a:pt x="19507" y="193873"/>
                </a:lnTo>
                <a:cubicBezTo>
                  <a:pt x="16322" y="207806"/>
                  <a:pt x="15128" y="211787"/>
                  <a:pt x="15128" y="216962"/>
                </a:cubicBezTo>
                <a:cubicBezTo>
                  <a:pt x="15128" y="235673"/>
                  <a:pt x="28265" y="252791"/>
                  <a:pt x="50558" y="252791"/>
                </a:cubicBezTo>
                <a:cubicBezTo>
                  <a:pt x="90766" y="252791"/>
                  <a:pt x="112263" y="194669"/>
                  <a:pt x="112263" y="191882"/>
                </a:cubicBezTo>
                <a:cubicBezTo>
                  <a:pt x="112263" y="189494"/>
                  <a:pt x="110670" y="188299"/>
                  <a:pt x="108282" y="188299"/>
                </a:cubicBezTo>
                <a:cubicBezTo>
                  <a:pt x="107486" y="188299"/>
                  <a:pt x="105893" y="188299"/>
                  <a:pt x="105097" y="189892"/>
                </a:cubicBezTo>
                <a:cubicBezTo>
                  <a:pt x="104699" y="190290"/>
                  <a:pt x="104301" y="190688"/>
                  <a:pt x="101515" y="197057"/>
                </a:cubicBezTo>
                <a:cubicBezTo>
                  <a:pt x="93155" y="216962"/>
                  <a:pt x="74842" y="244829"/>
                  <a:pt x="51752" y="244829"/>
                </a:cubicBezTo>
                <a:cubicBezTo>
                  <a:pt x="39810" y="244829"/>
                  <a:pt x="39013" y="234876"/>
                  <a:pt x="39013" y="226118"/>
                </a:cubicBezTo>
                <a:cubicBezTo>
                  <a:pt x="39013" y="225720"/>
                  <a:pt x="39013" y="218156"/>
                  <a:pt x="40208" y="213379"/>
                </a:cubicBezTo>
                <a:lnTo>
                  <a:pt x="71259" y="88775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8">
            <a:extLst xmlns:a="http://schemas.openxmlformats.org/drawingml/2006/main">
              <a:ext uri="{FF2B5EF4-FFF2-40B4-BE49-F238E27FC236}">
                <a16:creationId xmlns:a16="http://schemas.microsoft.com/office/drawing/2014/main" id="{6F82D90E-B3D5-4B82-925B-44A8F7D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325" y="2277468"/>
            <a:ext cx="105732" cy="466245"/>
          </a:xfrm>
          <a:custGeom xmlns:a="http://schemas.openxmlformats.org/drawingml/2006/main">
            <a:pathLst>
              <a:path w="90368" h="398494">
                <a:moveTo>
                  <a:pt x="90368" y="199446"/>
                </a:moveTo>
                <a:cubicBezTo>
                  <a:pt x="90368" y="169191"/>
                  <a:pt x="86387" y="119827"/>
                  <a:pt x="64093" y="73648"/>
                </a:cubicBezTo>
                <a:cubicBezTo>
                  <a:pt x="40606" y="25876"/>
                  <a:pt x="7962" y="0"/>
                  <a:pt x="3583" y="0"/>
                </a:cubicBezTo>
                <a:cubicBezTo>
                  <a:pt x="1991" y="0"/>
                  <a:pt x="0" y="796"/>
                  <a:pt x="0" y="3185"/>
                </a:cubicBezTo>
                <a:cubicBezTo>
                  <a:pt x="0" y="4379"/>
                  <a:pt x="0" y="5175"/>
                  <a:pt x="6768" y="11943"/>
                </a:cubicBezTo>
                <a:cubicBezTo>
                  <a:pt x="46577" y="52151"/>
                  <a:pt x="68871" y="117836"/>
                  <a:pt x="68871" y="199048"/>
                </a:cubicBezTo>
                <a:cubicBezTo>
                  <a:pt x="68871" y="276279"/>
                  <a:pt x="50160" y="342760"/>
                  <a:pt x="3981" y="389736"/>
                </a:cubicBezTo>
                <a:cubicBezTo>
                  <a:pt x="0" y="393319"/>
                  <a:pt x="0" y="394115"/>
                  <a:pt x="0" y="395309"/>
                </a:cubicBezTo>
                <a:cubicBezTo>
                  <a:pt x="0" y="397698"/>
                  <a:pt x="1991" y="398494"/>
                  <a:pt x="3583" y="398494"/>
                </a:cubicBezTo>
                <a:cubicBezTo>
                  <a:pt x="8758" y="398494"/>
                  <a:pt x="41402" y="369831"/>
                  <a:pt x="60909" y="330817"/>
                </a:cubicBezTo>
                <a:cubicBezTo>
                  <a:pt x="81211" y="290212"/>
                  <a:pt x="90368" y="247217"/>
                  <a:pt x="90368" y="199446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9">
            <a:extLst xmlns:a="http://schemas.openxmlformats.org/drawingml/2006/main">
              <a:ext uri="{FF2B5EF4-FFF2-40B4-BE49-F238E27FC236}">
                <a16:creationId xmlns:a16="http://schemas.microsoft.com/office/drawing/2014/main" id="{EAA17C97-4A04-4D1C-BD7B-5F8AED76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184" y="2748262"/>
            <a:ext cx="312848" cy="554277"/>
          </a:xfrm>
          <a:custGeom xmlns:a="http://schemas.openxmlformats.org/drawingml/2006/main">
            <a:pathLst>
              <a:path w="267387" h="473734">
                <a:moveTo>
                  <a:pt x="267387" y="133362"/>
                </a:moveTo>
                <a:cubicBezTo>
                  <a:pt x="267387" y="65686"/>
                  <a:pt x="246156" y="0"/>
                  <a:pt x="191749" y="0"/>
                </a:cubicBezTo>
                <a:cubicBezTo>
                  <a:pt x="98860" y="0"/>
                  <a:pt x="0" y="194404"/>
                  <a:pt x="0" y="340372"/>
                </a:cubicBezTo>
                <a:cubicBezTo>
                  <a:pt x="0" y="370892"/>
                  <a:pt x="6635" y="473734"/>
                  <a:pt x="76302" y="473734"/>
                </a:cubicBezTo>
                <a:cubicBezTo>
                  <a:pt x="166537" y="473734"/>
                  <a:pt x="267387" y="283975"/>
                  <a:pt x="267387" y="133362"/>
                </a:cubicBezTo>
                <a:moveTo>
                  <a:pt x="66349" y="226915"/>
                </a:moveTo>
                <a:cubicBezTo>
                  <a:pt x="76302" y="187768"/>
                  <a:pt x="90235" y="132035"/>
                  <a:pt x="116775" y="84927"/>
                </a:cubicBezTo>
                <a:cubicBezTo>
                  <a:pt x="138670" y="45118"/>
                  <a:pt x="161892" y="13270"/>
                  <a:pt x="191086" y="13270"/>
                </a:cubicBezTo>
                <a:cubicBezTo>
                  <a:pt x="212981" y="13270"/>
                  <a:pt x="227578" y="31848"/>
                  <a:pt x="227578" y="95543"/>
                </a:cubicBezTo>
                <a:cubicBezTo>
                  <a:pt x="227578" y="119429"/>
                  <a:pt x="225587" y="152603"/>
                  <a:pt x="206346" y="226915"/>
                </a:cubicBezTo>
                <a:lnTo>
                  <a:pt x="66349" y="226915"/>
                </a:lnTo>
                <a:moveTo>
                  <a:pt x="201702" y="246819"/>
                </a:moveTo>
                <a:cubicBezTo>
                  <a:pt x="185115" y="311842"/>
                  <a:pt x="171181" y="353642"/>
                  <a:pt x="147296" y="395442"/>
                </a:cubicBezTo>
                <a:cubicBezTo>
                  <a:pt x="128054" y="429280"/>
                  <a:pt x="104832" y="460464"/>
                  <a:pt x="76965" y="460464"/>
                </a:cubicBezTo>
                <a:cubicBezTo>
                  <a:pt x="56397" y="460464"/>
                  <a:pt x="39810" y="444540"/>
                  <a:pt x="39810" y="378854"/>
                </a:cubicBezTo>
                <a:cubicBezTo>
                  <a:pt x="39810" y="335727"/>
                  <a:pt x="50425" y="290610"/>
                  <a:pt x="61041" y="246819"/>
                </a:cubicBezTo>
                <a:lnTo>
                  <a:pt x="201702" y="2468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100">
            <a:extLst xmlns:a="http://schemas.openxmlformats.org/drawingml/2006/main">
              <a:ext uri="{FF2B5EF4-FFF2-40B4-BE49-F238E27FC236}">
                <a16:creationId xmlns:a16="http://schemas.microsoft.com/office/drawing/2014/main" id="{7024B5EE-E2C5-4CDE-96EB-A29DEF57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967" y="2882942"/>
            <a:ext cx="21548" cy="280136"/>
          </a:xfrm>
          <a:custGeom xmlns:a="http://schemas.openxmlformats.org/drawingml/2006/main">
            <a:pathLst>
              <a:path w="18417" h="239429">
                <a:moveTo>
                  <a:pt x="9208" y="239429"/>
                </a:moveTo>
                <a:lnTo>
                  <a:pt x="18417" y="239429"/>
                </a:lnTo>
                <a:lnTo>
                  <a:pt x="18417" y="209500"/>
                </a:lnTo>
                <a:lnTo>
                  <a:pt x="9208" y="209500"/>
                </a:lnTo>
                <a:lnTo>
                  <a:pt x="0" y="209500"/>
                </a:lnTo>
                <a:lnTo>
                  <a:pt x="0" y="239429"/>
                </a:lnTo>
                <a:lnTo>
                  <a:pt x="9208" y="239429"/>
                </a:lnTo>
                <a:moveTo>
                  <a:pt x="9208" y="149643"/>
                </a:moveTo>
                <a:lnTo>
                  <a:pt x="18417" y="149643"/>
                </a:lnTo>
                <a:lnTo>
                  <a:pt x="18417" y="89786"/>
                </a:lnTo>
                <a:lnTo>
                  <a:pt x="9208" y="89786"/>
                </a:lnTo>
                <a:lnTo>
                  <a:pt x="0" y="89786"/>
                </a:lnTo>
                <a:lnTo>
                  <a:pt x="0" y="149643"/>
                </a:lnTo>
                <a:lnTo>
                  <a:pt x="9208" y="149643"/>
                </a:lnTo>
                <a:moveTo>
                  <a:pt x="9208" y="29928"/>
                </a:moveTo>
                <a:lnTo>
                  <a:pt x="18417" y="29928"/>
                </a:lnTo>
                <a:lnTo>
                  <a:pt x="18417" y="0"/>
                </a:lnTo>
                <a:lnTo>
                  <a:pt x="9208" y="0"/>
                </a:lnTo>
                <a:lnTo>
                  <a:pt x="0" y="0"/>
                </a:lnTo>
                <a:lnTo>
                  <a:pt x="0" y="29928"/>
                </a:lnTo>
                <a:lnTo>
                  <a:pt x="9208" y="29928"/>
                </a:lnTo>
                <a:moveTo>
                  <a:pt x="9208" y="239429"/>
                </a:moveTo>
                <a:lnTo>
                  <a:pt x="18417" y="239429"/>
                </a:lnTo>
                <a:lnTo>
                  <a:pt x="18417" y="209500"/>
                </a:lnTo>
                <a:lnTo>
                  <a:pt x="9208" y="209500"/>
                </a:lnTo>
                <a:lnTo>
                  <a:pt x="0" y="209500"/>
                </a:lnTo>
                <a:lnTo>
                  <a:pt x="0" y="239429"/>
                </a:lnTo>
                <a:lnTo>
                  <a:pt x="9208" y="239429"/>
                </a:lnTo>
                <a:moveTo>
                  <a:pt x="9208" y="149643"/>
                </a:moveTo>
                <a:lnTo>
                  <a:pt x="18417" y="149643"/>
                </a:lnTo>
                <a:lnTo>
                  <a:pt x="18417" y="89786"/>
                </a:lnTo>
                <a:lnTo>
                  <a:pt x="9208" y="89786"/>
                </a:lnTo>
                <a:lnTo>
                  <a:pt x="0" y="89786"/>
                </a:lnTo>
                <a:lnTo>
                  <a:pt x="0" y="149643"/>
                </a:lnTo>
                <a:lnTo>
                  <a:pt x="9208" y="149643"/>
                </a:lnTo>
                <a:moveTo>
                  <a:pt x="9208" y="29928"/>
                </a:moveTo>
                <a:lnTo>
                  <a:pt x="18417" y="29928"/>
                </a:lnTo>
                <a:lnTo>
                  <a:pt x="18417" y="0"/>
                </a:lnTo>
                <a:lnTo>
                  <a:pt x="9208" y="0"/>
                </a:lnTo>
                <a:lnTo>
                  <a:pt x="0" y="0"/>
                </a:lnTo>
                <a:lnTo>
                  <a:pt x="0" y="29928"/>
                </a:lnTo>
                <a:lnTo>
                  <a:pt x="9208" y="2992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1">
            <a:extLst xmlns:a="http://schemas.openxmlformats.org/drawingml/2006/main">
              <a:ext uri="{FF2B5EF4-FFF2-40B4-BE49-F238E27FC236}">
                <a16:creationId xmlns:a16="http://schemas.microsoft.com/office/drawing/2014/main" id="{2F346919-719C-403F-9C3E-5420CD52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023" y="2960804"/>
            <a:ext cx="377106" cy="124413"/>
          </a:xfrm>
          <a:custGeom xmlns:a="http://schemas.openxmlformats.org/drawingml/2006/main">
            <a:pathLst>
              <a:path w="322308" h="106334">
                <a:moveTo>
                  <a:pt x="322308" y="53167"/>
                </a:moveTo>
                <a:lnTo>
                  <a:pt x="230220" y="0"/>
                </a:lnTo>
                <a:lnTo>
                  <a:pt x="230220" y="106334"/>
                </a:lnTo>
                <a:lnTo>
                  <a:pt x="322308" y="53167"/>
                </a:lnTo>
                <a:moveTo>
                  <a:pt x="0" y="53167"/>
                </a:moveTo>
                <a:lnTo>
                  <a:pt x="0" y="62376"/>
                </a:lnTo>
                <a:lnTo>
                  <a:pt x="239429" y="62376"/>
                </a:lnTo>
                <a:lnTo>
                  <a:pt x="239429" y="53167"/>
                </a:lnTo>
                <a:lnTo>
                  <a:pt x="239429" y="43958"/>
                </a:lnTo>
                <a:lnTo>
                  <a:pt x="0" y="43958"/>
                </a:lnTo>
                <a:lnTo>
                  <a:pt x="0" y="531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2">
            <a:extLst xmlns:a="http://schemas.openxmlformats.org/drawingml/2006/main">
              <a:ext uri="{FF2B5EF4-FFF2-40B4-BE49-F238E27FC236}">
                <a16:creationId xmlns:a16="http://schemas.microsoft.com/office/drawing/2014/main" id="{42A74406-6560-4A25-B523-333BAF9F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699" y="2960804"/>
            <a:ext cx="377106" cy="124413"/>
          </a:xfrm>
          <a:custGeom xmlns:a="http://schemas.openxmlformats.org/drawingml/2006/main">
            <a:pathLst>
              <a:path w="322308" h="106334">
                <a:moveTo>
                  <a:pt x="322308" y="53167"/>
                </a:moveTo>
                <a:lnTo>
                  <a:pt x="230220" y="0"/>
                </a:lnTo>
                <a:lnTo>
                  <a:pt x="230220" y="106334"/>
                </a:lnTo>
                <a:lnTo>
                  <a:pt x="322308" y="53167"/>
                </a:lnTo>
                <a:moveTo>
                  <a:pt x="0" y="53167"/>
                </a:moveTo>
                <a:lnTo>
                  <a:pt x="0" y="62376"/>
                </a:lnTo>
                <a:lnTo>
                  <a:pt x="239429" y="62376"/>
                </a:lnTo>
                <a:lnTo>
                  <a:pt x="239429" y="53167"/>
                </a:lnTo>
                <a:lnTo>
                  <a:pt x="239429" y="43958"/>
                </a:lnTo>
                <a:lnTo>
                  <a:pt x="0" y="43958"/>
                </a:lnTo>
                <a:lnTo>
                  <a:pt x="0" y="531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3">
            <a:extLst xmlns:a="http://schemas.openxmlformats.org/drawingml/2006/main">
              <a:ext uri="{FF2B5EF4-FFF2-40B4-BE49-F238E27FC236}">
                <a16:creationId xmlns:a16="http://schemas.microsoft.com/office/drawing/2014/main" id="{667F338C-24DE-4A1E-88FE-5E906F4E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3163078"/>
            <a:ext cx="2866008" cy="754213"/>
          </a:xfrm>
          <a:custGeom xmlns:a="http://schemas.openxmlformats.org/drawingml/2006/main">
            <a:pathLst>
              <a:path w="2449541" h="644616">
                <a:moveTo>
                  <a:pt x="0" y="33152"/>
                </a:moveTo>
                <a:cubicBezTo>
                  <a:pt x="0" y="14843"/>
                  <a:pt x="14843" y="0"/>
                  <a:pt x="33152" y="0"/>
                </a:cubicBezTo>
                <a:lnTo>
                  <a:pt x="2416390" y="0"/>
                </a:lnTo>
                <a:cubicBezTo>
                  <a:pt x="2434699" y="0"/>
                  <a:pt x="2449541" y="14843"/>
                  <a:pt x="2449541" y="33152"/>
                </a:cubicBezTo>
                <a:lnTo>
                  <a:pt x="2449541" y="611465"/>
                </a:lnTo>
                <a:cubicBezTo>
                  <a:pt x="2449541" y="629774"/>
                  <a:pt x="2434699" y="644616"/>
                  <a:pt x="2416390" y="644616"/>
                </a:cubicBezTo>
                <a:lnTo>
                  <a:pt x="33152" y="644616"/>
                </a:lnTo>
                <a:cubicBezTo>
                  <a:pt x="14843" y="644616"/>
                  <a:pt x="0" y="629774"/>
                  <a:pt x="0" y="611465"/>
                </a:cubicBezTo>
                <a:lnTo>
                  <a:pt x="0" y="33152"/>
                </a:lnTo>
              </a:path>
            </a:pathLst>
          </a:custGeom>
          <a:solidFill xmlns:a="http://schemas.openxmlformats.org/drawingml/2006/main">
            <a:srgbClr val="06AEE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4">
            <a:extLst xmlns:a="http://schemas.openxmlformats.org/drawingml/2006/main">
              <a:ext uri="{FF2B5EF4-FFF2-40B4-BE49-F238E27FC236}">
                <a16:creationId xmlns:a16="http://schemas.microsoft.com/office/drawing/2014/main" id="{109A9ABF-D269-4D3C-9867-52835B08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3836214"/>
            <a:ext cx="82358" cy="81078"/>
          </a:xfrm>
          <a:custGeom xmlns:a="http://schemas.openxmlformats.org/drawingml/2006/main">
            <a:pathLst>
              <a:path w="70390" h="69296">
                <a:moveTo>
                  <a:pt x="70390" y="60087"/>
                </a:moveTo>
                <a:lnTo>
                  <a:pt x="70390" y="50878"/>
                </a:lnTo>
                <a:lnTo>
                  <a:pt x="33152" y="50878"/>
                </a:lnTo>
                <a:lnTo>
                  <a:pt x="25715" y="48867"/>
                </a:lnTo>
                <a:lnTo>
                  <a:pt x="20429" y="43581"/>
                </a:lnTo>
                <a:lnTo>
                  <a:pt x="18417" y="36144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144"/>
                </a:lnTo>
                <a:lnTo>
                  <a:pt x="2605" y="49048"/>
                </a:lnTo>
                <a:lnTo>
                  <a:pt x="9710" y="59586"/>
                </a:lnTo>
                <a:lnTo>
                  <a:pt x="20248" y="66691"/>
                </a:lnTo>
                <a:lnTo>
                  <a:pt x="33152" y="69296"/>
                </a:lnTo>
                <a:lnTo>
                  <a:pt x="70390" y="69296"/>
                </a:lnTo>
                <a:lnTo>
                  <a:pt x="70390" y="60087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5">
            <a:extLst xmlns:a="http://schemas.openxmlformats.org/drawingml/2006/main">
              <a:ext uri="{FF2B5EF4-FFF2-40B4-BE49-F238E27FC236}">
                <a16:creationId xmlns:a16="http://schemas.microsoft.com/office/drawing/2014/main" id="{BC0DAD20-0898-48E4-9AAB-F8D4D0E8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3667054"/>
            <a:ext cx="21549" cy="84579"/>
          </a:xfrm>
          <a:custGeom xmlns:a="http://schemas.openxmlformats.org/drawingml/2006/main">
            <a:pathLst>
              <a:path w="18417" h="72289">
                <a:moveTo>
                  <a:pt x="9209" y="72289"/>
                </a:move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6">
            <a:extLst xmlns:a="http://schemas.openxmlformats.org/drawingml/2006/main">
              <a:ext uri="{FF2B5EF4-FFF2-40B4-BE49-F238E27FC236}">
                <a16:creationId xmlns:a16="http://schemas.microsoft.com/office/drawing/2014/main" id="{7B8E586D-6F0C-443C-81EA-630C2A9C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3497895"/>
            <a:ext cx="21549" cy="84579"/>
          </a:xfrm>
          <a:custGeom xmlns:a="http://schemas.openxmlformats.org/drawingml/2006/main">
            <a:pathLst>
              <a:path w="18417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7">
            <a:extLst xmlns:a="http://schemas.openxmlformats.org/drawingml/2006/main">
              <a:ext uri="{FF2B5EF4-FFF2-40B4-BE49-F238E27FC236}">
                <a16:creationId xmlns:a16="http://schemas.microsoft.com/office/drawing/2014/main" id="{8BEE892A-E7E7-41D3-AB25-FAD3752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3328736"/>
            <a:ext cx="21549" cy="84579"/>
          </a:xfrm>
          <a:custGeom xmlns:a="http://schemas.openxmlformats.org/drawingml/2006/main">
            <a:pathLst>
              <a:path w="18417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8">
            <a:extLst xmlns:a="http://schemas.openxmlformats.org/drawingml/2006/main">
              <a:ext uri="{FF2B5EF4-FFF2-40B4-BE49-F238E27FC236}">
                <a16:creationId xmlns:a16="http://schemas.microsoft.com/office/drawing/2014/main" id="{320FAB6D-1AE1-46F6-B6E0-E75FE740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3163078"/>
            <a:ext cx="82357" cy="81078"/>
          </a:xfrm>
          <a:custGeom xmlns:a="http://schemas.openxmlformats.org/drawingml/2006/main">
            <a:pathLst>
              <a:path w="70390" h="69296">
                <a:moveTo>
                  <a:pt x="9209" y="69296"/>
                </a:moveTo>
                <a:lnTo>
                  <a:pt x="18417" y="69296"/>
                </a:lnTo>
                <a:lnTo>
                  <a:pt x="18417" y="33152"/>
                </a:lnTo>
                <a:lnTo>
                  <a:pt x="20429" y="25715"/>
                </a:lnTo>
                <a:lnTo>
                  <a:pt x="25715" y="20429"/>
                </a:lnTo>
                <a:lnTo>
                  <a:pt x="33152" y="18418"/>
                </a:lnTo>
                <a:lnTo>
                  <a:pt x="70390" y="18418"/>
                </a:lnTo>
                <a:lnTo>
                  <a:pt x="70390" y="9209"/>
                </a:lnTo>
                <a:lnTo>
                  <a:pt x="70390" y="0"/>
                </a:lnTo>
                <a:lnTo>
                  <a:pt x="33152" y="0"/>
                </a:lnTo>
                <a:lnTo>
                  <a:pt x="20248" y="2605"/>
                </a:lnTo>
                <a:lnTo>
                  <a:pt x="9710" y="9710"/>
                </a:lnTo>
                <a:lnTo>
                  <a:pt x="2605" y="20248"/>
                </a:lnTo>
                <a:lnTo>
                  <a:pt x="0" y="33152"/>
                </a:lnTo>
                <a:lnTo>
                  <a:pt x="0" y="69296"/>
                </a:lnTo>
                <a:lnTo>
                  <a:pt x="9209" y="69296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9">
            <a:extLst xmlns:a="http://schemas.openxmlformats.org/drawingml/2006/main">
              <a:ext uri="{FF2B5EF4-FFF2-40B4-BE49-F238E27FC236}">
                <a16:creationId xmlns:a16="http://schemas.microsoft.com/office/drawing/2014/main" id="{0E2F9509-E55C-4FB5-A5A3-01A8B86A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10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10">
            <a:extLst xmlns:a="http://schemas.openxmlformats.org/drawingml/2006/main">
              <a:ext uri="{FF2B5EF4-FFF2-40B4-BE49-F238E27FC236}">
                <a16:creationId xmlns:a16="http://schemas.microsoft.com/office/drawing/2014/main" id="{49372840-08E0-4935-9CBA-58C1325E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87" y="3163078"/>
            <a:ext cx="87139" cy="21549"/>
          </a:xfrm>
          <a:custGeom xmlns:a="http://schemas.openxmlformats.org/drawingml/2006/main">
            <a:pathLst>
              <a:path w="74476" h="18418">
                <a:moveTo>
                  <a:pt x="74476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1">
            <a:extLst xmlns:a="http://schemas.openxmlformats.org/drawingml/2006/main">
              <a:ext uri="{FF2B5EF4-FFF2-40B4-BE49-F238E27FC236}">
                <a16:creationId xmlns:a16="http://schemas.microsoft.com/office/drawing/2014/main" id="{CADCF258-7611-4120-B280-903FE0DF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64" y="3163078"/>
            <a:ext cx="87139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2">
            <a:extLst xmlns:a="http://schemas.openxmlformats.org/drawingml/2006/main">
              <a:ext uri="{FF2B5EF4-FFF2-40B4-BE49-F238E27FC236}">
                <a16:creationId xmlns:a16="http://schemas.microsoft.com/office/drawing/2014/main" id="{C9E2FE09-D2CD-4808-8A5F-D5DA49A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42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3">
            <a:extLst xmlns:a="http://schemas.openxmlformats.org/drawingml/2006/main">
              <a:ext uri="{FF2B5EF4-FFF2-40B4-BE49-F238E27FC236}">
                <a16:creationId xmlns:a16="http://schemas.microsoft.com/office/drawing/2014/main" id="{0F88A7B0-6833-47A9-A49D-4E87F7BD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18" y="3163078"/>
            <a:ext cx="87139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4">
            <a:extLst xmlns:a="http://schemas.openxmlformats.org/drawingml/2006/main">
              <a:ext uri="{FF2B5EF4-FFF2-40B4-BE49-F238E27FC236}">
                <a16:creationId xmlns:a16="http://schemas.microsoft.com/office/drawing/2014/main" id="{DE53F093-DB24-4E93-8D06-3677370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95" y="3163078"/>
            <a:ext cx="87139" cy="21549"/>
          </a:xfrm>
          <a:custGeom xmlns:a="http://schemas.openxmlformats.org/drawingml/2006/main">
            <a:pathLst>
              <a:path w="74477" h="18418">
                <a:moveTo>
                  <a:pt x="0" y="9209"/>
                </a:move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5">
            <a:extLst xmlns:a="http://schemas.openxmlformats.org/drawingml/2006/main">
              <a:ext uri="{FF2B5EF4-FFF2-40B4-BE49-F238E27FC236}">
                <a16:creationId xmlns:a16="http://schemas.microsoft.com/office/drawing/2014/main" id="{C86CEC1E-7EB9-48A2-B1AF-28CDE065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173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6">
            <a:extLst xmlns:a="http://schemas.openxmlformats.org/drawingml/2006/main">
              <a:ext uri="{FF2B5EF4-FFF2-40B4-BE49-F238E27FC236}">
                <a16:creationId xmlns:a16="http://schemas.microsoft.com/office/drawing/2014/main" id="{7C3BB178-6D94-47B9-B56E-1176170D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50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7">
            <a:extLst xmlns:a="http://schemas.openxmlformats.org/drawingml/2006/main">
              <a:ext uri="{FF2B5EF4-FFF2-40B4-BE49-F238E27FC236}">
                <a16:creationId xmlns:a16="http://schemas.microsoft.com/office/drawing/2014/main" id="{B4DC0060-16A3-4BD9-A2A3-F6ADCC26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726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18418"/>
                </a:move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8">
            <a:extLst xmlns:a="http://schemas.openxmlformats.org/drawingml/2006/main">
              <a:ext uri="{FF2B5EF4-FFF2-40B4-BE49-F238E27FC236}">
                <a16:creationId xmlns:a16="http://schemas.microsoft.com/office/drawing/2014/main" id="{BA58CB4E-07CB-47AE-A04A-5AE935C5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003" y="3163078"/>
            <a:ext cx="87139" cy="21549"/>
          </a:xfrm>
          <a:custGeom xmlns:a="http://schemas.openxmlformats.org/drawingml/2006/main">
            <a:pathLst>
              <a:path w="74477" h="18418">
                <a:moveTo>
                  <a:pt x="0" y="9209"/>
                </a:move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9">
            <a:extLst xmlns:a="http://schemas.openxmlformats.org/drawingml/2006/main">
              <a:ext uri="{FF2B5EF4-FFF2-40B4-BE49-F238E27FC236}">
                <a16:creationId xmlns:a16="http://schemas.microsoft.com/office/drawing/2014/main" id="{934B60CF-4210-493F-B04E-9975266A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80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20">
            <a:extLst xmlns:a="http://schemas.openxmlformats.org/drawingml/2006/main">
              <a:ext uri="{FF2B5EF4-FFF2-40B4-BE49-F238E27FC236}">
                <a16:creationId xmlns:a16="http://schemas.microsoft.com/office/drawing/2014/main" id="{1555B2C6-2CCE-496D-BF2C-6364110F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557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1">
            <a:extLst xmlns:a="http://schemas.openxmlformats.org/drawingml/2006/main">
              <a:ext uri="{FF2B5EF4-FFF2-40B4-BE49-F238E27FC236}">
                <a16:creationId xmlns:a16="http://schemas.microsoft.com/office/drawing/2014/main" id="{83136F5F-4AC2-4BD2-ACA7-A051F76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34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18418"/>
                </a:move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2">
            <a:extLst xmlns:a="http://schemas.openxmlformats.org/drawingml/2006/main">
              <a:ext uri="{FF2B5EF4-FFF2-40B4-BE49-F238E27FC236}">
                <a16:creationId xmlns:a16="http://schemas.microsoft.com/office/drawing/2014/main" id="{118891E3-CD64-4F80-B662-1A6D361F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111" y="3163078"/>
            <a:ext cx="87139" cy="21549"/>
          </a:xfrm>
          <a:custGeom xmlns:a="http://schemas.openxmlformats.org/drawingml/2006/main">
            <a:pathLst>
              <a:path w="74477" h="18418">
                <a:moveTo>
                  <a:pt x="74477" y="18418"/>
                </a:move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7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3">
            <a:extLst xmlns:a="http://schemas.openxmlformats.org/drawingml/2006/main">
              <a:ext uri="{FF2B5EF4-FFF2-40B4-BE49-F238E27FC236}">
                <a16:creationId xmlns:a16="http://schemas.microsoft.com/office/drawing/2014/main" id="{895D20D4-27F9-48EF-8ACD-1CB03570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88" y="3163078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4">
            <a:extLst xmlns:a="http://schemas.openxmlformats.org/drawingml/2006/main">
              <a:ext uri="{FF2B5EF4-FFF2-40B4-BE49-F238E27FC236}">
                <a16:creationId xmlns:a16="http://schemas.microsoft.com/office/drawing/2014/main" id="{06EE36A4-2587-4B4E-A6AC-5BA9F02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64" y="3163078"/>
            <a:ext cx="82358" cy="81078"/>
          </a:xfrm>
          <a:custGeom xmlns:a="http://schemas.openxmlformats.org/drawingml/2006/main">
            <a:pathLst>
              <a:path w="70391" h="69296">
                <a:moveTo>
                  <a:pt x="0" y="9209"/>
                </a:moveTo>
                <a:lnTo>
                  <a:pt x="0" y="18418"/>
                </a:lnTo>
                <a:lnTo>
                  <a:pt x="37239" y="18418"/>
                </a:lnTo>
                <a:lnTo>
                  <a:pt x="44676" y="20429"/>
                </a:lnTo>
                <a:lnTo>
                  <a:pt x="49961" y="25715"/>
                </a:lnTo>
                <a:lnTo>
                  <a:pt x="51973" y="33152"/>
                </a:lnTo>
                <a:lnTo>
                  <a:pt x="51973" y="69296"/>
                </a:lnTo>
                <a:lnTo>
                  <a:pt x="61182" y="69296"/>
                </a:lnTo>
                <a:lnTo>
                  <a:pt x="70391" y="69296"/>
                </a:lnTo>
                <a:lnTo>
                  <a:pt x="70391" y="33152"/>
                </a:lnTo>
                <a:lnTo>
                  <a:pt x="67785" y="20248"/>
                </a:lnTo>
                <a:lnTo>
                  <a:pt x="60681" y="9710"/>
                </a:lnTo>
                <a:lnTo>
                  <a:pt x="50143" y="2605"/>
                </a:lnTo>
                <a:lnTo>
                  <a:pt x="37239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5">
            <a:extLst xmlns:a="http://schemas.openxmlformats.org/drawingml/2006/main">
              <a:ext uri="{FF2B5EF4-FFF2-40B4-BE49-F238E27FC236}">
                <a16:creationId xmlns:a16="http://schemas.microsoft.com/office/drawing/2014/main" id="{047DAEFA-B2EE-4A44-BC78-F17E6E4A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474" y="3328736"/>
            <a:ext cx="21549" cy="84579"/>
          </a:xfrm>
          <a:custGeom xmlns:a="http://schemas.openxmlformats.org/drawingml/2006/main">
            <a:pathLst>
              <a:path w="18418" h="72289">
                <a:moveTo>
                  <a:pt x="0" y="72289"/>
                </a:move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6">
            <a:extLst xmlns:a="http://schemas.openxmlformats.org/drawingml/2006/main">
              <a:ext uri="{FF2B5EF4-FFF2-40B4-BE49-F238E27FC236}">
                <a16:creationId xmlns:a16="http://schemas.microsoft.com/office/drawing/2014/main" id="{087BE6D5-5AC7-4403-A36B-65B438B2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474" y="3497895"/>
            <a:ext cx="21549" cy="84579"/>
          </a:xfrm>
          <a:custGeom xmlns:a="http://schemas.openxmlformats.org/drawingml/2006/main">
            <a:pathLst>
              <a:path w="18418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7">
            <a:extLst xmlns:a="http://schemas.openxmlformats.org/drawingml/2006/main">
              <a:ext uri="{FF2B5EF4-FFF2-40B4-BE49-F238E27FC236}">
                <a16:creationId xmlns:a16="http://schemas.microsoft.com/office/drawing/2014/main" id="{444223C1-8711-48F1-88FC-B6749FCA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474" y="3667054"/>
            <a:ext cx="21549" cy="84579"/>
          </a:xfrm>
          <a:custGeom xmlns:a="http://schemas.openxmlformats.org/drawingml/2006/main">
            <a:pathLst>
              <a:path w="18418" h="72289">
                <a:moveTo>
                  <a:pt x="9209" y="0"/>
                </a:move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8">
            <a:extLst xmlns:a="http://schemas.openxmlformats.org/drawingml/2006/main">
              <a:ext uri="{FF2B5EF4-FFF2-40B4-BE49-F238E27FC236}">
                <a16:creationId xmlns:a16="http://schemas.microsoft.com/office/drawing/2014/main" id="{8D4F588B-2CD8-4BD1-9A4B-502E9ED3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66" y="3836214"/>
            <a:ext cx="82357" cy="81078"/>
          </a:xfrm>
          <a:custGeom xmlns:a="http://schemas.openxmlformats.org/drawingml/2006/main">
            <a:pathLst>
              <a:path w="70389" h="69296">
                <a:moveTo>
                  <a:pt x="37238" y="50878"/>
                </a:moveTo>
                <a:lnTo>
                  <a:pt x="0" y="50878"/>
                </a:lnTo>
                <a:lnTo>
                  <a:pt x="0" y="60087"/>
                </a:lnTo>
                <a:lnTo>
                  <a:pt x="0" y="69296"/>
                </a:lnTo>
                <a:lnTo>
                  <a:pt x="37238" y="69296"/>
                </a:lnTo>
                <a:lnTo>
                  <a:pt x="50142" y="66691"/>
                </a:lnTo>
                <a:lnTo>
                  <a:pt x="60679" y="59586"/>
                </a:lnTo>
                <a:lnTo>
                  <a:pt x="67784" y="49049"/>
                </a:lnTo>
                <a:lnTo>
                  <a:pt x="70389" y="36144"/>
                </a:lnTo>
                <a:lnTo>
                  <a:pt x="70389" y="0"/>
                </a:lnTo>
                <a:lnTo>
                  <a:pt x="61181" y="0"/>
                </a:lnTo>
                <a:lnTo>
                  <a:pt x="51972" y="0"/>
                </a:lnTo>
                <a:lnTo>
                  <a:pt x="51972" y="36144"/>
                </a:lnTo>
                <a:lnTo>
                  <a:pt x="49960" y="43581"/>
                </a:lnTo>
                <a:lnTo>
                  <a:pt x="44674" y="48867"/>
                </a:lnTo>
                <a:lnTo>
                  <a:pt x="37238" y="5087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9">
            <a:extLst xmlns:a="http://schemas.openxmlformats.org/drawingml/2006/main">
              <a:ext uri="{FF2B5EF4-FFF2-40B4-BE49-F238E27FC236}">
                <a16:creationId xmlns:a16="http://schemas.microsoft.com/office/drawing/2014/main" id="{F5E5FEB0-5720-42A1-8E98-6AB320E7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89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30">
            <a:extLst xmlns:a="http://schemas.openxmlformats.org/drawingml/2006/main">
              <a:ext uri="{FF2B5EF4-FFF2-40B4-BE49-F238E27FC236}">
                <a16:creationId xmlns:a16="http://schemas.microsoft.com/office/drawing/2014/main" id="{E6335708-DD5A-4DD3-B715-491FADFF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111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1">
            <a:extLst xmlns:a="http://schemas.openxmlformats.org/drawingml/2006/main">
              <a:ext uri="{FF2B5EF4-FFF2-40B4-BE49-F238E27FC236}">
                <a16:creationId xmlns:a16="http://schemas.microsoft.com/office/drawing/2014/main" id="{FC79AD31-753D-467D-9F35-AB5F0B2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34" y="3895742"/>
            <a:ext cx="87139" cy="21549"/>
          </a:xfrm>
          <a:custGeom xmlns:a="http://schemas.openxmlformats.org/drawingml/2006/main">
            <a:pathLst>
              <a:path w="74477" h="18418">
                <a:moveTo>
                  <a:pt x="0" y="18418"/>
                </a:move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2">
            <a:extLst xmlns:a="http://schemas.openxmlformats.org/drawingml/2006/main">
              <a:ext uri="{FF2B5EF4-FFF2-40B4-BE49-F238E27FC236}">
                <a16:creationId xmlns:a16="http://schemas.microsoft.com/office/drawing/2014/main" id="{12591AB3-A1FD-4EE3-ADD8-7FBCFA0D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557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3">
            <a:extLst xmlns:a="http://schemas.openxmlformats.org/drawingml/2006/main">
              <a:ext uri="{FF2B5EF4-FFF2-40B4-BE49-F238E27FC236}">
                <a16:creationId xmlns:a16="http://schemas.microsoft.com/office/drawing/2014/main" id="{B103D299-67E4-41D7-B484-BB6B065E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80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4">
            <a:extLst xmlns:a="http://schemas.openxmlformats.org/drawingml/2006/main">
              <a:ext uri="{FF2B5EF4-FFF2-40B4-BE49-F238E27FC236}">
                <a16:creationId xmlns:a16="http://schemas.microsoft.com/office/drawing/2014/main" id="{BD30CA37-B7E9-42C1-9B58-5D94DFE5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003" y="3895742"/>
            <a:ext cx="87139" cy="21549"/>
          </a:xfrm>
          <a:custGeom xmlns:a="http://schemas.openxmlformats.org/drawingml/2006/main">
            <a:pathLst>
              <a:path w="74477" h="18418">
                <a:moveTo>
                  <a:pt x="74477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5">
            <a:extLst xmlns:a="http://schemas.openxmlformats.org/drawingml/2006/main">
              <a:ext uri="{FF2B5EF4-FFF2-40B4-BE49-F238E27FC236}">
                <a16:creationId xmlns:a16="http://schemas.microsoft.com/office/drawing/2014/main" id="{FEF14CD7-70F9-4DBA-A546-3AB96343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726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6">
            <a:extLst xmlns:a="http://schemas.openxmlformats.org/drawingml/2006/main">
              <a:ext uri="{FF2B5EF4-FFF2-40B4-BE49-F238E27FC236}">
                <a16:creationId xmlns:a16="http://schemas.microsoft.com/office/drawing/2014/main" id="{A17C7A45-398B-452D-916D-40712EBF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49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7">
            <a:extLst xmlns:a="http://schemas.openxmlformats.org/drawingml/2006/main">
              <a:ext uri="{FF2B5EF4-FFF2-40B4-BE49-F238E27FC236}">
                <a16:creationId xmlns:a16="http://schemas.microsoft.com/office/drawing/2014/main" id="{F7357ABD-4A64-4F63-A998-E7D6EC7F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173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8">
            <a:extLst xmlns:a="http://schemas.openxmlformats.org/drawingml/2006/main">
              <a:ext uri="{FF2B5EF4-FFF2-40B4-BE49-F238E27FC236}">
                <a16:creationId xmlns:a16="http://schemas.microsoft.com/office/drawing/2014/main" id="{E03A6F81-8AD1-4DE3-9FBD-372187F2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95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9">
            <a:extLst xmlns:a="http://schemas.openxmlformats.org/drawingml/2006/main">
              <a:ext uri="{FF2B5EF4-FFF2-40B4-BE49-F238E27FC236}">
                <a16:creationId xmlns:a16="http://schemas.microsoft.com/office/drawing/2014/main" id="{5EB357E0-4E13-42C0-AD11-679222B7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19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40">
            <a:extLst xmlns:a="http://schemas.openxmlformats.org/drawingml/2006/main">
              <a:ext uri="{FF2B5EF4-FFF2-40B4-BE49-F238E27FC236}">
                <a16:creationId xmlns:a16="http://schemas.microsoft.com/office/drawing/2014/main" id="{7C9E9CFB-B87D-4D1D-9B51-76122DE6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42" y="3895742"/>
            <a:ext cx="87139" cy="21549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ath-141">
            <a:extLst xmlns:a="http://schemas.openxmlformats.org/drawingml/2006/main">
              <a:ext uri="{FF2B5EF4-FFF2-40B4-BE49-F238E27FC236}">
                <a16:creationId xmlns:a16="http://schemas.microsoft.com/office/drawing/2014/main" id="{32BDE296-FE67-422E-BA42-33861772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65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18418"/>
                </a:move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ath-142">
            <a:extLst xmlns:a="http://schemas.openxmlformats.org/drawingml/2006/main">
              <a:ext uri="{FF2B5EF4-FFF2-40B4-BE49-F238E27FC236}">
                <a16:creationId xmlns:a16="http://schemas.microsoft.com/office/drawing/2014/main" id="{5BA09F4F-080E-42AB-8ED5-0896665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88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ath-143">
            <a:extLst xmlns:a="http://schemas.openxmlformats.org/drawingml/2006/main">
              <a:ext uri="{FF2B5EF4-FFF2-40B4-BE49-F238E27FC236}">
                <a16:creationId xmlns:a16="http://schemas.microsoft.com/office/drawing/2014/main" id="{DDF74270-6F34-4047-AD09-19F2064E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11" y="3895742"/>
            <a:ext cx="87138" cy="21549"/>
          </a:xfrm>
          <a:custGeom xmlns:a="http://schemas.openxmlformats.org/drawingml/2006/main">
            <a:pathLst>
              <a:path w="74476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4">
            <a:extLst xmlns:a="http://schemas.openxmlformats.org/drawingml/2006/main">
              <a:ext uri="{FF2B5EF4-FFF2-40B4-BE49-F238E27FC236}">
                <a16:creationId xmlns:a16="http://schemas.microsoft.com/office/drawing/2014/main" id="{C6B5D73D-1F70-40F0-ADAF-915AC555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3163078"/>
            <a:ext cx="2575098" cy="754213"/>
          </a:xfrm>
          <a:custGeom xmlns:a="http://schemas.openxmlformats.org/drawingml/2006/main">
            <a:pathLst>
              <a:path w="2200904" h="644616">
                <a:moveTo>
                  <a:pt x="0" y="33152"/>
                </a:moveTo>
                <a:cubicBezTo>
                  <a:pt x="0" y="14843"/>
                  <a:pt x="14843" y="0"/>
                  <a:pt x="33152" y="0"/>
                </a:cubicBezTo>
                <a:lnTo>
                  <a:pt x="2167752" y="0"/>
                </a:lnTo>
                <a:cubicBezTo>
                  <a:pt x="2186061" y="0"/>
                  <a:pt x="2200904" y="14843"/>
                  <a:pt x="2200904" y="33152"/>
                </a:cubicBezTo>
                <a:lnTo>
                  <a:pt x="2200904" y="611465"/>
                </a:lnTo>
                <a:cubicBezTo>
                  <a:pt x="2200904" y="629774"/>
                  <a:pt x="2186061" y="644616"/>
                  <a:pt x="2167752" y="644616"/>
                </a:cubicBezTo>
                <a:lnTo>
                  <a:pt x="33152" y="644616"/>
                </a:lnTo>
                <a:cubicBezTo>
                  <a:pt x="14843" y="644616"/>
                  <a:pt x="0" y="629774"/>
                  <a:pt x="0" y="611465"/>
                </a:cubicBezTo>
                <a:lnTo>
                  <a:pt x="0" y="33152"/>
                </a:lnTo>
              </a:path>
            </a:pathLst>
          </a:custGeom>
          <a:solidFill xmlns:a="http://schemas.openxmlformats.org/drawingml/2006/main">
            <a:srgbClr val="06AEE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ath-145">
            <a:extLst xmlns:a="http://schemas.openxmlformats.org/drawingml/2006/main">
              <a:ext uri="{FF2B5EF4-FFF2-40B4-BE49-F238E27FC236}">
                <a16:creationId xmlns:a16="http://schemas.microsoft.com/office/drawing/2014/main" id="{28722E32-50F9-4082-8D10-80072BA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3836214"/>
            <a:ext cx="83387" cy="81078"/>
          </a:xfrm>
          <a:custGeom xmlns:a="http://schemas.openxmlformats.org/drawingml/2006/main">
            <a:pathLst>
              <a:path w="71270" h="69296">
                <a:moveTo>
                  <a:pt x="20429" y="43581"/>
                </a:moveTo>
                <a:lnTo>
                  <a:pt x="18418" y="36144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36144"/>
                </a:lnTo>
                <a:lnTo>
                  <a:pt x="2605" y="49048"/>
                </a:lnTo>
                <a:lnTo>
                  <a:pt x="9710" y="59586"/>
                </a:lnTo>
                <a:lnTo>
                  <a:pt x="20248" y="66691"/>
                </a:lnTo>
                <a:lnTo>
                  <a:pt x="33152" y="69296"/>
                </a:lnTo>
                <a:lnTo>
                  <a:pt x="71270" y="69296"/>
                </a:lnTo>
                <a:lnTo>
                  <a:pt x="71270" y="60087"/>
                </a:lnTo>
                <a:lnTo>
                  <a:pt x="71270" y="50878"/>
                </a:lnTo>
                <a:lnTo>
                  <a:pt x="33152" y="50878"/>
                </a:lnTo>
                <a:lnTo>
                  <a:pt x="25715" y="48867"/>
                </a:lnTo>
                <a:lnTo>
                  <a:pt x="20429" y="43581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6">
            <a:extLst xmlns:a="http://schemas.openxmlformats.org/drawingml/2006/main">
              <a:ext uri="{FF2B5EF4-FFF2-40B4-BE49-F238E27FC236}">
                <a16:creationId xmlns:a16="http://schemas.microsoft.com/office/drawing/2014/main" id="{A21E6F3F-8BCA-457D-8CE1-66922D6B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3667054"/>
            <a:ext cx="21549" cy="8457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47">
            <a:extLst xmlns:a="http://schemas.openxmlformats.org/drawingml/2006/main">
              <a:ext uri="{FF2B5EF4-FFF2-40B4-BE49-F238E27FC236}">
                <a16:creationId xmlns:a16="http://schemas.microsoft.com/office/drawing/2014/main" id="{ED634309-49B4-4807-9167-0E32F66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3497895"/>
            <a:ext cx="21549" cy="8457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8">
            <a:extLst xmlns:a="http://schemas.openxmlformats.org/drawingml/2006/main">
              <a:ext uri="{FF2B5EF4-FFF2-40B4-BE49-F238E27FC236}">
                <a16:creationId xmlns:a16="http://schemas.microsoft.com/office/drawing/2014/main" id="{90D2BFDE-ACEF-4EFA-B4F8-04F4796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3328736"/>
            <a:ext cx="21549" cy="8457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49">
            <a:extLst xmlns:a="http://schemas.openxmlformats.org/drawingml/2006/main">
              <a:ext uri="{FF2B5EF4-FFF2-40B4-BE49-F238E27FC236}">
                <a16:creationId xmlns:a16="http://schemas.microsoft.com/office/drawing/2014/main" id="{18D78AFC-6672-42C1-A808-3511D8E5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806" y="3163078"/>
            <a:ext cx="83387" cy="81078"/>
          </a:xfrm>
          <a:custGeom xmlns:a="http://schemas.openxmlformats.org/drawingml/2006/main">
            <a:pathLst>
              <a:path w="71269" h="69296">
                <a:moveTo>
                  <a:pt x="9209" y="69296"/>
                </a:moveTo>
                <a:lnTo>
                  <a:pt x="18418" y="69296"/>
                </a:lnTo>
                <a:lnTo>
                  <a:pt x="18418" y="33152"/>
                </a:lnTo>
                <a:lnTo>
                  <a:pt x="20429" y="25715"/>
                </a:lnTo>
                <a:lnTo>
                  <a:pt x="25715" y="20429"/>
                </a:lnTo>
                <a:lnTo>
                  <a:pt x="33152" y="18418"/>
                </a:lnTo>
                <a:lnTo>
                  <a:pt x="71269" y="18418"/>
                </a:lnTo>
                <a:lnTo>
                  <a:pt x="71269" y="9209"/>
                </a:lnTo>
                <a:lnTo>
                  <a:pt x="71269" y="0"/>
                </a:lnTo>
                <a:lnTo>
                  <a:pt x="33151" y="0"/>
                </a:lnTo>
                <a:lnTo>
                  <a:pt x="20247" y="2605"/>
                </a:lnTo>
                <a:lnTo>
                  <a:pt x="9710" y="9710"/>
                </a:lnTo>
                <a:lnTo>
                  <a:pt x="2605" y="20248"/>
                </a:lnTo>
                <a:lnTo>
                  <a:pt x="0" y="33152"/>
                </a:lnTo>
                <a:lnTo>
                  <a:pt x="0" y="69296"/>
                </a:lnTo>
                <a:lnTo>
                  <a:pt x="9209" y="69296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50">
            <a:extLst xmlns:a="http://schemas.openxmlformats.org/drawingml/2006/main">
              <a:ext uri="{FF2B5EF4-FFF2-40B4-BE49-F238E27FC236}">
                <a16:creationId xmlns:a16="http://schemas.microsoft.com/office/drawing/2014/main" id="{2E1FD0AF-4419-4AAA-AE0E-4B942152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90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51">
            <a:extLst xmlns:a="http://schemas.openxmlformats.org/drawingml/2006/main">
              <a:ext uri="{FF2B5EF4-FFF2-40B4-BE49-F238E27FC236}">
                <a16:creationId xmlns:a16="http://schemas.microsoft.com/office/drawing/2014/main" id="{FA6D29F7-F588-4AFC-938E-2BB95461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784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2">
            <a:extLst xmlns:a="http://schemas.openxmlformats.org/drawingml/2006/main">
              <a:ext uri="{FF2B5EF4-FFF2-40B4-BE49-F238E27FC236}">
                <a16:creationId xmlns:a16="http://schemas.microsoft.com/office/drawing/2014/main" id="{D613CEA2-3713-46EA-BF68-51939EC9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179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3">
            <a:extLst xmlns:a="http://schemas.openxmlformats.org/drawingml/2006/main">
              <a:ext uri="{FF2B5EF4-FFF2-40B4-BE49-F238E27FC236}">
                <a16:creationId xmlns:a16="http://schemas.microsoft.com/office/drawing/2014/main" id="{5A4E010B-F0A1-422D-9B08-F792D4DA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573" y="3163078"/>
            <a:ext cx="89198" cy="21549"/>
          </a:xfrm>
          <a:custGeom xmlns:a="http://schemas.openxmlformats.org/drawingml/2006/main">
            <a:pathLst>
              <a:path w="76236" h="18418">
                <a:moveTo>
                  <a:pt x="0" y="9209"/>
                </a:moveTo>
                <a:lnTo>
                  <a:pt x="0" y="18418"/>
                </a:lnTo>
                <a:lnTo>
                  <a:pt x="76236" y="18418"/>
                </a:lnTo>
                <a:lnTo>
                  <a:pt x="76236" y="9209"/>
                </a:lnTo>
                <a:lnTo>
                  <a:pt x="762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4">
            <a:extLst xmlns:a="http://schemas.openxmlformats.org/drawingml/2006/main">
              <a:ext uri="{FF2B5EF4-FFF2-40B4-BE49-F238E27FC236}">
                <a16:creationId xmlns:a16="http://schemas.microsoft.com/office/drawing/2014/main" id="{E38D7D85-2332-43C1-AED7-A67129E9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67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18418"/>
                </a:move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5">
            <a:extLst xmlns:a="http://schemas.openxmlformats.org/drawingml/2006/main">
              <a:ext uri="{FF2B5EF4-FFF2-40B4-BE49-F238E27FC236}">
                <a16:creationId xmlns:a16="http://schemas.microsoft.com/office/drawing/2014/main" id="{856F47FB-AF9D-43E3-8D1A-0A923BC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362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6">
            <a:extLst xmlns:a="http://schemas.openxmlformats.org/drawingml/2006/main">
              <a:ext uri="{FF2B5EF4-FFF2-40B4-BE49-F238E27FC236}">
                <a16:creationId xmlns:a16="http://schemas.microsoft.com/office/drawing/2014/main" id="{CD4D9AD8-45B8-4AF1-A55F-12E15B0B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756" y="3163078"/>
            <a:ext cx="89198" cy="21549"/>
          </a:xfrm>
          <a:custGeom xmlns:a="http://schemas.openxmlformats.org/drawingml/2006/main">
            <a:pathLst>
              <a:path w="76237" h="18418">
                <a:moveTo>
                  <a:pt x="0" y="9209"/>
                </a:moveTo>
                <a:lnTo>
                  <a:pt x="0" y="18418"/>
                </a:lnTo>
                <a:lnTo>
                  <a:pt x="76237" y="18418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57">
            <a:extLst xmlns:a="http://schemas.openxmlformats.org/drawingml/2006/main">
              <a:ext uri="{FF2B5EF4-FFF2-40B4-BE49-F238E27FC236}">
                <a16:creationId xmlns:a16="http://schemas.microsoft.com/office/drawing/2014/main" id="{C7CAC4C9-5C6A-4893-9F9B-FED3784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151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8">
            <a:extLst xmlns:a="http://schemas.openxmlformats.org/drawingml/2006/main">
              <a:ext uri="{FF2B5EF4-FFF2-40B4-BE49-F238E27FC236}">
                <a16:creationId xmlns:a16="http://schemas.microsoft.com/office/drawing/2014/main" id="{4D10F701-2886-4600-A69E-85895BAF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545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18418"/>
                </a:move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59">
            <a:extLst xmlns:a="http://schemas.openxmlformats.org/drawingml/2006/main">
              <a:ext uri="{FF2B5EF4-FFF2-40B4-BE49-F238E27FC236}">
                <a16:creationId xmlns:a16="http://schemas.microsoft.com/office/drawing/2014/main" id="{DE8AF86B-EFA6-4635-B903-A6D1ACFD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940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18418"/>
                </a:move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60">
            <a:extLst xmlns:a="http://schemas.openxmlformats.org/drawingml/2006/main">
              <a:ext uri="{FF2B5EF4-FFF2-40B4-BE49-F238E27FC236}">
                <a16:creationId xmlns:a16="http://schemas.microsoft.com/office/drawing/2014/main" id="{634CAF19-151D-45D3-94A3-10064A18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333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1">
            <a:extLst xmlns:a="http://schemas.openxmlformats.org/drawingml/2006/main">
              <a:ext uri="{FF2B5EF4-FFF2-40B4-BE49-F238E27FC236}">
                <a16:creationId xmlns:a16="http://schemas.microsoft.com/office/drawing/2014/main" id="{ABD57A4D-F0DC-41FB-8026-E1ED080B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728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2">
            <a:extLst xmlns:a="http://schemas.openxmlformats.org/drawingml/2006/main">
              <a:ext uri="{FF2B5EF4-FFF2-40B4-BE49-F238E27FC236}">
                <a16:creationId xmlns:a16="http://schemas.microsoft.com/office/drawing/2014/main" id="{E70D8D92-95B0-472C-92E1-51A6CF8D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22" y="3163078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3">
            <a:extLst xmlns:a="http://schemas.openxmlformats.org/drawingml/2006/main">
              <a:ext uri="{FF2B5EF4-FFF2-40B4-BE49-F238E27FC236}">
                <a16:creationId xmlns:a16="http://schemas.microsoft.com/office/drawing/2014/main" id="{54F5C6DE-A28D-4E17-AFD6-8323886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15" y="3163078"/>
            <a:ext cx="83387" cy="81078"/>
          </a:xfrm>
          <a:custGeom xmlns:a="http://schemas.openxmlformats.org/drawingml/2006/main">
            <a:pathLst>
              <a:path w="71270" h="69296">
                <a:moveTo>
                  <a:pt x="38119" y="18418"/>
                </a:moveTo>
                <a:lnTo>
                  <a:pt x="45556" y="20429"/>
                </a:lnTo>
                <a:lnTo>
                  <a:pt x="50841" y="25715"/>
                </a:lnTo>
                <a:lnTo>
                  <a:pt x="52853" y="33152"/>
                </a:lnTo>
                <a:lnTo>
                  <a:pt x="52853" y="69296"/>
                </a:lnTo>
                <a:lnTo>
                  <a:pt x="62062" y="69296"/>
                </a:lnTo>
                <a:lnTo>
                  <a:pt x="71270" y="69296"/>
                </a:lnTo>
                <a:lnTo>
                  <a:pt x="71270" y="33152"/>
                </a:lnTo>
                <a:lnTo>
                  <a:pt x="68665" y="20248"/>
                </a:lnTo>
                <a:lnTo>
                  <a:pt x="61561" y="9710"/>
                </a:lnTo>
                <a:lnTo>
                  <a:pt x="51023" y="2605"/>
                </a:lnTo>
                <a:lnTo>
                  <a:pt x="38119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8119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4">
            <a:extLst xmlns:a="http://schemas.openxmlformats.org/drawingml/2006/main">
              <a:ext uri="{FF2B5EF4-FFF2-40B4-BE49-F238E27FC236}">
                <a16:creationId xmlns:a16="http://schemas.microsoft.com/office/drawing/2014/main" id="{97EF1D13-6FC9-4DBF-AE23-316B015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354" y="3328736"/>
            <a:ext cx="21548" cy="84579"/>
          </a:xfrm>
          <a:custGeom xmlns:a="http://schemas.openxmlformats.org/drawingml/2006/main">
            <a:pathLst>
              <a:path w="18417" h="72289">
                <a:moveTo>
                  <a:pt x="18417" y="72289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5">
            <a:extLst xmlns:a="http://schemas.openxmlformats.org/drawingml/2006/main">
              <a:ext uri="{FF2B5EF4-FFF2-40B4-BE49-F238E27FC236}">
                <a16:creationId xmlns:a16="http://schemas.microsoft.com/office/drawing/2014/main" id="{2C5C70A8-0486-4439-AA97-B2EDC9A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354" y="3497895"/>
            <a:ext cx="21548" cy="84579"/>
          </a:xfrm>
          <a:custGeom xmlns:a="http://schemas.openxmlformats.org/drawingml/2006/main">
            <a:pathLst>
              <a:path w="18417" h="72289">
                <a:moveTo>
                  <a:pt x="9209" y="72289"/>
                </a:move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6">
            <a:extLst xmlns:a="http://schemas.openxmlformats.org/drawingml/2006/main">
              <a:ext uri="{FF2B5EF4-FFF2-40B4-BE49-F238E27FC236}">
                <a16:creationId xmlns:a16="http://schemas.microsoft.com/office/drawing/2014/main" id="{E8D71B58-B622-473E-B920-DA87FD73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354" y="3667054"/>
            <a:ext cx="21548" cy="84579"/>
          </a:xfrm>
          <a:custGeom xmlns:a="http://schemas.openxmlformats.org/drawingml/2006/main">
            <a:pathLst>
              <a:path w="18417" h="72289">
                <a:moveTo>
                  <a:pt x="0" y="72289"/>
                </a:move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7">
            <a:extLst xmlns:a="http://schemas.openxmlformats.org/drawingml/2006/main">
              <a:ext uri="{FF2B5EF4-FFF2-40B4-BE49-F238E27FC236}">
                <a16:creationId xmlns:a16="http://schemas.microsoft.com/office/drawing/2014/main" id="{9F618F40-1738-4C91-A831-F5D5E0BC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17" y="3836214"/>
            <a:ext cx="83386" cy="81078"/>
          </a:xfrm>
          <a:custGeom xmlns:a="http://schemas.openxmlformats.org/drawingml/2006/main">
            <a:pathLst>
              <a:path w="71269" h="69296">
                <a:moveTo>
                  <a:pt x="62061" y="0"/>
                </a:moveTo>
                <a:lnTo>
                  <a:pt x="52852" y="0"/>
                </a:lnTo>
                <a:lnTo>
                  <a:pt x="52852" y="36144"/>
                </a:lnTo>
                <a:lnTo>
                  <a:pt x="50840" y="43581"/>
                </a:lnTo>
                <a:lnTo>
                  <a:pt x="45554" y="48867"/>
                </a:lnTo>
                <a:lnTo>
                  <a:pt x="38118" y="50878"/>
                </a:lnTo>
                <a:lnTo>
                  <a:pt x="0" y="50878"/>
                </a:lnTo>
                <a:lnTo>
                  <a:pt x="0" y="60087"/>
                </a:lnTo>
                <a:lnTo>
                  <a:pt x="0" y="69296"/>
                </a:lnTo>
                <a:lnTo>
                  <a:pt x="38118" y="69296"/>
                </a:lnTo>
                <a:lnTo>
                  <a:pt x="51022" y="66691"/>
                </a:lnTo>
                <a:lnTo>
                  <a:pt x="61559" y="59586"/>
                </a:lnTo>
                <a:lnTo>
                  <a:pt x="68664" y="49049"/>
                </a:lnTo>
                <a:lnTo>
                  <a:pt x="71269" y="36144"/>
                </a:lnTo>
                <a:lnTo>
                  <a:pt x="71269" y="0"/>
                </a:lnTo>
                <a:lnTo>
                  <a:pt x="62061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8">
            <a:extLst xmlns:a="http://schemas.openxmlformats.org/drawingml/2006/main">
              <a:ext uri="{FF2B5EF4-FFF2-40B4-BE49-F238E27FC236}">
                <a16:creationId xmlns:a16="http://schemas.microsoft.com/office/drawing/2014/main" id="{AE0465A4-6D1D-4EA3-A4E3-A4B3D51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23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9">
            <a:extLst xmlns:a="http://schemas.openxmlformats.org/drawingml/2006/main">
              <a:ext uri="{FF2B5EF4-FFF2-40B4-BE49-F238E27FC236}">
                <a16:creationId xmlns:a16="http://schemas.microsoft.com/office/drawing/2014/main" id="{8ECC9BD7-5E3B-421C-8E32-0FB1346F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728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70">
            <a:extLst xmlns:a="http://schemas.openxmlformats.org/drawingml/2006/main">
              <a:ext uri="{FF2B5EF4-FFF2-40B4-BE49-F238E27FC236}">
                <a16:creationId xmlns:a16="http://schemas.microsoft.com/office/drawing/2014/main" id="{21A2BE06-C1B0-457B-A63C-CA06DC0F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333" y="3895742"/>
            <a:ext cx="89198" cy="21549"/>
          </a:xfrm>
          <a:custGeom xmlns:a="http://schemas.openxmlformats.org/drawingml/2006/main">
            <a:pathLst>
              <a:path w="76237" h="18418">
                <a:moveTo>
                  <a:pt x="76237" y="9209"/>
                </a:move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7" y="18418"/>
                </a:lnTo>
                <a:lnTo>
                  <a:pt x="76237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1">
            <a:extLst xmlns:a="http://schemas.openxmlformats.org/drawingml/2006/main">
              <a:ext uri="{FF2B5EF4-FFF2-40B4-BE49-F238E27FC236}">
                <a16:creationId xmlns:a16="http://schemas.microsoft.com/office/drawing/2014/main" id="{CEB73249-BEDE-4C0E-89F2-91651D9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940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2">
            <a:extLst xmlns:a="http://schemas.openxmlformats.org/drawingml/2006/main">
              <a:ext uri="{FF2B5EF4-FFF2-40B4-BE49-F238E27FC236}">
                <a16:creationId xmlns:a16="http://schemas.microsoft.com/office/drawing/2014/main" id="{69145F24-9AC0-4DFB-B3E3-17B6052A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545" y="3895742"/>
            <a:ext cx="89198" cy="21549"/>
          </a:xfrm>
          <a:custGeom xmlns:a="http://schemas.openxmlformats.org/drawingml/2006/main">
            <a:pathLst>
              <a:path w="76237" h="18418">
                <a:moveTo>
                  <a:pt x="0" y="18418"/>
                </a:moveTo>
                <a:lnTo>
                  <a:pt x="76237" y="18418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3">
            <a:extLst xmlns:a="http://schemas.openxmlformats.org/drawingml/2006/main">
              <a:ext uri="{FF2B5EF4-FFF2-40B4-BE49-F238E27FC236}">
                <a16:creationId xmlns:a16="http://schemas.microsoft.com/office/drawing/2014/main" id="{F99BCAE6-8818-461C-AE79-1BC58AD5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151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4">
            <a:extLst xmlns:a="http://schemas.openxmlformats.org/drawingml/2006/main">
              <a:ext uri="{FF2B5EF4-FFF2-40B4-BE49-F238E27FC236}">
                <a16:creationId xmlns:a16="http://schemas.microsoft.com/office/drawing/2014/main" id="{3A6AFAE4-69B5-4E1E-8738-DC9ABBAF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756" y="3895742"/>
            <a:ext cx="89198" cy="21549"/>
          </a:xfrm>
          <a:custGeom xmlns:a="http://schemas.openxmlformats.org/drawingml/2006/main">
            <a:pathLst>
              <a:path w="76237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76237" y="18418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5">
            <a:extLst xmlns:a="http://schemas.openxmlformats.org/drawingml/2006/main">
              <a:ext uri="{FF2B5EF4-FFF2-40B4-BE49-F238E27FC236}">
                <a16:creationId xmlns:a16="http://schemas.microsoft.com/office/drawing/2014/main" id="{FB77A3CA-FD48-4EBD-9041-C21028D8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362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6">
            <a:extLst xmlns:a="http://schemas.openxmlformats.org/drawingml/2006/main">
              <a:ext uri="{FF2B5EF4-FFF2-40B4-BE49-F238E27FC236}">
                <a16:creationId xmlns:a16="http://schemas.microsoft.com/office/drawing/2014/main" id="{129AD80B-0C9E-41AC-BD14-DE005727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68" y="3895742"/>
            <a:ext cx="89198" cy="21549"/>
          </a:xfrm>
          <a:custGeom xmlns:a="http://schemas.openxmlformats.org/drawingml/2006/main">
            <a:pathLst>
              <a:path w="76236" h="18418">
                <a:moveTo>
                  <a:pt x="76236" y="9209"/>
                </a:moveTo>
                <a:lnTo>
                  <a:pt x="762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6" y="18418"/>
                </a:lnTo>
                <a:lnTo>
                  <a:pt x="7623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77">
            <a:extLst xmlns:a="http://schemas.openxmlformats.org/drawingml/2006/main">
              <a:ext uri="{FF2B5EF4-FFF2-40B4-BE49-F238E27FC236}">
                <a16:creationId xmlns:a16="http://schemas.microsoft.com/office/drawing/2014/main" id="{8D4FDA90-1A10-4FB9-B537-9F4696E6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574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8">
            <a:extLst xmlns:a="http://schemas.openxmlformats.org/drawingml/2006/main">
              <a:ext uri="{FF2B5EF4-FFF2-40B4-BE49-F238E27FC236}">
                <a16:creationId xmlns:a16="http://schemas.microsoft.com/office/drawing/2014/main" id="{2F04846F-915E-4705-9AA3-BFFFB4D2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179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9">
            <a:extLst xmlns:a="http://schemas.openxmlformats.org/drawingml/2006/main">
              <a:ext uri="{FF2B5EF4-FFF2-40B4-BE49-F238E27FC236}">
                <a16:creationId xmlns:a16="http://schemas.microsoft.com/office/drawing/2014/main" id="{4F98A1C2-1FD5-49BA-8F61-FEEC9D19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785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80">
            <a:extLst xmlns:a="http://schemas.openxmlformats.org/drawingml/2006/main">
              <a:ext uri="{FF2B5EF4-FFF2-40B4-BE49-F238E27FC236}">
                <a16:creationId xmlns:a16="http://schemas.microsoft.com/office/drawing/2014/main" id="{CDB31D02-AC57-42C3-A745-2F3A850A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91" y="3895742"/>
            <a:ext cx="89197" cy="21549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1">
            <a:extLst xmlns:a="http://schemas.openxmlformats.org/drawingml/2006/main">
              <a:ext uri="{FF2B5EF4-FFF2-40B4-BE49-F238E27FC236}">
                <a16:creationId xmlns:a16="http://schemas.microsoft.com/office/drawing/2014/main" id="{75416DDC-F8E2-4946-8A75-4CCF77F4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803" y="3451522"/>
            <a:ext cx="170941" cy="213793"/>
          </a:xfrm>
          <a:custGeom xmlns:a="http://schemas.openxmlformats.org/drawingml/2006/main">
            <a:pathLst>
              <a:path w="146101" h="182726">
                <a:moveTo>
                  <a:pt x="134954" y="10350"/>
                </a:moveTo>
                <a:cubicBezTo>
                  <a:pt x="134954" y="2787"/>
                  <a:pt x="134954" y="0"/>
                  <a:pt x="128983" y="0"/>
                </a:cubicBezTo>
                <a:cubicBezTo>
                  <a:pt x="126594" y="0"/>
                  <a:pt x="125798" y="0"/>
                  <a:pt x="119827" y="3583"/>
                </a:cubicBezTo>
                <a:cubicBezTo>
                  <a:pt x="118234" y="4777"/>
                  <a:pt x="113855" y="7564"/>
                  <a:pt x="111865" y="8758"/>
                </a:cubicBezTo>
                <a:cubicBezTo>
                  <a:pt x="100718" y="2388"/>
                  <a:pt x="85989" y="0"/>
                  <a:pt x="71657" y="0"/>
                </a:cubicBezTo>
                <a:cubicBezTo>
                  <a:pt x="59714" y="0"/>
                  <a:pt x="0" y="0"/>
                  <a:pt x="0" y="51752"/>
                </a:cubicBezTo>
                <a:cubicBezTo>
                  <a:pt x="0" y="93552"/>
                  <a:pt x="49364" y="102311"/>
                  <a:pt x="61705" y="104301"/>
                </a:cubicBezTo>
                <a:cubicBezTo>
                  <a:pt x="72453" y="106291"/>
                  <a:pt x="85591" y="108680"/>
                  <a:pt x="87183" y="108680"/>
                </a:cubicBezTo>
                <a:cubicBezTo>
                  <a:pt x="103107" y="112263"/>
                  <a:pt x="119030" y="122215"/>
                  <a:pt x="119030" y="138935"/>
                </a:cubicBezTo>
                <a:cubicBezTo>
                  <a:pt x="119030" y="169589"/>
                  <a:pt x="82804" y="169589"/>
                  <a:pt x="74444" y="169589"/>
                </a:cubicBezTo>
                <a:cubicBezTo>
                  <a:pt x="54141" y="169589"/>
                  <a:pt x="29061" y="163219"/>
                  <a:pt x="17915" y="124604"/>
                </a:cubicBezTo>
                <a:cubicBezTo>
                  <a:pt x="15526" y="116642"/>
                  <a:pt x="15128" y="116244"/>
                  <a:pt x="8360" y="116244"/>
                </a:cubicBezTo>
                <a:cubicBezTo>
                  <a:pt x="0" y="116244"/>
                  <a:pt x="0" y="117438"/>
                  <a:pt x="0" y="126594"/>
                </a:cubicBezTo>
                <a:lnTo>
                  <a:pt x="0" y="172375"/>
                </a:lnTo>
                <a:cubicBezTo>
                  <a:pt x="0" y="179939"/>
                  <a:pt x="0" y="182726"/>
                  <a:pt x="5971" y="182726"/>
                </a:cubicBezTo>
                <a:cubicBezTo>
                  <a:pt x="8758" y="182726"/>
                  <a:pt x="9555" y="182726"/>
                  <a:pt x="17516" y="176356"/>
                </a:cubicBezTo>
                <a:lnTo>
                  <a:pt x="27866" y="168792"/>
                </a:lnTo>
                <a:cubicBezTo>
                  <a:pt x="45781" y="182726"/>
                  <a:pt x="67278" y="182726"/>
                  <a:pt x="74444" y="182726"/>
                </a:cubicBezTo>
                <a:cubicBezTo>
                  <a:pt x="96339" y="182726"/>
                  <a:pt x="146101" y="177949"/>
                  <a:pt x="146101" y="125002"/>
                </a:cubicBezTo>
                <a:cubicBezTo>
                  <a:pt x="146101" y="105893"/>
                  <a:pt x="135750" y="92756"/>
                  <a:pt x="127788" y="85591"/>
                </a:cubicBezTo>
                <a:cubicBezTo>
                  <a:pt x="111467" y="72055"/>
                  <a:pt x="97931" y="69666"/>
                  <a:pt x="76434" y="65686"/>
                </a:cubicBezTo>
                <a:cubicBezTo>
                  <a:pt x="50956" y="61307"/>
                  <a:pt x="27070" y="56928"/>
                  <a:pt x="27070" y="37819"/>
                </a:cubicBezTo>
                <a:cubicBezTo>
                  <a:pt x="27070" y="11943"/>
                  <a:pt x="62501" y="11943"/>
                  <a:pt x="70861" y="11943"/>
                </a:cubicBezTo>
                <a:cubicBezTo>
                  <a:pt x="115050" y="11943"/>
                  <a:pt x="117438" y="39809"/>
                  <a:pt x="118234" y="49762"/>
                </a:cubicBezTo>
                <a:cubicBezTo>
                  <a:pt x="118632" y="54937"/>
                  <a:pt x="121817" y="54937"/>
                  <a:pt x="126594" y="54937"/>
                </a:cubicBezTo>
                <a:cubicBezTo>
                  <a:pt x="134954" y="54937"/>
                  <a:pt x="134954" y="53743"/>
                  <a:pt x="134954" y="44587"/>
                </a:cubicBezTo>
                <a:lnTo>
                  <a:pt x="134954" y="1035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2">
            <a:extLst xmlns:a="http://schemas.openxmlformats.org/drawingml/2006/main">
              <a:ext uri="{FF2B5EF4-FFF2-40B4-BE49-F238E27FC236}">
                <a16:creationId xmlns:a16="http://schemas.microsoft.com/office/drawing/2014/main" id="{2C5D4027-E46F-46F4-8300-27913993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455" y="3513785"/>
            <a:ext cx="135076" cy="221711"/>
          </a:xfrm>
          <a:custGeom xmlns:a="http://schemas.openxmlformats.org/drawingml/2006/main">
            <a:pathLst>
              <a:path w="115448" h="189494">
                <a:moveTo>
                  <a:pt x="115448" y="56529"/>
                </a:moveTo>
                <a:cubicBezTo>
                  <a:pt x="115448" y="23355"/>
                  <a:pt x="102709" y="0"/>
                  <a:pt x="80681" y="0"/>
                </a:cubicBezTo>
                <a:cubicBezTo>
                  <a:pt x="41137" y="0"/>
                  <a:pt x="0" y="73780"/>
                  <a:pt x="0" y="132964"/>
                </a:cubicBezTo>
                <a:cubicBezTo>
                  <a:pt x="0" y="158442"/>
                  <a:pt x="8758" y="189494"/>
                  <a:pt x="35032" y="189494"/>
                </a:cubicBezTo>
                <a:cubicBezTo>
                  <a:pt x="73781" y="189494"/>
                  <a:pt x="115448" y="117571"/>
                  <a:pt x="115448" y="56529"/>
                </a:cubicBezTo>
                <a:moveTo>
                  <a:pt x="29725" y="90235"/>
                </a:moveTo>
                <a:cubicBezTo>
                  <a:pt x="42198" y="36625"/>
                  <a:pt x="63960" y="7431"/>
                  <a:pt x="80415" y="7431"/>
                </a:cubicBezTo>
                <a:cubicBezTo>
                  <a:pt x="96339" y="7431"/>
                  <a:pt x="96339" y="35829"/>
                  <a:pt x="96339" y="40871"/>
                </a:cubicBezTo>
                <a:cubicBezTo>
                  <a:pt x="96339" y="55733"/>
                  <a:pt x="91562" y="77230"/>
                  <a:pt x="88377" y="90235"/>
                </a:cubicBezTo>
                <a:lnTo>
                  <a:pt x="29725" y="90235"/>
                </a:lnTo>
                <a:moveTo>
                  <a:pt x="85989" y="99259"/>
                </a:moveTo>
                <a:cubicBezTo>
                  <a:pt x="73515" y="152603"/>
                  <a:pt x="51752" y="182062"/>
                  <a:pt x="35298" y="182062"/>
                </a:cubicBezTo>
                <a:cubicBezTo>
                  <a:pt x="20966" y="182062"/>
                  <a:pt x="19374" y="160830"/>
                  <a:pt x="19374" y="148622"/>
                </a:cubicBezTo>
                <a:cubicBezTo>
                  <a:pt x="19374" y="131902"/>
                  <a:pt x="24416" y="110405"/>
                  <a:pt x="27336" y="99259"/>
                </a:cubicBezTo>
                <a:lnTo>
                  <a:pt x="85989" y="99259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3">
            <a:extLst xmlns:a="http://schemas.openxmlformats.org/drawingml/2006/main">
              <a:ext uri="{FF2B5EF4-FFF2-40B4-BE49-F238E27FC236}">
                <a16:creationId xmlns:a16="http://schemas.microsoft.com/office/drawing/2014/main" id="{370E1382-8209-49F3-93DC-252D4B6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926" y="3313190"/>
            <a:ext cx="105731" cy="466245"/>
          </a:xfrm>
          <a:custGeom xmlns:a="http://schemas.openxmlformats.org/drawingml/2006/main">
            <a:pathLst>
              <a:path w="90367" h="398494">
                <a:moveTo>
                  <a:pt x="90367" y="395309"/>
                </a:moveTo>
                <a:cubicBezTo>
                  <a:pt x="90367" y="394115"/>
                  <a:pt x="90367" y="393319"/>
                  <a:pt x="83601" y="386551"/>
                </a:cubicBezTo>
                <a:cubicBezTo>
                  <a:pt x="43790" y="346343"/>
                  <a:pt x="21497" y="280657"/>
                  <a:pt x="21497" y="199446"/>
                </a:cubicBezTo>
                <a:cubicBezTo>
                  <a:pt x="21497" y="122215"/>
                  <a:pt x="40208" y="55733"/>
                  <a:pt x="86387" y="8758"/>
                </a:cubicBezTo>
                <a:cubicBezTo>
                  <a:pt x="90367" y="5175"/>
                  <a:pt x="90367" y="4379"/>
                  <a:pt x="90367" y="3185"/>
                </a:cubicBezTo>
                <a:cubicBezTo>
                  <a:pt x="90367" y="796"/>
                  <a:pt x="88377" y="0"/>
                  <a:pt x="86785" y="0"/>
                </a:cubicBezTo>
                <a:cubicBezTo>
                  <a:pt x="81610" y="0"/>
                  <a:pt x="48966" y="28663"/>
                  <a:pt x="29459" y="67676"/>
                </a:cubicBezTo>
                <a:cubicBezTo>
                  <a:pt x="9156" y="107884"/>
                  <a:pt x="0" y="150480"/>
                  <a:pt x="0" y="199446"/>
                </a:cubicBezTo>
                <a:cubicBezTo>
                  <a:pt x="0" y="234876"/>
                  <a:pt x="5573" y="282250"/>
                  <a:pt x="26274" y="324846"/>
                </a:cubicBezTo>
                <a:cubicBezTo>
                  <a:pt x="49762" y="372617"/>
                  <a:pt x="82406" y="398494"/>
                  <a:pt x="86785" y="398494"/>
                </a:cubicBezTo>
                <a:cubicBezTo>
                  <a:pt x="88377" y="398494"/>
                  <a:pt x="90367" y="397697"/>
                  <a:pt x="90367" y="395309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4">
            <a:extLst xmlns:a="http://schemas.openxmlformats.org/drawingml/2006/main">
              <a:ext uri="{FF2B5EF4-FFF2-40B4-BE49-F238E27FC236}">
                <a16:creationId xmlns:a16="http://schemas.microsoft.com/office/drawing/2014/main" id="{4E385F0E-9150-4282-B432-D3DB48E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078" y="3455715"/>
            <a:ext cx="196093" cy="206806"/>
          </a:xfrm>
          <a:custGeom xmlns:a="http://schemas.openxmlformats.org/drawingml/2006/main">
            <a:pathLst>
              <a:path w="167599" h="176755">
                <a:moveTo>
                  <a:pt x="162821" y="15128"/>
                </a:moveTo>
                <a:cubicBezTo>
                  <a:pt x="166404" y="10749"/>
                  <a:pt x="166404" y="9952"/>
                  <a:pt x="166404" y="7564"/>
                </a:cubicBezTo>
                <a:cubicBezTo>
                  <a:pt x="166404" y="0"/>
                  <a:pt x="162423" y="0"/>
                  <a:pt x="154859" y="0"/>
                </a:cubicBezTo>
                <a:lnTo>
                  <a:pt x="10749" y="0"/>
                </a:lnTo>
                <a:lnTo>
                  <a:pt x="6369" y="68472"/>
                </a:lnTo>
                <a:lnTo>
                  <a:pt x="23089" y="68472"/>
                </a:lnTo>
                <a:cubicBezTo>
                  <a:pt x="25478" y="30653"/>
                  <a:pt x="34236" y="13137"/>
                  <a:pt x="78425" y="13137"/>
                </a:cubicBezTo>
                <a:lnTo>
                  <a:pt x="114254" y="13137"/>
                </a:lnTo>
                <a:lnTo>
                  <a:pt x="3583" y="160831"/>
                </a:lnTo>
                <a:cubicBezTo>
                  <a:pt x="0" y="165209"/>
                  <a:pt x="0" y="166005"/>
                  <a:pt x="0" y="168793"/>
                </a:cubicBezTo>
                <a:cubicBezTo>
                  <a:pt x="0" y="176755"/>
                  <a:pt x="3583" y="176755"/>
                  <a:pt x="11545" y="176755"/>
                </a:cubicBezTo>
                <a:lnTo>
                  <a:pt x="160831" y="176755"/>
                </a:lnTo>
                <a:lnTo>
                  <a:pt x="167599" y="97931"/>
                </a:lnTo>
                <a:lnTo>
                  <a:pt x="150879" y="97931"/>
                </a:lnTo>
                <a:cubicBezTo>
                  <a:pt x="147694" y="140130"/>
                  <a:pt x="138935" y="162423"/>
                  <a:pt x="88775" y="162423"/>
                </a:cubicBezTo>
                <a:lnTo>
                  <a:pt x="52549" y="162423"/>
                </a:lnTo>
                <a:lnTo>
                  <a:pt x="162821" y="15128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5">
            <a:extLst xmlns:a="http://schemas.openxmlformats.org/drawingml/2006/main">
              <a:ext uri="{FF2B5EF4-FFF2-40B4-BE49-F238E27FC236}">
                <a16:creationId xmlns:a16="http://schemas.microsoft.com/office/drawing/2014/main" id="{9F309408-6448-4FB7-8D6E-241EC08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292" y="3538317"/>
            <a:ext cx="100918" cy="197180"/>
          </a:xfrm>
          <a:custGeom xmlns:a="http://schemas.openxmlformats.org/drawingml/2006/main">
            <a:pathLst>
              <a:path w="86254" h="168527">
                <a:moveTo>
                  <a:pt x="52018" y="60245"/>
                </a:moveTo>
                <a:lnTo>
                  <a:pt x="78026" y="60245"/>
                </a:lnTo>
                <a:cubicBezTo>
                  <a:pt x="83070" y="60245"/>
                  <a:pt x="86254" y="60245"/>
                  <a:pt x="86254" y="55202"/>
                </a:cubicBezTo>
                <a:cubicBezTo>
                  <a:pt x="86254" y="51487"/>
                  <a:pt x="82803" y="51487"/>
                  <a:pt x="78292" y="51487"/>
                </a:cubicBezTo>
                <a:lnTo>
                  <a:pt x="54141" y="51487"/>
                </a:lnTo>
                <a:lnTo>
                  <a:pt x="63695" y="13801"/>
                </a:lnTo>
                <a:cubicBezTo>
                  <a:pt x="64756" y="9820"/>
                  <a:pt x="64756" y="8493"/>
                  <a:pt x="64756" y="8227"/>
                </a:cubicBezTo>
                <a:cubicBezTo>
                  <a:pt x="64756" y="2654"/>
                  <a:pt x="60510" y="0"/>
                  <a:pt x="55999" y="0"/>
                </a:cubicBezTo>
                <a:cubicBezTo>
                  <a:pt x="46976" y="0"/>
                  <a:pt x="45117" y="7166"/>
                  <a:pt x="42198" y="19109"/>
                </a:cubicBezTo>
                <a:lnTo>
                  <a:pt x="33971" y="51487"/>
                </a:lnTo>
                <a:lnTo>
                  <a:pt x="8492" y="51487"/>
                </a:lnTo>
                <a:cubicBezTo>
                  <a:pt x="3450" y="51487"/>
                  <a:pt x="0" y="51487"/>
                  <a:pt x="0" y="56530"/>
                </a:cubicBezTo>
                <a:cubicBezTo>
                  <a:pt x="0" y="60245"/>
                  <a:pt x="3450" y="60245"/>
                  <a:pt x="7961" y="60245"/>
                </a:cubicBezTo>
                <a:lnTo>
                  <a:pt x="31848" y="60245"/>
                </a:lnTo>
                <a:lnTo>
                  <a:pt x="15924" y="123940"/>
                </a:lnTo>
                <a:cubicBezTo>
                  <a:pt x="14332" y="130576"/>
                  <a:pt x="11943" y="139864"/>
                  <a:pt x="11943" y="143580"/>
                </a:cubicBezTo>
                <a:cubicBezTo>
                  <a:pt x="11943" y="159504"/>
                  <a:pt x="24947" y="168527"/>
                  <a:pt x="39013" y="168527"/>
                </a:cubicBezTo>
                <a:cubicBezTo>
                  <a:pt x="67411" y="168527"/>
                  <a:pt x="83601" y="131106"/>
                  <a:pt x="83601" y="127921"/>
                </a:cubicBezTo>
                <a:cubicBezTo>
                  <a:pt x="83601" y="125002"/>
                  <a:pt x="81211" y="124471"/>
                  <a:pt x="79619" y="124471"/>
                </a:cubicBezTo>
                <a:cubicBezTo>
                  <a:pt x="76700" y="124471"/>
                  <a:pt x="76434" y="125533"/>
                  <a:pt x="74576" y="129514"/>
                </a:cubicBezTo>
                <a:cubicBezTo>
                  <a:pt x="69269" y="142253"/>
                  <a:pt x="55999" y="161096"/>
                  <a:pt x="39809" y="161096"/>
                </a:cubicBezTo>
                <a:cubicBezTo>
                  <a:pt x="34236" y="161096"/>
                  <a:pt x="31052" y="157381"/>
                  <a:pt x="31052" y="148623"/>
                </a:cubicBezTo>
                <a:cubicBezTo>
                  <a:pt x="31052" y="143580"/>
                  <a:pt x="31848" y="140661"/>
                  <a:pt x="32644" y="137210"/>
                </a:cubicBezTo>
                <a:lnTo>
                  <a:pt x="52018" y="60245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6">
            <a:extLst xmlns:a="http://schemas.openxmlformats.org/drawingml/2006/main">
              <a:ext uri="{FF2B5EF4-FFF2-40B4-BE49-F238E27FC236}">
                <a16:creationId xmlns:a16="http://schemas.microsoft.com/office/drawing/2014/main" id="{A8AEFB1A-5866-4A7F-AAC2-D88B991D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00" y="3617348"/>
            <a:ext cx="50304" cy="135076"/>
          </a:xfrm>
          <a:custGeom xmlns:a="http://schemas.openxmlformats.org/drawingml/2006/main">
            <a:pathLst>
              <a:path w="42994" h="115448">
                <a:moveTo>
                  <a:pt x="42994" y="40208"/>
                </a:moveTo>
                <a:cubicBezTo>
                  <a:pt x="42994" y="17118"/>
                  <a:pt x="35430" y="0"/>
                  <a:pt x="19109" y="0"/>
                </a:cubicBezTo>
                <a:cubicBezTo>
                  <a:pt x="6369" y="0"/>
                  <a:pt x="0" y="10351"/>
                  <a:pt x="0" y="19109"/>
                </a:cubicBezTo>
                <a:cubicBezTo>
                  <a:pt x="0" y="27866"/>
                  <a:pt x="5972" y="38615"/>
                  <a:pt x="19507" y="38615"/>
                </a:cubicBezTo>
                <a:cubicBezTo>
                  <a:pt x="24682" y="38615"/>
                  <a:pt x="29061" y="37023"/>
                  <a:pt x="32644" y="33440"/>
                </a:cubicBezTo>
                <a:cubicBezTo>
                  <a:pt x="33440" y="32644"/>
                  <a:pt x="33838" y="32644"/>
                  <a:pt x="34236" y="32644"/>
                </a:cubicBezTo>
                <a:cubicBezTo>
                  <a:pt x="35032" y="32644"/>
                  <a:pt x="35032" y="38217"/>
                  <a:pt x="35032" y="40208"/>
                </a:cubicBezTo>
                <a:cubicBezTo>
                  <a:pt x="35032" y="53345"/>
                  <a:pt x="32644" y="79221"/>
                  <a:pt x="9555" y="105097"/>
                </a:cubicBezTo>
                <a:cubicBezTo>
                  <a:pt x="5175" y="109874"/>
                  <a:pt x="5175" y="110670"/>
                  <a:pt x="5175" y="111467"/>
                </a:cubicBezTo>
                <a:cubicBezTo>
                  <a:pt x="5175" y="113457"/>
                  <a:pt x="7165" y="115448"/>
                  <a:pt x="9156" y="115448"/>
                </a:cubicBezTo>
                <a:cubicBezTo>
                  <a:pt x="12341" y="115448"/>
                  <a:pt x="42994" y="85989"/>
                  <a:pt x="42994" y="40208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87">
            <a:extLst xmlns:a="http://schemas.openxmlformats.org/drawingml/2006/main">
              <a:ext uri="{FF2B5EF4-FFF2-40B4-BE49-F238E27FC236}">
                <a16:creationId xmlns:a16="http://schemas.microsoft.com/office/drawing/2014/main" id="{D9985477-BB03-41DB-98A4-6767EE40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640" y="3371408"/>
            <a:ext cx="139733" cy="295770"/>
          </a:xfrm>
          <a:custGeom xmlns:a="http://schemas.openxmlformats.org/drawingml/2006/main">
            <a:pathLst>
              <a:path w="119428" h="252791">
                <a:moveTo>
                  <a:pt x="71259" y="88775"/>
                </a:moveTo>
                <a:lnTo>
                  <a:pt x="107884" y="88775"/>
                </a:lnTo>
                <a:cubicBezTo>
                  <a:pt x="115447" y="88775"/>
                  <a:pt x="119428" y="88775"/>
                  <a:pt x="119428" y="81610"/>
                </a:cubicBezTo>
                <a:cubicBezTo>
                  <a:pt x="119428" y="77231"/>
                  <a:pt x="117040" y="77231"/>
                  <a:pt x="109078" y="77231"/>
                </a:cubicBezTo>
                <a:lnTo>
                  <a:pt x="74046" y="77231"/>
                </a:lnTo>
                <a:lnTo>
                  <a:pt x="88775" y="19109"/>
                </a:lnTo>
                <a:cubicBezTo>
                  <a:pt x="90367" y="13535"/>
                  <a:pt x="90367" y="12739"/>
                  <a:pt x="90367" y="9953"/>
                </a:cubicBezTo>
                <a:cubicBezTo>
                  <a:pt x="90367" y="3583"/>
                  <a:pt x="85193" y="0"/>
                  <a:pt x="80017" y="0"/>
                </a:cubicBezTo>
                <a:cubicBezTo>
                  <a:pt x="76833" y="0"/>
                  <a:pt x="67677" y="1194"/>
                  <a:pt x="64491" y="13934"/>
                </a:cubicBezTo>
                <a:lnTo>
                  <a:pt x="48966" y="77231"/>
                </a:lnTo>
                <a:lnTo>
                  <a:pt x="11545" y="77231"/>
                </a:lnTo>
                <a:cubicBezTo>
                  <a:pt x="3583" y="77231"/>
                  <a:pt x="0" y="77231"/>
                  <a:pt x="0" y="84794"/>
                </a:cubicBezTo>
                <a:cubicBezTo>
                  <a:pt x="0" y="88775"/>
                  <a:pt x="2787" y="88775"/>
                  <a:pt x="10351" y="88775"/>
                </a:cubicBezTo>
                <a:lnTo>
                  <a:pt x="45781" y="88775"/>
                </a:lnTo>
                <a:lnTo>
                  <a:pt x="19507" y="193873"/>
                </a:lnTo>
                <a:cubicBezTo>
                  <a:pt x="16322" y="207806"/>
                  <a:pt x="15128" y="211787"/>
                  <a:pt x="15128" y="216962"/>
                </a:cubicBezTo>
                <a:cubicBezTo>
                  <a:pt x="15128" y="235673"/>
                  <a:pt x="28265" y="252791"/>
                  <a:pt x="50558" y="252791"/>
                </a:cubicBezTo>
                <a:cubicBezTo>
                  <a:pt x="90766" y="252791"/>
                  <a:pt x="112263" y="194669"/>
                  <a:pt x="112263" y="191882"/>
                </a:cubicBezTo>
                <a:cubicBezTo>
                  <a:pt x="112263" y="189493"/>
                  <a:pt x="110671" y="188299"/>
                  <a:pt x="108282" y="188299"/>
                </a:cubicBezTo>
                <a:cubicBezTo>
                  <a:pt x="107486" y="188299"/>
                  <a:pt x="105894" y="188299"/>
                  <a:pt x="105098" y="189892"/>
                </a:cubicBezTo>
                <a:cubicBezTo>
                  <a:pt x="104699" y="190290"/>
                  <a:pt x="104301" y="190688"/>
                  <a:pt x="101514" y="197057"/>
                </a:cubicBezTo>
                <a:cubicBezTo>
                  <a:pt x="93154" y="216962"/>
                  <a:pt x="74842" y="244829"/>
                  <a:pt x="51753" y="244829"/>
                </a:cubicBezTo>
                <a:cubicBezTo>
                  <a:pt x="39809" y="244829"/>
                  <a:pt x="39013" y="234876"/>
                  <a:pt x="39013" y="226118"/>
                </a:cubicBezTo>
                <a:cubicBezTo>
                  <a:pt x="39013" y="225720"/>
                  <a:pt x="39013" y="218156"/>
                  <a:pt x="40208" y="213379"/>
                </a:cubicBezTo>
                <a:lnTo>
                  <a:pt x="71259" y="88775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88">
            <a:extLst xmlns:a="http://schemas.openxmlformats.org/drawingml/2006/main">
              <a:ext uri="{FF2B5EF4-FFF2-40B4-BE49-F238E27FC236}">
                <a16:creationId xmlns:a16="http://schemas.microsoft.com/office/drawing/2014/main" id="{DA7724D8-FA00-424F-8551-5EB9718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703" y="3313190"/>
            <a:ext cx="105731" cy="466245"/>
          </a:xfrm>
          <a:custGeom xmlns:a="http://schemas.openxmlformats.org/drawingml/2006/main">
            <a:pathLst>
              <a:path w="90367" h="398494">
                <a:moveTo>
                  <a:pt x="90367" y="199446"/>
                </a:moveTo>
                <a:cubicBezTo>
                  <a:pt x="90367" y="169191"/>
                  <a:pt x="86387" y="119827"/>
                  <a:pt x="64093" y="73648"/>
                </a:cubicBezTo>
                <a:cubicBezTo>
                  <a:pt x="40606" y="25876"/>
                  <a:pt x="7961" y="0"/>
                  <a:pt x="3583" y="0"/>
                </a:cubicBezTo>
                <a:cubicBezTo>
                  <a:pt x="1991" y="0"/>
                  <a:pt x="0" y="796"/>
                  <a:pt x="0" y="3185"/>
                </a:cubicBezTo>
                <a:cubicBezTo>
                  <a:pt x="0" y="4379"/>
                  <a:pt x="0" y="5175"/>
                  <a:pt x="6768" y="11943"/>
                </a:cubicBezTo>
                <a:cubicBezTo>
                  <a:pt x="46577" y="52151"/>
                  <a:pt x="68870" y="117836"/>
                  <a:pt x="68870" y="199048"/>
                </a:cubicBezTo>
                <a:cubicBezTo>
                  <a:pt x="68870" y="276278"/>
                  <a:pt x="50160" y="342760"/>
                  <a:pt x="3981" y="389735"/>
                </a:cubicBezTo>
                <a:cubicBezTo>
                  <a:pt x="0" y="393319"/>
                  <a:pt x="0" y="394115"/>
                  <a:pt x="0" y="395309"/>
                </a:cubicBezTo>
                <a:cubicBezTo>
                  <a:pt x="0" y="397697"/>
                  <a:pt x="1991" y="398494"/>
                  <a:pt x="3583" y="398494"/>
                </a:cubicBezTo>
                <a:cubicBezTo>
                  <a:pt x="8759" y="398494"/>
                  <a:pt x="41402" y="369831"/>
                  <a:pt x="60909" y="330818"/>
                </a:cubicBezTo>
                <a:cubicBezTo>
                  <a:pt x="81211" y="290211"/>
                  <a:pt x="90367" y="247217"/>
                  <a:pt x="90367" y="199446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89">
            <a:extLst xmlns:a="http://schemas.openxmlformats.org/drawingml/2006/main">
              <a:ext uri="{FF2B5EF4-FFF2-40B4-BE49-F238E27FC236}">
                <a16:creationId xmlns:a16="http://schemas.microsoft.com/office/drawing/2014/main" id="{F29B0AB0-6B87-40CC-B93E-3F99E8E6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51" y="3314799"/>
            <a:ext cx="105732" cy="466245"/>
          </a:xfrm>
          <a:custGeom xmlns:a="http://schemas.openxmlformats.org/drawingml/2006/main">
            <a:pathLst>
              <a:path w="90368" h="398494">
                <a:moveTo>
                  <a:pt x="90368" y="395309"/>
                </a:moveTo>
                <a:cubicBezTo>
                  <a:pt x="90368" y="394115"/>
                  <a:pt x="90368" y="393319"/>
                  <a:pt x="83600" y="386551"/>
                </a:cubicBezTo>
                <a:cubicBezTo>
                  <a:pt x="43790" y="346343"/>
                  <a:pt x="21497" y="280657"/>
                  <a:pt x="21497" y="199446"/>
                </a:cubicBezTo>
                <a:cubicBezTo>
                  <a:pt x="21497" y="122215"/>
                  <a:pt x="40208" y="55733"/>
                  <a:pt x="86387" y="8758"/>
                </a:cubicBezTo>
                <a:cubicBezTo>
                  <a:pt x="90368" y="5175"/>
                  <a:pt x="90368" y="4379"/>
                  <a:pt x="90368" y="3185"/>
                </a:cubicBezTo>
                <a:cubicBezTo>
                  <a:pt x="90368" y="796"/>
                  <a:pt x="88377" y="0"/>
                  <a:pt x="86785" y="0"/>
                </a:cubicBezTo>
                <a:cubicBezTo>
                  <a:pt x="81609" y="0"/>
                  <a:pt x="48966" y="28663"/>
                  <a:pt x="29459" y="67676"/>
                </a:cubicBezTo>
                <a:cubicBezTo>
                  <a:pt x="9156" y="107884"/>
                  <a:pt x="0" y="150480"/>
                  <a:pt x="0" y="199446"/>
                </a:cubicBezTo>
                <a:cubicBezTo>
                  <a:pt x="0" y="234876"/>
                  <a:pt x="5573" y="282250"/>
                  <a:pt x="26274" y="324846"/>
                </a:cubicBezTo>
                <a:cubicBezTo>
                  <a:pt x="49762" y="372617"/>
                  <a:pt x="82406" y="398494"/>
                  <a:pt x="86785" y="398494"/>
                </a:cubicBezTo>
                <a:cubicBezTo>
                  <a:pt x="88377" y="398494"/>
                  <a:pt x="90368" y="397697"/>
                  <a:pt x="90368" y="395309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90">
            <a:extLst xmlns:a="http://schemas.openxmlformats.org/drawingml/2006/main">
              <a:ext uri="{FF2B5EF4-FFF2-40B4-BE49-F238E27FC236}">
                <a16:creationId xmlns:a16="http://schemas.microsoft.com/office/drawing/2014/main" id="{344B51C2-B549-41CA-8E92-892D4934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405" y="3457325"/>
            <a:ext cx="196093" cy="206806"/>
          </a:xfrm>
          <a:custGeom xmlns:a="http://schemas.openxmlformats.org/drawingml/2006/main">
            <a:pathLst>
              <a:path w="167598" h="176755">
                <a:moveTo>
                  <a:pt x="162821" y="15128"/>
                </a:moveTo>
                <a:cubicBezTo>
                  <a:pt x="166404" y="10749"/>
                  <a:pt x="166404" y="9952"/>
                  <a:pt x="166404" y="7564"/>
                </a:cubicBezTo>
                <a:cubicBezTo>
                  <a:pt x="166404" y="0"/>
                  <a:pt x="162423" y="0"/>
                  <a:pt x="154859" y="0"/>
                </a:cubicBezTo>
                <a:lnTo>
                  <a:pt x="10749" y="0"/>
                </a:lnTo>
                <a:lnTo>
                  <a:pt x="6369" y="68472"/>
                </a:lnTo>
                <a:lnTo>
                  <a:pt x="23090" y="68472"/>
                </a:lnTo>
                <a:cubicBezTo>
                  <a:pt x="25478" y="30653"/>
                  <a:pt x="34236" y="13137"/>
                  <a:pt x="78425" y="13137"/>
                </a:cubicBezTo>
                <a:lnTo>
                  <a:pt x="114253" y="13137"/>
                </a:lnTo>
                <a:lnTo>
                  <a:pt x="3583" y="160831"/>
                </a:lnTo>
                <a:cubicBezTo>
                  <a:pt x="0" y="165209"/>
                  <a:pt x="0" y="166005"/>
                  <a:pt x="0" y="168793"/>
                </a:cubicBezTo>
                <a:cubicBezTo>
                  <a:pt x="0" y="176755"/>
                  <a:pt x="3583" y="176755"/>
                  <a:pt x="11545" y="176755"/>
                </a:cubicBezTo>
                <a:lnTo>
                  <a:pt x="160831" y="176755"/>
                </a:lnTo>
                <a:lnTo>
                  <a:pt x="167598" y="97931"/>
                </a:lnTo>
                <a:lnTo>
                  <a:pt x="150878" y="97931"/>
                </a:lnTo>
                <a:cubicBezTo>
                  <a:pt x="147694" y="140130"/>
                  <a:pt x="138936" y="162423"/>
                  <a:pt x="88775" y="162423"/>
                </a:cubicBezTo>
                <a:lnTo>
                  <a:pt x="52548" y="162423"/>
                </a:lnTo>
                <a:lnTo>
                  <a:pt x="162821" y="15128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1">
            <a:extLst xmlns:a="http://schemas.openxmlformats.org/drawingml/2006/main">
              <a:ext uri="{FF2B5EF4-FFF2-40B4-BE49-F238E27FC236}">
                <a16:creationId xmlns:a16="http://schemas.microsoft.com/office/drawing/2014/main" id="{711C0557-4821-4D98-9DFE-D5591419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618" y="3539927"/>
            <a:ext cx="100919" cy="197180"/>
          </a:xfrm>
          <a:custGeom xmlns:a="http://schemas.openxmlformats.org/drawingml/2006/main">
            <a:pathLst>
              <a:path w="86254" h="168527">
                <a:moveTo>
                  <a:pt x="52018" y="60245"/>
                </a:moveTo>
                <a:lnTo>
                  <a:pt x="78027" y="60245"/>
                </a:lnTo>
                <a:cubicBezTo>
                  <a:pt x="83070" y="60245"/>
                  <a:pt x="86254" y="60245"/>
                  <a:pt x="86254" y="55202"/>
                </a:cubicBezTo>
                <a:cubicBezTo>
                  <a:pt x="86254" y="51487"/>
                  <a:pt x="82804" y="51487"/>
                  <a:pt x="78292" y="51487"/>
                </a:cubicBezTo>
                <a:lnTo>
                  <a:pt x="54141" y="51487"/>
                </a:lnTo>
                <a:lnTo>
                  <a:pt x="63695" y="13801"/>
                </a:lnTo>
                <a:cubicBezTo>
                  <a:pt x="64757" y="9820"/>
                  <a:pt x="64757" y="8493"/>
                  <a:pt x="64757" y="8227"/>
                </a:cubicBezTo>
                <a:cubicBezTo>
                  <a:pt x="64757" y="2654"/>
                  <a:pt x="60510" y="0"/>
                  <a:pt x="55998" y="0"/>
                </a:cubicBezTo>
                <a:cubicBezTo>
                  <a:pt x="46975" y="0"/>
                  <a:pt x="45117" y="7166"/>
                  <a:pt x="42198" y="19109"/>
                </a:cubicBezTo>
                <a:lnTo>
                  <a:pt x="33971" y="51487"/>
                </a:lnTo>
                <a:lnTo>
                  <a:pt x="8492" y="51487"/>
                </a:lnTo>
                <a:cubicBezTo>
                  <a:pt x="3450" y="51487"/>
                  <a:pt x="0" y="51487"/>
                  <a:pt x="0" y="56530"/>
                </a:cubicBezTo>
                <a:cubicBezTo>
                  <a:pt x="0" y="60245"/>
                  <a:pt x="3450" y="60245"/>
                  <a:pt x="7962" y="60245"/>
                </a:cubicBezTo>
                <a:lnTo>
                  <a:pt x="31848" y="60245"/>
                </a:lnTo>
                <a:lnTo>
                  <a:pt x="15924" y="123940"/>
                </a:lnTo>
                <a:cubicBezTo>
                  <a:pt x="14331" y="130576"/>
                  <a:pt x="11943" y="139864"/>
                  <a:pt x="11943" y="143580"/>
                </a:cubicBezTo>
                <a:cubicBezTo>
                  <a:pt x="11943" y="159504"/>
                  <a:pt x="24947" y="168527"/>
                  <a:pt x="39013" y="168527"/>
                </a:cubicBezTo>
                <a:cubicBezTo>
                  <a:pt x="67411" y="168527"/>
                  <a:pt x="83600" y="131106"/>
                  <a:pt x="83600" y="127921"/>
                </a:cubicBezTo>
                <a:cubicBezTo>
                  <a:pt x="83600" y="125002"/>
                  <a:pt x="81211" y="124471"/>
                  <a:pt x="79619" y="124471"/>
                </a:cubicBezTo>
                <a:cubicBezTo>
                  <a:pt x="76700" y="124471"/>
                  <a:pt x="76434" y="125533"/>
                  <a:pt x="74577" y="129514"/>
                </a:cubicBezTo>
                <a:cubicBezTo>
                  <a:pt x="69269" y="142253"/>
                  <a:pt x="55998" y="161096"/>
                  <a:pt x="39810" y="161096"/>
                </a:cubicBezTo>
                <a:cubicBezTo>
                  <a:pt x="34236" y="161096"/>
                  <a:pt x="31052" y="157381"/>
                  <a:pt x="31052" y="148623"/>
                </a:cubicBezTo>
                <a:cubicBezTo>
                  <a:pt x="31052" y="143580"/>
                  <a:pt x="31848" y="140661"/>
                  <a:pt x="32644" y="137210"/>
                </a:cubicBezTo>
                <a:lnTo>
                  <a:pt x="52018" y="60245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92">
            <a:extLst xmlns:a="http://schemas.openxmlformats.org/drawingml/2006/main">
              <a:ext uri="{FF2B5EF4-FFF2-40B4-BE49-F238E27FC236}">
                <a16:creationId xmlns:a16="http://schemas.microsoft.com/office/drawing/2014/main" id="{73096087-BF6F-4E00-8108-5CEBF759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27" y="3618957"/>
            <a:ext cx="50304" cy="135076"/>
          </a:xfrm>
          <a:custGeom xmlns:a="http://schemas.openxmlformats.org/drawingml/2006/main">
            <a:pathLst>
              <a:path w="42994" h="115448">
                <a:moveTo>
                  <a:pt x="42994" y="40208"/>
                </a:moveTo>
                <a:cubicBezTo>
                  <a:pt x="42994" y="17118"/>
                  <a:pt x="35430" y="0"/>
                  <a:pt x="19109" y="0"/>
                </a:cubicBezTo>
                <a:cubicBezTo>
                  <a:pt x="6369" y="0"/>
                  <a:pt x="0" y="10351"/>
                  <a:pt x="0" y="19109"/>
                </a:cubicBezTo>
                <a:cubicBezTo>
                  <a:pt x="0" y="27866"/>
                  <a:pt x="5971" y="38615"/>
                  <a:pt x="19507" y="38615"/>
                </a:cubicBezTo>
                <a:cubicBezTo>
                  <a:pt x="24682" y="38615"/>
                  <a:pt x="29061" y="37023"/>
                  <a:pt x="32644" y="33440"/>
                </a:cubicBezTo>
                <a:cubicBezTo>
                  <a:pt x="33440" y="32644"/>
                  <a:pt x="33838" y="32644"/>
                  <a:pt x="34236" y="32644"/>
                </a:cubicBezTo>
                <a:cubicBezTo>
                  <a:pt x="35032" y="32644"/>
                  <a:pt x="35032" y="38217"/>
                  <a:pt x="35032" y="40208"/>
                </a:cubicBezTo>
                <a:cubicBezTo>
                  <a:pt x="35032" y="53345"/>
                  <a:pt x="32644" y="79221"/>
                  <a:pt x="9555" y="105097"/>
                </a:cubicBezTo>
                <a:cubicBezTo>
                  <a:pt x="5175" y="109874"/>
                  <a:pt x="5175" y="110670"/>
                  <a:pt x="5175" y="111467"/>
                </a:cubicBezTo>
                <a:cubicBezTo>
                  <a:pt x="5175" y="113457"/>
                  <a:pt x="7166" y="115448"/>
                  <a:pt x="9156" y="115448"/>
                </a:cubicBezTo>
                <a:cubicBezTo>
                  <a:pt x="12341" y="115448"/>
                  <a:pt x="42994" y="85989"/>
                  <a:pt x="42994" y="40208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3">
            <a:extLst xmlns:a="http://schemas.openxmlformats.org/drawingml/2006/main">
              <a:ext uri="{FF2B5EF4-FFF2-40B4-BE49-F238E27FC236}">
                <a16:creationId xmlns:a16="http://schemas.microsoft.com/office/drawing/2014/main" id="{49370040-923D-4292-82B8-CBC64AC7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967" y="3373018"/>
            <a:ext cx="139733" cy="295770"/>
          </a:xfrm>
          <a:custGeom xmlns:a="http://schemas.openxmlformats.org/drawingml/2006/main">
            <a:pathLst>
              <a:path w="119428" h="252791">
                <a:moveTo>
                  <a:pt x="71259" y="88775"/>
                </a:moveTo>
                <a:lnTo>
                  <a:pt x="107884" y="88775"/>
                </a:lnTo>
                <a:cubicBezTo>
                  <a:pt x="115448" y="88775"/>
                  <a:pt x="119428" y="88775"/>
                  <a:pt x="119428" y="81610"/>
                </a:cubicBezTo>
                <a:cubicBezTo>
                  <a:pt x="119428" y="77231"/>
                  <a:pt x="117040" y="77231"/>
                  <a:pt x="109078" y="77231"/>
                </a:cubicBezTo>
                <a:lnTo>
                  <a:pt x="74045" y="77231"/>
                </a:lnTo>
                <a:lnTo>
                  <a:pt x="88775" y="19109"/>
                </a:lnTo>
                <a:cubicBezTo>
                  <a:pt x="90368" y="13535"/>
                  <a:pt x="90368" y="12739"/>
                  <a:pt x="90368" y="9953"/>
                </a:cubicBezTo>
                <a:cubicBezTo>
                  <a:pt x="90368" y="3583"/>
                  <a:pt x="85193" y="0"/>
                  <a:pt x="80017" y="0"/>
                </a:cubicBezTo>
                <a:cubicBezTo>
                  <a:pt x="76833" y="0"/>
                  <a:pt x="67676" y="1194"/>
                  <a:pt x="64491" y="13934"/>
                </a:cubicBezTo>
                <a:lnTo>
                  <a:pt x="48966" y="77231"/>
                </a:lnTo>
                <a:lnTo>
                  <a:pt x="11545" y="77231"/>
                </a:lnTo>
                <a:cubicBezTo>
                  <a:pt x="3583" y="77231"/>
                  <a:pt x="0" y="77231"/>
                  <a:pt x="0" y="84794"/>
                </a:cubicBezTo>
                <a:cubicBezTo>
                  <a:pt x="0" y="88775"/>
                  <a:pt x="2787" y="88775"/>
                  <a:pt x="10351" y="88775"/>
                </a:cubicBezTo>
                <a:lnTo>
                  <a:pt x="45781" y="88775"/>
                </a:lnTo>
                <a:lnTo>
                  <a:pt x="19507" y="193873"/>
                </a:lnTo>
                <a:cubicBezTo>
                  <a:pt x="16322" y="207806"/>
                  <a:pt x="15128" y="211787"/>
                  <a:pt x="15128" y="216962"/>
                </a:cubicBezTo>
                <a:cubicBezTo>
                  <a:pt x="15128" y="235673"/>
                  <a:pt x="28264" y="252791"/>
                  <a:pt x="50558" y="252791"/>
                </a:cubicBezTo>
                <a:cubicBezTo>
                  <a:pt x="90766" y="252791"/>
                  <a:pt x="112263" y="194669"/>
                  <a:pt x="112263" y="191882"/>
                </a:cubicBezTo>
                <a:cubicBezTo>
                  <a:pt x="112263" y="189493"/>
                  <a:pt x="110670" y="188299"/>
                  <a:pt x="108282" y="188299"/>
                </a:cubicBezTo>
                <a:cubicBezTo>
                  <a:pt x="107486" y="188299"/>
                  <a:pt x="105893" y="188299"/>
                  <a:pt x="105097" y="189892"/>
                </a:cubicBezTo>
                <a:cubicBezTo>
                  <a:pt x="104699" y="190290"/>
                  <a:pt x="104301" y="190688"/>
                  <a:pt x="101515" y="197057"/>
                </a:cubicBezTo>
                <a:cubicBezTo>
                  <a:pt x="93155" y="216962"/>
                  <a:pt x="74842" y="244829"/>
                  <a:pt x="51752" y="244829"/>
                </a:cubicBezTo>
                <a:cubicBezTo>
                  <a:pt x="39810" y="244829"/>
                  <a:pt x="39013" y="234876"/>
                  <a:pt x="39013" y="226118"/>
                </a:cubicBezTo>
                <a:cubicBezTo>
                  <a:pt x="39013" y="225720"/>
                  <a:pt x="39013" y="218156"/>
                  <a:pt x="40208" y="213379"/>
                </a:cubicBezTo>
                <a:lnTo>
                  <a:pt x="71259" y="88775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94">
            <a:extLst xmlns:a="http://schemas.openxmlformats.org/drawingml/2006/main">
              <a:ext uri="{FF2B5EF4-FFF2-40B4-BE49-F238E27FC236}">
                <a16:creationId xmlns:a16="http://schemas.microsoft.com/office/drawing/2014/main" id="{3F2B1E5E-001C-4134-BD04-A5463D9C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030" y="3314799"/>
            <a:ext cx="105732" cy="466245"/>
          </a:xfrm>
          <a:custGeom xmlns:a="http://schemas.openxmlformats.org/drawingml/2006/main">
            <a:pathLst>
              <a:path w="90368" h="398494">
                <a:moveTo>
                  <a:pt x="90368" y="199446"/>
                </a:moveTo>
                <a:cubicBezTo>
                  <a:pt x="90368" y="169191"/>
                  <a:pt x="86387" y="119827"/>
                  <a:pt x="64093" y="73648"/>
                </a:cubicBezTo>
                <a:cubicBezTo>
                  <a:pt x="40606" y="25876"/>
                  <a:pt x="7962" y="0"/>
                  <a:pt x="3583" y="0"/>
                </a:cubicBezTo>
                <a:cubicBezTo>
                  <a:pt x="1991" y="0"/>
                  <a:pt x="0" y="796"/>
                  <a:pt x="0" y="3185"/>
                </a:cubicBezTo>
                <a:cubicBezTo>
                  <a:pt x="0" y="4379"/>
                  <a:pt x="0" y="5175"/>
                  <a:pt x="6768" y="11943"/>
                </a:cubicBezTo>
                <a:cubicBezTo>
                  <a:pt x="46577" y="52151"/>
                  <a:pt x="68871" y="117836"/>
                  <a:pt x="68871" y="199048"/>
                </a:cubicBezTo>
                <a:cubicBezTo>
                  <a:pt x="68871" y="276278"/>
                  <a:pt x="50160" y="342760"/>
                  <a:pt x="3981" y="389735"/>
                </a:cubicBezTo>
                <a:cubicBezTo>
                  <a:pt x="0" y="393319"/>
                  <a:pt x="0" y="394115"/>
                  <a:pt x="0" y="395309"/>
                </a:cubicBezTo>
                <a:cubicBezTo>
                  <a:pt x="0" y="397697"/>
                  <a:pt x="1991" y="398494"/>
                  <a:pt x="3583" y="398494"/>
                </a:cubicBezTo>
                <a:cubicBezTo>
                  <a:pt x="8758" y="398494"/>
                  <a:pt x="41402" y="369831"/>
                  <a:pt x="60909" y="330818"/>
                </a:cubicBezTo>
                <a:cubicBezTo>
                  <a:pt x="81211" y="290211"/>
                  <a:pt x="90368" y="247217"/>
                  <a:pt x="90368" y="199446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95">
            <a:extLst xmlns:a="http://schemas.openxmlformats.org/drawingml/2006/main">
              <a:ext uri="{FF2B5EF4-FFF2-40B4-BE49-F238E27FC236}">
                <a16:creationId xmlns:a16="http://schemas.microsoft.com/office/drawing/2014/main" id="{A67F6410-5E75-48C2-8284-39E131CC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34" y="1290089"/>
            <a:ext cx="1045839" cy="339774"/>
          </a:xfrm>
          <a:custGeom xmlns:a="http://schemas.openxmlformats.org/drawingml/2006/main">
            <a:pathLst>
              <a:path w="893866" h="290401">
                <a:moveTo>
                  <a:pt x="102304" y="213511"/>
                </a:moveTo>
                <a:lnTo>
                  <a:pt x="102304" y="219500"/>
                </a:lnTo>
                <a:lnTo>
                  <a:pt x="8256" y="219500"/>
                </a:lnTo>
                <a:lnTo>
                  <a:pt x="8256" y="213511"/>
                </a:lnTo>
                <a:lnTo>
                  <a:pt x="16026" y="213511"/>
                </a:lnTo>
                <a:cubicBezTo>
                  <a:pt x="25090" y="213511"/>
                  <a:pt x="31673" y="210867"/>
                  <a:pt x="35774" y="205579"/>
                </a:cubicBezTo>
                <a:cubicBezTo>
                  <a:pt x="38364" y="202126"/>
                  <a:pt x="39659" y="193817"/>
                  <a:pt x="39659" y="180651"/>
                </a:cubicBezTo>
                <a:lnTo>
                  <a:pt x="39659" y="38850"/>
                </a:lnTo>
                <a:cubicBezTo>
                  <a:pt x="39659" y="27734"/>
                  <a:pt x="38957" y="20396"/>
                  <a:pt x="37555" y="16835"/>
                </a:cubicBezTo>
                <a:cubicBezTo>
                  <a:pt x="36475" y="14137"/>
                  <a:pt x="34263" y="11817"/>
                  <a:pt x="30918" y="9874"/>
                </a:cubicBezTo>
                <a:cubicBezTo>
                  <a:pt x="26170" y="7284"/>
                  <a:pt x="21206" y="5989"/>
                  <a:pt x="16026" y="5989"/>
                </a:cubicBezTo>
                <a:lnTo>
                  <a:pt x="8256" y="5989"/>
                </a:lnTo>
                <a:lnTo>
                  <a:pt x="8256" y="0"/>
                </a:lnTo>
                <a:lnTo>
                  <a:pt x="102304" y="0"/>
                </a:lnTo>
                <a:lnTo>
                  <a:pt x="102304" y="5989"/>
                </a:lnTo>
                <a:lnTo>
                  <a:pt x="94372" y="5989"/>
                </a:lnTo>
                <a:cubicBezTo>
                  <a:pt x="85415" y="5989"/>
                  <a:pt x="78887" y="8633"/>
                  <a:pt x="74786" y="13921"/>
                </a:cubicBezTo>
                <a:cubicBezTo>
                  <a:pt x="72088" y="17374"/>
                  <a:pt x="70739" y="25684"/>
                  <a:pt x="70739" y="38850"/>
                </a:cubicBezTo>
                <a:lnTo>
                  <a:pt x="70739" y="180651"/>
                </a:lnTo>
                <a:cubicBezTo>
                  <a:pt x="70739" y="191766"/>
                  <a:pt x="71440" y="199104"/>
                  <a:pt x="72843" y="202666"/>
                </a:cubicBezTo>
                <a:cubicBezTo>
                  <a:pt x="73922" y="205364"/>
                  <a:pt x="76189" y="207684"/>
                  <a:pt x="79642" y="209626"/>
                </a:cubicBezTo>
                <a:cubicBezTo>
                  <a:pt x="84282" y="212216"/>
                  <a:pt x="89192" y="213511"/>
                  <a:pt x="94372" y="213511"/>
                </a:cubicBezTo>
                <a:lnTo>
                  <a:pt x="102304" y="213511"/>
                </a:lnTo>
                <a:moveTo>
                  <a:pt x="163978" y="98257"/>
                </a:moveTo>
                <a:cubicBezTo>
                  <a:pt x="181352" y="77321"/>
                  <a:pt x="197918" y="66854"/>
                  <a:pt x="213673" y="66854"/>
                </a:cubicBezTo>
                <a:cubicBezTo>
                  <a:pt x="221767" y="66854"/>
                  <a:pt x="228727" y="68904"/>
                  <a:pt x="234555" y="73005"/>
                </a:cubicBezTo>
                <a:cubicBezTo>
                  <a:pt x="240382" y="76998"/>
                  <a:pt x="245023" y="83635"/>
                  <a:pt x="248476" y="92915"/>
                </a:cubicBezTo>
                <a:cubicBezTo>
                  <a:pt x="250850" y="99390"/>
                  <a:pt x="252037" y="109319"/>
                  <a:pt x="252037" y="122700"/>
                </a:cubicBezTo>
                <a:lnTo>
                  <a:pt x="252037" y="185992"/>
                </a:lnTo>
                <a:cubicBezTo>
                  <a:pt x="252037" y="195381"/>
                  <a:pt x="252792" y="201748"/>
                  <a:pt x="254303" y="205094"/>
                </a:cubicBezTo>
                <a:cubicBezTo>
                  <a:pt x="255490" y="207792"/>
                  <a:pt x="257379" y="209896"/>
                  <a:pt x="259969" y="211407"/>
                </a:cubicBezTo>
                <a:cubicBezTo>
                  <a:pt x="262667" y="212917"/>
                  <a:pt x="267577" y="213673"/>
                  <a:pt x="274699" y="213673"/>
                </a:cubicBezTo>
                <a:lnTo>
                  <a:pt x="274699" y="219500"/>
                </a:lnTo>
                <a:lnTo>
                  <a:pt x="201371" y="219500"/>
                </a:lnTo>
                <a:lnTo>
                  <a:pt x="201371" y="213673"/>
                </a:lnTo>
                <a:lnTo>
                  <a:pt x="204446" y="213673"/>
                </a:lnTo>
                <a:cubicBezTo>
                  <a:pt x="211353" y="213673"/>
                  <a:pt x="216155" y="212648"/>
                  <a:pt x="218853" y="210597"/>
                </a:cubicBezTo>
                <a:cubicBezTo>
                  <a:pt x="221659" y="208439"/>
                  <a:pt x="223601" y="205309"/>
                  <a:pt x="224681" y="201209"/>
                </a:cubicBezTo>
                <a:cubicBezTo>
                  <a:pt x="225112" y="199590"/>
                  <a:pt x="225328" y="194518"/>
                  <a:pt x="225328" y="185992"/>
                </a:cubicBezTo>
                <a:lnTo>
                  <a:pt x="225328" y="125290"/>
                </a:lnTo>
                <a:cubicBezTo>
                  <a:pt x="225328" y="111801"/>
                  <a:pt x="223547" y="102034"/>
                  <a:pt x="219986" y="95991"/>
                </a:cubicBezTo>
                <a:cubicBezTo>
                  <a:pt x="216533" y="89840"/>
                  <a:pt x="210652" y="86764"/>
                  <a:pt x="202342" y="86764"/>
                </a:cubicBezTo>
                <a:cubicBezTo>
                  <a:pt x="189500" y="86764"/>
                  <a:pt x="176712" y="93779"/>
                  <a:pt x="163978" y="107808"/>
                </a:cubicBezTo>
                <a:lnTo>
                  <a:pt x="163978" y="185992"/>
                </a:lnTo>
                <a:cubicBezTo>
                  <a:pt x="163978" y="196029"/>
                  <a:pt x="164571" y="202234"/>
                  <a:pt x="165758" y="204608"/>
                </a:cubicBezTo>
                <a:cubicBezTo>
                  <a:pt x="167269" y="207738"/>
                  <a:pt x="169320" y="210058"/>
                  <a:pt x="171910" y="211568"/>
                </a:cubicBezTo>
                <a:cubicBezTo>
                  <a:pt x="174608" y="212972"/>
                  <a:pt x="180004" y="213673"/>
                  <a:pt x="188097" y="213673"/>
                </a:cubicBezTo>
                <a:lnTo>
                  <a:pt x="188097" y="219500"/>
                </a:lnTo>
                <a:lnTo>
                  <a:pt x="114768" y="219500"/>
                </a:lnTo>
                <a:lnTo>
                  <a:pt x="114768" y="213673"/>
                </a:lnTo>
                <a:lnTo>
                  <a:pt x="118006" y="213673"/>
                </a:lnTo>
                <a:cubicBezTo>
                  <a:pt x="125560" y="213673"/>
                  <a:pt x="130632" y="211784"/>
                  <a:pt x="133222" y="208007"/>
                </a:cubicBezTo>
                <a:cubicBezTo>
                  <a:pt x="135920" y="204123"/>
                  <a:pt x="137269" y="196784"/>
                  <a:pt x="137269" y="185992"/>
                </a:cubicBezTo>
                <a:lnTo>
                  <a:pt x="137269" y="130956"/>
                </a:lnTo>
                <a:cubicBezTo>
                  <a:pt x="137269" y="113150"/>
                  <a:pt x="136837" y="102304"/>
                  <a:pt x="135974" y="98419"/>
                </a:cubicBezTo>
                <a:cubicBezTo>
                  <a:pt x="135219" y="94534"/>
                  <a:pt x="133977" y="91890"/>
                  <a:pt x="132251" y="90487"/>
                </a:cubicBezTo>
                <a:cubicBezTo>
                  <a:pt x="130632" y="89084"/>
                  <a:pt x="128420" y="88383"/>
                  <a:pt x="125614" y="88383"/>
                </a:cubicBezTo>
                <a:cubicBezTo>
                  <a:pt x="122592" y="88383"/>
                  <a:pt x="118977" y="89192"/>
                  <a:pt x="114768" y="90811"/>
                </a:cubicBezTo>
                <a:lnTo>
                  <a:pt x="112340" y="84984"/>
                </a:lnTo>
                <a:lnTo>
                  <a:pt x="157017" y="66854"/>
                </a:lnTo>
                <a:lnTo>
                  <a:pt x="163978" y="66854"/>
                </a:lnTo>
                <a:lnTo>
                  <a:pt x="163978" y="98257"/>
                </a:lnTo>
                <a:moveTo>
                  <a:pt x="275833" y="85955"/>
                </a:moveTo>
                <a:lnTo>
                  <a:pt x="321481" y="67501"/>
                </a:lnTo>
                <a:lnTo>
                  <a:pt x="327632" y="67501"/>
                </a:lnTo>
                <a:lnTo>
                  <a:pt x="327632" y="102142"/>
                </a:lnTo>
                <a:cubicBezTo>
                  <a:pt x="335294" y="89084"/>
                  <a:pt x="342956" y="79966"/>
                  <a:pt x="350618" y="74786"/>
                </a:cubicBezTo>
                <a:cubicBezTo>
                  <a:pt x="358388" y="69498"/>
                  <a:pt x="366536" y="66854"/>
                  <a:pt x="375061" y="66854"/>
                </a:cubicBezTo>
                <a:cubicBezTo>
                  <a:pt x="389953" y="66854"/>
                  <a:pt x="402364" y="72681"/>
                  <a:pt x="412292" y="84336"/>
                </a:cubicBezTo>
                <a:cubicBezTo>
                  <a:pt x="424487" y="98581"/>
                  <a:pt x="430584" y="117142"/>
                  <a:pt x="430584" y="140020"/>
                </a:cubicBezTo>
                <a:cubicBezTo>
                  <a:pt x="430584" y="165596"/>
                  <a:pt x="423245" y="186748"/>
                  <a:pt x="408569" y="203475"/>
                </a:cubicBezTo>
                <a:cubicBezTo>
                  <a:pt x="396482" y="217180"/>
                  <a:pt x="381266" y="224033"/>
                  <a:pt x="362921" y="224033"/>
                </a:cubicBezTo>
                <a:cubicBezTo>
                  <a:pt x="354934" y="224033"/>
                  <a:pt x="348028" y="222900"/>
                  <a:pt x="342201" y="220634"/>
                </a:cubicBezTo>
                <a:cubicBezTo>
                  <a:pt x="337884" y="219015"/>
                  <a:pt x="333028" y="215777"/>
                  <a:pt x="327632" y="210921"/>
                </a:cubicBezTo>
                <a:lnTo>
                  <a:pt x="327632" y="256084"/>
                </a:lnTo>
                <a:cubicBezTo>
                  <a:pt x="327632" y="266228"/>
                  <a:pt x="328225" y="272649"/>
                  <a:pt x="329413" y="275347"/>
                </a:cubicBezTo>
                <a:cubicBezTo>
                  <a:pt x="330707" y="278153"/>
                  <a:pt x="332866" y="280365"/>
                  <a:pt x="335887" y="281984"/>
                </a:cubicBezTo>
                <a:cubicBezTo>
                  <a:pt x="339017" y="283602"/>
                  <a:pt x="344629" y="284412"/>
                  <a:pt x="352723" y="284412"/>
                </a:cubicBezTo>
                <a:lnTo>
                  <a:pt x="352723" y="290401"/>
                </a:lnTo>
                <a:lnTo>
                  <a:pt x="275023" y="290401"/>
                </a:lnTo>
                <a:lnTo>
                  <a:pt x="275023" y="284412"/>
                </a:lnTo>
                <a:lnTo>
                  <a:pt x="279070" y="284412"/>
                </a:lnTo>
                <a:cubicBezTo>
                  <a:pt x="285005" y="284520"/>
                  <a:pt x="290077" y="283386"/>
                  <a:pt x="294286" y="281012"/>
                </a:cubicBezTo>
                <a:cubicBezTo>
                  <a:pt x="296337" y="279825"/>
                  <a:pt x="297901" y="277883"/>
                  <a:pt x="298980" y="275185"/>
                </a:cubicBezTo>
                <a:cubicBezTo>
                  <a:pt x="300167" y="272595"/>
                  <a:pt x="300761" y="265904"/>
                  <a:pt x="300761" y="255113"/>
                </a:cubicBezTo>
                <a:lnTo>
                  <a:pt x="300761" y="114930"/>
                </a:lnTo>
                <a:cubicBezTo>
                  <a:pt x="300761" y="105326"/>
                  <a:pt x="300329" y="99228"/>
                  <a:pt x="299466" y="96638"/>
                </a:cubicBezTo>
                <a:cubicBezTo>
                  <a:pt x="298603" y="94048"/>
                  <a:pt x="297200" y="92106"/>
                  <a:pt x="295258" y="90811"/>
                </a:cubicBezTo>
                <a:cubicBezTo>
                  <a:pt x="293423" y="89516"/>
                  <a:pt x="290887" y="88868"/>
                  <a:pt x="287649" y="88868"/>
                </a:cubicBezTo>
                <a:cubicBezTo>
                  <a:pt x="285060" y="88868"/>
                  <a:pt x="281768" y="89624"/>
                  <a:pt x="277775" y="91135"/>
                </a:cubicBezTo>
                <a:lnTo>
                  <a:pt x="275833" y="85955"/>
                </a:lnTo>
                <a:moveTo>
                  <a:pt x="327632" y="111693"/>
                </a:moveTo>
                <a:lnTo>
                  <a:pt x="327632" y="167053"/>
                </a:lnTo>
                <a:cubicBezTo>
                  <a:pt x="327632" y="179032"/>
                  <a:pt x="328118" y="186910"/>
                  <a:pt x="329089" y="190687"/>
                </a:cubicBezTo>
                <a:cubicBezTo>
                  <a:pt x="330600" y="196946"/>
                  <a:pt x="334269" y="202450"/>
                  <a:pt x="340096" y="207198"/>
                </a:cubicBezTo>
                <a:cubicBezTo>
                  <a:pt x="346032" y="211946"/>
                  <a:pt x="353478" y="214321"/>
                  <a:pt x="362435" y="214321"/>
                </a:cubicBezTo>
                <a:cubicBezTo>
                  <a:pt x="373226" y="214321"/>
                  <a:pt x="381968" y="210112"/>
                  <a:pt x="388658" y="201694"/>
                </a:cubicBezTo>
                <a:cubicBezTo>
                  <a:pt x="397400" y="190687"/>
                  <a:pt x="401770" y="175201"/>
                  <a:pt x="401770" y="155237"/>
                </a:cubicBezTo>
                <a:cubicBezTo>
                  <a:pt x="401770" y="132574"/>
                  <a:pt x="396806" y="115146"/>
                  <a:pt x="386878" y="102952"/>
                </a:cubicBezTo>
                <a:cubicBezTo>
                  <a:pt x="379971" y="94534"/>
                  <a:pt x="371770" y="90325"/>
                  <a:pt x="362273" y="90325"/>
                </a:cubicBezTo>
                <a:cubicBezTo>
                  <a:pt x="357093" y="90325"/>
                  <a:pt x="351967" y="91620"/>
                  <a:pt x="346895" y="94210"/>
                </a:cubicBezTo>
                <a:cubicBezTo>
                  <a:pt x="343010" y="96153"/>
                  <a:pt x="336589" y="101980"/>
                  <a:pt x="327632" y="111693"/>
                </a:cubicBezTo>
                <a:moveTo>
                  <a:pt x="582259" y="71224"/>
                </a:moveTo>
                <a:lnTo>
                  <a:pt x="582259" y="161064"/>
                </a:lnTo>
                <a:cubicBezTo>
                  <a:pt x="582259" y="178223"/>
                  <a:pt x="582636" y="188745"/>
                  <a:pt x="583392" y="192629"/>
                </a:cubicBezTo>
                <a:cubicBezTo>
                  <a:pt x="584256" y="196406"/>
                  <a:pt x="585550" y="199050"/>
                  <a:pt x="587277" y="200561"/>
                </a:cubicBezTo>
                <a:cubicBezTo>
                  <a:pt x="589112" y="202072"/>
                  <a:pt x="591216" y="202827"/>
                  <a:pt x="593590" y="202827"/>
                </a:cubicBezTo>
                <a:cubicBezTo>
                  <a:pt x="596935" y="202827"/>
                  <a:pt x="600712" y="201910"/>
                  <a:pt x="604921" y="200076"/>
                </a:cubicBezTo>
                <a:lnTo>
                  <a:pt x="607188" y="205741"/>
                </a:lnTo>
                <a:lnTo>
                  <a:pt x="562834" y="224033"/>
                </a:lnTo>
                <a:lnTo>
                  <a:pt x="555550" y="224033"/>
                </a:lnTo>
                <a:lnTo>
                  <a:pt x="555550" y="192629"/>
                </a:lnTo>
                <a:cubicBezTo>
                  <a:pt x="542816" y="206443"/>
                  <a:pt x="533104" y="215130"/>
                  <a:pt x="526413" y="218691"/>
                </a:cubicBezTo>
                <a:cubicBezTo>
                  <a:pt x="519722" y="222252"/>
                  <a:pt x="512653" y="224033"/>
                  <a:pt x="505207" y="224033"/>
                </a:cubicBezTo>
                <a:cubicBezTo>
                  <a:pt x="496897" y="224033"/>
                  <a:pt x="489668" y="221659"/>
                  <a:pt x="483517" y="216911"/>
                </a:cubicBezTo>
                <a:cubicBezTo>
                  <a:pt x="477473" y="212054"/>
                  <a:pt x="473264" y="205849"/>
                  <a:pt x="470890" y="198295"/>
                </a:cubicBezTo>
                <a:cubicBezTo>
                  <a:pt x="468516" y="190741"/>
                  <a:pt x="467329" y="180057"/>
                  <a:pt x="467329" y="166244"/>
                </a:cubicBezTo>
                <a:lnTo>
                  <a:pt x="467329" y="100038"/>
                </a:lnTo>
                <a:cubicBezTo>
                  <a:pt x="467329" y="93023"/>
                  <a:pt x="466573" y="88167"/>
                  <a:pt x="465063" y="85469"/>
                </a:cubicBezTo>
                <a:cubicBezTo>
                  <a:pt x="463552" y="82771"/>
                  <a:pt x="461285" y="80721"/>
                  <a:pt x="458264" y="79318"/>
                </a:cubicBezTo>
                <a:cubicBezTo>
                  <a:pt x="455350" y="77807"/>
                  <a:pt x="450008" y="77106"/>
                  <a:pt x="442238" y="77214"/>
                </a:cubicBezTo>
                <a:lnTo>
                  <a:pt x="442238" y="71224"/>
                </a:lnTo>
                <a:lnTo>
                  <a:pt x="494200" y="71224"/>
                </a:lnTo>
                <a:lnTo>
                  <a:pt x="494200" y="170453"/>
                </a:lnTo>
                <a:cubicBezTo>
                  <a:pt x="494200" y="184266"/>
                  <a:pt x="496574" y="193331"/>
                  <a:pt x="501322" y="197647"/>
                </a:cubicBezTo>
                <a:cubicBezTo>
                  <a:pt x="506179" y="201964"/>
                  <a:pt x="512006" y="204123"/>
                  <a:pt x="518804" y="204123"/>
                </a:cubicBezTo>
                <a:cubicBezTo>
                  <a:pt x="523445" y="204123"/>
                  <a:pt x="528679" y="202666"/>
                  <a:pt x="534506" y="199752"/>
                </a:cubicBezTo>
                <a:cubicBezTo>
                  <a:pt x="540442" y="196838"/>
                  <a:pt x="547456" y="191280"/>
                  <a:pt x="555550" y="183079"/>
                </a:cubicBezTo>
                <a:lnTo>
                  <a:pt x="555550" y="99066"/>
                </a:lnTo>
                <a:cubicBezTo>
                  <a:pt x="555550" y="90649"/>
                  <a:pt x="553985" y="84984"/>
                  <a:pt x="550856" y="82070"/>
                </a:cubicBezTo>
                <a:cubicBezTo>
                  <a:pt x="547834" y="79048"/>
                  <a:pt x="541467" y="77429"/>
                  <a:pt x="531754" y="77214"/>
                </a:cubicBezTo>
                <a:lnTo>
                  <a:pt x="531754" y="71224"/>
                </a:lnTo>
                <a:lnTo>
                  <a:pt x="582259" y="71224"/>
                </a:lnTo>
                <a:moveTo>
                  <a:pt x="661091" y="22500"/>
                </a:moveTo>
                <a:lnTo>
                  <a:pt x="661091" y="71224"/>
                </a:lnTo>
                <a:lnTo>
                  <a:pt x="695732" y="71224"/>
                </a:lnTo>
                <a:lnTo>
                  <a:pt x="695732" y="82555"/>
                </a:lnTo>
                <a:lnTo>
                  <a:pt x="661091" y="82555"/>
                </a:lnTo>
                <a:lnTo>
                  <a:pt x="661091" y="178708"/>
                </a:lnTo>
                <a:cubicBezTo>
                  <a:pt x="661091" y="188313"/>
                  <a:pt x="662440" y="194788"/>
                  <a:pt x="665138" y="198133"/>
                </a:cubicBezTo>
                <a:cubicBezTo>
                  <a:pt x="667944" y="201478"/>
                  <a:pt x="671505" y="203151"/>
                  <a:pt x="675822" y="203151"/>
                </a:cubicBezTo>
                <a:cubicBezTo>
                  <a:pt x="679383" y="203151"/>
                  <a:pt x="682836" y="202072"/>
                  <a:pt x="686182" y="199914"/>
                </a:cubicBezTo>
                <a:cubicBezTo>
                  <a:pt x="689527" y="197647"/>
                  <a:pt x="692117" y="194356"/>
                  <a:pt x="693952" y="190039"/>
                </a:cubicBezTo>
                <a:lnTo>
                  <a:pt x="700265" y="190039"/>
                </a:lnTo>
                <a:cubicBezTo>
                  <a:pt x="696488" y="200615"/>
                  <a:pt x="691146" y="208601"/>
                  <a:pt x="684239" y="213997"/>
                </a:cubicBezTo>
                <a:cubicBezTo>
                  <a:pt x="677333" y="219285"/>
                  <a:pt x="670210" y="221929"/>
                  <a:pt x="662872" y="221929"/>
                </a:cubicBezTo>
                <a:cubicBezTo>
                  <a:pt x="657908" y="221929"/>
                  <a:pt x="653051" y="220580"/>
                  <a:pt x="648304" y="217882"/>
                </a:cubicBezTo>
                <a:cubicBezTo>
                  <a:pt x="643555" y="215076"/>
                  <a:pt x="640048" y="211137"/>
                  <a:pt x="637782" y="206065"/>
                </a:cubicBezTo>
                <a:cubicBezTo>
                  <a:pt x="635515" y="200885"/>
                  <a:pt x="634382" y="192953"/>
                  <a:pt x="634382" y="182270"/>
                </a:cubicBezTo>
                <a:lnTo>
                  <a:pt x="634382" y="82555"/>
                </a:lnTo>
                <a:lnTo>
                  <a:pt x="610910" y="82555"/>
                </a:lnTo>
                <a:lnTo>
                  <a:pt x="610910" y="77214"/>
                </a:lnTo>
                <a:cubicBezTo>
                  <a:pt x="616846" y="74839"/>
                  <a:pt x="622889" y="70847"/>
                  <a:pt x="629041" y="65235"/>
                </a:cubicBezTo>
                <a:cubicBezTo>
                  <a:pt x="635300" y="59516"/>
                  <a:pt x="640857" y="52771"/>
                  <a:pt x="645713" y="45001"/>
                </a:cubicBezTo>
                <a:cubicBezTo>
                  <a:pt x="648195" y="40900"/>
                  <a:pt x="651649" y="33400"/>
                  <a:pt x="656073" y="22500"/>
                </a:cubicBezTo>
                <a:lnTo>
                  <a:pt x="661091" y="22500"/>
                </a:lnTo>
                <a:moveTo>
                  <a:pt x="806130" y="66854"/>
                </a:moveTo>
                <a:lnTo>
                  <a:pt x="806130" y="117358"/>
                </a:lnTo>
                <a:lnTo>
                  <a:pt x="800788" y="117358"/>
                </a:lnTo>
                <a:cubicBezTo>
                  <a:pt x="796687" y="101495"/>
                  <a:pt x="791400" y="90703"/>
                  <a:pt x="784925" y="84984"/>
                </a:cubicBezTo>
                <a:cubicBezTo>
                  <a:pt x="778558" y="79264"/>
                  <a:pt x="770410" y="76404"/>
                  <a:pt x="760482" y="76404"/>
                </a:cubicBezTo>
                <a:cubicBezTo>
                  <a:pt x="752928" y="76404"/>
                  <a:pt x="746830" y="78401"/>
                  <a:pt x="742190" y="82394"/>
                </a:cubicBezTo>
                <a:cubicBezTo>
                  <a:pt x="737550" y="86386"/>
                  <a:pt x="735229" y="90811"/>
                  <a:pt x="735229" y="95667"/>
                </a:cubicBezTo>
                <a:cubicBezTo>
                  <a:pt x="735229" y="101711"/>
                  <a:pt x="736956" y="106890"/>
                  <a:pt x="740410" y="111207"/>
                </a:cubicBezTo>
                <a:cubicBezTo>
                  <a:pt x="743755" y="115632"/>
                  <a:pt x="750553" y="120326"/>
                  <a:pt x="760806" y="125290"/>
                </a:cubicBezTo>
                <a:lnTo>
                  <a:pt x="784439" y="136783"/>
                </a:lnTo>
                <a:cubicBezTo>
                  <a:pt x="806346" y="147467"/>
                  <a:pt x="817299" y="161550"/>
                  <a:pt x="817299" y="179032"/>
                </a:cubicBezTo>
                <a:cubicBezTo>
                  <a:pt x="817299" y="192521"/>
                  <a:pt x="812173" y="203421"/>
                  <a:pt x="801921" y="211731"/>
                </a:cubicBezTo>
                <a:cubicBezTo>
                  <a:pt x="791777" y="219932"/>
                  <a:pt x="780392" y="224033"/>
                  <a:pt x="767766" y="224033"/>
                </a:cubicBezTo>
                <a:cubicBezTo>
                  <a:pt x="758701" y="224033"/>
                  <a:pt x="748341" y="222414"/>
                  <a:pt x="736686" y="219177"/>
                </a:cubicBezTo>
                <a:cubicBezTo>
                  <a:pt x="733125" y="218097"/>
                  <a:pt x="730212" y="217558"/>
                  <a:pt x="727945" y="217558"/>
                </a:cubicBezTo>
                <a:cubicBezTo>
                  <a:pt x="725463" y="217558"/>
                  <a:pt x="723521" y="218961"/>
                  <a:pt x="722118" y="221767"/>
                </a:cubicBezTo>
                <a:lnTo>
                  <a:pt x="716776" y="221767"/>
                </a:lnTo>
                <a:lnTo>
                  <a:pt x="716776" y="168834"/>
                </a:lnTo>
                <a:lnTo>
                  <a:pt x="722118" y="168834"/>
                </a:lnTo>
                <a:cubicBezTo>
                  <a:pt x="725139" y="183942"/>
                  <a:pt x="730913" y="195327"/>
                  <a:pt x="739438" y="202989"/>
                </a:cubicBezTo>
                <a:cubicBezTo>
                  <a:pt x="747964" y="210651"/>
                  <a:pt x="757514" y="214482"/>
                  <a:pt x="768090" y="214482"/>
                </a:cubicBezTo>
                <a:cubicBezTo>
                  <a:pt x="775536" y="214482"/>
                  <a:pt x="781579" y="212324"/>
                  <a:pt x="786220" y="208007"/>
                </a:cubicBezTo>
                <a:cubicBezTo>
                  <a:pt x="790968" y="203583"/>
                  <a:pt x="793342" y="198295"/>
                  <a:pt x="793342" y="192144"/>
                </a:cubicBezTo>
                <a:cubicBezTo>
                  <a:pt x="793342" y="184698"/>
                  <a:pt x="790698" y="178439"/>
                  <a:pt x="785410" y="173367"/>
                </a:cubicBezTo>
                <a:cubicBezTo>
                  <a:pt x="780231" y="168294"/>
                  <a:pt x="769816" y="161873"/>
                  <a:pt x="754168" y="154104"/>
                </a:cubicBezTo>
                <a:cubicBezTo>
                  <a:pt x="738521" y="146334"/>
                  <a:pt x="728269" y="139319"/>
                  <a:pt x="723413" y="133060"/>
                </a:cubicBezTo>
                <a:cubicBezTo>
                  <a:pt x="718557" y="126909"/>
                  <a:pt x="716128" y="119139"/>
                  <a:pt x="716128" y="109750"/>
                </a:cubicBezTo>
                <a:cubicBezTo>
                  <a:pt x="716128" y="97556"/>
                  <a:pt x="720283" y="87358"/>
                  <a:pt x="728592" y="79156"/>
                </a:cubicBezTo>
                <a:cubicBezTo>
                  <a:pt x="737010" y="70955"/>
                  <a:pt x="747855" y="66854"/>
                  <a:pt x="761129" y="66854"/>
                </a:cubicBezTo>
                <a:cubicBezTo>
                  <a:pt x="766957" y="66854"/>
                  <a:pt x="774025" y="68095"/>
                  <a:pt x="782335" y="70577"/>
                </a:cubicBezTo>
                <a:cubicBezTo>
                  <a:pt x="787838" y="72196"/>
                  <a:pt x="791507" y="73005"/>
                  <a:pt x="793342" y="73005"/>
                </a:cubicBezTo>
                <a:cubicBezTo>
                  <a:pt x="795069" y="73005"/>
                  <a:pt x="796418" y="72627"/>
                  <a:pt x="797389" y="71872"/>
                </a:cubicBezTo>
                <a:cubicBezTo>
                  <a:pt x="798360" y="71116"/>
                  <a:pt x="799494" y="69444"/>
                  <a:pt x="800788" y="66854"/>
                </a:cubicBezTo>
                <a:lnTo>
                  <a:pt x="806130" y="66854"/>
                </a:lnTo>
                <a:moveTo>
                  <a:pt x="875897" y="66692"/>
                </a:moveTo>
                <a:cubicBezTo>
                  <a:pt x="880862" y="66692"/>
                  <a:pt x="885071" y="68472"/>
                  <a:pt x="888524" y="72034"/>
                </a:cubicBezTo>
                <a:cubicBezTo>
                  <a:pt x="892084" y="75487"/>
                  <a:pt x="893866" y="79696"/>
                  <a:pt x="893866" y="84660"/>
                </a:cubicBezTo>
                <a:cubicBezTo>
                  <a:pt x="893866" y="89624"/>
                  <a:pt x="892084" y="93886"/>
                  <a:pt x="888524" y="97448"/>
                </a:cubicBezTo>
                <a:cubicBezTo>
                  <a:pt x="885071" y="100901"/>
                  <a:pt x="880862" y="102628"/>
                  <a:pt x="875897" y="102628"/>
                </a:cubicBezTo>
                <a:cubicBezTo>
                  <a:pt x="870933" y="102628"/>
                  <a:pt x="866671" y="100901"/>
                  <a:pt x="863110" y="97448"/>
                </a:cubicBezTo>
                <a:cubicBezTo>
                  <a:pt x="859656" y="93886"/>
                  <a:pt x="857930" y="89624"/>
                  <a:pt x="857930" y="84660"/>
                </a:cubicBezTo>
                <a:cubicBezTo>
                  <a:pt x="857930" y="79696"/>
                  <a:pt x="859656" y="75487"/>
                  <a:pt x="863110" y="72034"/>
                </a:cubicBezTo>
                <a:cubicBezTo>
                  <a:pt x="866671" y="68472"/>
                  <a:pt x="870933" y="66692"/>
                  <a:pt x="875897" y="66692"/>
                </a:cubicBezTo>
                <a:moveTo>
                  <a:pt x="875574" y="187935"/>
                </a:moveTo>
                <a:cubicBezTo>
                  <a:pt x="880646" y="187935"/>
                  <a:pt x="884909" y="189716"/>
                  <a:pt x="888362" y="193277"/>
                </a:cubicBezTo>
                <a:cubicBezTo>
                  <a:pt x="891923" y="196838"/>
                  <a:pt x="893704" y="201101"/>
                  <a:pt x="893704" y="206065"/>
                </a:cubicBezTo>
                <a:cubicBezTo>
                  <a:pt x="893704" y="211029"/>
                  <a:pt x="891923" y="215292"/>
                  <a:pt x="888362" y="218853"/>
                </a:cubicBezTo>
                <a:cubicBezTo>
                  <a:pt x="884801" y="222306"/>
                  <a:pt x="880538" y="224033"/>
                  <a:pt x="875574" y="224033"/>
                </a:cubicBezTo>
                <a:cubicBezTo>
                  <a:pt x="870610" y="224033"/>
                  <a:pt x="866347" y="222306"/>
                  <a:pt x="862786" y="218853"/>
                </a:cubicBezTo>
                <a:cubicBezTo>
                  <a:pt x="859333" y="215292"/>
                  <a:pt x="857606" y="211029"/>
                  <a:pt x="857606" y="206065"/>
                </a:cubicBezTo>
                <a:cubicBezTo>
                  <a:pt x="857606" y="201101"/>
                  <a:pt x="859333" y="196838"/>
                  <a:pt x="862786" y="193277"/>
                </a:cubicBezTo>
                <a:cubicBezTo>
                  <a:pt x="866347" y="189716"/>
                  <a:pt x="870610" y="187935"/>
                  <a:pt x="875574" y="1879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7">
            <a:extLst xmlns:a="http://schemas.openxmlformats.org/drawingml/2006/main">
              <a:ext uri="{FF2B5EF4-FFF2-40B4-BE49-F238E27FC236}">
                <a16:creationId xmlns:a16="http://schemas.microsoft.com/office/drawing/2014/main" id="{FC7E31AD-ED07-4C9F-BE30-E46BED63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61" y="1697793"/>
            <a:ext cx="2867440" cy="353032"/>
          </a:xfrm>
          <a:custGeom xmlns:a="http://schemas.openxmlformats.org/drawingml/2006/main">
            <a:pathLst>
              <a:path w="2450765" h="301732">
                <a:moveTo>
                  <a:pt x="59731" y="10684"/>
                </a:moveTo>
                <a:lnTo>
                  <a:pt x="146172" y="10684"/>
                </a:lnTo>
                <a:cubicBezTo>
                  <a:pt x="168834" y="10684"/>
                  <a:pt x="185777" y="15594"/>
                  <a:pt x="197000" y="25414"/>
                </a:cubicBezTo>
                <a:cubicBezTo>
                  <a:pt x="208223" y="35126"/>
                  <a:pt x="213835" y="46997"/>
                  <a:pt x="213835" y="61026"/>
                </a:cubicBezTo>
                <a:cubicBezTo>
                  <a:pt x="213835" y="72141"/>
                  <a:pt x="210274" y="82933"/>
                  <a:pt x="203151" y="93401"/>
                </a:cubicBezTo>
                <a:cubicBezTo>
                  <a:pt x="196029" y="103869"/>
                  <a:pt x="185453" y="112394"/>
                  <a:pt x="171424" y="118977"/>
                </a:cubicBezTo>
                <a:cubicBezTo>
                  <a:pt x="157395" y="125452"/>
                  <a:pt x="142233" y="128689"/>
                  <a:pt x="125938" y="128689"/>
                </a:cubicBezTo>
                <a:cubicBezTo>
                  <a:pt x="115793" y="128689"/>
                  <a:pt x="102898" y="126855"/>
                  <a:pt x="87250" y="123186"/>
                </a:cubicBezTo>
                <a:lnTo>
                  <a:pt x="69768" y="183079"/>
                </a:lnTo>
                <a:cubicBezTo>
                  <a:pt x="65667" y="197324"/>
                  <a:pt x="63616" y="206712"/>
                  <a:pt x="63616" y="211245"/>
                </a:cubicBezTo>
                <a:cubicBezTo>
                  <a:pt x="63616" y="214698"/>
                  <a:pt x="65073" y="217558"/>
                  <a:pt x="67987" y="219824"/>
                </a:cubicBezTo>
                <a:cubicBezTo>
                  <a:pt x="70901" y="222090"/>
                  <a:pt x="77861" y="223547"/>
                  <a:pt x="88868" y="224195"/>
                </a:cubicBezTo>
                <a:lnTo>
                  <a:pt x="87250" y="230184"/>
                </a:lnTo>
                <a:lnTo>
                  <a:pt x="0" y="230184"/>
                </a:lnTo>
                <a:lnTo>
                  <a:pt x="1781" y="224195"/>
                </a:lnTo>
                <a:cubicBezTo>
                  <a:pt x="13220" y="224195"/>
                  <a:pt x="21151" y="222252"/>
                  <a:pt x="25576" y="218367"/>
                </a:cubicBezTo>
                <a:cubicBezTo>
                  <a:pt x="30108" y="214374"/>
                  <a:pt x="34965" y="203475"/>
                  <a:pt x="40145" y="185669"/>
                </a:cubicBezTo>
                <a:lnTo>
                  <a:pt x="76404" y="60702"/>
                </a:lnTo>
                <a:cubicBezTo>
                  <a:pt x="80721" y="45702"/>
                  <a:pt x="82879" y="35666"/>
                  <a:pt x="82879" y="30594"/>
                </a:cubicBezTo>
                <a:cubicBezTo>
                  <a:pt x="82879" y="26817"/>
                  <a:pt x="81315" y="23687"/>
                  <a:pt x="78185" y="21205"/>
                </a:cubicBezTo>
                <a:cubicBezTo>
                  <a:pt x="75163" y="18723"/>
                  <a:pt x="68419" y="17213"/>
                  <a:pt x="57951" y="16673"/>
                </a:cubicBezTo>
                <a:lnTo>
                  <a:pt x="59731" y="10684"/>
                </a:lnTo>
                <a:moveTo>
                  <a:pt x="90002" y="112988"/>
                </a:moveTo>
                <a:cubicBezTo>
                  <a:pt x="102196" y="116117"/>
                  <a:pt x="112016" y="117682"/>
                  <a:pt x="119463" y="117682"/>
                </a:cubicBezTo>
                <a:cubicBezTo>
                  <a:pt x="131226" y="117682"/>
                  <a:pt x="141909" y="115254"/>
                  <a:pt x="151514" y="110398"/>
                </a:cubicBezTo>
                <a:cubicBezTo>
                  <a:pt x="161226" y="105542"/>
                  <a:pt x="168780" y="98257"/>
                  <a:pt x="174176" y="88545"/>
                </a:cubicBezTo>
                <a:cubicBezTo>
                  <a:pt x="179680" y="78832"/>
                  <a:pt x="182431" y="68742"/>
                  <a:pt x="182431" y="58274"/>
                </a:cubicBezTo>
                <a:cubicBezTo>
                  <a:pt x="182431" y="47375"/>
                  <a:pt x="179086" y="38742"/>
                  <a:pt x="172395" y="32375"/>
                </a:cubicBezTo>
                <a:cubicBezTo>
                  <a:pt x="165704" y="26008"/>
                  <a:pt x="155561" y="22824"/>
                  <a:pt x="141963" y="22824"/>
                </a:cubicBezTo>
                <a:cubicBezTo>
                  <a:pt x="134625" y="22824"/>
                  <a:pt x="125722" y="23742"/>
                  <a:pt x="115254" y="25576"/>
                </a:cubicBezTo>
                <a:lnTo>
                  <a:pt x="90002" y="112988"/>
                </a:lnTo>
                <a:moveTo>
                  <a:pt x="250095" y="169158"/>
                </a:moveTo>
                <a:cubicBezTo>
                  <a:pt x="249339" y="174553"/>
                  <a:pt x="248961" y="179032"/>
                  <a:pt x="248961" y="182593"/>
                </a:cubicBezTo>
                <a:cubicBezTo>
                  <a:pt x="248961" y="192198"/>
                  <a:pt x="252361" y="200399"/>
                  <a:pt x="259159" y="207198"/>
                </a:cubicBezTo>
                <a:cubicBezTo>
                  <a:pt x="265958" y="213889"/>
                  <a:pt x="274214" y="217234"/>
                  <a:pt x="283926" y="217234"/>
                </a:cubicBezTo>
                <a:cubicBezTo>
                  <a:pt x="291696" y="217234"/>
                  <a:pt x="299142" y="215670"/>
                  <a:pt x="306265" y="212540"/>
                </a:cubicBezTo>
                <a:cubicBezTo>
                  <a:pt x="313495" y="209302"/>
                  <a:pt x="324179" y="202234"/>
                  <a:pt x="338316" y="191335"/>
                </a:cubicBezTo>
                <a:lnTo>
                  <a:pt x="341715" y="196029"/>
                </a:lnTo>
                <a:cubicBezTo>
                  <a:pt x="316139" y="221389"/>
                  <a:pt x="291750" y="234069"/>
                  <a:pt x="268548" y="234069"/>
                </a:cubicBezTo>
                <a:cubicBezTo>
                  <a:pt x="252792" y="234069"/>
                  <a:pt x="240922" y="229105"/>
                  <a:pt x="232936" y="219177"/>
                </a:cubicBezTo>
                <a:cubicBezTo>
                  <a:pt x="224950" y="209248"/>
                  <a:pt x="220957" y="198295"/>
                  <a:pt x="220957" y="186316"/>
                </a:cubicBezTo>
                <a:cubicBezTo>
                  <a:pt x="220957" y="170237"/>
                  <a:pt x="225922" y="153780"/>
                  <a:pt x="235850" y="136945"/>
                </a:cubicBezTo>
                <a:cubicBezTo>
                  <a:pt x="245778" y="120110"/>
                  <a:pt x="258242" y="107052"/>
                  <a:pt x="273243" y="97772"/>
                </a:cubicBezTo>
                <a:cubicBezTo>
                  <a:pt x="288243" y="88383"/>
                  <a:pt x="303675" y="83688"/>
                  <a:pt x="319538" y="83688"/>
                </a:cubicBezTo>
                <a:cubicBezTo>
                  <a:pt x="330977" y="83688"/>
                  <a:pt x="339449" y="86009"/>
                  <a:pt x="344952" y="90649"/>
                </a:cubicBezTo>
                <a:cubicBezTo>
                  <a:pt x="350456" y="95290"/>
                  <a:pt x="353208" y="100793"/>
                  <a:pt x="353208" y="107160"/>
                </a:cubicBezTo>
                <a:cubicBezTo>
                  <a:pt x="353208" y="116117"/>
                  <a:pt x="349647" y="124697"/>
                  <a:pt x="342524" y="132898"/>
                </a:cubicBezTo>
                <a:cubicBezTo>
                  <a:pt x="333136" y="143582"/>
                  <a:pt x="319323" y="152215"/>
                  <a:pt x="301085" y="158798"/>
                </a:cubicBezTo>
                <a:cubicBezTo>
                  <a:pt x="288998" y="163222"/>
                  <a:pt x="272002" y="166676"/>
                  <a:pt x="250095" y="169158"/>
                </a:cubicBezTo>
                <a:moveTo>
                  <a:pt x="251228" y="161226"/>
                </a:moveTo>
                <a:cubicBezTo>
                  <a:pt x="267199" y="159391"/>
                  <a:pt x="280203" y="156262"/>
                  <a:pt x="290239" y="151837"/>
                </a:cubicBezTo>
                <a:cubicBezTo>
                  <a:pt x="303513" y="145902"/>
                  <a:pt x="313441" y="138834"/>
                  <a:pt x="320024" y="130632"/>
                </a:cubicBezTo>
                <a:cubicBezTo>
                  <a:pt x="326715" y="122322"/>
                  <a:pt x="330060" y="114444"/>
                  <a:pt x="330060" y="106998"/>
                </a:cubicBezTo>
                <a:cubicBezTo>
                  <a:pt x="330060" y="102466"/>
                  <a:pt x="328603" y="98797"/>
                  <a:pt x="325689" y="95991"/>
                </a:cubicBezTo>
                <a:cubicBezTo>
                  <a:pt x="322884" y="93185"/>
                  <a:pt x="318837" y="91782"/>
                  <a:pt x="313549" y="91782"/>
                </a:cubicBezTo>
                <a:cubicBezTo>
                  <a:pt x="302542" y="91782"/>
                  <a:pt x="290833" y="97664"/>
                  <a:pt x="278422" y="109426"/>
                </a:cubicBezTo>
                <a:cubicBezTo>
                  <a:pt x="266120" y="121081"/>
                  <a:pt x="257055" y="138348"/>
                  <a:pt x="251228" y="161226"/>
                </a:cubicBezTo>
                <a:moveTo>
                  <a:pt x="375223" y="92754"/>
                </a:moveTo>
                <a:lnTo>
                  <a:pt x="431069" y="83688"/>
                </a:lnTo>
                <a:lnTo>
                  <a:pt x="407759" y="162359"/>
                </a:lnTo>
                <a:cubicBezTo>
                  <a:pt x="426645" y="130092"/>
                  <a:pt x="443803" y="107538"/>
                  <a:pt x="459235" y="94696"/>
                </a:cubicBezTo>
                <a:cubicBezTo>
                  <a:pt x="467976" y="87358"/>
                  <a:pt x="475099" y="83688"/>
                  <a:pt x="480602" y="83688"/>
                </a:cubicBezTo>
                <a:cubicBezTo>
                  <a:pt x="484164" y="83688"/>
                  <a:pt x="486969" y="84768"/>
                  <a:pt x="489020" y="86926"/>
                </a:cubicBezTo>
                <a:cubicBezTo>
                  <a:pt x="491070" y="88976"/>
                  <a:pt x="492096" y="91998"/>
                  <a:pt x="492096" y="95991"/>
                </a:cubicBezTo>
                <a:cubicBezTo>
                  <a:pt x="492096" y="103113"/>
                  <a:pt x="490261" y="109912"/>
                  <a:pt x="486592" y="116387"/>
                </a:cubicBezTo>
                <a:cubicBezTo>
                  <a:pt x="484002" y="121243"/>
                  <a:pt x="480279" y="123671"/>
                  <a:pt x="475422" y="123671"/>
                </a:cubicBezTo>
                <a:cubicBezTo>
                  <a:pt x="472940" y="123671"/>
                  <a:pt x="470782" y="122862"/>
                  <a:pt x="468948" y="121243"/>
                </a:cubicBezTo>
                <a:cubicBezTo>
                  <a:pt x="467221" y="119624"/>
                  <a:pt x="466142" y="117142"/>
                  <a:pt x="465710" y="113797"/>
                </a:cubicBezTo>
                <a:cubicBezTo>
                  <a:pt x="465494" y="111747"/>
                  <a:pt x="465009" y="110398"/>
                  <a:pt x="464253" y="109750"/>
                </a:cubicBezTo>
                <a:cubicBezTo>
                  <a:pt x="463390" y="108887"/>
                  <a:pt x="462365" y="108455"/>
                  <a:pt x="461177" y="108455"/>
                </a:cubicBezTo>
                <a:cubicBezTo>
                  <a:pt x="459343" y="108455"/>
                  <a:pt x="457616" y="108887"/>
                  <a:pt x="455998" y="109750"/>
                </a:cubicBezTo>
                <a:cubicBezTo>
                  <a:pt x="453192" y="111261"/>
                  <a:pt x="448929" y="115470"/>
                  <a:pt x="443210" y="122376"/>
                </a:cubicBezTo>
                <a:cubicBezTo>
                  <a:pt x="434253" y="132952"/>
                  <a:pt x="424540" y="146657"/>
                  <a:pt x="414072" y="163492"/>
                </a:cubicBezTo>
                <a:cubicBezTo>
                  <a:pt x="409540" y="170615"/>
                  <a:pt x="405655" y="178654"/>
                  <a:pt x="402417" y="187611"/>
                </a:cubicBezTo>
                <a:cubicBezTo>
                  <a:pt x="397885" y="199914"/>
                  <a:pt x="395295" y="207306"/>
                  <a:pt x="394647" y="209788"/>
                </a:cubicBezTo>
                <a:lnTo>
                  <a:pt x="389468" y="230184"/>
                </a:lnTo>
                <a:lnTo>
                  <a:pt x="364701" y="230184"/>
                </a:lnTo>
                <a:lnTo>
                  <a:pt x="394647" y="129661"/>
                </a:lnTo>
                <a:cubicBezTo>
                  <a:pt x="398101" y="118006"/>
                  <a:pt x="399827" y="109696"/>
                  <a:pt x="399827" y="104732"/>
                </a:cubicBezTo>
                <a:cubicBezTo>
                  <a:pt x="399827" y="102790"/>
                  <a:pt x="399018" y="101171"/>
                  <a:pt x="397400" y="99876"/>
                </a:cubicBezTo>
                <a:cubicBezTo>
                  <a:pt x="395241" y="98149"/>
                  <a:pt x="392381" y="97286"/>
                  <a:pt x="388820" y="97286"/>
                </a:cubicBezTo>
                <a:cubicBezTo>
                  <a:pt x="386554" y="97286"/>
                  <a:pt x="382399" y="97772"/>
                  <a:pt x="376356" y="98743"/>
                </a:cubicBezTo>
                <a:lnTo>
                  <a:pt x="375223" y="92754"/>
                </a:lnTo>
                <a:moveTo>
                  <a:pt x="602817" y="194896"/>
                </a:moveTo>
                <a:cubicBezTo>
                  <a:pt x="591594" y="208385"/>
                  <a:pt x="580263" y="218313"/>
                  <a:pt x="568824" y="224680"/>
                </a:cubicBezTo>
                <a:cubicBezTo>
                  <a:pt x="557384" y="230940"/>
                  <a:pt x="545298" y="234069"/>
                  <a:pt x="532564" y="234069"/>
                </a:cubicBezTo>
                <a:cubicBezTo>
                  <a:pt x="517240" y="234069"/>
                  <a:pt x="505261" y="229752"/>
                  <a:pt x="496628" y="221119"/>
                </a:cubicBezTo>
                <a:cubicBezTo>
                  <a:pt x="488102" y="212486"/>
                  <a:pt x="483840" y="200885"/>
                  <a:pt x="483840" y="186316"/>
                </a:cubicBezTo>
                <a:cubicBezTo>
                  <a:pt x="483840" y="169805"/>
                  <a:pt x="488426" y="153564"/>
                  <a:pt x="497599" y="137593"/>
                </a:cubicBezTo>
                <a:cubicBezTo>
                  <a:pt x="506880" y="121621"/>
                  <a:pt x="519290" y="108671"/>
                  <a:pt x="534830" y="98743"/>
                </a:cubicBezTo>
                <a:cubicBezTo>
                  <a:pt x="550478" y="88707"/>
                  <a:pt x="565802" y="83688"/>
                  <a:pt x="580802" y="83688"/>
                </a:cubicBezTo>
                <a:cubicBezTo>
                  <a:pt x="592565" y="83688"/>
                  <a:pt x="601360" y="86171"/>
                  <a:pt x="607188" y="91135"/>
                </a:cubicBezTo>
                <a:cubicBezTo>
                  <a:pt x="613015" y="95991"/>
                  <a:pt x="615929" y="101980"/>
                  <a:pt x="615929" y="109103"/>
                </a:cubicBezTo>
                <a:cubicBezTo>
                  <a:pt x="615929" y="115793"/>
                  <a:pt x="613878" y="121513"/>
                  <a:pt x="609778" y="126261"/>
                </a:cubicBezTo>
                <a:cubicBezTo>
                  <a:pt x="606756" y="129930"/>
                  <a:pt x="603033" y="131765"/>
                  <a:pt x="598608" y="131765"/>
                </a:cubicBezTo>
                <a:cubicBezTo>
                  <a:pt x="595263" y="131765"/>
                  <a:pt x="592457" y="130686"/>
                  <a:pt x="590191" y="128528"/>
                </a:cubicBezTo>
                <a:cubicBezTo>
                  <a:pt x="588032" y="126369"/>
                  <a:pt x="586953" y="123671"/>
                  <a:pt x="586953" y="120434"/>
                </a:cubicBezTo>
                <a:cubicBezTo>
                  <a:pt x="586953" y="118383"/>
                  <a:pt x="587331" y="116495"/>
                  <a:pt x="588086" y="114768"/>
                </a:cubicBezTo>
                <a:cubicBezTo>
                  <a:pt x="588950" y="113042"/>
                  <a:pt x="590622" y="110991"/>
                  <a:pt x="593104" y="108617"/>
                </a:cubicBezTo>
                <a:cubicBezTo>
                  <a:pt x="595694" y="106135"/>
                  <a:pt x="597259" y="104354"/>
                  <a:pt x="597799" y="103275"/>
                </a:cubicBezTo>
                <a:cubicBezTo>
                  <a:pt x="598338" y="102196"/>
                  <a:pt x="598608" y="101063"/>
                  <a:pt x="598608" y="99876"/>
                </a:cubicBezTo>
                <a:cubicBezTo>
                  <a:pt x="598608" y="97610"/>
                  <a:pt x="597583" y="95721"/>
                  <a:pt x="595533" y="94210"/>
                </a:cubicBezTo>
                <a:cubicBezTo>
                  <a:pt x="592403" y="92052"/>
                  <a:pt x="587979" y="90973"/>
                  <a:pt x="582259" y="90973"/>
                </a:cubicBezTo>
                <a:cubicBezTo>
                  <a:pt x="571683" y="90973"/>
                  <a:pt x="561215" y="94696"/>
                  <a:pt x="550856" y="102142"/>
                </a:cubicBezTo>
                <a:cubicBezTo>
                  <a:pt x="540496" y="109588"/>
                  <a:pt x="531647" y="120164"/>
                  <a:pt x="524308" y="133869"/>
                </a:cubicBezTo>
                <a:cubicBezTo>
                  <a:pt x="515459" y="150488"/>
                  <a:pt x="511035" y="167107"/>
                  <a:pt x="511035" y="183726"/>
                </a:cubicBezTo>
                <a:cubicBezTo>
                  <a:pt x="511035" y="194734"/>
                  <a:pt x="514164" y="203475"/>
                  <a:pt x="520423" y="209950"/>
                </a:cubicBezTo>
                <a:cubicBezTo>
                  <a:pt x="526682" y="216317"/>
                  <a:pt x="535208" y="219501"/>
                  <a:pt x="545999" y="219501"/>
                </a:cubicBezTo>
                <a:cubicBezTo>
                  <a:pt x="554309" y="219501"/>
                  <a:pt x="562510" y="217450"/>
                  <a:pt x="570604" y="213349"/>
                </a:cubicBezTo>
                <a:cubicBezTo>
                  <a:pt x="578806" y="209141"/>
                  <a:pt x="587979" y="201586"/>
                  <a:pt x="598122" y="190687"/>
                </a:cubicBezTo>
                <a:lnTo>
                  <a:pt x="602817" y="194896"/>
                </a:lnTo>
                <a:moveTo>
                  <a:pt x="661577" y="169158"/>
                </a:moveTo>
                <a:cubicBezTo>
                  <a:pt x="660821" y="174553"/>
                  <a:pt x="660444" y="179032"/>
                  <a:pt x="660444" y="182593"/>
                </a:cubicBezTo>
                <a:cubicBezTo>
                  <a:pt x="660444" y="192198"/>
                  <a:pt x="663843" y="200399"/>
                  <a:pt x="670642" y="207198"/>
                </a:cubicBezTo>
                <a:cubicBezTo>
                  <a:pt x="677440" y="213889"/>
                  <a:pt x="685696" y="217234"/>
                  <a:pt x="695408" y="217234"/>
                </a:cubicBezTo>
                <a:cubicBezTo>
                  <a:pt x="703179" y="217234"/>
                  <a:pt x="710624" y="215670"/>
                  <a:pt x="717747" y="212540"/>
                </a:cubicBezTo>
                <a:cubicBezTo>
                  <a:pt x="724978" y="209302"/>
                  <a:pt x="735661" y="202234"/>
                  <a:pt x="749798" y="191335"/>
                </a:cubicBezTo>
                <a:lnTo>
                  <a:pt x="753197" y="196029"/>
                </a:lnTo>
                <a:cubicBezTo>
                  <a:pt x="727621" y="221389"/>
                  <a:pt x="703232" y="234069"/>
                  <a:pt x="680030" y="234069"/>
                </a:cubicBezTo>
                <a:cubicBezTo>
                  <a:pt x="664275" y="234069"/>
                  <a:pt x="652404" y="229105"/>
                  <a:pt x="644419" y="219177"/>
                </a:cubicBezTo>
                <a:cubicBezTo>
                  <a:pt x="636433" y="209248"/>
                  <a:pt x="632440" y="198295"/>
                  <a:pt x="632440" y="186316"/>
                </a:cubicBezTo>
                <a:cubicBezTo>
                  <a:pt x="632440" y="170237"/>
                  <a:pt x="637404" y="153780"/>
                  <a:pt x="647332" y="136945"/>
                </a:cubicBezTo>
                <a:cubicBezTo>
                  <a:pt x="657260" y="120110"/>
                  <a:pt x="669725" y="107052"/>
                  <a:pt x="684725" y="97772"/>
                </a:cubicBezTo>
                <a:cubicBezTo>
                  <a:pt x="699725" y="88383"/>
                  <a:pt x="715157" y="83688"/>
                  <a:pt x="731021" y="83688"/>
                </a:cubicBezTo>
                <a:cubicBezTo>
                  <a:pt x="742460" y="83688"/>
                  <a:pt x="750931" y="86009"/>
                  <a:pt x="756435" y="90649"/>
                </a:cubicBezTo>
                <a:cubicBezTo>
                  <a:pt x="761939" y="95290"/>
                  <a:pt x="764690" y="100793"/>
                  <a:pt x="764690" y="107160"/>
                </a:cubicBezTo>
                <a:cubicBezTo>
                  <a:pt x="764690" y="116117"/>
                  <a:pt x="761129" y="124697"/>
                  <a:pt x="754007" y="132898"/>
                </a:cubicBezTo>
                <a:cubicBezTo>
                  <a:pt x="744618" y="143582"/>
                  <a:pt x="730805" y="152215"/>
                  <a:pt x="712567" y="158798"/>
                </a:cubicBezTo>
                <a:cubicBezTo>
                  <a:pt x="700481" y="163222"/>
                  <a:pt x="683484" y="166676"/>
                  <a:pt x="661577" y="169158"/>
                </a:cubicBezTo>
                <a:moveTo>
                  <a:pt x="662710" y="161226"/>
                </a:moveTo>
                <a:cubicBezTo>
                  <a:pt x="678682" y="159391"/>
                  <a:pt x="691685" y="156262"/>
                  <a:pt x="701722" y="151837"/>
                </a:cubicBezTo>
                <a:cubicBezTo>
                  <a:pt x="714995" y="145902"/>
                  <a:pt x="724923" y="138834"/>
                  <a:pt x="731506" y="130632"/>
                </a:cubicBezTo>
                <a:cubicBezTo>
                  <a:pt x="738197" y="122322"/>
                  <a:pt x="741543" y="114444"/>
                  <a:pt x="741543" y="106998"/>
                </a:cubicBezTo>
                <a:cubicBezTo>
                  <a:pt x="741543" y="102466"/>
                  <a:pt x="740086" y="98797"/>
                  <a:pt x="737172" y="95991"/>
                </a:cubicBezTo>
                <a:cubicBezTo>
                  <a:pt x="734366" y="93185"/>
                  <a:pt x="730319" y="91782"/>
                  <a:pt x="725031" y="91782"/>
                </a:cubicBezTo>
                <a:cubicBezTo>
                  <a:pt x="714024" y="91782"/>
                  <a:pt x="702315" y="97664"/>
                  <a:pt x="689905" y="109426"/>
                </a:cubicBezTo>
                <a:cubicBezTo>
                  <a:pt x="677603" y="121081"/>
                  <a:pt x="668538" y="138348"/>
                  <a:pt x="662710" y="161226"/>
                </a:cubicBezTo>
                <a:moveTo>
                  <a:pt x="842713" y="83688"/>
                </a:moveTo>
                <a:lnTo>
                  <a:pt x="831544" y="120919"/>
                </a:lnTo>
                <a:cubicBezTo>
                  <a:pt x="843307" y="107106"/>
                  <a:pt x="853775" y="97448"/>
                  <a:pt x="862947" y="91944"/>
                </a:cubicBezTo>
                <a:cubicBezTo>
                  <a:pt x="872228" y="86440"/>
                  <a:pt x="881671" y="83688"/>
                  <a:pt x="891276" y="83688"/>
                </a:cubicBezTo>
                <a:cubicBezTo>
                  <a:pt x="900880" y="83688"/>
                  <a:pt x="909081" y="87519"/>
                  <a:pt x="915880" y="95182"/>
                </a:cubicBezTo>
                <a:cubicBezTo>
                  <a:pt x="922679" y="102736"/>
                  <a:pt x="926078" y="112610"/>
                  <a:pt x="926078" y="124805"/>
                </a:cubicBezTo>
                <a:cubicBezTo>
                  <a:pt x="926078" y="148546"/>
                  <a:pt x="916419" y="172719"/>
                  <a:pt x="897103" y="197324"/>
                </a:cubicBezTo>
                <a:cubicBezTo>
                  <a:pt x="877786" y="221821"/>
                  <a:pt x="855286" y="234069"/>
                  <a:pt x="829602" y="234069"/>
                </a:cubicBezTo>
                <a:cubicBezTo>
                  <a:pt x="824206" y="234069"/>
                  <a:pt x="819404" y="233475"/>
                  <a:pt x="815195" y="232288"/>
                </a:cubicBezTo>
                <a:cubicBezTo>
                  <a:pt x="811094" y="231101"/>
                  <a:pt x="806454" y="228997"/>
                  <a:pt x="801274" y="225975"/>
                </a:cubicBezTo>
                <a:lnTo>
                  <a:pt x="789457" y="267739"/>
                </a:lnTo>
                <a:cubicBezTo>
                  <a:pt x="787083" y="275940"/>
                  <a:pt x="785896" y="281282"/>
                  <a:pt x="785896" y="283764"/>
                </a:cubicBezTo>
                <a:cubicBezTo>
                  <a:pt x="785896" y="286138"/>
                  <a:pt x="786489" y="288135"/>
                  <a:pt x="787677" y="289753"/>
                </a:cubicBezTo>
                <a:cubicBezTo>
                  <a:pt x="788972" y="291480"/>
                  <a:pt x="791021" y="292775"/>
                  <a:pt x="793828" y="293639"/>
                </a:cubicBezTo>
                <a:cubicBezTo>
                  <a:pt x="796633" y="294610"/>
                  <a:pt x="802191" y="295095"/>
                  <a:pt x="810501" y="295095"/>
                </a:cubicBezTo>
                <a:lnTo>
                  <a:pt x="809044" y="301085"/>
                </a:lnTo>
                <a:lnTo>
                  <a:pt x="732801" y="301085"/>
                </a:lnTo>
                <a:lnTo>
                  <a:pt x="734420" y="295095"/>
                </a:lnTo>
                <a:cubicBezTo>
                  <a:pt x="744456" y="294664"/>
                  <a:pt x="751255" y="292937"/>
                  <a:pt x="754816" y="289915"/>
                </a:cubicBezTo>
                <a:cubicBezTo>
                  <a:pt x="758270" y="286894"/>
                  <a:pt x="761939" y="278530"/>
                  <a:pt x="765823" y="264825"/>
                </a:cubicBezTo>
                <a:lnTo>
                  <a:pt x="806777" y="123024"/>
                </a:lnTo>
                <a:cubicBezTo>
                  <a:pt x="809259" y="114067"/>
                  <a:pt x="810501" y="108509"/>
                  <a:pt x="810501" y="106351"/>
                </a:cubicBezTo>
                <a:cubicBezTo>
                  <a:pt x="810501" y="103437"/>
                  <a:pt x="809637" y="101171"/>
                  <a:pt x="807911" y="99552"/>
                </a:cubicBezTo>
                <a:cubicBezTo>
                  <a:pt x="806292" y="97933"/>
                  <a:pt x="803756" y="97124"/>
                  <a:pt x="800303" y="97124"/>
                </a:cubicBezTo>
                <a:cubicBezTo>
                  <a:pt x="797173" y="97124"/>
                  <a:pt x="792802" y="97502"/>
                  <a:pt x="787191" y="98257"/>
                </a:cubicBezTo>
                <a:lnTo>
                  <a:pt x="787191" y="91944"/>
                </a:lnTo>
                <a:lnTo>
                  <a:pt x="842713" y="83688"/>
                </a:lnTo>
                <a:moveTo>
                  <a:pt x="804997" y="213187"/>
                </a:moveTo>
                <a:cubicBezTo>
                  <a:pt x="811688" y="221173"/>
                  <a:pt x="820699" y="225166"/>
                  <a:pt x="832030" y="225166"/>
                </a:cubicBezTo>
                <a:cubicBezTo>
                  <a:pt x="837641" y="225166"/>
                  <a:pt x="843361" y="223601"/>
                  <a:pt x="849189" y="220472"/>
                </a:cubicBezTo>
                <a:cubicBezTo>
                  <a:pt x="855016" y="217342"/>
                  <a:pt x="860681" y="212702"/>
                  <a:pt x="866185" y="206551"/>
                </a:cubicBezTo>
                <a:cubicBezTo>
                  <a:pt x="871796" y="200399"/>
                  <a:pt x="876815" y="193331"/>
                  <a:pt x="881239" y="185345"/>
                </a:cubicBezTo>
                <a:cubicBezTo>
                  <a:pt x="885664" y="177251"/>
                  <a:pt x="889603" y="167755"/>
                  <a:pt x="893056" y="156855"/>
                </a:cubicBezTo>
                <a:cubicBezTo>
                  <a:pt x="896617" y="145956"/>
                  <a:pt x="898398" y="135164"/>
                  <a:pt x="898398" y="124481"/>
                </a:cubicBezTo>
                <a:cubicBezTo>
                  <a:pt x="898398" y="115848"/>
                  <a:pt x="896401" y="109264"/>
                  <a:pt x="892409" y="104732"/>
                </a:cubicBezTo>
                <a:cubicBezTo>
                  <a:pt x="888523" y="100092"/>
                  <a:pt x="883937" y="97772"/>
                  <a:pt x="878650" y="97772"/>
                </a:cubicBezTo>
                <a:cubicBezTo>
                  <a:pt x="866994" y="97772"/>
                  <a:pt x="855447" y="104462"/>
                  <a:pt x="844009" y="117844"/>
                </a:cubicBezTo>
                <a:cubicBezTo>
                  <a:pt x="832677" y="131226"/>
                  <a:pt x="824368" y="146873"/>
                  <a:pt x="819080" y="164787"/>
                </a:cubicBezTo>
                <a:lnTo>
                  <a:pt x="804997" y="213187"/>
                </a:lnTo>
                <a:moveTo>
                  <a:pt x="1021260" y="43544"/>
                </a:moveTo>
                <a:lnTo>
                  <a:pt x="1008634" y="87574"/>
                </a:lnTo>
                <a:lnTo>
                  <a:pt x="1034048" y="87574"/>
                </a:lnTo>
                <a:lnTo>
                  <a:pt x="1031296" y="97772"/>
                </a:lnTo>
                <a:lnTo>
                  <a:pt x="1006044" y="97772"/>
                </a:lnTo>
                <a:lnTo>
                  <a:pt x="978201" y="193277"/>
                </a:lnTo>
                <a:cubicBezTo>
                  <a:pt x="975180" y="203529"/>
                  <a:pt x="973669" y="210166"/>
                  <a:pt x="973669" y="213187"/>
                </a:cubicBezTo>
                <a:cubicBezTo>
                  <a:pt x="973669" y="215022"/>
                  <a:pt x="974100" y="216425"/>
                  <a:pt x="974964" y="217396"/>
                </a:cubicBezTo>
                <a:cubicBezTo>
                  <a:pt x="975827" y="218367"/>
                  <a:pt x="976853" y="218853"/>
                  <a:pt x="978040" y="218853"/>
                </a:cubicBezTo>
                <a:cubicBezTo>
                  <a:pt x="980738" y="218853"/>
                  <a:pt x="984298" y="216964"/>
                  <a:pt x="988723" y="213187"/>
                </a:cubicBezTo>
                <a:cubicBezTo>
                  <a:pt x="991314" y="211029"/>
                  <a:pt x="997087" y="204392"/>
                  <a:pt x="1006044" y="193277"/>
                </a:cubicBezTo>
                <a:lnTo>
                  <a:pt x="1011385" y="197324"/>
                </a:lnTo>
                <a:cubicBezTo>
                  <a:pt x="1001457" y="211784"/>
                  <a:pt x="992069" y="221983"/>
                  <a:pt x="983220" y="227918"/>
                </a:cubicBezTo>
                <a:cubicBezTo>
                  <a:pt x="977176" y="232019"/>
                  <a:pt x="971079" y="234069"/>
                  <a:pt x="964928" y="234069"/>
                </a:cubicBezTo>
                <a:cubicBezTo>
                  <a:pt x="960180" y="234069"/>
                  <a:pt x="956295" y="232612"/>
                  <a:pt x="953273" y="229699"/>
                </a:cubicBezTo>
                <a:cubicBezTo>
                  <a:pt x="950251" y="226677"/>
                  <a:pt x="948740" y="222846"/>
                  <a:pt x="948740" y="218205"/>
                </a:cubicBezTo>
                <a:cubicBezTo>
                  <a:pt x="948740" y="212378"/>
                  <a:pt x="950467" y="203475"/>
                  <a:pt x="953920" y="191496"/>
                </a:cubicBezTo>
                <a:lnTo>
                  <a:pt x="980954" y="97772"/>
                </a:lnTo>
                <a:lnTo>
                  <a:pt x="956511" y="97772"/>
                </a:lnTo>
                <a:lnTo>
                  <a:pt x="958129" y="91458"/>
                </a:lnTo>
                <a:cubicBezTo>
                  <a:pt x="970000" y="88221"/>
                  <a:pt x="979874" y="83419"/>
                  <a:pt x="987752" y="77052"/>
                </a:cubicBezTo>
                <a:cubicBezTo>
                  <a:pt x="995630" y="70577"/>
                  <a:pt x="1004425" y="59408"/>
                  <a:pt x="1014137" y="43544"/>
                </a:cubicBezTo>
                <a:lnTo>
                  <a:pt x="1021260" y="43544"/>
                </a:lnTo>
                <a:moveTo>
                  <a:pt x="1183457" y="87574"/>
                </a:moveTo>
                <a:lnTo>
                  <a:pt x="1155291" y="184050"/>
                </a:lnTo>
                <a:cubicBezTo>
                  <a:pt x="1151082" y="198403"/>
                  <a:pt x="1148978" y="207468"/>
                  <a:pt x="1148978" y="211245"/>
                </a:cubicBezTo>
                <a:cubicBezTo>
                  <a:pt x="1148978" y="213187"/>
                  <a:pt x="1149302" y="214644"/>
                  <a:pt x="1149949" y="215615"/>
                </a:cubicBezTo>
                <a:cubicBezTo>
                  <a:pt x="1150705" y="216479"/>
                  <a:pt x="1151676" y="216911"/>
                  <a:pt x="1152863" y="216911"/>
                </a:cubicBezTo>
                <a:cubicBezTo>
                  <a:pt x="1154697" y="216911"/>
                  <a:pt x="1156694" y="216101"/>
                  <a:pt x="1158852" y="214482"/>
                </a:cubicBezTo>
                <a:cubicBezTo>
                  <a:pt x="1161119" y="212756"/>
                  <a:pt x="1166730" y="206065"/>
                  <a:pt x="1175687" y="194410"/>
                </a:cubicBezTo>
                <a:lnTo>
                  <a:pt x="1180543" y="198133"/>
                </a:lnTo>
                <a:cubicBezTo>
                  <a:pt x="1172018" y="211623"/>
                  <a:pt x="1163277" y="221551"/>
                  <a:pt x="1154320" y="227918"/>
                </a:cubicBezTo>
                <a:cubicBezTo>
                  <a:pt x="1148384" y="232019"/>
                  <a:pt x="1142665" y="234069"/>
                  <a:pt x="1137161" y="234069"/>
                </a:cubicBezTo>
                <a:cubicBezTo>
                  <a:pt x="1132952" y="234069"/>
                  <a:pt x="1129661" y="232882"/>
                  <a:pt x="1127287" y="230508"/>
                </a:cubicBezTo>
                <a:cubicBezTo>
                  <a:pt x="1124913" y="228134"/>
                  <a:pt x="1123725" y="225058"/>
                  <a:pt x="1123725" y="221281"/>
                </a:cubicBezTo>
                <a:cubicBezTo>
                  <a:pt x="1123725" y="217612"/>
                  <a:pt x="1124427" y="212756"/>
                  <a:pt x="1125830" y="206712"/>
                </a:cubicBezTo>
                <a:cubicBezTo>
                  <a:pt x="1127557" y="198727"/>
                  <a:pt x="1132467" y="181352"/>
                  <a:pt x="1140561" y="154589"/>
                </a:cubicBezTo>
                <a:cubicBezTo>
                  <a:pt x="1122215" y="184698"/>
                  <a:pt x="1106837" y="205472"/>
                  <a:pt x="1094427" y="216911"/>
                </a:cubicBezTo>
                <a:cubicBezTo>
                  <a:pt x="1082124" y="228350"/>
                  <a:pt x="1070685" y="234069"/>
                  <a:pt x="1060109" y="234069"/>
                </a:cubicBezTo>
                <a:cubicBezTo>
                  <a:pt x="1055145" y="234069"/>
                  <a:pt x="1050937" y="232342"/>
                  <a:pt x="1047484" y="228889"/>
                </a:cubicBezTo>
                <a:cubicBezTo>
                  <a:pt x="1044030" y="225436"/>
                  <a:pt x="1042304" y="221065"/>
                  <a:pt x="1042304" y="215777"/>
                </a:cubicBezTo>
                <a:cubicBezTo>
                  <a:pt x="1042304" y="207684"/>
                  <a:pt x="1044677" y="195274"/>
                  <a:pt x="1049426" y="178547"/>
                </a:cubicBezTo>
                <a:lnTo>
                  <a:pt x="1063509" y="128528"/>
                </a:lnTo>
                <a:cubicBezTo>
                  <a:pt x="1066962" y="116549"/>
                  <a:pt x="1068689" y="109103"/>
                  <a:pt x="1068689" y="106189"/>
                </a:cubicBezTo>
                <a:cubicBezTo>
                  <a:pt x="1068689" y="104894"/>
                  <a:pt x="1068203" y="103815"/>
                  <a:pt x="1067232" y="102952"/>
                </a:cubicBezTo>
                <a:cubicBezTo>
                  <a:pt x="1066369" y="101980"/>
                  <a:pt x="1065397" y="101495"/>
                  <a:pt x="1064318" y="101495"/>
                </a:cubicBezTo>
                <a:cubicBezTo>
                  <a:pt x="1062052" y="101495"/>
                  <a:pt x="1059786" y="102304"/>
                  <a:pt x="1057520" y="103923"/>
                </a:cubicBezTo>
                <a:cubicBezTo>
                  <a:pt x="1055253" y="105542"/>
                  <a:pt x="1050127" y="111531"/>
                  <a:pt x="1042142" y="121891"/>
                </a:cubicBezTo>
                <a:lnTo>
                  <a:pt x="1037124" y="118330"/>
                </a:lnTo>
                <a:cubicBezTo>
                  <a:pt x="1045217" y="105811"/>
                  <a:pt x="1053797" y="96584"/>
                  <a:pt x="1062862" y="90649"/>
                </a:cubicBezTo>
                <a:cubicBezTo>
                  <a:pt x="1069768" y="86009"/>
                  <a:pt x="1076135" y="83688"/>
                  <a:pt x="1081962" y="83688"/>
                </a:cubicBezTo>
                <a:cubicBezTo>
                  <a:pt x="1085956" y="83688"/>
                  <a:pt x="1089193" y="84984"/>
                  <a:pt x="1091675" y="87574"/>
                </a:cubicBezTo>
                <a:cubicBezTo>
                  <a:pt x="1094265" y="90056"/>
                  <a:pt x="1095560" y="93293"/>
                  <a:pt x="1095560" y="97286"/>
                </a:cubicBezTo>
                <a:cubicBezTo>
                  <a:pt x="1095560" y="103113"/>
                  <a:pt x="1093401" y="113527"/>
                  <a:pt x="1089085" y="128528"/>
                </a:cubicBezTo>
                <a:lnTo>
                  <a:pt x="1073869" y="180813"/>
                </a:lnTo>
                <a:cubicBezTo>
                  <a:pt x="1069660" y="195058"/>
                  <a:pt x="1067555" y="204068"/>
                  <a:pt x="1067555" y="207845"/>
                </a:cubicBezTo>
                <a:cubicBezTo>
                  <a:pt x="1067555" y="209896"/>
                  <a:pt x="1068203" y="211569"/>
                  <a:pt x="1069498" y="212864"/>
                </a:cubicBezTo>
                <a:cubicBezTo>
                  <a:pt x="1070901" y="214051"/>
                  <a:pt x="1072735" y="214644"/>
                  <a:pt x="1075002" y="214644"/>
                </a:cubicBezTo>
                <a:cubicBezTo>
                  <a:pt x="1078563" y="214644"/>
                  <a:pt x="1083203" y="212864"/>
                  <a:pt x="1088923" y="209302"/>
                </a:cubicBezTo>
                <a:cubicBezTo>
                  <a:pt x="1094642" y="205741"/>
                  <a:pt x="1102251" y="197863"/>
                  <a:pt x="1111747" y="185669"/>
                </a:cubicBezTo>
                <a:cubicBezTo>
                  <a:pt x="1121352" y="173367"/>
                  <a:pt x="1129230" y="161873"/>
                  <a:pt x="1135381" y="151190"/>
                </a:cubicBezTo>
                <a:cubicBezTo>
                  <a:pt x="1141640" y="140398"/>
                  <a:pt x="1148277" y="123293"/>
                  <a:pt x="1155291" y="99876"/>
                </a:cubicBezTo>
                <a:lnTo>
                  <a:pt x="1158852" y="87574"/>
                </a:lnTo>
                <a:lnTo>
                  <a:pt x="1183457" y="87574"/>
                </a:lnTo>
                <a:moveTo>
                  <a:pt x="1348730" y="83688"/>
                </a:moveTo>
                <a:lnTo>
                  <a:pt x="1317164" y="193439"/>
                </a:lnTo>
                <a:lnTo>
                  <a:pt x="1313603" y="208169"/>
                </a:lnTo>
                <a:cubicBezTo>
                  <a:pt x="1313280" y="209572"/>
                  <a:pt x="1313118" y="210759"/>
                  <a:pt x="1313118" y="211731"/>
                </a:cubicBezTo>
                <a:cubicBezTo>
                  <a:pt x="1313118" y="213457"/>
                  <a:pt x="1313658" y="214968"/>
                  <a:pt x="1314736" y="216263"/>
                </a:cubicBezTo>
                <a:cubicBezTo>
                  <a:pt x="1315600" y="217234"/>
                  <a:pt x="1316679" y="217720"/>
                  <a:pt x="1317974" y="217720"/>
                </a:cubicBezTo>
                <a:cubicBezTo>
                  <a:pt x="1319377" y="217720"/>
                  <a:pt x="1321211" y="216856"/>
                  <a:pt x="1323478" y="215130"/>
                </a:cubicBezTo>
                <a:cubicBezTo>
                  <a:pt x="1327687" y="212000"/>
                  <a:pt x="1333298" y="205525"/>
                  <a:pt x="1340313" y="195705"/>
                </a:cubicBezTo>
                <a:lnTo>
                  <a:pt x="1345816" y="199590"/>
                </a:lnTo>
                <a:cubicBezTo>
                  <a:pt x="1338370" y="210813"/>
                  <a:pt x="1330708" y="219393"/>
                  <a:pt x="1322830" y="225328"/>
                </a:cubicBezTo>
                <a:cubicBezTo>
                  <a:pt x="1314952" y="231155"/>
                  <a:pt x="1307668" y="234069"/>
                  <a:pt x="1300977" y="234069"/>
                </a:cubicBezTo>
                <a:cubicBezTo>
                  <a:pt x="1296337" y="234069"/>
                  <a:pt x="1292830" y="232882"/>
                  <a:pt x="1290455" y="230508"/>
                </a:cubicBezTo>
                <a:cubicBezTo>
                  <a:pt x="1288189" y="228242"/>
                  <a:pt x="1287056" y="224896"/>
                  <a:pt x="1287056" y="220472"/>
                </a:cubicBezTo>
                <a:cubicBezTo>
                  <a:pt x="1287056" y="215184"/>
                  <a:pt x="1288243" y="208223"/>
                  <a:pt x="1290617" y="199590"/>
                </a:cubicBezTo>
                <a:lnTo>
                  <a:pt x="1294017" y="187449"/>
                </a:lnTo>
                <a:cubicBezTo>
                  <a:pt x="1279879" y="205903"/>
                  <a:pt x="1266876" y="218799"/>
                  <a:pt x="1255005" y="226137"/>
                </a:cubicBezTo>
                <a:cubicBezTo>
                  <a:pt x="1246480" y="231425"/>
                  <a:pt x="1238116" y="234069"/>
                  <a:pt x="1229915" y="234069"/>
                </a:cubicBezTo>
                <a:cubicBezTo>
                  <a:pt x="1222037" y="234069"/>
                  <a:pt x="1215238" y="230832"/>
                  <a:pt x="1209519" y="224356"/>
                </a:cubicBezTo>
                <a:cubicBezTo>
                  <a:pt x="1203799" y="217774"/>
                  <a:pt x="1200940" y="208763"/>
                  <a:pt x="1200940" y="197324"/>
                </a:cubicBezTo>
                <a:cubicBezTo>
                  <a:pt x="1200940" y="180165"/>
                  <a:pt x="1206065" y="162089"/>
                  <a:pt x="1216318" y="143096"/>
                </a:cubicBezTo>
                <a:cubicBezTo>
                  <a:pt x="1226677" y="123995"/>
                  <a:pt x="1239789" y="108725"/>
                  <a:pt x="1255652" y="97286"/>
                </a:cubicBezTo>
                <a:cubicBezTo>
                  <a:pt x="1268063" y="88221"/>
                  <a:pt x="1279772" y="83688"/>
                  <a:pt x="1290779" y="83688"/>
                </a:cubicBezTo>
                <a:cubicBezTo>
                  <a:pt x="1297362" y="83688"/>
                  <a:pt x="1302812" y="85415"/>
                  <a:pt x="1307129" y="88868"/>
                </a:cubicBezTo>
                <a:cubicBezTo>
                  <a:pt x="1311553" y="92322"/>
                  <a:pt x="1314898" y="98041"/>
                  <a:pt x="1317164" y="106027"/>
                </a:cubicBezTo>
                <a:lnTo>
                  <a:pt x="1322992" y="87574"/>
                </a:lnTo>
                <a:lnTo>
                  <a:pt x="1348730" y="83688"/>
                </a:lnTo>
                <a:moveTo>
                  <a:pt x="1291103" y="92106"/>
                </a:moveTo>
                <a:cubicBezTo>
                  <a:pt x="1284197" y="92106"/>
                  <a:pt x="1276858" y="95343"/>
                  <a:pt x="1269088" y="101819"/>
                </a:cubicBezTo>
                <a:cubicBezTo>
                  <a:pt x="1258081" y="110991"/>
                  <a:pt x="1248261" y="124589"/>
                  <a:pt x="1239627" y="142610"/>
                </a:cubicBezTo>
                <a:cubicBezTo>
                  <a:pt x="1231102" y="160632"/>
                  <a:pt x="1226839" y="176928"/>
                  <a:pt x="1226839" y="191496"/>
                </a:cubicBezTo>
                <a:cubicBezTo>
                  <a:pt x="1226839" y="198835"/>
                  <a:pt x="1228674" y="204662"/>
                  <a:pt x="1232343" y="208978"/>
                </a:cubicBezTo>
                <a:cubicBezTo>
                  <a:pt x="1236012" y="213187"/>
                  <a:pt x="1240221" y="215292"/>
                  <a:pt x="1244969" y="215292"/>
                </a:cubicBezTo>
                <a:cubicBezTo>
                  <a:pt x="1256732" y="215292"/>
                  <a:pt x="1269520" y="206605"/>
                  <a:pt x="1283333" y="189230"/>
                </a:cubicBezTo>
                <a:cubicBezTo>
                  <a:pt x="1301786" y="166136"/>
                  <a:pt x="1311013" y="142449"/>
                  <a:pt x="1311013" y="118168"/>
                </a:cubicBezTo>
                <a:cubicBezTo>
                  <a:pt x="1311013" y="108995"/>
                  <a:pt x="1309233" y="102358"/>
                  <a:pt x="1305671" y="98257"/>
                </a:cubicBezTo>
                <a:cubicBezTo>
                  <a:pt x="1302111" y="94156"/>
                  <a:pt x="1297254" y="92106"/>
                  <a:pt x="1291103" y="92106"/>
                </a:cubicBezTo>
                <a:moveTo>
                  <a:pt x="1457509" y="0"/>
                </a:moveTo>
                <a:lnTo>
                  <a:pt x="1402148" y="192629"/>
                </a:lnTo>
                <a:cubicBezTo>
                  <a:pt x="1399450" y="202234"/>
                  <a:pt x="1398101" y="208115"/>
                  <a:pt x="1398101" y="210274"/>
                </a:cubicBezTo>
                <a:cubicBezTo>
                  <a:pt x="1398101" y="211892"/>
                  <a:pt x="1398587" y="213241"/>
                  <a:pt x="1399558" y="214321"/>
                </a:cubicBezTo>
                <a:cubicBezTo>
                  <a:pt x="1400637" y="215400"/>
                  <a:pt x="1401933" y="215939"/>
                  <a:pt x="1403443" y="215939"/>
                </a:cubicBezTo>
                <a:cubicBezTo>
                  <a:pt x="1405494" y="215939"/>
                  <a:pt x="1407706" y="215022"/>
                  <a:pt x="1410080" y="213187"/>
                </a:cubicBezTo>
                <a:cubicBezTo>
                  <a:pt x="1415692" y="208763"/>
                  <a:pt x="1421573" y="201910"/>
                  <a:pt x="1427724" y="192629"/>
                </a:cubicBezTo>
                <a:lnTo>
                  <a:pt x="1432580" y="197647"/>
                </a:lnTo>
                <a:cubicBezTo>
                  <a:pt x="1422329" y="212108"/>
                  <a:pt x="1412886" y="222198"/>
                  <a:pt x="1404253" y="227918"/>
                </a:cubicBezTo>
                <a:cubicBezTo>
                  <a:pt x="1397886" y="232019"/>
                  <a:pt x="1391842" y="234069"/>
                  <a:pt x="1386123" y="234069"/>
                </a:cubicBezTo>
                <a:cubicBezTo>
                  <a:pt x="1382022" y="234069"/>
                  <a:pt x="1378569" y="232666"/>
                  <a:pt x="1375763" y="229860"/>
                </a:cubicBezTo>
                <a:cubicBezTo>
                  <a:pt x="1373065" y="227054"/>
                  <a:pt x="1371716" y="223817"/>
                  <a:pt x="1371716" y="220148"/>
                </a:cubicBezTo>
                <a:cubicBezTo>
                  <a:pt x="1371716" y="216263"/>
                  <a:pt x="1373443" y="208277"/>
                  <a:pt x="1376896" y="196191"/>
                </a:cubicBezTo>
                <a:lnTo>
                  <a:pt x="1420764" y="44353"/>
                </a:lnTo>
                <a:cubicBezTo>
                  <a:pt x="1424325" y="31943"/>
                  <a:pt x="1426105" y="24821"/>
                  <a:pt x="1426105" y="22986"/>
                </a:cubicBezTo>
                <a:cubicBezTo>
                  <a:pt x="1426105" y="20396"/>
                  <a:pt x="1425080" y="18292"/>
                  <a:pt x="1423030" y="16673"/>
                </a:cubicBezTo>
                <a:cubicBezTo>
                  <a:pt x="1420980" y="14946"/>
                  <a:pt x="1417796" y="14083"/>
                  <a:pt x="1413479" y="14083"/>
                </a:cubicBezTo>
                <a:cubicBezTo>
                  <a:pt x="1410997" y="14083"/>
                  <a:pt x="1407220" y="14461"/>
                  <a:pt x="1402148" y="15216"/>
                </a:cubicBezTo>
                <a:lnTo>
                  <a:pt x="1402148" y="9227"/>
                </a:lnTo>
                <a:lnTo>
                  <a:pt x="1457509" y="0"/>
                </a:lnTo>
                <a:moveTo>
                  <a:pt x="1549777" y="0"/>
                </a:moveTo>
                <a:lnTo>
                  <a:pt x="1494416" y="192629"/>
                </a:lnTo>
                <a:cubicBezTo>
                  <a:pt x="1491718" y="202234"/>
                  <a:pt x="1490370" y="208115"/>
                  <a:pt x="1490370" y="210274"/>
                </a:cubicBezTo>
                <a:cubicBezTo>
                  <a:pt x="1490370" y="211892"/>
                  <a:pt x="1490854" y="213241"/>
                  <a:pt x="1491826" y="214321"/>
                </a:cubicBezTo>
                <a:cubicBezTo>
                  <a:pt x="1492905" y="215400"/>
                  <a:pt x="1494200" y="215939"/>
                  <a:pt x="1495711" y="215939"/>
                </a:cubicBezTo>
                <a:cubicBezTo>
                  <a:pt x="1497761" y="215939"/>
                  <a:pt x="1499974" y="215022"/>
                  <a:pt x="1502348" y="213187"/>
                </a:cubicBezTo>
                <a:cubicBezTo>
                  <a:pt x="1507959" y="208763"/>
                  <a:pt x="1513841" y="201910"/>
                  <a:pt x="1519992" y="192629"/>
                </a:cubicBezTo>
                <a:lnTo>
                  <a:pt x="1524848" y="197647"/>
                </a:lnTo>
                <a:cubicBezTo>
                  <a:pt x="1514597" y="212108"/>
                  <a:pt x="1505154" y="222198"/>
                  <a:pt x="1496520" y="227918"/>
                </a:cubicBezTo>
                <a:cubicBezTo>
                  <a:pt x="1490153" y="232019"/>
                  <a:pt x="1484110" y="234069"/>
                  <a:pt x="1478390" y="234069"/>
                </a:cubicBezTo>
                <a:cubicBezTo>
                  <a:pt x="1474290" y="234069"/>
                  <a:pt x="1470836" y="232666"/>
                  <a:pt x="1468031" y="229860"/>
                </a:cubicBezTo>
                <a:cubicBezTo>
                  <a:pt x="1465333" y="227054"/>
                  <a:pt x="1463984" y="223817"/>
                  <a:pt x="1463984" y="220148"/>
                </a:cubicBezTo>
                <a:cubicBezTo>
                  <a:pt x="1463984" y="216263"/>
                  <a:pt x="1465711" y="208277"/>
                  <a:pt x="1469164" y="196191"/>
                </a:cubicBezTo>
                <a:lnTo>
                  <a:pt x="1513032" y="44353"/>
                </a:lnTo>
                <a:cubicBezTo>
                  <a:pt x="1516593" y="31943"/>
                  <a:pt x="1518373" y="24821"/>
                  <a:pt x="1518373" y="22986"/>
                </a:cubicBezTo>
                <a:cubicBezTo>
                  <a:pt x="1518373" y="20396"/>
                  <a:pt x="1517348" y="18292"/>
                  <a:pt x="1515298" y="16673"/>
                </a:cubicBezTo>
                <a:cubicBezTo>
                  <a:pt x="1513247" y="14946"/>
                  <a:pt x="1510064" y="14083"/>
                  <a:pt x="1505747" y="14083"/>
                </a:cubicBezTo>
                <a:cubicBezTo>
                  <a:pt x="1503265" y="14083"/>
                  <a:pt x="1499488" y="14461"/>
                  <a:pt x="1494416" y="15216"/>
                </a:cubicBezTo>
                <a:lnTo>
                  <a:pt x="1494416" y="9227"/>
                </a:lnTo>
                <a:lnTo>
                  <a:pt x="1549777" y="0"/>
                </a:lnTo>
                <a:moveTo>
                  <a:pt x="1596396" y="83688"/>
                </a:moveTo>
                <a:cubicBezTo>
                  <a:pt x="1600065" y="89948"/>
                  <a:pt x="1602601" y="95829"/>
                  <a:pt x="1604005" y="101333"/>
                </a:cubicBezTo>
                <a:cubicBezTo>
                  <a:pt x="1605407" y="106729"/>
                  <a:pt x="1606810" y="117412"/>
                  <a:pt x="1608213" y="133384"/>
                </a:cubicBezTo>
                <a:lnTo>
                  <a:pt x="1615336" y="213025"/>
                </a:lnTo>
                <a:cubicBezTo>
                  <a:pt x="1621810" y="205256"/>
                  <a:pt x="1631199" y="192953"/>
                  <a:pt x="1643502" y="176118"/>
                </a:cubicBezTo>
                <a:cubicBezTo>
                  <a:pt x="1649437" y="167917"/>
                  <a:pt x="1656775" y="156747"/>
                  <a:pt x="1665516" y="142610"/>
                </a:cubicBezTo>
                <a:cubicBezTo>
                  <a:pt x="1670804" y="133977"/>
                  <a:pt x="1674042" y="127934"/>
                  <a:pt x="1675229" y="124481"/>
                </a:cubicBezTo>
                <a:cubicBezTo>
                  <a:pt x="1675876" y="122754"/>
                  <a:pt x="1676200" y="120973"/>
                  <a:pt x="1676200" y="119139"/>
                </a:cubicBezTo>
                <a:cubicBezTo>
                  <a:pt x="1676200" y="117952"/>
                  <a:pt x="1675822" y="116981"/>
                  <a:pt x="1675067" y="116225"/>
                </a:cubicBezTo>
                <a:cubicBezTo>
                  <a:pt x="1674311" y="115470"/>
                  <a:pt x="1672315" y="114607"/>
                  <a:pt x="1669078" y="113635"/>
                </a:cubicBezTo>
                <a:cubicBezTo>
                  <a:pt x="1665948" y="112556"/>
                  <a:pt x="1663304" y="110668"/>
                  <a:pt x="1661146" y="107970"/>
                </a:cubicBezTo>
                <a:cubicBezTo>
                  <a:pt x="1659095" y="105164"/>
                  <a:pt x="1658070" y="101980"/>
                  <a:pt x="1658070" y="98419"/>
                </a:cubicBezTo>
                <a:cubicBezTo>
                  <a:pt x="1658070" y="93994"/>
                  <a:pt x="1659365" y="90433"/>
                  <a:pt x="1661955" y="87735"/>
                </a:cubicBezTo>
                <a:cubicBezTo>
                  <a:pt x="1664545" y="85037"/>
                  <a:pt x="1667782" y="83688"/>
                  <a:pt x="1671667" y="83688"/>
                </a:cubicBezTo>
                <a:cubicBezTo>
                  <a:pt x="1676416" y="83688"/>
                  <a:pt x="1680462" y="85685"/>
                  <a:pt x="1683808" y="89678"/>
                </a:cubicBezTo>
                <a:cubicBezTo>
                  <a:pt x="1687153" y="93563"/>
                  <a:pt x="1688826" y="98959"/>
                  <a:pt x="1688826" y="105865"/>
                </a:cubicBezTo>
                <a:cubicBezTo>
                  <a:pt x="1688826" y="114391"/>
                  <a:pt x="1685912" y="124157"/>
                  <a:pt x="1680085" y="135164"/>
                </a:cubicBezTo>
                <a:cubicBezTo>
                  <a:pt x="1674258" y="146064"/>
                  <a:pt x="1663034" y="162845"/>
                  <a:pt x="1646415" y="185507"/>
                </a:cubicBezTo>
                <a:cubicBezTo>
                  <a:pt x="1629797" y="208169"/>
                  <a:pt x="1609670" y="232882"/>
                  <a:pt x="1586036" y="259645"/>
                </a:cubicBezTo>
                <a:cubicBezTo>
                  <a:pt x="1569741" y="278099"/>
                  <a:pt x="1557655" y="289700"/>
                  <a:pt x="1549777" y="294448"/>
                </a:cubicBezTo>
                <a:cubicBezTo>
                  <a:pt x="1541899" y="299304"/>
                  <a:pt x="1535154" y="301732"/>
                  <a:pt x="1529542" y="301732"/>
                </a:cubicBezTo>
                <a:cubicBezTo>
                  <a:pt x="1526197" y="301732"/>
                  <a:pt x="1523284" y="300437"/>
                  <a:pt x="1520801" y="297847"/>
                </a:cubicBezTo>
                <a:cubicBezTo>
                  <a:pt x="1518211" y="295365"/>
                  <a:pt x="1516917" y="292451"/>
                  <a:pt x="1516917" y="289106"/>
                </a:cubicBezTo>
                <a:cubicBezTo>
                  <a:pt x="1516917" y="284897"/>
                  <a:pt x="1518697" y="281066"/>
                  <a:pt x="1522258" y="277613"/>
                </a:cubicBezTo>
                <a:cubicBezTo>
                  <a:pt x="1525711" y="274160"/>
                  <a:pt x="1529488" y="272433"/>
                  <a:pt x="1533589" y="272433"/>
                </a:cubicBezTo>
                <a:cubicBezTo>
                  <a:pt x="1535748" y="272433"/>
                  <a:pt x="1537528" y="272919"/>
                  <a:pt x="1538931" y="273890"/>
                </a:cubicBezTo>
                <a:cubicBezTo>
                  <a:pt x="1539795" y="274430"/>
                  <a:pt x="1540766" y="275940"/>
                  <a:pt x="1541845" y="278422"/>
                </a:cubicBezTo>
                <a:cubicBezTo>
                  <a:pt x="1542816" y="281012"/>
                  <a:pt x="1543733" y="282739"/>
                  <a:pt x="1544597" y="283602"/>
                </a:cubicBezTo>
                <a:cubicBezTo>
                  <a:pt x="1545136" y="284142"/>
                  <a:pt x="1545784" y="284412"/>
                  <a:pt x="1546539" y="284412"/>
                </a:cubicBezTo>
                <a:cubicBezTo>
                  <a:pt x="1547187" y="284412"/>
                  <a:pt x="1548320" y="283872"/>
                  <a:pt x="1549938" y="282793"/>
                </a:cubicBezTo>
                <a:cubicBezTo>
                  <a:pt x="1555874" y="279124"/>
                  <a:pt x="1562780" y="273296"/>
                  <a:pt x="1570658" y="265311"/>
                </a:cubicBezTo>
                <a:cubicBezTo>
                  <a:pt x="1581018" y="254735"/>
                  <a:pt x="1588680" y="246102"/>
                  <a:pt x="1593645" y="239411"/>
                </a:cubicBezTo>
                <a:lnTo>
                  <a:pt x="1584580" y="136783"/>
                </a:lnTo>
                <a:cubicBezTo>
                  <a:pt x="1583069" y="119840"/>
                  <a:pt x="1580803" y="109534"/>
                  <a:pt x="1577781" y="105865"/>
                </a:cubicBezTo>
                <a:cubicBezTo>
                  <a:pt x="1574759" y="102196"/>
                  <a:pt x="1569687" y="100362"/>
                  <a:pt x="1562565" y="100362"/>
                </a:cubicBezTo>
                <a:cubicBezTo>
                  <a:pt x="1560298" y="100362"/>
                  <a:pt x="1556252" y="100685"/>
                  <a:pt x="1550424" y="101333"/>
                </a:cubicBezTo>
                <a:lnTo>
                  <a:pt x="1548967" y="95343"/>
                </a:lnTo>
                <a:lnTo>
                  <a:pt x="1596396" y="83688"/>
                </a:lnTo>
                <a:moveTo>
                  <a:pt x="1901690" y="194896"/>
                </a:moveTo>
                <a:cubicBezTo>
                  <a:pt x="1890466" y="208385"/>
                  <a:pt x="1879135" y="218313"/>
                  <a:pt x="1867697" y="224680"/>
                </a:cubicBezTo>
                <a:cubicBezTo>
                  <a:pt x="1856257" y="230940"/>
                  <a:pt x="1844171" y="234069"/>
                  <a:pt x="1831436" y="234069"/>
                </a:cubicBezTo>
                <a:cubicBezTo>
                  <a:pt x="1816113" y="234069"/>
                  <a:pt x="1804134" y="229752"/>
                  <a:pt x="1795500" y="221119"/>
                </a:cubicBezTo>
                <a:cubicBezTo>
                  <a:pt x="1786975" y="212486"/>
                  <a:pt x="1782713" y="200885"/>
                  <a:pt x="1782713" y="186316"/>
                </a:cubicBezTo>
                <a:cubicBezTo>
                  <a:pt x="1782713" y="169805"/>
                  <a:pt x="1787299" y="153564"/>
                  <a:pt x="1796472" y="137593"/>
                </a:cubicBezTo>
                <a:cubicBezTo>
                  <a:pt x="1805753" y="121621"/>
                  <a:pt x="1818163" y="108671"/>
                  <a:pt x="1833703" y="98743"/>
                </a:cubicBezTo>
                <a:cubicBezTo>
                  <a:pt x="1849350" y="88707"/>
                  <a:pt x="1864675" y="83688"/>
                  <a:pt x="1879675" y="83688"/>
                </a:cubicBezTo>
                <a:cubicBezTo>
                  <a:pt x="1891437" y="83688"/>
                  <a:pt x="1900233" y="86171"/>
                  <a:pt x="1906060" y="91135"/>
                </a:cubicBezTo>
                <a:cubicBezTo>
                  <a:pt x="1911888" y="95991"/>
                  <a:pt x="1914802" y="101980"/>
                  <a:pt x="1914802" y="109103"/>
                </a:cubicBezTo>
                <a:cubicBezTo>
                  <a:pt x="1914802" y="115793"/>
                  <a:pt x="1912751" y="121513"/>
                  <a:pt x="1908651" y="126261"/>
                </a:cubicBezTo>
                <a:cubicBezTo>
                  <a:pt x="1905629" y="129930"/>
                  <a:pt x="1901906" y="131765"/>
                  <a:pt x="1897481" y="131765"/>
                </a:cubicBezTo>
                <a:cubicBezTo>
                  <a:pt x="1894135" y="131765"/>
                  <a:pt x="1891330" y="130686"/>
                  <a:pt x="1889064" y="128528"/>
                </a:cubicBezTo>
                <a:cubicBezTo>
                  <a:pt x="1886905" y="126369"/>
                  <a:pt x="1885826" y="123671"/>
                  <a:pt x="1885826" y="120434"/>
                </a:cubicBezTo>
                <a:cubicBezTo>
                  <a:pt x="1885826" y="118383"/>
                  <a:pt x="1886204" y="116495"/>
                  <a:pt x="1886959" y="114768"/>
                </a:cubicBezTo>
                <a:cubicBezTo>
                  <a:pt x="1887823" y="113042"/>
                  <a:pt x="1889495" y="110991"/>
                  <a:pt x="1891977" y="108617"/>
                </a:cubicBezTo>
                <a:cubicBezTo>
                  <a:pt x="1894567" y="106135"/>
                  <a:pt x="1896132" y="104354"/>
                  <a:pt x="1896671" y="103275"/>
                </a:cubicBezTo>
                <a:cubicBezTo>
                  <a:pt x="1897211" y="102196"/>
                  <a:pt x="1897481" y="101063"/>
                  <a:pt x="1897481" y="99876"/>
                </a:cubicBezTo>
                <a:cubicBezTo>
                  <a:pt x="1897481" y="97610"/>
                  <a:pt x="1896456" y="95721"/>
                  <a:pt x="1894405" y="94210"/>
                </a:cubicBezTo>
                <a:cubicBezTo>
                  <a:pt x="1891276" y="92052"/>
                  <a:pt x="1886851" y="90973"/>
                  <a:pt x="1881132" y="90973"/>
                </a:cubicBezTo>
                <a:cubicBezTo>
                  <a:pt x="1870556" y="90973"/>
                  <a:pt x="1860088" y="94696"/>
                  <a:pt x="1849728" y="102142"/>
                </a:cubicBezTo>
                <a:cubicBezTo>
                  <a:pt x="1839368" y="109588"/>
                  <a:pt x="1830519" y="120164"/>
                  <a:pt x="1823181" y="133869"/>
                </a:cubicBezTo>
                <a:cubicBezTo>
                  <a:pt x="1814332" y="150488"/>
                  <a:pt x="1809907" y="167107"/>
                  <a:pt x="1809907" y="183726"/>
                </a:cubicBezTo>
                <a:cubicBezTo>
                  <a:pt x="1809907" y="194734"/>
                  <a:pt x="1813037" y="203475"/>
                  <a:pt x="1819296" y="209950"/>
                </a:cubicBezTo>
                <a:cubicBezTo>
                  <a:pt x="1825555" y="216317"/>
                  <a:pt x="1834081" y="219501"/>
                  <a:pt x="1844872" y="219501"/>
                </a:cubicBezTo>
                <a:cubicBezTo>
                  <a:pt x="1853181" y="219501"/>
                  <a:pt x="1861383" y="217450"/>
                  <a:pt x="1869477" y="213349"/>
                </a:cubicBezTo>
                <a:cubicBezTo>
                  <a:pt x="1877679" y="209141"/>
                  <a:pt x="1886851" y="201586"/>
                  <a:pt x="1896995" y="190687"/>
                </a:cubicBezTo>
                <a:lnTo>
                  <a:pt x="1901690" y="194896"/>
                </a:lnTo>
                <a:moveTo>
                  <a:pt x="2019533" y="0"/>
                </a:moveTo>
                <a:lnTo>
                  <a:pt x="1964173" y="192629"/>
                </a:lnTo>
                <a:cubicBezTo>
                  <a:pt x="1961475" y="202234"/>
                  <a:pt x="1960126" y="208115"/>
                  <a:pt x="1960126" y="210274"/>
                </a:cubicBezTo>
                <a:cubicBezTo>
                  <a:pt x="1960126" y="211892"/>
                  <a:pt x="1960612" y="213241"/>
                  <a:pt x="1961583" y="214321"/>
                </a:cubicBezTo>
                <a:cubicBezTo>
                  <a:pt x="1962662" y="215400"/>
                  <a:pt x="1963957" y="215939"/>
                  <a:pt x="1965468" y="215939"/>
                </a:cubicBezTo>
                <a:cubicBezTo>
                  <a:pt x="1967518" y="215939"/>
                  <a:pt x="1969730" y="215022"/>
                  <a:pt x="1972105" y="213187"/>
                </a:cubicBezTo>
                <a:cubicBezTo>
                  <a:pt x="1977717" y="208763"/>
                  <a:pt x="1983598" y="201910"/>
                  <a:pt x="1989749" y="192629"/>
                </a:cubicBezTo>
                <a:lnTo>
                  <a:pt x="1994605" y="197647"/>
                </a:lnTo>
                <a:cubicBezTo>
                  <a:pt x="1984353" y="212108"/>
                  <a:pt x="1974910" y="222198"/>
                  <a:pt x="1966277" y="227918"/>
                </a:cubicBezTo>
                <a:cubicBezTo>
                  <a:pt x="1959910" y="232019"/>
                  <a:pt x="1953867" y="234069"/>
                  <a:pt x="1948147" y="234069"/>
                </a:cubicBezTo>
                <a:cubicBezTo>
                  <a:pt x="1944047" y="234069"/>
                  <a:pt x="1940593" y="232666"/>
                  <a:pt x="1937787" y="229860"/>
                </a:cubicBezTo>
                <a:cubicBezTo>
                  <a:pt x="1935089" y="227054"/>
                  <a:pt x="1933740" y="223817"/>
                  <a:pt x="1933740" y="220148"/>
                </a:cubicBezTo>
                <a:cubicBezTo>
                  <a:pt x="1933740" y="216263"/>
                  <a:pt x="1935467" y="208277"/>
                  <a:pt x="1938920" y="196191"/>
                </a:cubicBezTo>
                <a:lnTo>
                  <a:pt x="1982788" y="44353"/>
                </a:lnTo>
                <a:cubicBezTo>
                  <a:pt x="1986350" y="31943"/>
                  <a:pt x="1988130" y="24821"/>
                  <a:pt x="1988130" y="22986"/>
                </a:cubicBezTo>
                <a:cubicBezTo>
                  <a:pt x="1988130" y="20396"/>
                  <a:pt x="1987105" y="18292"/>
                  <a:pt x="1985055" y="16673"/>
                </a:cubicBezTo>
                <a:cubicBezTo>
                  <a:pt x="1983004" y="14946"/>
                  <a:pt x="1979821" y="14083"/>
                  <a:pt x="1975504" y="14083"/>
                </a:cubicBezTo>
                <a:cubicBezTo>
                  <a:pt x="1973022" y="14083"/>
                  <a:pt x="1969245" y="14461"/>
                  <a:pt x="1964173" y="15216"/>
                </a:cubicBezTo>
                <a:lnTo>
                  <a:pt x="1964173" y="9227"/>
                </a:lnTo>
                <a:lnTo>
                  <a:pt x="2019533" y="0"/>
                </a:lnTo>
                <a:moveTo>
                  <a:pt x="2166515" y="134355"/>
                </a:moveTo>
                <a:cubicBezTo>
                  <a:pt x="2166515" y="150542"/>
                  <a:pt x="2162198" y="166568"/>
                  <a:pt x="2153565" y="182431"/>
                </a:cubicBezTo>
                <a:cubicBezTo>
                  <a:pt x="2145040" y="198295"/>
                  <a:pt x="2133115" y="210867"/>
                  <a:pt x="2117791" y="220148"/>
                </a:cubicBezTo>
                <a:cubicBezTo>
                  <a:pt x="2102467" y="229429"/>
                  <a:pt x="2087574" y="234069"/>
                  <a:pt x="2073114" y="234069"/>
                </a:cubicBezTo>
                <a:cubicBezTo>
                  <a:pt x="2058329" y="234069"/>
                  <a:pt x="2046243" y="229375"/>
                  <a:pt x="2036854" y="219986"/>
                </a:cubicBezTo>
                <a:cubicBezTo>
                  <a:pt x="2027573" y="210489"/>
                  <a:pt x="2022933" y="198241"/>
                  <a:pt x="2022933" y="183241"/>
                </a:cubicBezTo>
                <a:cubicBezTo>
                  <a:pt x="2022933" y="167377"/>
                  <a:pt x="2027465" y="151460"/>
                  <a:pt x="2036530" y="135488"/>
                </a:cubicBezTo>
                <a:cubicBezTo>
                  <a:pt x="2045703" y="119517"/>
                  <a:pt x="2057898" y="106890"/>
                  <a:pt x="2073114" y="97610"/>
                </a:cubicBezTo>
                <a:cubicBezTo>
                  <a:pt x="2088438" y="88329"/>
                  <a:pt x="2103222" y="83688"/>
                  <a:pt x="2117467" y="83688"/>
                </a:cubicBezTo>
                <a:cubicBezTo>
                  <a:pt x="2131712" y="83688"/>
                  <a:pt x="2143421" y="88383"/>
                  <a:pt x="2152593" y="97772"/>
                </a:cubicBezTo>
                <a:cubicBezTo>
                  <a:pt x="2161874" y="107160"/>
                  <a:pt x="2166515" y="119355"/>
                  <a:pt x="2166515" y="134355"/>
                </a:cubicBezTo>
                <a:moveTo>
                  <a:pt x="2139644" y="123186"/>
                </a:moveTo>
                <a:cubicBezTo>
                  <a:pt x="2139644" y="113150"/>
                  <a:pt x="2137162" y="105488"/>
                  <a:pt x="2132197" y="100200"/>
                </a:cubicBezTo>
                <a:cubicBezTo>
                  <a:pt x="2127342" y="94804"/>
                  <a:pt x="2121028" y="92106"/>
                  <a:pt x="2113259" y="92106"/>
                </a:cubicBezTo>
                <a:cubicBezTo>
                  <a:pt x="2097395" y="92106"/>
                  <a:pt x="2082772" y="103491"/>
                  <a:pt x="2069391" y="126261"/>
                </a:cubicBezTo>
                <a:cubicBezTo>
                  <a:pt x="2056117" y="148924"/>
                  <a:pt x="2049480" y="171478"/>
                  <a:pt x="2049480" y="193925"/>
                </a:cubicBezTo>
                <a:cubicBezTo>
                  <a:pt x="2049480" y="204176"/>
                  <a:pt x="2052070" y="212108"/>
                  <a:pt x="2057250" y="217720"/>
                </a:cubicBezTo>
                <a:cubicBezTo>
                  <a:pt x="2062430" y="223223"/>
                  <a:pt x="2068959" y="225975"/>
                  <a:pt x="2076837" y="225975"/>
                </a:cubicBezTo>
                <a:cubicBezTo>
                  <a:pt x="2092053" y="225975"/>
                  <a:pt x="2106298" y="214698"/>
                  <a:pt x="2119571" y="192144"/>
                </a:cubicBezTo>
                <a:cubicBezTo>
                  <a:pt x="2132953" y="169482"/>
                  <a:pt x="2139644" y="146495"/>
                  <a:pt x="2139644" y="123186"/>
                </a:cubicBezTo>
                <a:moveTo>
                  <a:pt x="2299251" y="83688"/>
                </a:moveTo>
                <a:lnTo>
                  <a:pt x="2289377" y="133384"/>
                </a:lnTo>
                <a:lnTo>
                  <a:pt x="2283387" y="133384"/>
                </a:lnTo>
                <a:cubicBezTo>
                  <a:pt x="2282848" y="118923"/>
                  <a:pt x="2279772" y="108401"/>
                  <a:pt x="2274160" y="101819"/>
                </a:cubicBezTo>
                <a:cubicBezTo>
                  <a:pt x="2268549" y="95235"/>
                  <a:pt x="2261589" y="91944"/>
                  <a:pt x="2253279" y="91944"/>
                </a:cubicBezTo>
                <a:cubicBezTo>
                  <a:pt x="2246588" y="91944"/>
                  <a:pt x="2241246" y="93779"/>
                  <a:pt x="2237253" y="97448"/>
                </a:cubicBezTo>
                <a:cubicBezTo>
                  <a:pt x="2233368" y="101117"/>
                  <a:pt x="2231426" y="105542"/>
                  <a:pt x="2231426" y="110721"/>
                </a:cubicBezTo>
                <a:cubicBezTo>
                  <a:pt x="2231426" y="114283"/>
                  <a:pt x="2232181" y="117682"/>
                  <a:pt x="2233692" y="120919"/>
                </a:cubicBezTo>
                <a:cubicBezTo>
                  <a:pt x="2235311" y="124157"/>
                  <a:pt x="2238764" y="128689"/>
                  <a:pt x="2244052" y="134517"/>
                </a:cubicBezTo>
                <a:cubicBezTo>
                  <a:pt x="2258081" y="149841"/>
                  <a:pt x="2267146" y="161388"/>
                  <a:pt x="2271247" y="169158"/>
                </a:cubicBezTo>
                <a:cubicBezTo>
                  <a:pt x="2275348" y="176928"/>
                  <a:pt x="2277398" y="184266"/>
                  <a:pt x="2277398" y="191172"/>
                </a:cubicBezTo>
                <a:cubicBezTo>
                  <a:pt x="2277398" y="202396"/>
                  <a:pt x="2272704" y="212378"/>
                  <a:pt x="2263315" y="221119"/>
                </a:cubicBezTo>
                <a:cubicBezTo>
                  <a:pt x="2254034" y="229752"/>
                  <a:pt x="2242271" y="234069"/>
                  <a:pt x="2228027" y="234069"/>
                </a:cubicBezTo>
                <a:cubicBezTo>
                  <a:pt x="2220257" y="234069"/>
                  <a:pt x="2211300" y="232234"/>
                  <a:pt x="2201156" y="228565"/>
                </a:cubicBezTo>
                <a:cubicBezTo>
                  <a:pt x="2197594" y="227270"/>
                  <a:pt x="2194843" y="226623"/>
                  <a:pt x="2192900" y="226623"/>
                </a:cubicBezTo>
                <a:cubicBezTo>
                  <a:pt x="2188044" y="226623"/>
                  <a:pt x="2184375" y="229105"/>
                  <a:pt x="2181893" y="234069"/>
                </a:cubicBezTo>
                <a:lnTo>
                  <a:pt x="2175903" y="234069"/>
                </a:lnTo>
                <a:lnTo>
                  <a:pt x="2185778" y="181622"/>
                </a:lnTo>
                <a:lnTo>
                  <a:pt x="2191767" y="181622"/>
                </a:lnTo>
                <a:cubicBezTo>
                  <a:pt x="2192414" y="198025"/>
                  <a:pt x="2195814" y="209626"/>
                  <a:pt x="2201965" y="216425"/>
                </a:cubicBezTo>
                <a:cubicBezTo>
                  <a:pt x="2208116" y="223223"/>
                  <a:pt x="2216534" y="226623"/>
                  <a:pt x="2227217" y="226623"/>
                </a:cubicBezTo>
                <a:cubicBezTo>
                  <a:pt x="2235419" y="226623"/>
                  <a:pt x="2241894" y="224356"/>
                  <a:pt x="2246642" y="219824"/>
                </a:cubicBezTo>
                <a:cubicBezTo>
                  <a:pt x="2251498" y="215184"/>
                  <a:pt x="2253926" y="209518"/>
                  <a:pt x="2253926" y="202827"/>
                </a:cubicBezTo>
                <a:cubicBezTo>
                  <a:pt x="2253926" y="198511"/>
                  <a:pt x="2253063" y="194518"/>
                  <a:pt x="2251336" y="190849"/>
                </a:cubicBezTo>
                <a:cubicBezTo>
                  <a:pt x="2248315" y="184374"/>
                  <a:pt x="2241948" y="175417"/>
                  <a:pt x="2232235" y="163978"/>
                </a:cubicBezTo>
                <a:cubicBezTo>
                  <a:pt x="2222631" y="152539"/>
                  <a:pt x="2216426" y="143959"/>
                  <a:pt x="2213620" y="138240"/>
                </a:cubicBezTo>
                <a:cubicBezTo>
                  <a:pt x="2210922" y="132520"/>
                  <a:pt x="2209573" y="126801"/>
                  <a:pt x="2209573" y="121081"/>
                </a:cubicBezTo>
                <a:cubicBezTo>
                  <a:pt x="2209573" y="110613"/>
                  <a:pt x="2213350" y="101764"/>
                  <a:pt x="2220904" y="94534"/>
                </a:cubicBezTo>
                <a:cubicBezTo>
                  <a:pt x="2228566" y="87304"/>
                  <a:pt x="2238386" y="83688"/>
                  <a:pt x="2250365" y="83688"/>
                </a:cubicBezTo>
                <a:cubicBezTo>
                  <a:pt x="2253819" y="83688"/>
                  <a:pt x="2256948" y="83958"/>
                  <a:pt x="2259754" y="84498"/>
                </a:cubicBezTo>
                <a:cubicBezTo>
                  <a:pt x="2261264" y="84822"/>
                  <a:pt x="2264772" y="86063"/>
                  <a:pt x="2270275" y="88221"/>
                </a:cubicBezTo>
                <a:cubicBezTo>
                  <a:pt x="2275887" y="90272"/>
                  <a:pt x="2279611" y="91297"/>
                  <a:pt x="2281445" y="91297"/>
                </a:cubicBezTo>
                <a:cubicBezTo>
                  <a:pt x="2286085" y="91297"/>
                  <a:pt x="2289970" y="88761"/>
                  <a:pt x="2293100" y="83688"/>
                </a:cubicBezTo>
                <a:lnTo>
                  <a:pt x="2299251" y="83688"/>
                </a:lnTo>
                <a:moveTo>
                  <a:pt x="2347651" y="169158"/>
                </a:moveTo>
                <a:cubicBezTo>
                  <a:pt x="2346896" y="174553"/>
                  <a:pt x="2346518" y="179032"/>
                  <a:pt x="2346518" y="182593"/>
                </a:cubicBezTo>
                <a:cubicBezTo>
                  <a:pt x="2346518" y="192198"/>
                  <a:pt x="2349917" y="200399"/>
                  <a:pt x="2356716" y="207198"/>
                </a:cubicBezTo>
                <a:cubicBezTo>
                  <a:pt x="2363515" y="213889"/>
                  <a:pt x="2371771" y="217234"/>
                  <a:pt x="2381483" y="217234"/>
                </a:cubicBezTo>
                <a:cubicBezTo>
                  <a:pt x="2389253" y="217234"/>
                  <a:pt x="2396699" y="215670"/>
                  <a:pt x="2403821" y="212540"/>
                </a:cubicBezTo>
                <a:cubicBezTo>
                  <a:pt x="2411051" y="209302"/>
                  <a:pt x="2421736" y="202234"/>
                  <a:pt x="2435872" y="191335"/>
                </a:cubicBezTo>
                <a:lnTo>
                  <a:pt x="2439272" y="196029"/>
                </a:lnTo>
                <a:cubicBezTo>
                  <a:pt x="2413696" y="221389"/>
                  <a:pt x="2389307" y="234069"/>
                  <a:pt x="2366105" y="234069"/>
                </a:cubicBezTo>
                <a:cubicBezTo>
                  <a:pt x="2350349" y="234069"/>
                  <a:pt x="2338478" y="229105"/>
                  <a:pt x="2330492" y="219177"/>
                </a:cubicBezTo>
                <a:cubicBezTo>
                  <a:pt x="2322507" y="209248"/>
                  <a:pt x="2318514" y="198295"/>
                  <a:pt x="2318514" y="186316"/>
                </a:cubicBezTo>
                <a:cubicBezTo>
                  <a:pt x="2318514" y="170237"/>
                  <a:pt x="2323478" y="153780"/>
                  <a:pt x="2333406" y="136945"/>
                </a:cubicBezTo>
                <a:cubicBezTo>
                  <a:pt x="2343335" y="120110"/>
                  <a:pt x="2355799" y="107052"/>
                  <a:pt x="2370799" y="97772"/>
                </a:cubicBezTo>
                <a:cubicBezTo>
                  <a:pt x="2385800" y="88383"/>
                  <a:pt x="2401231" y="83688"/>
                  <a:pt x="2417095" y="83688"/>
                </a:cubicBezTo>
                <a:cubicBezTo>
                  <a:pt x="2428534" y="83688"/>
                  <a:pt x="2437005" y="86009"/>
                  <a:pt x="2442509" y="90649"/>
                </a:cubicBezTo>
                <a:cubicBezTo>
                  <a:pt x="2448012" y="95290"/>
                  <a:pt x="2450765" y="100793"/>
                  <a:pt x="2450765" y="107160"/>
                </a:cubicBezTo>
                <a:cubicBezTo>
                  <a:pt x="2450765" y="116117"/>
                  <a:pt x="2447203" y="124697"/>
                  <a:pt x="2440081" y="132898"/>
                </a:cubicBezTo>
                <a:cubicBezTo>
                  <a:pt x="2430692" y="143582"/>
                  <a:pt x="2416879" y="152215"/>
                  <a:pt x="2398642" y="158798"/>
                </a:cubicBezTo>
                <a:cubicBezTo>
                  <a:pt x="2386555" y="163222"/>
                  <a:pt x="2369558" y="166676"/>
                  <a:pt x="2347651" y="169158"/>
                </a:cubicBezTo>
                <a:moveTo>
                  <a:pt x="2348784" y="161226"/>
                </a:moveTo>
                <a:cubicBezTo>
                  <a:pt x="2364756" y="159391"/>
                  <a:pt x="2377760" y="156262"/>
                  <a:pt x="2387796" y="151837"/>
                </a:cubicBezTo>
                <a:cubicBezTo>
                  <a:pt x="2401069" y="145902"/>
                  <a:pt x="2410998" y="138834"/>
                  <a:pt x="2417580" y="130632"/>
                </a:cubicBezTo>
                <a:cubicBezTo>
                  <a:pt x="2424271" y="122322"/>
                  <a:pt x="2427616" y="114444"/>
                  <a:pt x="2427616" y="106998"/>
                </a:cubicBezTo>
                <a:cubicBezTo>
                  <a:pt x="2427616" y="102466"/>
                  <a:pt x="2426160" y="98797"/>
                  <a:pt x="2423246" y="95991"/>
                </a:cubicBezTo>
                <a:cubicBezTo>
                  <a:pt x="2420440" y="93185"/>
                  <a:pt x="2416394" y="91782"/>
                  <a:pt x="2411106" y="91782"/>
                </a:cubicBezTo>
                <a:cubicBezTo>
                  <a:pt x="2400098" y="91782"/>
                  <a:pt x="2388389" y="97664"/>
                  <a:pt x="2375979" y="109426"/>
                </a:cubicBezTo>
                <a:cubicBezTo>
                  <a:pt x="2363677" y="121081"/>
                  <a:pt x="2354612" y="138348"/>
                  <a:pt x="2348784" y="16122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99">
            <a:extLst xmlns:a="http://schemas.openxmlformats.org/drawingml/2006/main">
              <a:ext uri="{FF2B5EF4-FFF2-40B4-BE49-F238E27FC236}">
                <a16:creationId xmlns:a16="http://schemas.microsoft.com/office/drawing/2014/main" id="{E64231F6-8A85-4700-85CC-030CA005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320" y="1277589"/>
            <a:ext cx="1365348" cy="694827"/>
          </a:xfrm>
          <a:custGeom xmlns:a="http://schemas.openxmlformats.org/drawingml/2006/main">
            <a:pathLst>
              <a:path w="1166946" h="593860">
                <a:moveTo>
                  <a:pt x="129013" y="10684"/>
                </a:moveTo>
                <a:lnTo>
                  <a:pt x="188582" y="10684"/>
                </a:lnTo>
                <a:lnTo>
                  <a:pt x="322776" y="175309"/>
                </a:lnTo>
                <a:lnTo>
                  <a:pt x="322776" y="48724"/>
                </a:lnTo>
                <a:cubicBezTo>
                  <a:pt x="322776" y="35234"/>
                  <a:pt x="321265" y="26817"/>
                  <a:pt x="318243" y="23472"/>
                </a:cubicBezTo>
                <a:cubicBezTo>
                  <a:pt x="314250" y="18939"/>
                  <a:pt x="307937" y="16673"/>
                  <a:pt x="299304" y="16673"/>
                </a:cubicBezTo>
                <a:lnTo>
                  <a:pt x="291696" y="16673"/>
                </a:lnTo>
                <a:lnTo>
                  <a:pt x="291696" y="10684"/>
                </a:lnTo>
                <a:lnTo>
                  <a:pt x="368100" y="10684"/>
                </a:lnTo>
                <a:lnTo>
                  <a:pt x="368100" y="16673"/>
                </a:lnTo>
                <a:lnTo>
                  <a:pt x="360330" y="16673"/>
                </a:lnTo>
                <a:cubicBezTo>
                  <a:pt x="351050" y="16673"/>
                  <a:pt x="344467" y="19479"/>
                  <a:pt x="340581" y="25090"/>
                </a:cubicBezTo>
                <a:cubicBezTo>
                  <a:pt x="338207" y="28544"/>
                  <a:pt x="337021" y="36422"/>
                  <a:pt x="337021" y="48724"/>
                </a:cubicBezTo>
                <a:lnTo>
                  <a:pt x="337021" y="233745"/>
                </a:lnTo>
                <a:lnTo>
                  <a:pt x="331193" y="233745"/>
                </a:lnTo>
                <a:lnTo>
                  <a:pt x="186478" y="56979"/>
                </a:lnTo>
                <a:lnTo>
                  <a:pt x="186478" y="192144"/>
                </a:lnTo>
                <a:cubicBezTo>
                  <a:pt x="186478" y="205633"/>
                  <a:pt x="187935" y="214051"/>
                  <a:pt x="190849" y="217396"/>
                </a:cubicBezTo>
                <a:cubicBezTo>
                  <a:pt x="194949" y="221929"/>
                  <a:pt x="201263" y="224195"/>
                  <a:pt x="209788" y="224195"/>
                </a:cubicBezTo>
                <a:lnTo>
                  <a:pt x="217558" y="224195"/>
                </a:lnTo>
                <a:lnTo>
                  <a:pt x="217558" y="230184"/>
                </a:lnTo>
                <a:lnTo>
                  <a:pt x="141153" y="230184"/>
                </a:lnTo>
                <a:lnTo>
                  <a:pt x="141153" y="224195"/>
                </a:lnTo>
                <a:lnTo>
                  <a:pt x="148762" y="224195"/>
                </a:lnTo>
                <a:cubicBezTo>
                  <a:pt x="158150" y="224195"/>
                  <a:pt x="164787" y="221389"/>
                  <a:pt x="168672" y="215777"/>
                </a:cubicBezTo>
                <a:cubicBezTo>
                  <a:pt x="171046" y="212324"/>
                  <a:pt x="172233" y="204446"/>
                  <a:pt x="172233" y="192144"/>
                </a:cubicBezTo>
                <a:lnTo>
                  <a:pt x="172233" y="39497"/>
                </a:lnTo>
                <a:cubicBezTo>
                  <a:pt x="165866" y="32051"/>
                  <a:pt x="161010" y="27141"/>
                  <a:pt x="157664" y="24767"/>
                </a:cubicBezTo>
                <a:cubicBezTo>
                  <a:pt x="154427" y="22393"/>
                  <a:pt x="149625" y="20180"/>
                  <a:pt x="143258" y="18130"/>
                </a:cubicBezTo>
                <a:cubicBezTo>
                  <a:pt x="140128" y="17159"/>
                  <a:pt x="135380" y="16673"/>
                  <a:pt x="129013" y="16673"/>
                </a:cubicBezTo>
                <a:lnTo>
                  <a:pt x="129013" y="10684"/>
                </a:lnTo>
                <a:moveTo>
                  <a:pt x="408244" y="137754"/>
                </a:moveTo>
                <a:cubicBezTo>
                  <a:pt x="408137" y="159769"/>
                  <a:pt x="413478" y="177036"/>
                  <a:pt x="424270" y="189554"/>
                </a:cubicBezTo>
                <a:cubicBezTo>
                  <a:pt x="435062" y="202072"/>
                  <a:pt x="447742" y="208331"/>
                  <a:pt x="462310" y="208331"/>
                </a:cubicBezTo>
                <a:cubicBezTo>
                  <a:pt x="472023" y="208331"/>
                  <a:pt x="480440" y="205687"/>
                  <a:pt x="487563" y="200399"/>
                </a:cubicBezTo>
                <a:cubicBezTo>
                  <a:pt x="494793" y="195004"/>
                  <a:pt x="500837" y="185831"/>
                  <a:pt x="505693" y="172881"/>
                </a:cubicBezTo>
                <a:lnTo>
                  <a:pt x="510711" y="176118"/>
                </a:lnTo>
                <a:cubicBezTo>
                  <a:pt x="508444" y="190903"/>
                  <a:pt x="501862" y="204392"/>
                  <a:pt x="490962" y="216587"/>
                </a:cubicBezTo>
                <a:cubicBezTo>
                  <a:pt x="480063" y="228673"/>
                  <a:pt x="466411" y="234717"/>
                  <a:pt x="450008" y="234717"/>
                </a:cubicBezTo>
                <a:cubicBezTo>
                  <a:pt x="432202" y="234717"/>
                  <a:pt x="416932" y="227810"/>
                  <a:pt x="404198" y="213997"/>
                </a:cubicBezTo>
                <a:cubicBezTo>
                  <a:pt x="391572" y="200076"/>
                  <a:pt x="385259" y="181406"/>
                  <a:pt x="385259" y="157988"/>
                </a:cubicBezTo>
                <a:cubicBezTo>
                  <a:pt x="385259" y="132628"/>
                  <a:pt x="391733" y="112880"/>
                  <a:pt x="404684" y="98743"/>
                </a:cubicBezTo>
                <a:cubicBezTo>
                  <a:pt x="417741" y="84498"/>
                  <a:pt x="434091" y="77376"/>
                  <a:pt x="453731" y="77376"/>
                </a:cubicBezTo>
                <a:cubicBezTo>
                  <a:pt x="470350" y="77376"/>
                  <a:pt x="484001" y="82879"/>
                  <a:pt x="494685" y="93887"/>
                </a:cubicBezTo>
                <a:cubicBezTo>
                  <a:pt x="505369" y="104786"/>
                  <a:pt x="510711" y="119409"/>
                  <a:pt x="510711" y="137754"/>
                </a:cubicBezTo>
                <a:lnTo>
                  <a:pt x="408244" y="137754"/>
                </a:lnTo>
                <a:moveTo>
                  <a:pt x="408244" y="128366"/>
                </a:moveTo>
                <a:lnTo>
                  <a:pt x="476879" y="128366"/>
                </a:lnTo>
                <a:cubicBezTo>
                  <a:pt x="476339" y="118869"/>
                  <a:pt x="475206" y="112178"/>
                  <a:pt x="473480" y="108293"/>
                </a:cubicBezTo>
                <a:cubicBezTo>
                  <a:pt x="470782" y="102250"/>
                  <a:pt x="466735" y="97502"/>
                  <a:pt x="461339" y="94048"/>
                </a:cubicBezTo>
                <a:cubicBezTo>
                  <a:pt x="456052" y="90595"/>
                  <a:pt x="450494" y="88868"/>
                  <a:pt x="444666" y="88868"/>
                </a:cubicBezTo>
                <a:cubicBezTo>
                  <a:pt x="435709" y="88868"/>
                  <a:pt x="427669" y="92376"/>
                  <a:pt x="420547" y="99390"/>
                </a:cubicBezTo>
                <a:cubicBezTo>
                  <a:pt x="413533" y="106297"/>
                  <a:pt x="409432" y="115955"/>
                  <a:pt x="408244" y="128366"/>
                </a:cubicBezTo>
                <a:moveTo>
                  <a:pt x="660605" y="81908"/>
                </a:moveTo>
                <a:lnTo>
                  <a:pt x="660605" y="171748"/>
                </a:lnTo>
                <a:cubicBezTo>
                  <a:pt x="660605" y="188906"/>
                  <a:pt x="660983" y="199428"/>
                  <a:pt x="661738" y="203313"/>
                </a:cubicBezTo>
                <a:cubicBezTo>
                  <a:pt x="662602" y="207090"/>
                  <a:pt x="663897" y="209734"/>
                  <a:pt x="665624" y="211245"/>
                </a:cubicBezTo>
                <a:cubicBezTo>
                  <a:pt x="667458" y="212756"/>
                  <a:pt x="669563" y="213511"/>
                  <a:pt x="671936" y="213511"/>
                </a:cubicBezTo>
                <a:cubicBezTo>
                  <a:pt x="675282" y="213511"/>
                  <a:pt x="679059" y="212594"/>
                  <a:pt x="683267" y="210759"/>
                </a:cubicBezTo>
                <a:lnTo>
                  <a:pt x="685534" y="216425"/>
                </a:lnTo>
                <a:lnTo>
                  <a:pt x="641180" y="234717"/>
                </a:lnTo>
                <a:lnTo>
                  <a:pt x="633896" y="234717"/>
                </a:lnTo>
                <a:lnTo>
                  <a:pt x="633896" y="203313"/>
                </a:lnTo>
                <a:cubicBezTo>
                  <a:pt x="621162" y="217126"/>
                  <a:pt x="611450" y="225813"/>
                  <a:pt x="604759" y="229375"/>
                </a:cubicBezTo>
                <a:cubicBezTo>
                  <a:pt x="598068" y="232936"/>
                  <a:pt x="591000" y="234717"/>
                  <a:pt x="583554" y="234717"/>
                </a:cubicBezTo>
                <a:cubicBezTo>
                  <a:pt x="575244" y="234717"/>
                  <a:pt x="568014" y="232342"/>
                  <a:pt x="561863" y="227594"/>
                </a:cubicBezTo>
                <a:cubicBezTo>
                  <a:pt x="555819" y="222738"/>
                  <a:pt x="551611" y="216533"/>
                  <a:pt x="549236" y="208979"/>
                </a:cubicBezTo>
                <a:cubicBezTo>
                  <a:pt x="546862" y="201425"/>
                  <a:pt x="545676" y="190741"/>
                  <a:pt x="545676" y="176928"/>
                </a:cubicBezTo>
                <a:lnTo>
                  <a:pt x="545676" y="110721"/>
                </a:lnTo>
                <a:cubicBezTo>
                  <a:pt x="545676" y="103707"/>
                  <a:pt x="544920" y="98851"/>
                  <a:pt x="543409" y="96153"/>
                </a:cubicBezTo>
                <a:cubicBezTo>
                  <a:pt x="541898" y="93455"/>
                  <a:pt x="539632" y="91405"/>
                  <a:pt x="536611" y="90002"/>
                </a:cubicBezTo>
                <a:cubicBezTo>
                  <a:pt x="533697" y="88491"/>
                  <a:pt x="528355" y="87789"/>
                  <a:pt x="520585" y="87897"/>
                </a:cubicBezTo>
                <a:lnTo>
                  <a:pt x="520585" y="81908"/>
                </a:lnTo>
                <a:lnTo>
                  <a:pt x="572546" y="81908"/>
                </a:lnTo>
                <a:lnTo>
                  <a:pt x="572546" y="181137"/>
                </a:lnTo>
                <a:cubicBezTo>
                  <a:pt x="572546" y="194950"/>
                  <a:pt x="574921" y="204015"/>
                  <a:pt x="579669" y="208331"/>
                </a:cubicBezTo>
                <a:cubicBezTo>
                  <a:pt x="584525" y="212648"/>
                  <a:pt x="590352" y="214806"/>
                  <a:pt x="597151" y="214806"/>
                </a:cubicBezTo>
                <a:cubicBezTo>
                  <a:pt x="601791" y="214806"/>
                  <a:pt x="607026" y="213349"/>
                  <a:pt x="612853" y="210435"/>
                </a:cubicBezTo>
                <a:cubicBezTo>
                  <a:pt x="618788" y="207522"/>
                  <a:pt x="625803" y="201964"/>
                  <a:pt x="633896" y="193763"/>
                </a:cubicBezTo>
                <a:lnTo>
                  <a:pt x="633896" y="109750"/>
                </a:lnTo>
                <a:cubicBezTo>
                  <a:pt x="633896" y="101333"/>
                  <a:pt x="632332" y="95667"/>
                  <a:pt x="629202" y="92754"/>
                </a:cubicBezTo>
                <a:cubicBezTo>
                  <a:pt x="626180" y="89732"/>
                  <a:pt x="619813" y="88113"/>
                  <a:pt x="610101" y="87897"/>
                </a:cubicBezTo>
                <a:lnTo>
                  <a:pt x="610101" y="81908"/>
                </a:lnTo>
                <a:lnTo>
                  <a:pt x="660605" y="81908"/>
                </a:lnTo>
                <a:moveTo>
                  <a:pt x="739762" y="77537"/>
                </a:moveTo>
                <a:lnTo>
                  <a:pt x="739762" y="110883"/>
                </a:lnTo>
                <a:cubicBezTo>
                  <a:pt x="752172" y="88653"/>
                  <a:pt x="764906" y="77537"/>
                  <a:pt x="777964" y="77537"/>
                </a:cubicBezTo>
                <a:cubicBezTo>
                  <a:pt x="783899" y="77537"/>
                  <a:pt x="788809" y="79372"/>
                  <a:pt x="792694" y="83041"/>
                </a:cubicBezTo>
                <a:cubicBezTo>
                  <a:pt x="796579" y="86602"/>
                  <a:pt x="798522" y="90757"/>
                  <a:pt x="798522" y="95505"/>
                </a:cubicBezTo>
                <a:cubicBezTo>
                  <a:pt x="798522" y="99714"/>
                  <a:pt x="797119" y="103275"/>
                  <a:pt x="794313" y="106189"/>
                </a:cubicBezTo>
                <a:cubicBezTo>
                  <a:pt x="791507" y="109103"/>
                  <a:pt x="788162" y="110560"/>
                  <a:pt x="784277" y="110560"/>
                </a:cubicBezTo>
                <a:cubicBezTo>
                  <a:pt x="780500" y="110560"/>
                  <a:pt x="776237" y="108725"/>
                  <a:pt x="771489" y="105056"/>
                </a:cubicBezTo>
                <a:cubicBezTo>
                  <a:pt x="766849" y="101279"/>
                  <a:pt x="763395" y="99390"/>
                  <a:pt x="761129" y="99390"/>
                </a:cubicBezTo>
                <a:cubicBezTo>
                  <a:pt x="759186" y="99390"/>
                  <a:pt x="757082" y="100470"/>
                  <a:pt x="754816" y="102628"/>
                </a:cubicBezTo>
                <a:cubicBezTo>
                  <a:pt x="749960" y="107052"/>
                  <a:pt x="744942" y="114337"/>
                  <a:pt x="739762" y="124481"/>
                </a:cubicBezTo>
                <a:lnTo>
                  <a:pt x="739762" y="195543"/>
                </a:lnTo>
                <a:cubicBezTo>
                  <a:pt x="739762" y="203745"/>
                  <a:pt x="740787" y="209950"/>
                  <a:pt x="742837" y="214158"/>
                </a:cubicBezTo>
                <a:cubicBezTo>
                  <a:pt x="744240" y="217072"/>
                  <a:pt x="746722" y="219501"/>
                  <a:pt x="750284" y="221443"/>
                </a:cubicBezTo>
                <a:cubicBezTo>
                  <a:pt x="753844" y="223385"/>
                  <a:pt x="758971" y="224357"/>
                  <a:pt x="765662" y="224357"/>
                </a:cubicBezTo>
                <a:lnTo>
                  <a:pt x="765662" y="230184"/>
                </a:lnTo>
                <a:lnTo>
                  <a:pt x="689743" y="230184"/>
                </a:lnTo>
                <a:lnTo>
                  <a:pt x="689743" y="224357"/>
                </a:lnTo>
                <a:cubicBezTo>
                  <a:pt x="697297" y="224357"/>
                  <a:pt x="702908" y="223170"/>
                  <a:pt x="706578" y="220795"/>
                </a:cubicBezTo>
                <a:cubicBezTo>
                  <a:pt x="709275" y="219069"/>
                  <a:pt x="711164" y="216317"/>
                  <a:pt x="712243" y="212540"/>
                </a:cubicBezTo>
                <a:cubicBezTo>
                  <a:pt x="712783" y="210705"/>
                  <a:pt x="713052" y="205472"/>
                  <a:pt x="713052" y="196838"/>
                </a:cubicBezTo>
                <a:lnTo>
                  <a:pt x="713052" y="139373"/>
                </a:lnTo>
                <a:cubicBezTo>
                  <a:pt x="713052" y="122107"/>
                  <a:pt x="712675" y="111854"/>
                  <a:pt x="711919" y="108617"/>
                </a:cubicBezTo>
                <a:cubicBezTo>
                  <a:pt x="711272" y="105272"/>
                  <a:pt x="709977" y="102844"/>
                  <a:pt x="708034" y="101333"/>
                </a:cubicBezTo>
                <a:cubicBezTo>
                  <a:pt x="706200" y="99822"/>
                  <a:pt x="703880" y="99066"/>
                  <a:pt x="701074" y="99066"/>
                </a:cubicBezTo>
                <a:cubicBezTo>
                  <a:pt x="697728" y="99066"/>
                  <a:pt x="693952" y="99876"/>
                  <a:pt x="689743" y="101495"/>
                </a:cubicBezTo>
                <a:lnTo>
                  <a:pt x="688124" y="95667"/>
                </a:lnTo>
                <a:lnTo>
                  <a:pt x="732963" y="77537"/>
                </a:lnTo>
                <a:lnTo>
                  <a:pt x="739762" y="77537"/>
                </a:lnTo>
                <a:moveTo>
                  <a:pt x="890789" y="208817"/>
                </a:moveTo>
                <a:cubicBezTo>
                  <a:pt x="875573" y="220580"/>
                  <a:pt x="866023" y="227378"/>
                  <a:pt x="862138" y="229213"/>
                </a:cubicBezTo>
                <a:cubicBezTo>
                  <a:pt x="856310" y="231911"/>
                  <a:pt x="850106" y="233260"/>
                  <a:pt x="843522" y="233260"/>
                </a:cubicBezTo>
                <a:cubicBezTo>
                  <a:pt x="833270" y="233260"/>
                  <a:pt x="824799" y="229752"/>
                  <a:pt x="818108" y="222738"/>
                </a:cubicBezTo>
                <a:cubicBezTo>
                  <a:pt x="811525" y="215723"/>
                  <a:pt x="808234" y="206497"/>
                  <a:pt x="808234" y="195058"/>
                </a:cubicBezTo>
                <a:cubicBezTo>
                  <a:pt x="808234" y="187827"/>
                  <a:pt x="809853" y="181568"/>
                  <a:pt x="813090" y="176280"/>
                </a:cubicBezTo>
                <a:cubicBezTo>
                  <a:pt x="817515" y="168942"/>
                  <a:pt x="825177" y="162035"/>
                  <a:pt x="836077" y="155561"/>
                </a:cubicBezTo>
                <a:cubicBezTo>
                  <a:pt x="847084" y="149085"/>
                  <a:pt x="865322" y="141208"/>
                  <a:pt x="890789" y="131927"/>
                </a:cubicBezTo>
                <a:lnTo>
                  <a:pt x="890789" y="126099"/>
                </a:lnTo>
                <a:cubicBezTo>
                  <a:pt x="890789" y="111315"/>
                  <a:pt x="888415" y="101171"/>
                  <a:pt x="883667" y="95667"/>
                </a:cubicBezTo>
                <a:cubicBezTo>
                  <a:pt x="879027" y="90164"/>
                  <a:pt x="872228" y="87412"/>
                  <a:pt x="863271" y="87412"/>
                </a:cubicBezTo>
                <a:cubicBezTo>
                  <a:pt x="856473" y="87412"/>
                  <a:pt x="851077" y="89246"/>
                  <a:pt x="847084" y="92915"/>
                </a:cubicBezTo>
                <a:cubicBezTo>
                  <a:pt x="842983" y="96584"/>
                  <a:pt x="840932" y="100793"/>
                  <a:pt x="840932" y="105542"/>
                </a:cubicBezTo>
                <a:lnTo>
                  <a:pt x="841256" y="114930"/>
                </a:lnTo>
                <a:cubicBezTo>
                  <a:pt x="841256" y="119894"/>
                  <a:pt x="839961" y="123725"/>
                  <a:pt x="837371" y="126423"/>
                </a:cubicBezTo>
                <a:cubicBezTo>
                  <a:pt x="834889" y="129121"/>
                  <a:pt x="831598" y="130470"/>
                  <a:pt x="827497" y="130470"/>
                </a:cubicBezTo>
                <a:cubicBezTo>
                  <a:pt x="823504" y="130470"/>
                  <a:pt x="820213" y="129067"/>
                  <a:pt x="817623" y="126261"/>
                </a:cubicBezTo>
                <a:cubicBezTo>
                  <a:pt x="815141" y="123456"/>
                  <a:pt x="813900" y="119624"/>
                  <a:pt x="813900" y="114768"/>
                </a:cubicBezTo>
                <a:cubicBezTo>
                  <a:pt x="813900" y="105488"/>
                  <a:pt x="818648" y="96962"/>
                  <a:pt x="828145" y="89192"/>
                </a:cubicBezTo>
                <a:cubicBezTo>
                  <a:pt x="837641" y="81422"/>
                  <a:pt x="850969" y="77537"/>
                  <a:pt x="868127" y="77537"/>
                </a:cubicBezTo>
                <a:cubicBezTo>
                  <a:pt x="881293" y="77537"/>
                  <a:pt x="892084" y="79750"/>
                  <a:pt x="900502" y="84174"/>
                </a:cubicBezTo>
                <a:cubicBezTo>
                  <a:pt x="906869" y="87519"/>
                  <a:pt x="911563" y="92754"/>
                  <a:pt x="914585" y="99876"/>
                </a:cubicBezTo>
                <a:cubicBezTo>
                  <a:pt x="916527" y="104516"/>
                  <a:pt x="917498" y="114013"/>
                  <a:pt x="917498" y="128366"/>
                </a:cubicBezTo>
                <a:lnTo>
                  <a:pt x="917498" y="178708"/>
                </a:lnTo>
                <a:cubicBezTo>
                  <a:pt x="917498" y="192845"/>
                  <a:pt x="917769" y="201533"/>
                  <a:pt x="918308" y="204770"/>
                </a:cubicBezTo>
                <a:cubicBezTo>
                  <a:pt x="918847" y="207899"/>
                  <a:pt x="919711" y="210004"/>
                  <a:pt x="920898" y="211083"/>
                </a:cubicBezTo>
                <a:cubicBezTo>
                  <a:pt x="922193" y="212162"/>
                  <a:pt x="923650" y="212702"/>
                  <a:pt x="925269" y="212702"/>
                </a:cubicBezTo>
                <a:cubicBezTo>
                  <a:pt x="926995" y="212702"/>
                  <a:pt x="928506" y="212324"/>
                  <a:pt x="929801" y="211568"/>
                </a:cubicBezTo>
                <a:cubicBezTo>
                  <a:pt x="932067" y="210166"/>
                  <a:pt x="936438" y="206227"/>
                  <a:pt x="942913" y="199752"/>
                </a:cubicBezTo>
                <a:lnTo>
                  <a:pt x="942913" y="208817"/>
                </a:lnTo>
                <a:cubicBezTo>
                  <a:pt x="930826" y="225004"/>
                  <a:pt x="919279" y="233098"/>
                  <a:pt x="908272" y="233098"/>
                </a:cubicBezTo>
                <a:cubicBezTo>
                  <a:pt x="902984" y="233098"/>
                  <a:pt x="898776" y="231263"/>
                  <a:pt x="895646" y="227594"/>
                </a:cubicBezTo>
                <a:cubicBezTo>
                  <a:pt x="892516" y="223925"/>
                  <a:pt x="890898" y="217666"/>
                  <a:pt x="890789" y="208817"/>
                </a:cubicBezTo>
                <a:moveTo>
                  <a:pt x="890789" y="198295"/>
                </a:moveTo>
                <a:lnTo>
                  <a:pt x="890789" y="141801"/>
                </a:lnTo>
                <a:cubicBezTo>
                  <a:pt x="874494" y="148276"/>
                  <a:pt x="863973" y="152863"/>
                  <a:pt x="859224" y="155561"/>
                </a:cubicBezTo>
                <a:cubicBezTo>
                  <a:pt x="850699" y="160309"/>
                  <a:pt x="844601" y="165273"/>
                  <a:pt x="840932" y="170453"/>
                </a:cubicBezTo>
                <a:cubicBezTo>
                  <a:pt x="837263" y="175633"/>
                  <a:pt x="835429" y="181298"/>
                  <a:pt x="835429" y="187449"/>
                </a:cubicBezTo>
                <a:cubicBezTo>
                  <a:pt x="835429" y="195219"/>
                  <a:pt x="837749" y="201694"/>
                  <a:pt x="842389" y="206874"/>
                </a:cubicBezTo>
                <a:cubicBezTo>
                  <a:pt x="847030" y="211946"/>
                  <a:pt x="852372" y="214482"/>
                  <a:pt x="858415" y="214482"/>
                </a:cubicBezTo>
                <a:cubicBezTo>
                  <a:pt x="866617" y="214482"/>
                  <a:pt x="877408" y="209086"/>
                  <a:pt x="890789" y="198295"/>
                </a:cubicBezTo>
                <a:moveTo>
                  <a:pt x="1005072" y="0"/>
                </a:moveTo>
                <a:lnTo>
                  <a:pt x="1005072" y="196676"/>
                </a:lnTo>
                <a:cubicBezTo>
                  <a:pt x="1005072" y="205957"/>
                  <a:pt x="1005720" y="212108"/>
                  <a:pt x="1007015" y="215130"/>
                </a:cubicBezTo>
                <a:cubicBezTo>
                  <a:pt x="1008418" y="218152"/>
                  <a:pt x="1010522" y="220472"/>
                  <a:pt x="1013328" y="222090"/>
                </a:cubicBezTo>
                <a:cubicBezTo>
                  <a:pt x="1016133" y="223601"/>
                  <a:pt x="1021367" y="224357"/>
                  <a:pt x="1029029" y="224357"/>
                </a:cubicBezTo>
                <a:lnTo>
                  <a:pt x="1029029" y="230184"/>
                </a:lnTo>
                <a:lnTo>
                  <a:pt x="956348" y="230184"/>
                </a:lnTo>
                <a:lnTo>
                  <a:pt x="956348" y="224357"/>
                </a:lnTo>
                <a:cubicBezTo>
                  <a:pt x="963147" y="224357"/>
                  <a:pt x="967788" y="223655"/>
                  <a:pt x="970270" y="222252"/>
                </a:cubicBezTo>
                <a:cubicBezTo>
                  <a:pt x="972751" y="220849"/>
                  <a:pt x="974694" y="218529"/>
                  <a:pt x="976097" y="215292"/>
                </a:cubicBezTo>
                <a:cubicBezTo>
                  <a:pt x="977500" y="212054"/>
                  <a:pt x="978201" y="205849"/>
                  <a:pt x="978201" y="196676"/>
                </a:cubicBezTo>
                <a:lnTo>
                  <a:pt x="978201" y="61998"/>
                </a:lnTo>
                <a:cubicBezTo>
                  <a:pt x="978201" y="45271"/>
                  <a:pt x="977824" y="35018"/>
                  <a:pt x="977068" y="31242"/>
                </a:cubicBezTo>
                <a:cubicBezTo>
                  <a:pt x="976313" y="27357"/>
                  <a:pt x="975072" y="24713"/>
                  <a:pt x="973345" y="23310"/>
                </a:cubicBezTo>
                <a:cubicBezTo>
                  <a:pt x="971726" y="21907"/>
                  <a:pt x="969622" y="21205"/>
                  <a:pt x="967032" y="21205"/>
                </a:cubicBezTo>
                <a:cubicBezTo>
                  <a:pt x="964226" y="21205"/>
                  <a:pt x="960665" y="22069"/>
                  <a:pt x="956348" y="23795"/>
                </a:cubicBezTo>
                <a:lnTo>
                  <a:pt x="953597" y="18130"/>
                </a:lnTo>
                <a:lnTo>
                  <a:pt x="997788" y="0"/>
                </a:lnTo>
                <a:lnTo>
                  <a:pt x="1005072" y="0"/>
                </a:lnTo>
                <a:moveTo>
                  <a:pt x="0" y="369827"/>
                </a:moveTo>
                <a:lnTo>
                  <a:pt x="59569" y="369827"/>
                </a:lnTo>
                <a:lnTo>
                  <a:pt x="193763" y="534452"/>
                </a:lnTo>
                <a:lnTo>
                  <a:pt x="193763" y="407867"/>
                </a:lnTo>
                <a:cubicBezTo>
                  <a:pt x="193763" y="394378"/>
                  <a:pt x="192251" y="385960"/>
                  <a:pt x="189230" y="382615"/>
                </a:cubicBezTo>
                <a:cubicBezTo>
                  <a:pt x="185237" y="378083"/>
                  <a:pt x="178924" y="375816"/>
                  <a:pt x="170291" y="375816"/>
                </a:cubicBezTo>
                <a:lnTo>
                  <a:pt x="162682" y="375816"/>
                </a:lnTo>
                <a:lnTo>
                  <a:pt x="162682" y="369827"/>
                </a:lnTo>
                <a:lnTo>
                  <a:pt x="239087" y="369827"/>
                </a:lnTo>
                <a:lnTo>
                  <a:pt x="239087" y="375816"/>
                </a:lnTo>
                <a:lnTo>
                  <a:pt x="231317" y="375816"/>
                </a:lnTo>
                <a:cubicBezTo>
                  <a:pt x="222036" y="375816"/>
                  <a:pt x="215454" y="378622"/>
                  <a:pt x="211568" y="384234"/>
                </a:cubicBezTo>
                <a:cubicBezTo>
                  <a:pt x="209194" y="387687"/>
                  <a:pt x="208007" y="395565"/>
                  <a:pt x="208007" y="407867"/>
                </a:cubicBezTo>
                <a:lnTo>
                  <a:pt x="208007" y="592889"/>
                </a:lnTo>
                <a:lnTo>
                  <a:pt x="202180" y="592889"/>
                </a:lnTo>
                <a:lnTo>
                  <a:pt x="57465" y="416123"/>
                </a:lnTo>
                <a:lnTo>
                  <a:pt x="57465" y="551287"/>
                </a:lnTo>
                <a:cubicBezTo>
                  <a:pt x="57465" y="564777"/>
                  <a:pt x="58922" y="573194"/>
                  <a:pt x="61836" y="576540"/>
                </a:cubicBezTo>
                <a:cubicBezTo>
                  <a:pt x="65936" y="581072"/>
                  <a:pt x="72249" y="583338"/>
                  <a:pt x="80775" y="583338"/>
                </a:cubicBezTo>
                <a:lnTo>
                  <a:pt x="88545" y="583338"/>
                </a:lnTo>
                <a:lnTo>
                  <a:pt x="88545" y="589328"/>
                </a:lnTo>
                <a:lnTo>
                  <a:pt x="12140" y="589328"/>
                </a:lnTo>
                <a:lnTo>
                  <a:pt x="12140" y="583338"/>
                </a:lnTo>
                <a:lnTo>
                  <a:pt x="19748" y="583338"/>
                </a:lnTo>
                <a:cubicBezTo>
                  <a:pt x="29137" y="583338"/>
                  <a:pt x="35774" y="580532"/>
                  <a:pt x="39659" y="574921"/>
                </a:cubicBezTo>
                <a:cubicBezTo>
                  <a:pt x="42033" y="571467"/>
                  <a:pt x="43220" y="563589"/>
                  <a:pt x="43220" y="551287"/>
                </a:cubicBezTo>
                <a:lnTo>
                  <a:pt x="43220" y="398641"/>
                </a:lnTo>
                <a:cubicBezTo>
                  <a:pt x="36853" y="391194"/>
                  <a:pt x="31997" y="386284"/>
                  <a:pt x="28651" y="383910"/>
                </a:cubicBezTo>
                <a:cubicBezTo>
                  <a:pt x="25414" y="381536"/>
                  <a:pt x="20612" y="379324"/>
                  <a:pt x="14245" y="377273"/>
                </a:cubicBezTo>
                <a:cubicBezTo>
                  <a:pt x="11115" y="376302"/>
                  <a:pt x="6367" y="375816"/>
                  <a:pt x="0" y="375816"/>
                </a:cubicBezTo>
                <a:lnTo>
                  <a:pt x="0" y="369827"/>
                </a:lnTo>
                <a:moveTo>
                  <a:pt x="279231" y="496898"/>
                </a:moveTo>
                <a:cubicBezTo>
                  <a:pt x="279124" y="518912"/>
                  <a:pt x="284466" y="536179"/>
                  <a:pt x="295257" y="548697"/>
                </a:cubicBezTo>
                <a:cubicBezTo>
                  <a:pt x="306049" y="561215"/>
                  <a:pt x="318729" y="567474"/>
                  <a:pt x="333297" y="567474"/>
                </a:cubicBezTo>
                <a:cubicBezTo>
                  <a:pt x="343010" y="567474"/>
                  <a:pt x="351427" y="564830"/>
                  <a:pt x="358550" y="559543"/>
                </a:cubicBezTo>
                <a:cubicBezTo>
                  <a:pt x="365780" y="554147"/>
                  <a:pt x="371823" y="544974"/>
                  <a:pt x="376679" y="532024"/>
                </a:cubicBezTo>
                <a:lnTo>
                  <a:pt x="381697" y="535262"/>
                </a:lnTo>
                <a:cubicBezTo>
                  <a:pt x="379431" y="550046"/>
                  <a:pt x="372848" y="563536"/>
                  <a:pt x="361949" y="575730"/>
                </a:cubicBezTo>
                <a:cubicBezTo>
                  <a:pt x="351050" y="587816"/>
                  <a:pt x="337398" y="593860"/>
                  <a:pt x="320995" y="593860"/>
                </a:cubicBezTo>
                <a:cubicBezTo>
                  <a:pt x="303189" y="593860"/>
                  <a:pt x="287919" y="586953"/>
                  <a:pt x="275184" y="573140"/>
                </a:cubicBezTo>
                <a:cubicBezTo>
                  <a:pt x="262559" y="559219"/>
                  <a:pt x="256246" y="540550"/>
                  <a:pt x="256246" y="517132"/>
                </a:cubicBezTo>
                <a:cubicBezTo>
                  <a:pt x="256246" y="491772"/>
                  <a:pt x="262720" y="472023"/>
                  <a:pt x="275671" y="457886"/>
                </a:cubicBezTo>
                <a:cubicBezTo>
                  <a:pt x="288728" y="443641"/>
                  <a:pt x="305078" y="436519"/>
                  <a:pt x="324718" y="436519"/>
                </a:cubicBezTo>
                <a:cubicBezTo>
                  <a:pt x="341337" y="436519"/>
                  <a:pt x="354988" y="442023"/>
                  <a:pt x="365672" y="453030"/>
                </a:cubicBezTo>
                <a:cubicBezTo>
                  <a:pt x="376355" y="463929"/>
                  <a:pt x="381697" y="478552"/>
                  <a:pt x="381697" y="496898"/>
                </a:cubicBezTo>
                <a:lnTo>
                  <a:pt x="279231" y="496898"/>
                </a:lnTo>
                <a:moveTo>
                  <a:pt x="279231" y="487509"/>
                </a:moveTo>
                <a:lnTo>
                  <a:pt x="347866" y="487509"/>
                </a:lnTo>
                <a:cubicBezTo>
                  <a:pt x="347326" y="478012"/>
                  <a:pt x="346193" y="471322"/>
                  <a:pt x="344467" y="467437"/>
                </a:cubicBezTo>
                <a:cubicBezTo>
                  <a:pt x="341769" y="461393"/>
                  <a:pt x="337722" y="456645"/>
                  <a:pt x="332326" y="453192"/>
                </a:cubicBezTo>
                <a:cubicBezTo>
                  <a:pt x="327038" y="449738"/>
                  <a:pt x="321481" y="448012"/>
                  <a:pt x="315653" y="448012"/>
                </a:cubicBezTo>
                <a:cubicBezTo>
                  <a:pt x="306696" y="448012"/>
                  <a:pt x="298656" y="451519"/>
                  <a:pt x="291534" y="458534"/>
                </a:cubicBezTo>
                <a:cubicBezTo>
                  <a:pt x="284520" y="465440"/>
                  <a:pt x="280419" y="475099"/>
                  <a:pt x="279231" y="487509"/>
                </a:cubicBezTo>
                <a:moveTo>
                  <a:pt x="444666" y="392327"/>
                </a:moveTo>
                <a:lnTo>
                  <a:pt x="444666" y="441051"/>
                </a:lnTo>
                <a:lnTo>
                  <a:pt x="479307" y="441051"/>
                </a:lnTo>
                <a:lnTo>
                  <a:pt x="479307" y="452382"/>
                </a:lnTo>
                <a:lnTo>
                  <a:pt x="444666" y="452382"/>
                </a:lnTo>
                <a:lnTo>
                  <a:pt x="444666" y="548535"/>
                </a:lnTo>
                <a:cubicBezTo>
                  <a:pt x="444666" y="558140"/>
                  <a:pt x="446015" y="564615"/>
                  <a:pt x="448713" y="567960"/>
                </a:cubicBezTo>
                <a:cubicBezTo>
                  <a:pt x="451519" y="571305"/>
                  <a:pt x="455080" y="572978"/>
                  <a:pt x="459397" y="572978"/>
                </a:cubicBezTo>
                <a:cubicBezTo>
                  <a:pt x="462958" y="572978"/>
                  <a:pt x="466411" y="571899"/>
                  <a:pt x="469757" y="569741"/>
                </a:cubicBezTo>
                <a:cubicBezTo>
                  <a:pt x="473102" y="567474"/>
                  <a:pt x="475692" y="564183"/>
                  <a:pt x="477526" y="559866"/>
                </a:cubicBezTo>
                <a:lnTo>
                  <a:pt x="483839" y="559866"/>
                </a:lnTo>
                <a:cubicBezTo>
                  <a:pt x="480063" y="570442"/>
                  <a:pt x="474721" y="578428"/>
                  <a:pt x="467814" y="583824"/>
                </a:cubicBezTo>
                <a:cubicBezTo>
                  <a:pt x="460908" y="589112"/>
                  <a:pt x="453785" y="591755"/>
                  <a:pt x="446447" y="591755"/>
                </a:cubicBezTo>
                <a:cubicBezTo>
                  <a:pt x="441483" y="591755"/>
                  <a:pt x="436627" y="590407"/>
                  <a:pt x="431878" y="587709"/>
                </a:cubicBezTo>
                <a:cubicBezTo>
                  <a:pt x="427130" y="584903"/>
                  <a:pt x="423623" y="580964"/>
                  <a:pt x="421356" y="575892"/>
                </a:cubicBezTo>
                <a:cubicBezTo>
                  <a:pt x="419090" y="570712"/>
                  <a:pt x="417957" y="562780"/>
                  <a:pt x="417957" y="552097"/>
                </a:cubicBezTo>
                <a:lnTo>
                  <a:pt x="417957" y="452382"/>
                </a:lnTo>
                <a:lnTo>
                  <a:pt x="394486" y="452382"/>
                </a:lnTo>
                <a:lnTo>
                  <a:pt x="394486" y="447041"/>
                </a:lnTo>
                <a:cubicBezTo>
                  <a:pt x="400421" y="444666"/>
                  <a:pt x="406464" y="440674"/>
                  <a:pt x="412615" y="435062"/>
                </a:cubicBezTo>
                <a:cubicBezTo>
                  <a:pt x="418874" y="429342"/>
                  <a:pt x="424432" y="422598"/>
                  <a:pt x="429288" y="414828"/>
                </a:cubicBezTo>
                <a:cubicBezTo>
                  <a:pt x="431770" y="410727"/>
                  <a:pt x="435224" y="403227"/>
                  <a:pt x="439648" y="392327"/>
                </a:cubicBezTo>
                <a:lnTo>
                  <a:pt x="444666" y="392327"/>
                </a:lnTo>
                <a:moveTo>
                  <a:pt x="485620" y="441051"/>
                </a:moveTo>
                <a:lnTo>
                  <a:pt x="547780" y="441051"/>
                </a:lnTo>
                <a:lnTo>
                  <a:pt x="547780" y="447041"/>
                </a:lnTo>
                <a:cubicBezTo>
                  <a:pt x="542060" y="447472"/>
                  <a:pt x="538283" y="448497"/>
                  <a:pt x="536449" y="450116"/>
                </a:cubicBezTo>
                <a:cubicBezTo>
                  <a:pt x="534722" y="451735"/>
                  <a:pt x="533858" y="454055"/>
                  <a:pt x="533858" y="457077"/>
                </a:cubicBezTo>
                <a:cubicBezTo>
                  <a:pt x="533858" y="460422"/>
                  <a:pt x="534776" y="464469"/>
                  <a:pt x="536611" y="469217"/>
                </a:cubicBezTo>
                <a:lnTo>
                  <a:pt x="568338" y="554525"/>
                </a:lnTo>
                <a:lnTo>
                  <a:pt x="600227" y="485081"/>
                </a:lnTo>
                <a:lnTo>
                  <a:pt x="591809" y="463228"/>
                </a:lnTo>
                <a:cubicBezTo>
                  <a:pt x="589219" y="456753"/>
                  <a:pt x="585820" y="452274"/>
                  <a:pt x="581611" y="449793"/>
                </a:cubicBezTo>
                <a:cubicBezTo>
                  <a:pt x="579237" y="448282"/>
                  <a:pt x="574812" y="447364"/>
                  <a:pt x="568338" y="447041"/>
                </a:cubicBezTo>
                <a:lnTo>
                  <a:pt x="568338" y="441051"/>
                </a:lnTo>
                <a:lnTo>
                  <a:pt x="638914" y="441051"/>
                </a:lnTo>
                <a:lnTo>
                  <a:pt x="638914" y="447041"/>
                </a:lnTo>
                <a:cubicBezTo>
                  <a:pt x="631144" y="447364"/>
                  <a:pt x="625641" y="448767"/>
                  <a:pt x="622404" y="451249"/>
                </a:cubicBezTo>
                <a:cubicBezTo>
                  <a:pt x="620245" y="452976"/>
                  <a:pt x="619166" y="455728"/>
                  <a:pt x="619166" y="459505"/>
                </a:cubicBezTo>
                <a:cubicBezTo>
                  <a:pt x="619166" y="461663"/>
                  <a:pt x="619597" y="463875"/>
                  <a:pt x="620461" y="466142"/>
                </a:cubicBezTo>
                <a:lnTo>
                  <a:pt x="654131" y="551287"/>
                </a:lnTo>
                <a:lnTo>
                  <a:pt x="685372" y="469217"/>
                </a:lnTo>
                <a:cubicBezTo>
                  <a:pt x="687530" y="463390"/>
                  <a:pt x="688610" y="458750"/>
                  <a:pt x="688610" y="455296"/>
                </a:cubicBezTo>
                <a:cubicBezTo>
                  <a:pt x="688610" y="453246"/>
                  <a:pt x="687530" y="451411"/>
                  <a:pt x="685372" y="449793"/>
                </a:cubicBezTo>
                <a:cubicBezTo>
                  <a:pt x="683322" y="448174"/>
                  <a:pt x="679221" y="447256"/>
                  <a:pt x="673069" y="447041"/>
                </a:cubicBezTo>
                <a:lnTo>
                  <a:pt x="673069" y="441051"/>
                </a:lnTo>
                <a:lnTo>
                  <a:pt x="719851" y="441051"/>
                </a:lnTo>
                <a:lnTo>
                  <a:pt x="719851" y="447041"/>
                </a:lnTo>
                <a:cubicBezTo>
                  <a:pt x="710463" y="448444"/>
                  <a:pt x="703556" y="454811"/>
                  <a:pt x="699132" y="466142"/>
                </a:cubicBezTo>
                <a:lnTo>
                  <a:pt x="649598" y="593860"/>
                </a:lnTo>
                <a:lnTo>
                  <a:pt x="642961" y="593860"/>
                </a:lnTo>
                <a:lnTo>
                  <a:pt x="605892" y="499164"/>
                </a:lnTo>
                <a:lnTo>
                  <a:pt x="562672" y="593860"/>
                </a:lnTo>
                <a:lnTo>
                  <a:pt x="556683" y="593860"/>
                </a:lnTo>
                <a:lnTo>
                  <a:pt x="509092" y="469217"/>
                </a:lnTo>
                <a:cubicBezTo>
                  <a:pt x="505962" y="461340"/>
                  <a:pt x="502887" y="456052"/>
                  <a:pt x="499865" y="453354"/>
                </a:cubicBezTo>
                <a:cubicBezTo>
                  <a:pt x="496844" y="450548"/>
                  <a:pt x="492095" y="448444"/>
                  <a:pt x="485620" y="447041"/>
                </a:cubicBezTo>
                <a:lnTo>
                  <a:pt x="485620" y="441051"/>
                </a:lnTo>
                <a:moveTo>
                  <a:pt x="805968" y="436681"/>
                </a:moveTo>
                <a:cubicBezTo>
                  <a:pt x="828414" y="436681"/>
                  <a:pt x="846436" y="445206"/>
                  <a:pt x="860034" y="462257"/>
                </a:cubicBezTo>
                <a:cubicBezTo>
                  <a:pt x="871580" y="476825"/>
                  <a:pt x="877354" y="493552"/>
                  <a:pt x="877354" y="512437"/>
                </a:cubicBezTo>
                <a:cubicBezTo>
                  <a:pt x="877354" y="525711"/>
                  <a:pt x="874171" y="539147"/>
                  <a:pt x="867804" y="552744"/>
                </a:cubicBezTo>
                <a:cubicBezTo>
                  <a:pt x="861437" y="566341"/>
                  <a:pt x="852641" y="576593"/>
                  <a:pt x="841418" y="583500"/>
                </a:cubicBezTo>
                <a:cubicBezTo>
                  <a:pt x="830303" y="590407"/>
                  <a:pt x="817892" y="593860"/>
                  <a:pt x="804187" y="593860"/>
                </a:cubicBezTo>
                <a:cubicBezTo>
                  <a:pt x="781849" y="593860"/>
                  <a:pt x="764097" y="584957"/>
                  <a:pt x="750931" y="567151"/>
                </a:cubicBezTo>
                <a:cubicBezTo>
                  <a:pt x="739815" y="552150"/>
                  <a:pt x="734258" y="535316"/>
                  <a:pt x="734258" y="516646"/>
                </a:cubicBezTo>
                <a:cubicBezTo>
                  <a:pt x="734258" y="503049"/>
                  <a:pt x="737604" y="489559"/>
                  <a:pt x="744294" y="476178"/>
                </a:cubicBezTo>
                <a:cubicBezTo>
                  <a:pt x="751093" y="462689"/>
                  <a:pt x="759996" y="452760"/>
                  <a:pt x="771003" y="446393"/>
                </a:cubicBezTo>
                <a:cubicBezTo>
                  <a:pt x="782011" y="439918"/>
                  <a:pt x="793665" y="436681"/>
                  <a:pt x="805968" y="436681"/>
                </a:cubicBezTo>
                <a:moveTo>
                  <a:pt x="800950" y="447203"/>
                </a:moveTo>
                <a:cubicBezTo>
                  <a:pt x="795230" y="447203"/>
                  <a:pt x="789457" y="448929"/>
                  <a:pt x="783629" y="452382"/>
                </a:cubicBezTo>
                <a:cubicBezTo>
                  <a:pt x="777910" y="455728"/>
                  <a:pt x="773269" y="461663"/>
                  <a:pt x="769708" y="470189"/>
                </a:cubicBezTo>
                <a:cubicBezTo>
                  <a:pt x="766147" y="478714"/>
                  <a:pt x="764366" y="489667"/>
                  <a:pt x="764366" y="503049"/>
                </a:cubicBezTo>
                <a:cubicBezTo>
                  <a:pt x="764366" y="524632"/>
                  <a:pt x="768629" y="543247"/>
                  <a:pt x="777154" y="558895"/>
                </a:cubicBezTo>
                <a:cubicBezTo>
                  <a:pt x="785788" y="574543"/>
                  <a:pt x="797119" y="582367"/>
                  <a:pt x="811148" y="582367"/>
                </a:cubicBezTo>
                <a:cubicBezTo>
                  <a:pt x="821616" y="582367"/>
                  <a:pt x="830249" y="578050"/>
                  <a:pt x="837048" y="569417"/>
                </a:cubicBezTo>
                <a:cubicBezTo>
                  <a:pt x="843846" y="560784"/>
                  <a:pt x="847246" y="545945"/>
                  <a:pt x="847246" y="524902"/>
                </a:cubicBezTo>
                <a:cubicBezTo>
                  <a:pt x="847246" y="498570"/>
                  <a:pt x="841580" y="477850"/>
                  <a:pt x="830249" y="462742"/>
                </a:cubicBezTo>
                <a:cubicBezTo>
                  <a:pt x="822587" y="452382"/>
                  <a:pt x="812821" y="447203"/>
                  <a:pt x="800950" y="447203"/>
                </a:cubicBezTo>
                <a:moveTo>
                  <a:pt x="942589" y="436681"/>
                </a:moveTo>
                <a:lnTo>
                  <a:pt x="942589" y="470027"/>
                </a:lnTo>
                <a:cubicBezTo>
                  <a:pt x="954999" y="447796"/>
                  <a:pt x="967733" y="436681"/>
                  <a:pt x="980791" y="436681"/>
                </a:cubicBezTo>
                <a:cubicBezTo>
                  <a:pt x="986726" y="436681"/>
                  <a:pt x="991637" y="438515"/>
                  <a:pt x="995522" y="442184"/>
                </a:cubicBezTo>
                <a:cubicBezTo>
                  <a:pt x="999407" y="445746"/>
                  <a:pt x="1001349" y="449900"/>
                  <a:pt x="1001349" y="454649"/>
                </a:cubicBezTo>
                <a:cubicBezTo>
                  <a:pt x="1001349" y="458857"/>
                  <a:pt x="999946" y="462419"/>
                  <a:pt x="997140" y="465332"/>
                </a:cubicBezTo>
                <a:cubicBezTo>
                  <a:pt x="994335" y="468246"/>
                  <a:pt x="990989" y="469703"/>
                  <a:pt x="987104" y="469703"/>
                </a:cubicBezTo>
                <a:cubicBezTo>
                  <a:pt x="983327" y="469703"/>
                  <a:pt x="979064" y="467868"/>
                  <a:pt x="974316" y="464199"/>
                </a:cubicBezTo>
                <a:cubicBezTo>
                  <a:pt x="969676" y="460422"/>
                  <a:pt x="966223" y="458534"/>
                  <a:pt x="963957" y="458534"/>
                </a:cubicBezTo>
                <a:cubicBezTo>
                  <a:pt x="962014" y="458534"/>
                  <a:pt x="959910" y="459613"/>
                  <a:pt x="957643" y="461771"/>
                </a:cubicBezTo>
                <a:cubicBezTo>
                  <a:pt x="952787" y="466195"/>
                  <a:pt x="947769" y="473480"/>
                  <a:pt x="942589" y="483624"/>
                </a:cubicBezTo>
                <a:lnTo>
                  <a:pt x="942589" y="554686"/>
                </a:lnTo>
                <a:cubicBezTo>
                  <a:pt x="942589" y="562888"/>
                  <a:pt x="943614" y="569093"/>
                  <a:pt x="945665" y="573302"/>
                </a:cubicBezTo>
                <a:cubicBezTo>
                  <a:pt x="947068" y="576216"/>
                  <a:pt x="949550" y="578644"/>
                  <a:pt x="953111" y="580586"/>
                </a:cubicBezTo>
                <a:cubicBezTo>
                  <a:pt x="956672" y="582529"/>
                  <a:pt x="961798" y="583500"/>
                  <a:pt x="968489" y="583500"/>
                </a:cubicBezTo>
                <a:lnTo>
                  <a:pt x="968489" y="589328"/>
                </a:lnTo>
                <a:lnTo>
                  <a:pt x="892570" y="589328"/>
                </a:lnTo>
                <a:lnTo>
                  <a:pt x="892570" y="583500"/>
                </a:lnTo>
                <a:cubicBezTo>
                  <a:pt x="900124" y="583500"/>
                  <a:pt x="905736" y="582313"/>
                  <a:pt x="909405" y="579939"/>
                </a:cubicBezTo>
                <a:cubicBezTo>
                  <a:pt x="912103" y="578212"/>
                  <a:pt x="913991" y="575460"/>
                  <a:pt x="915071" y="571683"/>
                </a:cubicBezTo>
                <a:cubicBezTo>
                  <a:pt x="915610" y="569848"/>
                  <a:pt x="915880" y="564615"/>
                  <a:pt x="915880" y="555981"/>
                </a:cubicBezTo>
                <a:lnTo>
                  <a:pt x="915880" y="498516"/>
                </a:lnTo>
                <a:cubicBezTo>
                  <a:pt x="915880" y="481250"/>
                  <a:pt x="915503" y="470998"/>
                  <a:pt x="914747" y="467760"/>
                </a:cubicBezTo>
                <a:cubicBezTo>
                  <a:pt x="914099" y="464415"/>
                  <a:pt x="912805" y="461987"/>
                  <a:pt x="910862" y="460476"/>
                </a:cubicBezTo>
                <a:cubicBezTo>
                  <a:pt x="909027" y="458965"/>
                  <a:pt x="906707" y="458210"/>
                  <a:pt x="903901" y="458210"/>
                </a:cubicBezTo>
                <a:cubicBezTo>
                  <a:pt x="900556" y="458210"/>
                  <a:pt x="896779" y="459019"/>
                  <a:pt x="892570" y="460638"/>
                </a:cubicBezTo>
                <a:lnTo>
                  <a:pt x="890951" y="454811"/>
                </a:lnTo>
                <a:lnTo>
                  <a:pt x="935790" y="436681"/>
                </a:lnTo>
                <a:lnTo>
                  <a:pt x="942589" y="436681"/>
                </a:lnTo>
                <a:moveTo>
                  <a:pt x="1053472" y="359143"/>
                </a:moveTo>
                <a:lnTo>
                  <a:pt x="1053472" y="506772"/>
                </a:lnTo>
                <a:lnTo>
                  <a:pt x="1091189" y="472293"/>
                </a:lnTo>
                <a:cubicBezTo>
                  <a:pt x="1099175" y="464955"/>
                  <a:pt x="1103815" y="460314"/>
                  <a:pt x="1105110" y="458372"/>
                </a:cubicBezTo>
                <a:cubicBezTo>
                  <a:pt x="1105973" y="457077"/>
                  <a:pt x="1106405" y="455782"/>
                  <a:pt x="1106405" y="454487"/>
                </a:cubicBezTo>
                <a:cubicBezTo>
                  <a:pt x="1106405" y="452328"/>
                  <a:pt x="1105488" y="450494"/>
                  <a:pt x="1103653" y="448983"/>
                </a:cubicBezTo>
                <a:cubicBezTo>
                  <a:pt x="1101926" y="447364"/>
                  <a:pt x="1099013" y="446447"/>
                  <a:pt x="1094912" y="446231"/>
                </a:cubicBezTo>
                <a:lnTo>
                  <a:pt x="1094912" y="441051"/>
                </a:lnTo>
                <a:lnTo>
                  <a:pt x="1159338" y="441051"/>
                </a:lnTo>
                <a:lnTo>
                  <a:pt x="1159338" y="446231"/>
                </a:lnTo>
                <a:cubicBezTo>
                  <a:pt x="1150489" y="446447"/>
                  <a:pt x="1143096" y="447796"/>
                  <a:pt x="1137161" y="450278"/>
                </a:cubicBezTo>
                <a:cubicBezTo>
                  <a:pt x="1131333" y="452760"/>
                  <a:pt x="1124913" y="457185"/>
                  <a:pt x="1117898" y="463552"/>
                </a:cubicBezTo>
                <a:lnTo>
                  <a:pt x="1079858" y="498678"/>
                </a:lnTo>
                <a:lnTo>
                  <a:pt x="1117898" y="546755"/>
                </a:lnTo>
                <a:cubicBezTo>
                  <a:pt x="1128473" y="560028"/>
                  <a:pt x="1135596" y="568446"/>
                  <a:pt x="1139265" y="572007"/>
                </a:cubicBezTo>
                <a:cubicBezTo>
                  <a:pt x="1144445" y="577079"/>
                  <a:pt x="1148978" y="580370"/>
                  <a:pt x="1152863" y="581881"/>
                </a:cubicBezTo>
                <a:cubicBezTo>
                  <a:pt x="1155560" y="582960"/>
                  <a:pt x="1160255" y="583500"/>
                  <a:pt x="1166946" y="583500"/>
                </a:cubicBezTo>
                <a:lnTo>
                  <a:pt x="1166946" y="589328"/>
                </a:lnTo>
                <a:lnTo>
                  <a:pt x="1094912" y="589328"/>
                </a:lnTo>
                <a:lnTo>
                  <a:pt x="1094912" y="583500"/>
                </a:lnTo>
                <a:cubicBezTo>
                  <a:pt x="1099013" y="583392"/>
                  <a:pt x="1101765" y="582799"/>
                  <a:pt x="1103168" y="581719"/>
                </a:cubicBezTo>
                <a:cubicBezTo>
                  <a:pt x="1104678" y="580532"/>
                  <a:pt x="1105434" y="578914"/>
                  <a:pt x="1105434" y="576863"/>
                </a:cubicBezTo>
                <a:cubicBezTo>
                  <a:pt x="1105434" y="574381"/>
                  <a:pt x="1103275" y="570388"/>
                  <a:pt x="1098959" y="564885"/>
                </a:cubicBezTo>
                <a:lnTo>
                  <a:pt x="1053472" y="506772"/>
                </a:lnTo>
                <a:lnTo>
                  <a:pt x="1053472" y="555981"/>
                </a:lnTo>
                <a:cubicBezTo>
                  <a:pt x="1053472" y="565586"/>
                  <a:pt x="1054120" y="571899"/>
                  <a:pt x="1055415" y="574921"/>
                </a:cubicBezTo>
                <a:cubicBezTo>
                  <a:pt x="1056818" y="577942"/>
                  <a:pt x="1058760" y="580101"/>
                  <a:pt x="1061243" y="581395"/>
                </a:cubicBezTo>
                <a:cubicBezTo>
                  <a:pt x="1063724" y="582691"/>
                  <a:pt x="1069120" y="583392"/>
                  <a:pt x="1077430" y="583500"/>
                </a:cubicBezTo>
                <a:lnTo>
                  <a:pt x="1077430" y="589328"/>
                </a:lnTo>
                <a:lnTo>
                  <a:pt x="1001997" y="589328"/>
                </a:lnTo>
                <a:lnTo>
                  <a:pt x="1001997" y="583500"/>
                </a:lnTo>
                <a:cubicBezTo>
                  <a:pt x="1009551" y="583500"/>
                  <a:pt x="1015216" y="582583"/>
                  <a:pt x="1018993" y="580748"/>
                </a:cubicBezTo>
                <a:cubicBezTo>
                  <a:pt x="1021260" y="579561"/>
                  <a:pt x="1022987" y="577726"/>
                  <a:pt x="1024173" y="575244"/>
                </a:cubicBezTo>
                <a:cubicBezTo>
                  <a:pt x="1025792" y="571683"/>
                  <a:pt x="1026601" y="565532"/>
                  <a:pt x="1026601" y="556791"/>
                </a:cubicBezTo>
                <a:lnTo>
                  <a:pt x="1026601" y="421788"/>
                </a:lnTo>
                <a:cubicBezTo>
                  <a:pt x="1026601" y="404630"/>
                  <a:pt x="1026224" y="394162"/>
                  <a:pt x="1025468" y="390385"/>
                </a:cubicBezTo>
                <a:cubicBezTo>
                  <a:pt x="1024713" y="386500"/>
                  <a:pt x="1023472" y="383856"/>
                  <a:pt x="1021745" y="382453"/>
                </a:cubicBezTo>
                <a:cubicBezTo>
                  <a:pt x="1020018" y="380942"/>
                  <a:pt x="1017752" y="380187"/>
                  <a:pt x="1014947" y="380187"/>
                </a:cubicBezTo>
                <a:cubicBezTo>
                  <a:pt x="1012680" y="380187"/>
                  <a:pt x="1009281" y="381104"/>
                  <a:pt x="1004749" y="382939"/>
                </a:cubicBezTo>
                <a:lnTo>
                  <a:pt x="1001997" y="377273"/>
                </a:lnTo>
                <a:lnTo>
                  <a:pt x="1046026" y="359143"/>
                </a:lnTo>
                <a:lnTo>
                  <a:pt x="1053472" y="3591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201">
            <a:extLst xmlns:a="http://schemas.openxmlformats.org/drawingml/2006/main">
              <a:ext uri="{FF2B5EF4-FFF2-40B4-BE49-F238E27FC236}">
                <a16:creationId xmlns:a16="http://schemas.microsoft.com/office/drawing/2014/main" id="{60258E25-7066-4E5E-8C93-AF4AE368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888" y="1284218"/>
            <a:ext cx="1304931" cy="345646"/>
          </a:xfrm>
          <a:custGeom xmlns:a="http://schemas.openxmlformats.org/drawingml/2006/main">
            <a:pathLst>
              <a:path w="1115308" h="295419">
                <a:moveTo>
                  <a:pt x="121243" y="0"/>
                </a:moveTo>
                <a:cubicBezTo>
                  <a:pt x="149733" y="0"/>
                  <a:pt x="174392" y="10846"/>
                  <a:pt x="195220" y="32537"/>
                </a:cubicBezTo>
                <a:cubicBezTo>
                  <a:pt x="216155" y="54120"/>
                  <a:pt x="226623" y="81099"/>
                  <a:pt x="226623" y="113473"/>
                </a:cubicBezTo>
                <a:cubicBezTo>
                  <a:pt x="226623" y="146819"/>
                  <a:pt x="216101" y="174500"/>
                  <a:pt x="195058" y="196515"/>
                </a:cubicBezTo>
                <a:cubicBezTo>
                  <a:pt x="174014" y="218529"/>
                  <a:pt x="148546" y="229537"/>
                  <a:pt x="118653" y="229537"/>
                </a:cubicBezTo>
                <a:cubicBezTo>
                  <a:pt x="88437" y="229537"/>
                  <a:pt x="63023" y="218799"/>
                  <a:pt x="42411" y="197324"/>
                </a:cubicBezTo>
                <a:cubicBezTo>
                  <a:pt x="21907" y="175849"/>
                  <a:pt x="11655" y="148060"/>
                  <a:pt x="11655" y="113959"/>
                </a:cubicBezTo>
                <a:cubicBezTo>
                  <a:pt x="11655" y="79102"/>
                  <a:pt x="23526" y="50666"/>
                  <a:pt x="47267" y="28652"/>
                </a:cubicBezTo>
                <a:cubicBezTo>
                  <a:pt x="67879" y="9551"/>
                  <a:pt x="92538" y="0"/>
                  <a:pt x="121243" y="0"/>
                </a:cubicBezTo>
                <a:moveTo>
                  <a:pt x="118168" y="11817"/>
                </a:moveTo>
                <a:cubicBezTo>
                  <a:pt x="98527" y="11817"/>
                  <a:pt x="82771" y="19101"/>
                  <a:pt x="70900" y="33670"/>
                </a:cubicBezTo>
                <a:cubicBezTo>
                  <a:pt x="56116" y="51800"/>
                  <a:pt x="48724" y="78347"/>
                  <a:pt x="48724" y="113311"/>
                </a:cubicBezTo>
                <a:cubicBezTo>
                  <a:pt x="48724" y="149139"/>
                  <a:pt x="56386" y="176712"/>
                  <a:pt x="71710" y="196029"/>
                </a:cubicBezTo>
                <a:cubicBezTo>
                  <a:pt x="83473" y="210705"/>
                  <a:pt x="99013" y="218044"/>
                  <a:pt x="118330" y="218044"/>
                </a:cubicBezTo>
                <a:cubicBezTo>
                  <a:pt x="138941" y="218044"/>
                  <a:pt x="155938" y="210004"/>
                  <a:pt x="169320" y="193925"/>
                </a:cubicBezTo>
                <a:cubicBezTo>
                  <a:pt x="182809" y="177845"/>
                  <a:pt x="189554" y="152485"/>
                  <a:pt x="189554" y="117844"/>
                </a:cubicBezTo>
                <a:cubicBezTo>
                  <a:pt x="189554" y="80289"/>
                  <a:pt x="182162" y="52285"/>
                  <a:pt x="167377" y="33832"/>
                </a:cubicBezTo>
                <a:cubicBezTo>
                  <a:pt x="155506" y="19155"/>
                  <a:pt x="139104" y="11817"/>
                  <a:pt x="118168" y="11817"/>
                </a:cubicBezTo>
                <a:moveTo>
                  <a:pt x="379917" y="76242"/>
                </a:moveTo>
                <a:lnTo>
                  <a:pt x="379917" y="166082"/>
                </a:lnTo>
                <a:cubicBezTo>
                  <a:pt x="379917" y="183241"/>
                  <a:pt x="380295" y="193763"/>
                  <a:pt x="381050" y="197648"/>
                </a:cubicBezTo>
                <a:cubicBezTo>
                  <a:pt x="381913" y="201425"/>
                  <a:pt x="383208" y="204068"/>
                  <a:pt x="384935" y="205579"/>
                </a:cubicBezTo>
                <a:cubicBezTo>
                  <a:pt x="386770" y="207090"/>
                  <a:pt x="388874" y="207846"/>
                  <a:pt x="391248" y="207846"/>
                </a:cubicBezTo>
                <a:cubicBezTo>
                  <a:pt x="394594" y="207846"/>
                  <a:pt x="398371" y="206928"/>
                  <a:pt x="402579" y="205094"/>
                </a:cubicBezTo>
                <a:lnTo>
                  <a:pt x="404845" y="210759"/>
                </a:lnTo>
                <a:lnTo>
                  <a:pt x="360492" y="229051"/>
                </a:lnTo>
                <a:lnTo>
                  <a:pt x="353208" y="229051"/>
                </a:lnTo>
                <a:lnTo>
                  <a:pt x="353208" y="197648"/>
                </a:lnTo>
                <a:cubicBezTo>
                  <a:pt x="340474" y="211461"/>
                  <a:pt x="330761" y="220148"/>
                  <a:pt x="324070" y="223709"/>
                </a:cubicBezTo>
                <a:cubicBezTo>
                  <a:pt x="317380" y="227270"/>
                  <a:pt x="310312" y="229051"/>
                  <a:pt x="302865" y="229051"/>
                </a:cubicBezTo>
                <a:cubicBezTo>
                  <a:pt x="294556" y="229051"/>
                  <a:pt x="287326" y="226677"/>
                  <a:pt x="281174" y="221929"/>
                </a:cubicBezTo>
                <a:cubicBezTo>
                  <a:pt x="275131" y="217072"/>
                  <a:pt x="270923" y="210867"/>
                  <a:pt x="268548" y="203313"/>
                </a:cubicBezTo>
                <a:cubicBezTo>
                  <a:pt x="266174" y="195759"/>
                  <a:pt x="264986" y="185076"/>
                  <a:pt x="264986" y="171262"/>
                </a:cubicBezTo>
                <a:lnTo>
                  <a:pt x="264986" y="105056"/>
                </a:lnTo>
                <a:cubicBezTo>
                  <a:pt x="264986" y="98042"/>
                  <a:pt x="264232" y="93185"/>
                  <a:pt x="262720" y="90487"/>
                </a:cubicBezTo>
                <a:cubicBezTo>
                  <a:pt x="261210" y="87789"/>
                  <a:pt x="258944" y="85739"/>
                  <a:pt x="255922" y="84336"/>
                </a:cubicBezTo>
                <a:cubicBezTo>
                  <a:pt x="253008" y="82825"/>
                  <a:pt x="247666" y="82124"/>
                  <a:pt x="239897" y="82232"/>
                </a:cubicBezTo>
                <a:lnTo>
                  <a:pt x="239897" y="76242"/>
                </a:lnTo>
                <a:lnTo>
                  <a:pt x="291858" y="76242"/>
                </a:lnTo>
                <a:lnTo>
                  <a:pt x="291858" y="175471"/>
                </a:lnTo>
                <a:cubicBezTo>
                  <a:pt x="291858" y="189284"/>
                  <a:pt x="294232" y="198349"/>
                  <a:pt x="298981" y="202666"/>
                </a:cubicBezTo>
                <a:cubicBezTo>
                  <a:pt x="303836" y="206982"/>
                  <a:pt x="309664" y="209141"/>
                  <a:pt x="316463" y="209141"/>
                </a:cubicBezTo>
                <a:cubicBezTo>
                  <a:pt x="321103" y="209141"/>
                  <a:pt x="326336" y="207684"/>
                  <a:pt x="332164" y="204770"/>
                </a:cubicBezTo>
                <a:cubicBezTo>
                  <a:pt x="338099" y="201856"/>
                  <a:pt x="345114" y="196299"/>
                  <a:pt x="353208" y="188097"/>
                </a:cubicBezTo>
                <a:lnTo>
                  <a:pt x="353208" y="104085"/>
                </a:lnTo>
                <a:cubicBezTo>
                  <a:pt x="353208" y="95667"/>
                  <a:pt x="351643" y="90002"/>
                  <a:pt x="348514" y="87088"/>
                </a:cubicBezTo>
                <a:cubicBezTo>
                  <a:pt x="345492" y="84066"/>
                  <a:pt x="339125" y="82448"/>
                  <a:pt x="329413" y="82232"/>
                </a:cubicBezTo>
                <a:lnTo>
                  <a:pt x="329413" y="76242"/>
                </a:lnTo>
                <a:lnTo>
                  <a:pt x="379917" y="76242"/>
                </a:lnTo>
                <a:moveTo>
                  <a:pt x="458750" y="27518"/>
                </a:moveTo>
                <a:lnTo>
                  <a:pt x="458750" y="76242"/>
                </a:lnTo>
                <a:lnTo>
                  <a:pt x="493391" y="76242"/>
                </a:lnTo>
                <a:lnTo>
                  <a:pt x="493391" y="87574"/>
                </a:lnTo>
                <a:lnTo>
                  <a:pt x="458750" y="87574"/>
                </a:lnTo>
                <a:lnTo>
                  <a:pt x="458750" y="183727"/>
                </a:lnTo>
                <a:cubicBezTo>
                  <a:pt x="458750" y="193331"/>
                  <a:pt x="460098" y="199806"/>
                  <a:pt x="462796" y="203151"/>
                </a:cubicBezTo>
                <a:cubicBezTo>
                  <a:pt x="465603" y="206497"/>
                  <a:pt x="469163" y="208169"/>
                  <a:pt x="473480" y="208169"/>
                </a:cubicBezTo>
                <a:cubicBezTo>
                  <a:pt x="477041" y="208169"/>
                  <a:pt x="480495" y="207090"/>
                  <a:pt x="483840" y="204932"/>
                </a:cubicBezTo>
                <a:cubicBezTo>
                  <a:pt x="487185" y="202666"/>
                  <a:pt x="489775" y="199374"/>
                  <a:pt x="491610" y="195058"/>
                </a:cubicBezTo>
                <a:lnTo>
                  <a:pt x="497923" y="195058"/>
                </a:lnTo>
                <a:cubicBezTo>
                  <a:pt x="494146" y="205633"/>
                  <a:pt x="488804" y="213619"/>
                  <a:pt x="481898" y="219015"/>
                </a:cubicBezTo>
                <a:cubicBezTo>
                  <a:pt x="474990" y="224303"/>
                  <a:pt x="467869" y="226947"/>
                  <a:pt x="460530" y="226947"/>
                </a:cubicBezTo>
                <a:cubicBezTo>
                  <a:pt x="455565" y="226947"/>
                  <a:pt x="450710" y="225598"/>
                  <a:pt x="445961" y="222900"/>
                </a:cubicBezTo>
                <a:cubicBezTo>
                  <a:pt x="441214" y="220094"/>
                  <a:pt x="437705" y="216155"/>
                  <a:pt x="435439" y="211083"/>
                </a:cubicBezTo>
                <a:cubicBezTo>
                  <a:pt x="433173" y="205903"/>
                  <a:pt x="432040" y="197971"/>
                  <a:pt x="432040" y="187288"/>
                </a:cubicBezTo>
                <a:lnTo>
                  <a:pt x="432040" y="87574"/>
                </a:lnTo>
                <a:lnTo>
                  <a:pt x="408569" y="87574"/>
                </a:lnTo>
                <a:lnTo>
                  <a:pt x="408569" y="82232"/>
                </a:lnTo>
                <a:cubicBezTo>
                  <a:pt x="414504" y="79858"/>
                  <a:pt x="420548" y="75865"/>
                  <a:pt x="426698" y="70253"/>
                </a:cubicBezTo>
                <a:cubicBezTo>
                  <a:pt x="432958" y="64533"/>
                  <a:pt x="438516" y="57789"/>
                  <a:pt x="443372" y="50019"/>
                </a:cubicBezTo>
                <a:cubicBezTo>
                  <a:pt x="445854" y="45918"/>
                  <a:pt x="449307" y="38418"/>
                  <a:pt x="453731" y="27518"/>
                </a:cubicBezTo>
                <a:lnTo>
                  <a:pt x="458750" y="27518"/>
                </a:lnTo>
                <a:moveTo>
                  <a:pt x="497275" y="90973"/>
                </a:moveTo>
                <a:lnTo>
                  <a:pt x="542924" y="72519"/>
                </a:lnTo>
                <a:lnTo>
                  <a:pt x="549075" y="72519"/>
                </a:lnTo>
                <a:lnTo>
                  <a:pt x="549075" y="107160"/>
                </a:lnTo>
                <a:cubicBezTo>
                  <a:pt x="556736" y="94103"/>
                  <a:pt x="564398" y="84984"/>
                  <a:pt x="572061" y="79804"/>
                </a:cubicBezTo>
                <a:cubicBezTo>
                  <a:pt x="579831" y="74516"/>
                  <a:pt x="587979" y="71872"/>
                  <a:pt x="596504" y="71872"/>
                </a:cubicBezTo>
                <a:cubicBezTo>
                  <a:pt x="611397" y="71872"/>
                  <a:pt x="623806" y="77699"/>
                  <a:pt x="633735" y="89354"/>
                </a:cubicBezTo>
                <a:cubicBezTo>
                  <a:pt x="645929" y="103599"/>
                  <a:pt x="652026" y="122161"/>
                  <a:pt x="652026" y="145039"/>
                </a:cubicBezTo>
                <a:cubicBezTo>
                  <a:pt x="652026" y="170615"/>
                  <a:pt x="644688" y="191766"/>
                  <a:pt x="630011" y="208493"/>
                </a:cubicBezTo>
                <a:cubicBezTo>
                  <a:pt x="617926" y="222198"/>
                  <a:pt x="602709" y="229051"/>
                  <a:pt x="584364" y="229051"/>
                </a:cubicBezTo>
                <a:cubicBezTo>
                  <a:pt x="576378" y="229051"/>
                  <a:pt x="569471" y="227918"/>
                  <a:pt x="563644" y="225652"/>
                </a:cubicBezTo>
                <a:cubicBezTo>
                  <a:pt x="559327" y="224033"/>
                  <a:pt x="554470" y="220795"/>
                  <a:pt x="549075" y="215939"/>
                </a:cubicBezTo>
                <a:lnTo>
                  <a:pt x="549075" y="261102"/>
                </a:lnTo>
                <a:cubicBezTo>
                  <a:pt x="549075" y="271246"/>
                  <a:pt x="549668" y="277667"/>
                  <a:pt x="550856" y="280365"/>
                </a:cubicBezTo>
                <a:cubicBezTo>
                  <a:pt x="552151" y="283171"/>
                  <a:pt x="554309" y="285383"/>
                  <a:pt x="557330" y="287002"/>
                </a:cubicBezTo>
                <a:cubicBezTo>
                  <a:pt x="560460" y="288621"/>
                  <a:pt x="566072" y="289430"/>
                  <a:pt x="574165" y="289430"/>
                </a:cubicBezTo>
                <a:lnTo>
                  <a:pt x="574165" y="295419"/>
                </a:lnTo>
                <a:lnTo>
                  <a:pt x="496466" y="295419"/>
                </a:lnTo>
                <a:lnTo>
                  <a:pt x="496466" y="289430"/>
                </a:lnTo>
                <a:lnTo>
                  <a:pt x="500513" y="289430"/>
                </a:lnTo>
                <a:cubicBezTo>
                  <a:pt x="506448" y="289538"/>
                  <a:pt x="511521" y="288405"/>
                  <a:pt x="515729" y="286031"/>
                </a:cubicBezTo>
                <a:cubicBezTo>
                  <a:pt x="517779" y="284843"/>
                  <a:pt x="519344" y="282901"/>
                  <a:pt x="520424" y="280203"/>
                </a:cubicBezTo>
                <a:cubicBezTo>
                  <a:pt x="521610" y="277613"/>
                  <a:pt x="522204" y="270922"/>
                  <a:pt x="522204" y="260131"/>
                </a:cubicBezTo>
                <a:lnTo>
                  <a:pt x="522204" y="119948"/>
                </a:lnTo>
                <a:cubicBezTo>
                  <a:pt x="522204" y="110344"/>
                  <a:pt x="521772" y="104246"/>
                  <a:pt x="520909" y="101656"/>
                </a:cubicBezTo>
                <a:cubicBezTo>
                  <a:pt x="520045" y="99067"/>
                  <a:pt x="518642" y="97124"/>
                  <a:pt x="516700" y="95829"/>
                </a:cubicBezTo>
                <a:cubicBezTo>
                  <a:pt x="514866" y="94534"/>
                  <a:pt x="512330" y="93887"/>
                  <a:pt x="509093" y="93887"/>
                </a:cubicBezTo>
                <a:cubicBezTo>
                  <a:pt x="506502" y="93887"/>
                  <a:pt x="503211" y="94642"/>
                  <a:pt x="499217" y="96153"/>
                </a:cubicBezTo>
                <a:lnTo>
                  <a:pt x="497275" y="90973"/>
                </a:lnTo>
                <a:moveTo>
                  <a:pt x="549075" y="116711"/>
                </a:moveTo>
                <a:lnTo>
                  <a:pt x="549075" y="172072"/>
                </a:lnTo>
                <a:cubicBezTo>
                  <a:pt x="549075" y="184050"/>
                  <a:pt x="549560" y="191928"/>
                  <a:pt x="550531" y="195705"/>
                </a:cubicBezTo>
                <a:cubicBezTo>
                  <a:pt x="552043" y="201964"/>
                  <a:pt x="555712" y="207468"/>
                  <a:pt x="561540" y="212216"/>
                </a:cubicBezTo>
                <a:cubicBezTo>
                  <a:pt x="567475" y="216964"/>
                  <a:pt x="574921" y="219339"/>
                  <a:pt x="583878" y="219339"/>
                </a:cubicBezTo>
                <a:cubicBezTo>
                  <a:pt x="594670" y="219339"/>
                  <a:pt x="603410" y="215130"/>
                  <a:pt x="610101" y="206713"/>
                </a:cubicBezTo>
                <a:cubicBezTo>
                  <a:pt x="618842" y="195705"/>
                  <a:pt x="623213" y="180219"/>
                  <a:pt x="623213" y="160255"/>
                </a:cubicBezTo>
                <a:cubicBezTo>
                  <a:pt x="623213" y="137593"/>
                  <a:pt x="618248" y="120164"/>
                  <a:pt x="608320" y="107970"/>
                </a:cubicBezTo>
                <a:cubicBezTo>
                  <a:pt x="601414" y="99552"/>
                  <a:pt x="593212" y="95344"/>
                  <a:pt x="583716" y="95344"/>
                </a:cubicBezTo>
                <a:cubicBezTo>
                  <a:pt x="578536" y="95344"/>
                  <a:pt x="573410" y="96638"/>
                  <a:pt x="568338" y="99228"/>
                </a:cubicBezTo>
                <a:cubicBezTo>
                  <a:pt x="564453" y="101171"/>
                  <a:pt x="558032" y="106999"/>
                  <a:pt x="549075" y="116711"/>
                </a:cubicBezTo>
                <a:moveTo>
                  <a:pt x="803702" y="76242"/>
                </a:moveTo>
                <a:lnTo>
                  <a:pt x="803702" y="166082"/>
                </a:lnTo>
                <a:cubicBezTo>
                  <a:pt x="803702" y="183241"/>
                  <a:pt x="804080" y="193763"/>
                  <a:pt x="804836" y="197648"/>
                </a:cubicBezTo>
                <a:cubicBezTo>
                  <a:pt x="805698" y="201425"/>
                  <a:pt x="806993" y="204068"/>
                  <a:pt x="808720" y="205579"/>
                </a:cubicBezTo>
                <a:cubicBezTo>
                  <a:pt x="810554" y="207090"/>
                  <a:pt x="812659" y="207846"/>
                  <a:pt x="815034" y="207846"/>
                </a:cubicBezTo>
                <a:cubicBezTo>
                  <a:pt x="818378" y="207846"/>
                  <a:pt x="822155" y="206928"/>
                  <a:pt x="826365" y="205094"/>
                </a:cubicBezTo>
                <a:lnTo>
                  <a:pt x="828631" y="210759"/>
                </a:lnTo>
                <a:lnTo>
                  <a:pt x="784278" y="229051"/>
                </a:lnTo>
                <a:lnTo>
                  <a:pt x="776993" y="229051"/>
                </a:lnTo>
                <a:lnTo>
                  <a:pt x="776993" y="197648"/>
                </a:lnTo>
                <a:cubicBezTo>
                  <a:pt x="764259" y="211461"/>
                  <a:pt x="754546" y="220148"/>
                  <a:pt x="747856" y="223709"/>
                </a:cubicBezTo>
                <a:cubicBezTo>
                  <a:pt x="741165" y="227270"/>
                  <a:pt x="734097" y="229051"/>
                  <a:pt x="726650" y="229051"/>
                </a:cubicBezTo>
                <a:cubicBezTo>
                  <a:pt x="718341" y="229051"/>
                  <a:pt x="711110" y="226677"/>
                  <a:pt x="704959" y="221929"/>
                </a:cubicBezTo>
                <a:cubicBezTo>
                  <a:pt x="698916" y="217072"/>
                  <a:pt x="694707" y="210867"/>
                  <a:pt x="692334" y="203313"/>
                </a:cubicBezTo>
                <a:cubicBezTo>
                  <a:pt x="689958" y="195759"/>
                  <a:pt x="688772" y="185076"/>
                  <a:pt x="688772" y="171262"/>
                </a:cubicBezTo>
                <a:lnTo>
                  <a:pt x="688772" y="105056"/>
                </a:lnTo>
                <a:cubicBezTo>
                  <a:pt x="688772" y="98042"/>
                  <a:pt x="688016" y="93185"/>
                  <a:pt x="686506" y="90487"/>
                </a:cubicBezTo>
                <a:cubicBezTo>
                  <a:pt x="684994" y="87789"/>
                  <a:pt x="682728" y="85739"/>
                  <a:pt x="679707" y="84336"/>
                </a:cubicBezTo>
                <a:cubicBezTo>
                  <a:pt x="676793" y="82825"/>
                  <a:pt x="671451" y="82124"/>
                  <a:pt x="663682" y="82232"/>
                </a:cubicBezTo>
                <a:lnTo>
                  <a:pt x="663682" y="76242"/>
                </a:lnTo>
                <a:lnTo>
                  <a:pt x="715643" y="76242"/>
                </a:lnTo>
                <a:lnTo>
                  <a:pt x="715643" y="175471"/>
                </a:lnTo>
                <a:cubicBezTo>
                  <a:pt x="715643" y="189284"/>
                  <a:pt x="718017" y="198349"/>
                  <a:pt x="722765" y="202666"/>
                </a:cubicBezTo>
                <a:cubicBezTo>
                  <a:pt x="727621" y="206982"/>
                  <a:pt x="733448" y="209141"/>
                  <a:pt x="740247" y="209141"/>
                </a:cubicBezTo>
                <a:cubicBezTo>
                  <a:pt x="744888" y="209141"/>
                  <a:pt x="750122" y="207684"/>
                  <a:pt x="755950" y="204770"/>
                </a:cubicBezTo>
                <a:cubicBezTo>
                  <a:pt x="761885" y="201856"/>
                  <a:pt x="768899" y="196299"/>
                  <a:pt x="776993" y="188097"/>
                </a:cubicBezTo>
                <a:lnTo>
                  <a:pt x="776993" y="104085"/>
                </a:lnTo>
                <a:cubicBezTo>
                  <a:pt x="776993" y="95667"/>
                  <a:pt x="775428" y="90002"/>
                  <a:pt x="772298" y="87088"/>
                </a:cubicBezTo>
                <a:cubicBezTo>
                  <a:pt x="769276" y="84066"/>
                  <a:pt x="762909" y="82448"/>
                  <a:pt x="753197" y="82232"/>
                </a:cubicBezTo>
                <a:lnTo>
                  <a:pt x="753197" y="76242"/>
                </a:lnTo>
                <a:lnTo>
                  <a:pt x="803702" y="76242"/>
                </a:lnTo>
                <a:moveTo>
                  <a:pt x="882534" y="27518"/>
                </a:moveTo>
                <a:lnTo>
                  <a:pt x="882534" y="76242"/>
                </a:lnTo>
                <a:lnTo>
                  <a:pt x="917176" y="76242"/>
                </a:lnTo>
                <a:lnTo>
                  <a:pt x="917176" y="87574"/>
                </a:lnTo>
                <a:lnTo>
                  <a:pt x="882534" y="87574"/>
                </a:lnTo>
                <a:lnTo>
                  <a:pt x="882534" y="183727"/>
                </a:lnTo>
                <a:cubicBezTo>
                  <a:pt x="882534" y="193331"/>
                  <a:pt x="883884" y="199806"/>
                  <a:pt x="886582" y="203151"/>
                </a:cubicBezTo>
                <a:cubicBezTo>
                  <a:pt x="889387" y="206497"/>
                  <a:pt x="892949" y="208169"/>
                  <a:pt x="897265" y="208169"/>
                </a:cubicBezTo>
                <a:cubicBezTo>
                  <a:pt x="900826" y="208169"/>
                  <a:pt x="904280" y="207090"/>
                  <a:pt x="907625" y="204932"/>
                </a:cubicBezTo>
                <a:cubicBezTo>
                  <a:pt x="910969" y="202666"/>
                  <a:pt x="913560" y="199374"/>
                  <a:pt x="915394" y="195058"/>
                </a:cubicBezTo>
                <a:lnTo>
                  <a:pt x="921708" y="195058"/>
                </a:lnTo>
                <a:cubicBezTo>
                  <a:pt x="917930" y="205633"/>
                  <a:pt x="912589" y="213619"/>
                  <a:pt x="905682" y="219015"/>
                </a:cubicBezTo>
                <a:cubicBezTo>
                  <a:pt x="898776" y="224303"/>
                  <a:pt x="891653" y="226947"/>
                  <a:pt x="884315" y="226947"/>
                </a:cubicBezTo>
                <a:cubicBezTo>
                  <a:pt x="879351" y="226947"/>
                  <a:pt x="874495" y="225598"/>
                  <a:pt x="869746" y="222900"/>
                </a:cubicBezTo>
                <a:cubicBezTo>
                  <a:pt x="864998" y="220094"/>
                  <a:pt x="861491" y="216155"/>
                  <a:pt x="859225" y="211083"/>
                </a:cubicBezTo>
                <a:cubicBezTo>
                  <a:pt x="856959" y="205903"/>
                  <a:pt x="855826" y="197971"/>
                  <a:pt x="855826" y="187288"/>
                </a:cubicBezTo>
                <a:lnTo>
                  <a:pt x="855826" y="87574"/>
                </a:lnTo>
                <a:lnTo>
                  <a:pt x="832353" y="87574"/>
                </a:lnTo>
                <a:lnTo>
                  <a:pt x="832353" y="82232"/>
                </a:lnTo>
                <a:cubicBezTo>
                  <a:pt x="838288" y="79858"/>
                  <a:pt x="844332" y="75865"/>
                  <a:pt x="850483" y="70253"/>
                </a:cubicBezTo>
                <a:cubicBezTo>
                  <a:pt x="856742" y="64533"/>
                  <a:pt x="862300" y="57789"/>
                  <a:pt x="867157" y="50019"/>
                </a:cubicBezTo>
                <a:cubicBezTo>
                  <a:pt x="869638" y="45918"/>
                  <a:pt x="873092" y="38418"/>
                  <a:pt x="877517" y="27518"/>
                </a:cubicBezTo>
                <a:lnTo>
                  <a:pt x="882534" y="27518"/>
                </a:lnTo>
                <a:moveTo>
                  <a:pt x="1027573" y="71872"/>
                </a:moveTo>
                <a:lnTo>
                  <a:pt x="1027573" y="122377"/>
                </a:lnTo>
                <a:lnTo>
                  <a:pt x="1022231" y="122377"/>
                </a:lnTo>
                <a:cubicBezTo>
                  <a:pt x="1018130" y="106513"/>
                  <a:pt x="1012843" y="95721"/>
                  <a:pt x="1006367" y="90002"/>
                </a:cubicBezTo>
                <a:cubicBezTo>
                  <a:pt x="1000000" y="84282"/>
                  <a:pt x="991853" y="81423"/>
                  <a:pt x="981925" y="81423"/>
                </a:cubicBezTo>
                <a:cubicBezTo>
                  <a:pt x="974370" y="81423"/>
                  <a:pt x="968273" y="83419"/>
                  <a:pt x="963633" y="87412"/>
                </a:cubicBezTo>
                <a:cubicBezTo>
                  <a:pt x="958993" y="91405"/>
                  <a:pt x="956672" y="95829"/>
                  <a:pt x="956672" y="100685"/>
                </a:cubicBezTo>
                <a:cubicBezTo>
                  <a:pt x="956672" y="106729"/>
                  <a:pt x="958399" y="111909"/>
                  <a:pt x="961852" y="116225"/>
                </a:cubicBezTo>
                <a:cubicBezTo>
                  <a:pt x="965198" y="120650"/>
                  <a:pt x="971997" y="125344"/>
                  <a:pt x="982249" y="130308"/>
                </a:cubicBezTo>
                <a:lnTo>
                  <a:pt x="1005882" y="141801"/>
                </a:lnTo>
                <a:cubicBezTo>
                  <a:pt x="1027789" y="152485"/>
                  <a:pt x="1038742" y="166568"/>
                  <a:pt x="1038742" y="184050"/>
                </a:cubicBezTo>
                <a:cubicBezTo>
                  <a:pt x="1038742" y="197540"/>
                  <a:pt x="1033616" y="208439"/>
                  <a:pt x="1023364" y="216749"/>
                </a:cubicBezTo>
                <a:cubicBezTo>
                  <a:pt x="1013220" y="224950"/>
                  <a:pt x="1001835" y="229051"/>
                  <a:pt x="989209" y="229051"/>
                </a:cubicBezTo>
                <a:cubicBezTo>
                  <a:pt x="980144" y="229051"/>
                  <a:pt x="969784" y="227432"/>
                  <a:pt x="958130" y="224195"/>
                </a:cubicBezTo>
                <a:cubicBezTo>
                  <a:pt x="954568" y="223116"/>
                  <a:pt x="951654" y="222576"/>
                  <a:pt x="949388" y="222576"/>
                </a:cubicBezTo>
                <a:cubicBezTo>
                  <a:pt x="946906" y="222576"/>
                  <a:pt x="944964" y="223979"/>
                  <a:pt x="943560" y="226785"/>
                </a:cubicBezTo>
                <a:lnTo>
                  <a:pt x="938219" y="226785"/>
                </a:lnTo>
                <a:lnTo>
                  <a:pt x="938219" y="173852"/>
                </a:lnTo>
                <a:lnTo>
                  <a:pt x="943560" y="173852"/>
                </a:lnTo>
                <a:cubicBezTo>
                  <a:pt x="946582" y="188960"/>
                  <a:pt x="952355" y="200346"/>
                  <a:pt x="960881" y="208007"/>
                </a:cubicBezTo>
                <a:cubicBezTo>
                  <a:pt x="969406" y="215670"/>
                  <a:pt x="978957" y="219501"/>
                  <a:pt x="989533" y="219501"/>
                </a:cubicBezTo>
                <a:cubicBezTo>
                  <a:pt x="996979" y="219501"/>
                  <a:pt x="1003022" y="217342"/>
                  <a:pt x="1007662" y="213026"/>
                </a:cubicBezTo>
                <a:cubicBezTo>
                  <a:pt x="1012411" y="208601"/>
                  <a:pt x="1014785" y="203313"/>
                  <a:pt x="1014785" y="197162"/>
                </a:cubicBezTo>
                <a:cubicBezTo>
                  <a:pt x="1014785" y="189716"/>
                  <a:pt x="1012140" y="183457"/>
                  <a:pt x="1006853" y="178384"/>
                </a:cubicBezTo>
                <a:cubicBezTo>
                  <a:pt x="1001673" y="173313"/>
                  <a:pt x="991259" y="166892"/>
                  <a:pt x="975611" y="159122"/>
                </a:cubicBezTo>
                <a:cubicBezTo>
                  <a:pt x="959964" y="151352"/>
                  <a:pt x="949712" y="144337"/>
                  <a:pt x="944855" y="138078"/>
                </a:cubicBezTo>
                <a:cubicBezTo>
                  <a:pt x="940000" y="131927"/>
                  <a:pt x="937572" y="124157"/>
                  <a:pt x="937572" y="114768"/>
                </a:cubicBezTo>
                <a:cubicBezTo>
                  <a:pt x="937572" y="102574"/>
                  <a:pt x="941725" y="92376"/>
                  <a:pt x="950036" y="84174"/>
                </a:cubicBezTo>
                <a:cubicBezTo>
                  <a:pt x="958452" y="75973"/>
                  <a:pt x="969299" y="71872"/>
                  <a:pt x="982572" y="71872"/>
                </a:cubicBezTo>
                <a:cubicBezTo>
                  <a:pt x="988399" y="71872"/>
                  <a:pt x="995468" y="73113"/>
                  <a:pt x="1003778" y="75595"/>
                </a:cubicBezTo>
                <a:cubicBezTo>
                  <a:pt x="1009282" y="77214"/>
                  <a:pt x="1012951" y="78023"/>
                  <a:pt x="1014785" y="78023"/>
                </a:cubicBezTo>
                <a:cubicBezTo>
                  <a:pt x="1016512" y="78023"/>
                  <a:pt x="1017860" y="77645"/>
                  <a:pt x="1018831" y="76890"/>
                </a:cubicBezTo>
                <a:cubicBezTo>
                  <a:pt x="1019802" y="76135"/>
                  <a:pt x="1020936" y="74462"/>
                  <a:pt x="1022231" y="71872"/>
                </a:cubicBezTo>
                <a:lnTo>
                  <a:pt x="1027573" y="71872"/>
                </a:lnTo>
                <a:moveTo>
                  <a:pt x="1097340" y="71710"/>
                </a:moveTo>
                <a:cubicBezTo>
                  <a:pt x="1102304" y="71710"/>
                  <a:pt x="1106513" y="73491"/>
                  <a:pt x="1109966" y="77052"/>
                </a:cubicBezTo>
                <a:cubicBezTo>
                  <a:pt x="1113528" y="80505"/>
                  <a:pt x="1115308" y="84714"/>
                  <a:pt x="1115308" y="89678"/>
                </a:cubicBezTo>
                <a:cubicBezTo>
                  <a:pt x="1115308" y="94642"/>
                  <a:pt x="1113528" y="98905"/>
                  <a:pt x="1109966" y="102466"/>
                </a:cubicBezTo>
                <a:cubicBezTo>
                  <a:pt x="1106513" y="105919"/>
                  <a:pt x="1102304" y="107646"/>
                  <a:pt x="1097340" y="107646"/>
                </a:cubicBezTo>
                <a:cubicBezTo>
                  <a:pt x="1092376" y="107646"/>
                  <a:pt x="1088113" y="105919"/>
                  <a:pt x="1084553" y="102466"/>
                </a:cubicBezTo>
                <a:cubicBezTo>
                  <a:pt x="1081099" y="98905"/>
                  <a:pt x="1079372" y="94642"/>
                  <a:pt x="1079372" y="89678"/>
                </a:cubicBezTo>
                <a:cubicBezTo>
                  <a:pt x="1079372" y="84714"/>
                  <a:pt x="1081099" y="80505"/>
                  <a:pt x="1084553" y="77052"/>
                </a:cubicBezTo>
                <a:cubicBezTo>
                  <a:pt x="1088113" y="73491"/>
                  <a:pt x="1092376" y="71710"/>
                  <a:pt x="1097340" y="71710"/>
                </a:cubicBezTo>
                <a:moveTo>
                  <a:pt x="1097017" y="192953"/>
                </a:moveTo>
                <a:cubicBezTo>
                  <a:pt x="1102089" y="192953"/>
                  <a:pt x="1106352" y="194734"/>
                  <a:pt x="1109804" y="198295"/>
                </a:cubicBezTo>
                <a:cubicBezTo>
                  <a:pt x="1113366" y="201856"/>
                  <a:pt x="1115147" y="206119"/>
                  <a:pt x="1115147" y="211083"/>
                </a:cubicBezTo>
                <a:cubicBezTo>
                  <a:pt x="1115147" y="216047"/>
                  <a:pt x="1113366" y="220310"/>
                  <a:pt x="1109804" y="223871"/>
                </a:cubicBezTo>
                <a:cubicBezTo>
                  <a:pt x="1106243" y="227324"/>
                  <a:pt x="1101980" y="229051"/>
                  <a:pt x="1097017" y="229051"/>
                </a:cubicBezTo>
                <a:cubicBezTo>
                  <a:pt x="1092053" y="229051"/>
                  <a:pt x="1087790" y="227324"/>
                  <a:pt x="1084229" y="223871"/>
                </a:cubicBezTo>
                <a:cubicBezTo>
                  <a:pt x="1080775" y="220310"/>
                  <a:pt x="1079048" y="216047"/>
                  <a:pt x="1079048" y="211083"/>
                </a:cubicBezTo>
                <a:cubicBezTo>
                  <a:pt x="1079048" y="206119"/>
                  <a:pt x="1080775" y="201856"/>
                  <a:pt x="1084229" y="198295"/>
                </a:cubicBezTo>
                <a:cubicBezTo>
                  <a:pt x="1087790" y="194734"/>
                  <a:pt x="1092053" y="192953"/>
                  <a:pt x="1097017" y="19295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203">
            <a:extLst xmlns:a="http://schemas.openxmlformats.org/drawingml/2006/main">
              <a:ext uri="{FF2B5EF4-FFF2-40B4-BE49-F238E27FC236}">
                <a16:creationId xmlns:a16="http://schemas.microsoft.com/office/drawing/2014/main" id="{4FA211C2-A936-43D5-BC06-88E5270A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426" y="1697793"/>
            <a:ext cx="1242052" cy="353032"/>
          </a:xfrm>
          <a:custGeom xmlns:a="http://schemas.openxmlformats.org/drawingml/2006/main">
            <a:pathLst>
              <a:path w="1061567" h="301732">
                <a:moveTo>
                  <a:pt x="186964" y="5666"/>
                </a:moveTo>
                <a:lnTo>
                  <a:pt x="170291" y="188259"/>
                </a:lnTo>
                <a:cubicBezTo>
                  <a:pt x="169427" y="196784"/>
                  <a:pt x="168996" y="202396"/>
                  <a:pt x="168996" y="205094"/>
                </a:cubicBezTo>
                <a:cubicBezTo>
                  <a:pt x="168996" y="209410"/>
                  <a:pt x="169805" y="212702"/>
                  <a:pt x="171424" y="214968"/>
                </a:cubicBezTo>
                <a:cubicBezTo>
                  <a:pt x="173474" y="218097"/>
                  <a:pt x="176226" y="220418"/>
                  <a:pt x="179680" y="221929"/>
                </a:cubicBezTo>
                <a:cubicBezTo>
                  <a:pt x="183240" y="223439"/>
                  <a:pt x="189176" y="224195"/>
                  <a:pt x="197485" y="224195"/>
                </a:cubicBezTo>
                <a:lnTo>
                  <a:pt x="195705" y="230184"/>
                </a:lnTo>
                <a:lnTo>
                  <a:pt x="109265" y="230184"/>
                </a:lnTo>
                <a:lnTo>
                  <a:pt x="111045" y="224195"/>
                </a:lnTo>
                <a:lnTo>
                  <a:pt x="114768" y="224195"/>
                </a:lnTo>
                <a:cubicBezTo>
                  <a:pt x="121783" y="224195"/>
                  <a:pt x="127502" y="222684"/>
                  <a:pt x="131927" y="219662"/>
                </a:cubicBezTo>
                <a:cubicBezTo>
                  <a:pt x="135057" y="217612"/>
                  <a:pt x="137484" y="214213"/>
                  <a:pt x="139211" y="209464"/>
                </a:cubicBezTo>
                <a:cubicBezTo>
                  <a:pt x="140398" y="206119"/>
                  <a:pt x="141531" y="198241"/>
                  <a:pt x="142610" y="185831"/>
                </a:cubicBezTo>
                <a:lnTo>
                  <a:pt x="145200" y="157988"/>
                </a:lnTo>
                <a:lnTo>
                  <a:pt x="82394" y="157988"/>
                </a:lnTo>
                <a:lnTo>
                  <a:pt x="60055" y="188259"/>
                </a:lnTo>
                <a:cubicBezTo>
                  <a:pt x="54983" y="195058"/>
                  <a:pt x="51800" y="199968"/>
                  <a:pt x="50504" y="202989"/>
                </a:cubicBezTo>
                <a:cubicBezTo>
                  <a:pt x="49209" y="205903"/>
                  <a:pt x="48562" y="208655"/>
                  <a:pt x="48562" y="211245"/>
                </a:cubicBezTo>
                <a:cubicBezTo>
                  <a:pt x="48562" y="214698"/>
                  <a:pt x="49965" y="217666"/>
                  <a:pt x="52771" y="220148"/>
                </a:cubicBezTo>
                <a:cubicBezTo>
                  <a:pt x="55576" y="222630"/>
                  <a:pt x="60217" y="223979"/>
                  <a:pt x="66691" y="224195"/>
                </a:cubicBezTo>
                <a:lnTo>
                  <a:pt x="64911" y="230184"/>
                </a:lnTo>
                <a:lnTo>
                  <a:pt x="0" y="230184"/>
                </a:lnTo>
                <a:lnTo>
                  <a:pt x="1781" y="224195"/>
                </a:lnTo>
                <a:cubicBezTo>
                  <a:pt x="9766" y="223871"/>
                  <a:pt x="16781" y="221227"/>
                  <a:pt x="22824" y="216263"/>
                </a:cubicBezTo>
                <a:cubicBezTo>
                  <a:pt x="28975" y="211191"/>
                  <a:pt x="38094" y="200453"/>
                  <a:pt x="50181" y="184050"/>
                </a:cubicBezTo>
                <a:lnTo>
                  <a:pt x="181298" y="5666"/>
                </a:lnTo>
                <a:lnTo>
                  <a:pt x="186964" y="5666"/>
                </a:lnTo>
                <a:moveTo>
                  <a:pt x="154913" y="59569"/>
                </a:moveTo>
                <a:lnTo>
                  <a:pt x="91296" y="146172"/>
                </a:lnTo>
                <a:lnTo>
                  <a:pt x="146495" y="146172"/>
                </a:lnTo>
                <a:lnTo>
                  <a:pt x="154913" y="59569"/>
                </a:lnTo>
                <a:moveTo>
                  <a:pt x="317434" y="0"/>
                </a:moveTo>
                <a:lnTo>
                  <a:pt x="262073" y="192629"/>
                </a:lnTo>
                <a:cubicBezTo>
                  <a:pt x="259375" y="202234"/>
                  <a:pt x="258026" y="208115"/>
                  <a:pt x="258026" y="210274"/>
                </a:cubicBezTo>
                <a:cubicBezTo>
                  <a:pt x="258026" y="211892"/>
                  <a:pt x="258512" y="213241"/>
                  <a:pt x="259483" y="214321"/>
                </a:cubicBezTo>
                <a:cubicBezTo>
                  <a:pt x="260562" y="215400"/>
                  <a:pt x="261857" y="215939"/>
                  <a:pt x="263368" y="215939"/>
                </a:cubicBezTo>
                <a:cubicBezTo>
                  <a:pt x="265418" y="215939"/>
                  <a:pt x="267631" y="215022"/>
                  <a:pt x="270005" y="213187"/>
                </a:cubicBezTo>
                <a:cubicBezTo>
                  <a:pt x="275616" y="208763"/>
                  <a:pt x="281498" y="201910"/>
                  <a:pt x="287649" y="192629"/>
                </a:cubicBezTo>
                <a:lnTo>
                  <a:pt x="292505" y="197647"/>
                </a:lnTo>
                <a:cubicBezTo>
                  <a:pt x="282253" y="212108"/>
                  <a:pt x="272811" y="222198"/>
                  <a:pt x="264177" y="227918"/>
                </a:cubicBezTo>
                <a:cubicBezTo>
                  <a:pt x="257810" y="232019"/>
                  <a:pt x="251767" y="234069"/>
                  <a:pt x="246048" y="234069"/>
                </a:cubicBezTo>
                <a:cubicBezTo>
                  <a:pt x="241947" y="234069"/>
                  <a:pt x="238494" y="232666"/>
                  <a:pt x="235688" y="229860"/>
                </a:cubicBezTo>
                <a:cubicBezTo>
                  <a:pt x="232990" y="227054"/>
                  <a:pt x="231641" y="223817"/>
                  <a:pt x="231641" y="220148"/>
                </a:cubicBezTo>
                <a:cubicBezTo>
                  <a:pt x="231641" y="216263"/>
                  <a:pt x="233368" y="208277"/>
                  <a:pt x="236821" y="196191"/>
                </a:cubicBezTo>
                <a:lnTo>
                  <a:pt x="280689" y="44353"/>
                </a:lnTo>
                <a:cubicBezTo>
                  <a:pt x="284249" y="31943"/>
                  <a:pt x="286031" y="24821"/>
                  <a:pt x="286031" y="22986"/>
                </a:cubicBezTo>
                <a:cubicBezTo>
                  <a:pt x="286031" y="20396"/>
                  <a:pt x="285005" y="18292"/>
                  <a:pt x="282955" y="16673"/>
                </a:cubicBezTo>
                <a:cubicBezTo>
                  <a:pt x="280904" y="14946"/>
                  <a:pt x="277720" y="14083"/>
                  <a:pt x="273404" y="14083"/>
                </a:cubicBezTo>
                <a:cubicBezTo>
                  <a:pt x="270922" y="14083"/>
                  <a:pt x="267145" y="14461"/>
                  <a:pt x="262073" y="15216"/>
                </a:cubicBezTo>
                <a:lnTo>
                  <a:pt x="262073" y="9227"/>
                </a:lnTo>
                <a:lnTo>
                  <a:pt x="317434" y="0"/>
                </a:lnTo>
                <a:moveTo>
                  <a:pt x="385259" y="19425"/>
                </a:moveTo>
                <a:cubicBezTo>
                  <a:pt x="389792" y="19425"/>
                  <a:pt x="393622" y="20989"/>
                  <a:pt x="396751" y="24119"/>
                </a:cubicBezTo>
                <a:cubicBezTo>
                  <a:pt x="399881" y="27249"/>
                  <a:pt x="401446" y="31080"/>
                  <a:pt x="401446" y="35612"/>
                </a:cubicBezTo>
                <a:cubicBezTo>
                  <a:pt x="401446" y="40037"/>
                  <a:pt x="399828" y="43868"/>
                  <a:pt x="396590" y="47105"/>
                </a:cubicBezTo>
                <a:cubicBezTo>
                  <a:pt x="393461" y="50235"/>
                  <a:pt x="389683" y="51800"/>
                  <a:pt x="385259" y="51800"/>
                </a:cubicBezTo>
                <a:cubicBezTo>
                  <a:pt x="380835" y="51800"/>
                  <a:pt x="377004" y="50235"/>
                  <a:pt x="373766" y="47105"/>
                </a:cubicBezTo>
                <a:cubicBezTo>
                  <a:pt x="370637" y="43868"/>
                  <a:pt x="369072" y="40037"/>
                  <a:pt x="369072" y="35612"/>
                </a:cubicBezTo>
                <a:cubicBezTo>
                  <a:pt x="369072" y="31080"/>
                  <a:pt x="370637" y="27249"/>
                  <a:pt x="373766" y="24119"/>
                </a:cubicBezTo>
                <a:cubicBezTo>
                  <a:pt x="376896" y="20989"/>
                  <a:pt x="380727" y="19425"/>
                  <a:pt x="385259" y="19425"/>
                </a:cubicBezTo>
                <a:moveTo>
                  <a:pt x="387364" y="83688"/>
                </a:moveTo>
                <a:lnTo>
                  <a:pt x="355312" y="197162"/>
                </a:lnTo>
                <a:cubicBezTo>
                  <a:pt x="353154" y="204824"/>
                  <a:pt x="352075" y="209410"/>
                  <a:pt x="352075" y="210921"/>
                </a:cubicBezTo>
                <a:cubicBezTo>
                  <a:pt x="352075" y="212648"/>
                  <a:pt x="352560" y="214051"/>
                  <a:pt x="353531" y="215130"/>
                </a:cubicBezTo>
                <a:cubicBezTo>
                  <a:pt x="354611" y="216209"/>
                  <a:pt x="355852" y="216749"/>
                  <a:pt x="357255" y="216749"/>
                </a:cubicBezTo>
                <a:cubicBezTo>
                  <a:pt x="358874" y="216749"/>
                  <a:pt x="360816" y="215885"/>
                  <a:pt x="363082" y="214158"/>
                </a:cubicBezTo>
                <a:cubicBezTo>
                  <a:pt x="369234" y="209302"/>
                  <a:pt x="375439" y="202396"/>
                  <a:pt x="381698" y="193439"/>
                </a:cubicBezTo>
                <a:lnTo>
                  <a:pt x="387364" y="197162"/>
                </a:lnTo>
                <a:cubicBezTo>
                  <a:pt x="380024" y="208385"/>
                  <a:pt x="371391" y="217828"/>
                  <a:pt x="361463" y="225490"/>
                </a:cubicBezTo>
                <a:cubicBezTo>
                  <a:pt x="354125" y="231209"/>
                  <a:pt x="347111" y="234069"/>
                  <a:pt x="340420" y="234069"/>
                </a:cubicBezTo>
                <a:cubicBezTo>
                  <a:pt x="335995" y="234069"/>
                  <a:pt x="332380" y="232774"/>
                  <a:pt x="329574" y="230184"/>
                </a:cubicBezTo>
                <a:cubicBezTo>
                  <a:pt x="326768" y="227486"/>
                  <a:pt x="325365" y="224141"/>
                  <a:pt x="325365" y="220148"/>
                </a:cubicBezTo>
                <a:cubicBezTo>
                  <a:pt x="325365" y="216155"/>
                  <a:pt x="326715" y="209518"/>
                  <a:pt x="329413" y="200237"/>
                </a:cubicBezTo>
                <a:lnTo>
                  <a:pt x="350456" y="127718"/>
                </a:lnTo>
                <a:cubicBezTo>
                  <a:pt x="353910" y="115848"/>
                  <a:pt x="355636" y="108401"/>
                  <a:pt x="355636" y="105380"/>
                </a:cubicBezTo>
                <a:cubicBezTo>
                  <a:pt x="355636" y="103005"/>
                  <a:pt x="354773" y="101063"/>
                  <a:pt x="353046" y="99552"/>
                </a:cubicBezTo>
                <a:cubicBezTo>
                  <a:pt x="351427" y="98041"/>
                  <a:pt x="349161" y="97286"/>
                  <a:pt x="346247" y="97286"/>
                </a:cubicBezTo>
                <a:cubicBezTo>
                  <a:pt x="343874" y="97286"/>
                  <a:pt x="338963" y="97880"/>
                  <a:pt x="331517" y="99066"/>
                </a:cubicBezTo>
                <a:lnTo>
                  <a:pt x="331517" y="92754"/>
                </a:lnTo>
                <a:lnTo>
                  <a:pt x="387364" y="83688"/>
                </a:lnTo>
                <a:moveTo>
                  <a:pt x="576108" y="93725"/>
                </a:moveTo>
                <a:lnTo>
                  <a:pt x="571414" y="110560"/>
                </a:lnTo>
                <a:lnTo>
                  <a:pt x="544380" y="110560"/>
                </a:lnTo>
                <a:cubicBezTo>
                  <a:pt x="546431" y="116387"/>
                  <a:pt x="547456" y="121837"/>
                  <a:pt x="547456" y="126909"/>
                </a:cubicBezTo>
                <a:cubicBezTo>
                  <a:pt x="547456" y="141154"/>
                  <a:pt x="541412" y="153834"/>
                  <a:pt x="529326" y="164949"/>
                </a:cubicBezTo>
                <a:cubicBezTo>
                  <a:pt x="517132" y="176064"/>
                  <a:pt x="500405" y="182216"/>
                  <a:pt x="479146" y="183403"/>
                </a:cubicBezTo>
                <a:cubicBezTo>
                  <a:pt x="467707" y="186856"/>
                  <a:pt x="459127" y="190957"/>
                  <a:pt x="453408" y="195705"/>
                </a:cubicBezTo>
                <a:cubicBezTo>
                  <a:pt x="451249" y="197432"/>
                  <a:pt x="450170" y="199212"/>
                  <a:pt x="450170" y="201047"/>
                </a:cubicBezTo>
                <a:cubicBezTo>
                  <a:pt x="450170" y="203205"/>
                  <a:pt x="451142" y="205202"/>
                  <a:pt x="453084" y="207036"/>
                </a:cubicBezTo>
                <a:cubicBezTo>
                  <a:pt x="455026" y="208763"/>
                  <a:pt x="459936" y="210543"/>
                  <a:pt x="467814" y="212378"/>
                </a:cubicBezTo>
                <a:lnTo>
                  <a:pt x="499217" y="219662"/>
                </a:lnTo>
                <a:cubicBezTo>
                  <a:pt x="516593" y="223763"/>
                  <a:pt x="528086" y="228619"/>
                  <a:pt x="533697" y="234231"/>
                </a:cubicBezTo>
                <a:cubicBezTo>
                  <a:pt x="539200" y="239950"/>
                  <a:pt x="541953" y="246533"/>
                  <a:pt x="541953" y="253979"/>
                </a:cubicBezTo>
                <a:cubicBezTo>
                  <a:pt x="541953" y="262828"/>
                  <a:pt x="538661" y="270922"/>
                  <a:pt x="532078" y="278261"/>
                </a:cubicBezTo>
                <a:cubicBezTo>
                  <a:pt x="525603" y="285599"/>
                  <a:pt x="516052" y="291318"/>
                  <a:pt x="503427" y="295419"/>
                </a:cubicBezTo>
                <a:cubicBezTo>
                  <a:pt x="490908" y="299628"/>
                  <a:pt x="477041" y="301732"/>
                  <a:pt x="461825" y="301732"/>
                </a:cubicBezTo>
                <a:cubicBezTo>
                  <a:pt x="448444" y="301732"/>
                  <a:pt x="436249" y="300113"/>
                  <a:pt x="425241" y="296876"/>
                </a:cubicBezTo>
                <a:cubicBezTo>
                  <a:pt x="414234" y="293747"/>
                  <a:pt x="406357" y="289484"/>
                  <a:pt x="401608" y="284088"/>
                </a:cubicBezTo>
                <a:cubicBezTo>
                  <a:pt x="396860" y="278692"/>
                  <a:pt x="394485" y="273135"/>
                  <a:pt x="394485" y="267415"/>
                </a:cubicBezTo>
                <a:cubicBezTo>
                  <a:pt x="394485" y="262775"/>
                  <a:pt x="396050" y="257918"/>
                  <a:pt x="399180" y="252846"/>
                </a:cubicBezTo>
                <a:cubicBezTo>
                  <a:pt x="402202" y="247882"/>
                  <a:pt x="406033" y="243781"/>
                  <a:pt x="410673" y="240544"/>
                </a:cubicBezTo>
                <a:cubicBezTo>
                  <a:pt x="413587" y="238493"/>
                  <a:pt x="421842" y="233637"/>
                  <a:pt x="435439" y="225975"/>
                </a:cubicBezTo>
                <a:cubicBezTo>
                  <a:pt x="430475" y="222090"/>
                  <a:pt x="427993" y="217828"/>
                  <a:pt x="427993" y="213187"/>
                </a:cubicBezTo>
                <a:cubicBezTo>
                  <a:pt x="427993" y="208871"/>
                  <a:pt x="430152" y="204284"/>
                  <a:pt x="434468" y="199428"/>
                </a:cubicBezTo>
                <a:cubicBezTo>
                  <a:pt x="438893" y="194572"/>
                  <a:pt x="448174" y="189230"/>
                  <a:pt x="462311" y="183403"/>
                </a:cubicBezTo>
                <a:cubicBezTo>
                  <a:pt x="450440" y="181136"/>
                  <a:pt x="440997" y="176172"/>
                  <a:pt x="433983" y="168510"/>
                </a:cubicBezTo>
                <a:cubicBezTo>
                  <a:pt x="427076" y="160848"/>
                  <a:pt x="423623" y="152323"/>
                  <a:pt x="423623" y="142934"/>
                </a:cubicBezTo>
                <a:cubicBezTo>
                  <a:pt x="423623" y="127610"/>
                  <a:pt x="430314" y="113905"/>
                  <a:pt x="443695" y="101819"/>
                </a:cubicBezTo>
                <a:cubicBezTo>
                  <a:pt x="457185" y="89732"/>
                  <a:pt x="475098" y="83688"/>
                  <a:pt x="497437" y="83688"/>
                </a:cubicBezTo>
                <a:cubicBezTo>
                  <a:pt x="505531" y="83688"/>
                  <a:pt x="512168" y="84498"/>
                  <a:pt x="517347" y="86117"/>
                </a:cubicBezTo>
                <a:cubicBezTo>
                  <a:pt x="522528" y="87735"/>
                  <a:pt x="527545" y="90272"/>
                  <a:pt x="532402" y="93725"/>
                </a:cubicBezTo>
                <a:lnTo>
                  <a:pt x="576108" y="93725"/>
                </a:lnTo>
                <a:moveTo>
                  <a:pt x="519937" y="119139"/>
                </a:moveTo>
                <a:cubicBezTo>
                  <a:pt x="519937" y="110505"/>
                  <a:pt x="517509" y="103707"/>
                  <a:pt x="512653" y="98743"/>
                </a:cubicBezTo>
                <a:cubicBezTo>
                  <a:pt x="507905" y="93779"/>
                  <a:pt x="501646" y="91297"/>
                  <a:pt x="493876" y="91297"/>
                </a:cubicBezTo>
                <a:cubicBezTo>
                  <a:pt x="481681" y="91297"/>
                  <a:pt x="471591" y="97448"/>
                  <a:pt x="463606" y="109750"/>
                </a:cubicBezTo>
                <a:cubicBezTo>
                  <a:pt x="455728" y="121945"/>
                  <a:pt x="451789" y="134679"/>
                  <a:pt x="451789" y="147952"/>
                </a:cubicBezTo>
                <a:cubicBezTo>
                  <a:pt x="451789" y="156262"/>
                  <a:pt x="454325" y="163061"/>
                  <a:pt x="459397" y="168349"/>
                </a:cubicBezTo>
                <a:cubicBezTo>
                  <a:pt x="464468" y="173636"/>
                  <a:pt x="470620" y="176280"/>
                  <a:pt x="477850" y="176280"/>
                </a:cubicBezTo>
                <a:cubicBezTo>
                  <a:pt x="483570" y="176280"/>
                  <a:pt x="489074" y="174715"/>
                  <a:pt x="494362" y="171586"/>
                </a:cubicBezTo>
                <a:cubicBezTo>
                  <a:pt x="499757" y="168456"/>
                  <a:pt x="504289" y="164140"/>
                  <a:pt x="507959" y="158636"/>
                </a:cubicBezTo>
                <a:cubicBezTo>
                  <a:pt x="511628" y="153132"/>
                  <a:pt x="514542" y="146118"/>
                  <a:pt x="516700" y="137593"/>
                </a:cubicBezTo>
                <a:cubicBezTo>
                  <a:pt x="518859" y="129067"/>
                  <a:pt x="519937" y="122916"/>
                  <a:pt x="519937" y="119139"/>
                </a:cubicBezTo>
                <a:moveTo>
                  <a:pt x="442400" y="230184"/>
                </a:moveTo>
                <a:cubicBezTo>
                  <a:pt x="433659" y="234177"/>
                  <a:pt x="427022" y="239303"/>
                  <a:pt x="422490" y="245562"/>
                </a:cubicBezTo>
                <a:cubicBezTo>
                  <a:pt x="418065" y="251821"/>
                  <a:pt x="415853" y="257972"/>
                  <a:pt x="415853" y="264016"/>
                </a:cubicBezTo>
                <a:cubicBezTo>
                  <a:pt x="415853" y="271138"/>
                  <a:pt x="419091" y="277020"/>
                  <a:pt x="425565" y="281660"/>
                </a:cubicBezTo>
                <a:cubicBezTo>
                  <a:pt x="434847" y="288351"/>
                  <a:pt x="448444" y="291696"/>
                  <a:pt x="466357" y="291696"/>
                </a:cubicBezTo>
                <a:cubicBezTo>
                  <a:pt x="481789" y="291696"/>
                  <a:pt x="494955" y="289052"/>
                  <a:pt x="505854" y="283764"/>
                </a:cubicBezTo>
                <a:cubicBezTo>
                  <a:pt x="516862" y="278584"/>
                  <a:pt x="522366" y="271840"/>
                  <a:pt x="522366" y="263530"/>
                </a:cubicBezTo>
                <a:cubicBezTo>
                  <a:pt x="522366" y="259321"/>
                  <a:pt x="520315" y="255328"/>
                  <a:pt x="516214" y="251551"/>
                </a:cubicBezTo>
                <a:cubicBezTo>
                  <a:pt x="512221" y="247774"/>
                  <a:pt x="504398" y="244699"/>
                  <a:pt x="492743" y="242325"/>
                </a:cubicBezTo>
                <a:cubicBezTo>
                  <a:pt x="486376" y="241030"/>
                  <a:pt x="469595" y="236983"/>
                  <a:pt x="442400" y="230184"/>
                </a:cubicBezTo>
                <a:moveTo>
                  <a:pt x="642313" y="83688"/>
                </a:moveTo>
                <a:lnTo>
                  <a:pt x="620784" y="157341"/>
                </a:lnTo>
                <a:cubicBezTo>
                  <a:pt x="640965" y="127232"/>
                  <a:pt x="656397" y="107430"/>
                  <a:pt x="667081" y="97933"/>
                </a:cubicBezTo>
                <a:cubicBezTo>
                  <a:pt x="677872" y="88437"/>
                  <a:pt x="688232" y="83688"/>
                  <a:pt x="698160" y="83688"/>
                </a:cubicBezTo>
                <a:cubicBezTo>
                  <a:pt x="703556" y="83688"/>
                  <a:pt x="707981" y="85469"/>
                  <a:pt x="711434" y="89030"/>
                </a:cubicBezTo>
                <a:cubicBezTo>
                  <a:pt x="714995" y="92592"/>
                  <a:pt x="716776" y="97232"/>
                  <a:pt x="716776" y="102952"/>
                </a:cubicBezTo>
                <a:cubicBezTo>
                  <a:pt x="716776" y="109426"/>
                  <a:pt x="715211" y="118060"/>
                  <a:pt x="712081" y="128851"/>
                </a:cubicBezTo>
                <a:lnTo>
                  <a:pt x="692332" y="197000"/>
                </a:lnTo>
                <a:cubicBezTo>
                  <a:pt x="690066" y="204878"/>
                  <a:pt x="688933" y="209680"/>
                  <a:pt x="688933" y="211407"/>
                </a:cubicBezTo>
                <a:cubicBezTo>
                  <a:pt x="688933" y="212917"/>
                  <a:pt x="689365" y="214213"/>
                  <a:pt x="690228" y="215292"/>
                </a:cubicBezTo>
                <a:cubicBezTo>
                  <a:pt x="691092" y="216263"/>
                  <a:pt x="692009" y="216749"/>
                  <a:pt x="692981" y="216749"/>
                </a:cubicBezTo>
                <a:cubicBezTo>
                  <a:pt x="694276" y="216749"/>
                  <a:pt x="695840" y="216047"/>
                  <a:pt x="697675" y="214644"/>
                </a:cubicBezTo>
                <a:cubicBezTo>
                  <a:pt x="703394" y="210112"/>
                  <a:pt x="709653" y="203205"/>
                  <a:pt x="716452" y="193925"/>
                </a:cubicBezTo>
                <a:lnTo>
                  <a:pt x="721470" y="197000"/>
                </a:lnTo>
                <a:cubicBezTo>
                  <a:pt x="711434" y="211353"/>
                  <a:pt x="701938" y="221605"/>
                  <a:pt x="692981" y="227756"/>
                </a:cubicBezTo>
                <a:cubicBezTo>
                  <a:pt x="686721" y="231965"/>
                  <a:pt x="681110" y="234069"/>
                  <a:pt x="676146" y="234069"/>
                </a:cubicBezTo>
                <a:cubicBezTo>
                  <a:pt x="672153" y="234069"/>
                  <a:pt x="668969" y="232828"/>
                  <a:pt x="666595" y="230346"/>
                </a:cubicBezTo>
                <a:cubicBezTo>
                  <a:pt x="664221" y="227972"/>
                  <a:pt x="663034" y="224734"/>
                  <a:pt x="663034" y="220634"/>
                </a:cubicBezTo>
                <a:cubicBezTo>
                  <a:pt x="663034" y="215454"/>
                  <a:pt x="664868" y="206551"/>
                  <a:pt x="668537" y="193925"/>
                </a:cubicBezTo>
                <a:lnTo>
                  <a:pt x="687315" y="128851"/>
                </a:lnTo>
                <a:cubicBezTo>
                  <a:pt x="689689" y="120758"/>
                  <a:pt x="690876" y="114444"/>
                  <a:pt x="690876" y="109912"/>
                </a:cubicBezTo>
                <a:cubicBezTo>
                  <a:pt x="690876" y="107754"/>
                  <a:pt x="690175" y="106027"/>
                  <a:pt x="688772" y="104732"/>
                </a:cubicBezTo>
                <a:cubicBezTo>
                  <a:pt x="687368" y="103329"/>
                  <a:pt x="685643" y="102628"/>
                  <a:pt x="683592" y="102628"/>
                </a:cubicBezTo>
                <a:cubicBezTo>
                  <a:pt x="680570" y="102628"/>
                  <a:pt x="676955" y="103923"/>
                  <a:pt x="672747" y="106513"/>
                </a:cubicBezTo>
                <a:cubicBezTo>
                  <a:pt x="664760" y="111369"/>
                  <a:pt x="656451" y="119409"/>
                  <a:pt x="647817" y="130632"/>
                </a:cubicBezTo>
                <a:cubicBezTo>
                  <a:pt x="639184" y="141747"/>
                  <a:pt x="630066" y="155992"/>
                  <a:pt x="620461" y="173367"/>
                </a:cubicBezTo>
                <a:cubicBezTo>
                  <a:pt x="615388" y="182539"/>
                  <a:pt x="611180" y="192576"/>
                  <a:pt x="607835" y="203475"/>
                </a:cubicBezTo>
                <a:lnTo>
                  <a:pt x="599741" y="230184"/>
                </a:lnTo>
                <a:lnTo>
                  <a:pt x="575460" y="230184"/>
                </a:lnTo>
                <a:lnTo>
                  <a:pt x="604921" y="128851"/>
                </a:lnTo>
                <a:cubicBezTo>
                  <a:pt x="608375" y="116657"/>
                  <a:pt x="610101" y="109319"/>
                  <a:pt x="610101" y="106836"/>
                </a:cubicBezTo>
                <a:cubicBezTo>
                  <a:pt x="610101" y="104462"/>
                  <a:pt x="609130" y="102412"/>
                  <a:pt x="607187" y="100685"/>
                </a:cubicBezTo>
                <a:cubicBezTo>
                  <a:pt x="605353" y="98851"/>
                  <a:pt x="603033" y="97933"/>
                  <a:pt x="600226" y="97933"/>
                </a:cubicBezTo>
                <a:cubicBezTo>
                  <a:pt x="598932" y="97933"/>
                  <a:pt x="596666" y="98149"/>
                  <a:pt x="593428" y="98581"/>
                </a:cubicBezTo>
                <a:lnTo>
                  <a:pt x="587277" y="99552"/>
                </a:lnTo>
                <a:lnTo>
                  <a:pt x="586306" y="93725"/>
                </a:lnTo>
                <a:lnTo>
                  <a:pt x="642313" y="83688"/>
                </a:lnTo>
                <a:moveTo>
                  <a:pt x="774402" y="169158"/>
                </a:moveTo>
                <a:cubicBezTo>
                  <a:pt x="773647" y="174553"/>
                  <a:pt x="773269" y="179032"/>
                  <a:pt x="773269" y="182593"/>
                </a:cubicBezTo>
                <a:cubicBezTo>
                  <a:pt x="773269" y="192198"/>
                  <a:pt x="776669" y="200399"/>
                  <a:pt x="783467" y="207198"/>
                </a:cubicBezTo>
                <a:cubicBezTo>
                  <a:pt x="790266" y="213889"/>
                  <a:pt x="798522" y="217234"/>
                  <a:pt x="808234" y="217234"/>
                </a:cubicBezTo>
                <a:cubicBezTo>
                  <a:pt x="816005" y="217234"/>
                  <a:pt x="823450" y="215670"/>
                  <a:pt x="830573" y="212540"/>
                </a:cubicBezTo>
                <a:cubicBezTo>
                  <a:pt x="837803" y="209302"/>
                  <a:pt x="848486" y="202234"/>
                  <a:pt x="862624" y="191335"/>
                </a:cubicBezTo>
                <a:lnTo>
                  <a:pt x="866024" y="196029"/>
                </a:lnTo>
                <a:cubicBezTo>
                  <a:pt x="840447" y="221389"/>
                  <a:pt x="816058" y="234069"/>
                  <a:pt x="792856" y="234069"/>
                </a:cubicBezTo>
                <a:cubicBezTo>
                  <a:pt x="777100" y="234069"/>
                  <a:pt x="765230" y="229105"/>
                  <a:pt x="757244" y="219177"/>
                </a:cubicBezTo>
                <a:cubicBezTo>
                  <a:pt x="749259" y="209248"/>
                  <a:pt x="745266" y="198295"/>
                  <a:pt x="745266" y="186316"/>
                </a:cubicBezTo>
                <a:cubicBezTo>
                  <a:pt x="745266" y="170237"/>
                  <a:pt x="750230" y="153780"/>
                  <a:pt x="760158" y="136945"/>
                </a:cubicBezTo>
                <a:cubicBezTo>
                  <a:pt x="770086" y="120110"/>
                  <a:pt x="782551" y="107052"/>
                  <a:pt x="797551" y="97772"/>
                </a:cubicBezTo>
                <a:cubicBezTo>
                  <a:pt x="812551" y="88383"/>
                  <a:pt x="827983" y="83688"/>
                  <a:pt x="843846" y="83688"/>
                </a:cubicBezTo>
                <a:cubicBezTo>
                  <a:pt x="855285" y="83688"/>
                  <a:pt x="863757" y="86009"/>
                  <a:pt x="869261" y="90649"/>
                </a:cubicBezTo>
                <a:cubicBezTo>
                  <a:pt x="874764" y="95290"/>
                  <a:pt x="877516" y="100793"/>
                  <a:pt x="877516" y="107160"/>
                </a:cubicBezTo>
                <a:cubicBezTo>
                  <a:pt x="877516" y="116117"/>
                  <a:pt x="873955" y="124697"/>
                  <a:pt x="866833" y="132898"/>
                </a:cubicBezTo>
                <a:cubicBezTo>
                  <a:pt x="857444" y="143582"/>
                  <a:pt x="843631" y="152215"/>
                  <a:pt x="825392" y="158798"/>
                </a:cubicBezTo>
                <a:cubicBezTo>
                  <a:pt x="813307" y="163222"/>
                  <a:pt x="796310" y="166676"/>
                  <a:pt x="774402" y="169158"/>
                </a:cubicBezTo>
                <a:moveTo>
                  <a:pt x="775536" y="161226"/>
                </a:moveTo>
                <a:cubicBezTo>
                  <a:pt x="791507" y="159391"/>
                  <a:pt x="804511" y="156262"/>
                  <a:pt x="814547" y="151837"/>
                </a:cubicBezTo>
                <a:cubicBezTo>
                  <a:pt x="827821" y="145902"/>
                  <a:pt x="837749" y="138834"/>
                  <a:pt x="844332" y="130632"/>
                </a:cubicBezTo>
                <a:cubicBezTo>
                  <a:pt x="851022" y="122322"/>
                  <a:pt x="854368" y="114444"/>
                  <a:pt x="854368" y="106998"/>
                </a:cubicBezTo>
                <a:cubicBezTo>
                  <a:pt x="854368" y="102466"/>
                  <a:pt x="852911" y="98797"/>
                  <a:pt x="849998" y="95991"/>
                </a:cubicBezTo>
                <a:cubicBezTo>
                  <a:pt x="847192" y="93185"/>
                  <a:pt x="843145" y="91782"/>
                  <a:pt x="837857" y="91782"/>
                </a:cubicBezTo>
                <a:cubicBezTo>
                  <a:pt x="826850" y="91782"/>
                  <a:pt x="815141" y="97664"/>
                  <a:pt x="802730" y="109426"/>
                </a:cubicBezTo>
                <a:cubicBezTo>
                  <a:pt x="790428" y="121081"/>
                  <a:pt x="781363" y="138348"/>
                  <a:pt x="775536" y="161226"/>
                </a:cubicBezTo>
                <a:moveTo>
                  <a:pt x="1061567" y="0"/>
                </a:moveTo>
                <a:lnTo>
                  <a:pt x="1005882" y="191011"/>
                </a:lnTo>
                <a:cubicBezTo>
                  <a:pt x="1002860" y="201370"/>
                  <a:pt x="1001350" y="208169"/>
                  <a:pt x="1001350" y="211407"/>
                </a:cubicBezTo>
                <a:cubicBezTo>
                  <a:pt x="1001350" y="212486"/>
                  <a:pt x="1001780" y="213511"/>
                  <a:pt x="1002644" y="214482"/>
                </a:cubicBezTo>
                <a:cubicBezTo>
                  <a:pt x="1003616" y="215454"/>
                  <a:pt x="1004587" y="215939"/>
                  <a:pt x="1005558" y="215939"/>
                </a:cubicBezTo>
                <a:cubicBezTo>
                  <a:pt x="1006961" y="215939"/>
                  <a:pt x="1008633" y="215238"/>
                  <a:pt x="1010576" y="213835"/>
                </a:cubicBezTo>
                <a:cubicBezTo>
                  <a:pt x="1014245" y="211245"/>
                  <a:pt x="1020396" y="204770"/>
                  <a:pt x="1029029" y="194410"/>
                </a:cubicBezTo>
                <a:lnTo>
                  <a:pt x="1034533" y="197809"/>
                </a:lnTo>
                <a:cubicBezTo>
                  <a:pt x="1026763" y="208601"/>
                  <a:pt x="1018886" y="217342"/>
                  <a:pt x="1010900" y="224033"/>
                </a:cubicBezTo>
                <a:cubicBezTo>
                  <a:pt x="1003022" y="230724"/>
                  <a:pt x="995630" y="234069"/>
                  <a:pt x="988724" y="234069"/>
                </a:cubicBezTo>
                <a:cubicBezTo>
                  <a:pt x="985053" y="234069"/>
                  <a:pt x="982033" y="232774"/>
                  <a:pt x="979659" y="230184"/>
                </a:cubicBezTo>
                <a:cubicBezTo>
                  <a:pt x="977284" y="227594"/>
                  <a:pt x="976097" y="223925"/>
                  <a:pt x="976097" y="219177"/>
                </a:cubicBezTo>
                <a:cubicBezTo>
                  <a:pt x="976097" y="213025"/>
                  <a:pt x="977715" y="204770"/>
                  <a:pt x="980953" y="194410"/>
                </a:cubicBezTo>
                <a:lnTo>
                  <a:pt x="987266" y="174338"/>
                </a:lnTo>
                <a:cubicBezTo>
                  <a:pt x="971618" y="198511"/>
                  <a:pt x="957374" y="215238"/>
                  <a:pt x="944531" y="224519"/>
                </a:cubicBezTo>
                <a:cubicBezTo>
                  <a:pt x="935683" y="230885"/>
                  <a:pt x="927212" y="234069"/>
                  <a:pt x="919118" y="234069"/>
                </a:cubicBezTo>
                <a:cubicBezTo>
                  <a:pt x="910916" y="234069"/>
                  <a:pt x="903739" y="230454"/>
                  <a:pt x="897589" y="223223"/>
                </a:cubicBezTo>
                <a:cubicBezTo>
                  <a:pt x="891545" y="215885"/>
                  <a:pt x="888524" y="205957"/>
                  <a:pt x="888524" y="193439"/>
                </a:cubicBezTo>
                <a:cubicBezTo>
                  <a:pt x="888524" y="177359"/>
                  <a:pt x="893650" y="160201"/>
                  <a:pt x="903901" y="141963"/>
                </a:cubicBezTo>
                <a:cubicBezTo>
                  <a:pt x="914154" y="123725"/>
                  <a:pt x="927696" y="108887"/>
                  <a:pt x="944531" y="97448"/>
                </a:cubicBezTo>
                <a:cubicBezTo>
                  <a:pt x="957805" y="88275"/>
                  <a:pt x="970000" y="83688"/>
                  <a:pt x="981115" y="83688"/>
                </a:cubicBezTo>
                <a:cubicBezTo>
                  <a:pt x="986942" y="83688"/>
                  <a:pt x="991961" y="84876"/>
                  <a:pt x="996169" y="87250"/>
                </a:cubicBezTo>
                <a:cubicBezTo>
                  <a:pt x="1000378" y="89624"/>
                  <a:pt x="1004533" y="93563"/>
                  <a:pt x="1008633" y="99066"/>
                </a:cubicBezTo>
                <a:lnTo>
                  <a:pt x="1024497" y="42735"/>
                </a:lnTo>
                <a:cubicBezTo>
                  <a:pt x="1025684" y="38742"/>
                  <a:pt x="1026656" y="35558"/>
                  <a:pt x="1027411" y="33184"/>
                </a:cubicBezTo>
                <a:cubicBezTo>
                  <a:pt x="1028705" y="28867"/>
                  <a:pt x="1029354" y="25306"/>
                  <a:pt x="1029354" y="22500"/>
                </a:cubicBezTo>
                <a:cubicBezTo>
                  <a:pt x="1029354" y="20234"/>
                  <a:pt x="1028544" y="18346"/>
                  <a:pt x="1026925" y="16835"/>
                </a:cubicBezTo>
                <a:cubicBezTo>
                  <a:pt x="1024659" y="15000"/>
                  <a:pt x="1021746" y="14083"/>
                  <a:pt x="1018184" y="14083"/>
                </a:cubicBezTo>
                <a:cubicBezTo>
                  <a:pt x="1015702" y="14083"/>
                  <a:pt x="1011601" y="14461"/>
                  <a:pt x="1005882" y="15216"/>
                </a:cubicBezTo>
                <a:lnTo>
                  <a:pt x="1005882" y="9227"/>
                </a:lnTo>
                <a:lnTo>
                  <a:pt x="1061567" y="0"/>
                </a:lnTo>
                <a:moveTo>
                  <a:pt x="1001511" y="114930"/>
                </a:moveTo>
                <a:cubicBezTo>
                  <a:pt x="1001511" y="108023"/>
                  <a:pt x="999514" y="102466"/>
                  <a:pt x="995522" y="98257"/>
                </a:cubicBezTo>
                <a:cubicBezTo>
                  <a:pt x="991529" y="94048"/>
                  <a:pt x="986457" y="91944"/>
                  <a:pt x="980306" y="91944"/>
                </a:cubicBezTo>
                <a:cubicBezTo>
                  <a:pt x="966708" y="91944"/>
                  <a:pt x="952517" y="103167"/>
                  <a:pt x="937732" y="125614"/>
                </a:cubicBezTo>
                <a:cubicBezTo>
                  <a:pt x="923056" y="148060"/>
                  <a:pt x="915718" y="169535"/>
                  <a:pt x="915718" y="190039"/>
                </a:cubicBezTo>
                <a:cubicBezTo>
                  <a:pt x="915718" y="198133"/>
                  <a:pt x="917498" y="204338"/>
                  <a:pt x="921060" y="208655"/>
                </a:cubicBezTo>
                <a:cubicBezTo>
                  <a:pt x="924621" y="212864"/>
                  <a:pt x="928884" y="214968"/>
                  <a:pt x="933848" y="214968"/>
                </a:cubicBezTo>
                <a:cubicBezTo>
                  <a:pt x="945072" y="214968"/>
                  <a:pt x="959154" y="202827"/>
                  <a:pt x="976097" y="178547"/>
                </a:cubicBezTo>
                <a:cubicBezTo>
                  <a:pt x="993040" y="154265"/>
                  <a:pt x="1001511" y="133060"/>
                  <a:pt x="1001511" y="114930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text-205 (a)">
            <a:extLst xmlns:a="http://schemas.openxmlformats.org/drawingml/2006/main">
              <a:ext uri="{FF2B5EF4-FFF2-40B4-BE49-F238E27FC236}">
                <a16:creationId xmlns:a16="http://schemas.microsoft.com/office/drawing/2014/main" id="{7E46A8E6-0AA4-4D91-8397-8CFA8C5F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2" y="4615127"/>
            <a:ext cx="524519" cy="5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200" name="text-206 Definition">
            <a:extLst xmlns:a="http://schemas.openxmlformats.org/drawingml/2006/main">
              <a:ext uri="{FF2B5EF4-FFF2-40B4-BE49-F238E27FC236}">
                <a16:creationId xmlns:a16="http://schemas.microsoft.com/office/drawing/2014/main" id="{7EF22FC3-EEB6-4F37-9BCF-6AF3F9A1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978" y="4620365"/>
            <a:ext cx="1789323" cy="56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Definition</a:t>
            </a:r>
          </a:p>
        </p:txBody>
      </p:sp>
      <p:sp>
        <p:nvSpPr>
          <p:cNvPr id="201" name="text-206 of">
            <a:extLst xmlns:a="http://schemas.openxmlformats.org/drawingml/2006/main">
              <a:ext uri="{FF2B5EF4-FFF2-40B4-BE49-F238E27FC236}">
                <a16:creationId xmlns:a16="http://schemas.microsoft.com/office/drawing/2014/main" id="{9F47D1C8-48DC-42BA-B06A-946BF633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01" y="4615169"/>
            <a:ext cx="411883" cy="569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02" name="text-207 PAT.">
            <a:extLst xmlns:a="http://schemas.openxmlformats.org/drawingml/2006/main">
              <a:ext uri="{FF2B5EF4-FFF2-40B4-BE49-F238E27FC236}">
                <a16:creationId xmlns:a16="http://schemas.microsoft.com/office/drawing/2014/main" id="{544B75ED-8D02-4D25-A185-16C83598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9049" y="4622432"/>
            <a:ext cx="881419" cy="559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44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44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44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rPr>
              <a:t>PAT.</a:t>
            </a:r>
          </a:p>
        </p:txBody>
      </p:sp>
      <p:sp>
        <p:nvSpPr>
          <p:cNvPr id="203" name="path-208">
            <a:extLst xmlns:a="http://schemas.openxmlformats.org/drawingml/2006/main">
              <a:ext uri="{FF2B5EF4-FFF2-40B4-BE49-F238E27FC236}">
                <a16:creationId xmlns:a16="http://schemas.microsoft.com/office/drawing/2014/main" id="{9C865955-E112-40CD-ABE1-105841A0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1202126"/>
            <a:ext cx="8619575" cy="3232340"/>
          </a:xfrm>
          <a:custGeom xmlns:a="http://schemas.openxmlformats.org/drawingml/2006/main">
            <a:pathLst>
              <a:path w="7367043" h="2762641">
                <a:moveTo>
                  <a:pt x="0" y="0"/>
                </a:moveTo>
                <a:lnTo>
                  <a:pt x="7367043" y="0"/>
                </a:lnTo>
                <a:lnTo>
                  <a:pt x="7367043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209">
            <a:extLst xmlns:a="http://schemas.openxmlformats.org/drawingml/2006/main">
              <a:ext uri="{FF2B5EF4-FFF2-40B4-BE49-F238E27FC236}">
                <a16:creationId xmlns:a16="http://schemas.microsoft.com/office/drawing/2014/main" id="{AF0DDA8A-E167-4307-B438-3A6D513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89" y="1202126"/>
            <a:ext cx="21550" cy="3232340"/>
          </a:xfrm>
          <a:custGeom xmlns:a="http://schemas.openxmlformats.org/drawingml/2006/main">
            <a:pathLst>
              <a:path w="18418" h="2762641">
                <a:moveTo>
                  <a:pt x="9209" y="0"/>
                </a:moveTo>
                <a:lnTo>
                  <a:pt x="0" y="0"/>
                </a:lnTo>
                <a:lnTo>
                  <a:pt x="0" y="53128"/>
                </a:lnTo>
                <a:lnTo>
                  <a:pt x="9209" y="53128"/>
                </a:lnTo>
                <a:lnTo>
                  <a:pt x="18418" y="53128"/>
                </a:lnTo>
                <a:lnTo>
                  <a:pt x="18418" y="0"/>
                </a:lnTo>
                <a:lnTo>
                  <a:pt x="9209" y="0"/>
                </a:lnTo>
                <a:moveTo>
                  <a:pt x="9209" y="159383"/>
                </a:moveTo>
                <a:lnTo>
                  <a:pt x="0" y="159383"/>
                </a:lnTo>
                <a:lnTo>
                  <a:pt x="0" y="265638"/>
                </a:lnTo>
                <a:lnTo>
                  <a:pt x="9209" y="265638"/>
                </a:lnTo>
                <a:lnTo>
                  <a:pt x="18418" y="265638"/>
                </a:lnTo>
                <a:lnTo>
                  <a:pt x="18418" y="159383"/>
                </a:lnTo>
                <a:lnTo>
                  <a:pt x="9209" y="159383"/>
                </a:lnTo>
                <a:moveTo>
                  <a:pt x="9209" y="371894"/>
                </a:moveTo>
                <a:lnTo>
                  <a:pt x="0" y="371894"/>
                </a:lnTo>
                <a:lnTo>
                  <a:pt x="0" y="478149"/>
                </a:lnTo>
                <a:lnTo>
                  <a:pt x="9209" y="478149"/>
                </a:lnTo>
                <a:lnTo>
                  <a:pt x="18418" y="478149"/>
                </a:lnTo>
                <a:lnTo>
                  <a:pt x="18418" y="371894"/>
                </a:lnTo>
                <a:lnTo>
                  <a:pt x="9209" y="371894"/>
                </a:lnTo>
                <a:moveTo>
                  <a:pt x="9209" y="584405"/>
                </a:moveTo>
                <a:lnTo>
                  <a:pt x="0" y="584405"/>
                </a:lnTo>
                <a:lnTo>
                  <a:pt x="0" y="690660"/>
                </a:lnTo>
                <a:lnTo>
                  <a:pt x="9209" y="690660"/>
                </a:lnTo>
                <a:lnTo>
                  <a:pt x="18418" y="690660"/>
                </a:lnTo>
                <a:lnTo>
                  <a:pt x="18418" y="584405"/>
                </a:lnTo>
                <a:lnTo>
                  <a:pt x="9209" y="584405"/>
                </a:lnTo>
                <a:moveTo>
                  <a:pt x="9209" y="796916"/>
                </a:moveTo>
                <a:lnTo>
                  <a:pt x="0" y="796916"/>
                </a:lnTo>
                <a:lnTo>
                  <a:pt x="0" y="903171"/>
                </a:lnTo>
                <a:lnTo>
                  <a:pt x="9209" y="903171"/>
                </a:lnTo>
                <a:lnTo>
                  <a:pt x="18418" y="903171"/>
                </a:lnTo>
                <a:lnTo>
                  <a:pt x="18418" y="796916"/>
                </a:lnTo>
                <a:lnTo>
                  <a:pt x="9209" y="796916"/>
                </a:lnTo>
                <a:moveTo>
                  <a:pt x="9209" y="1009426"/>
                </a:moveTo>
                <a:lnTo>
                  <a:pt x="0" y="1009426"/>
                </a:lnTo>
                <a:lnTo>
                  <a:pt x="0" y="1115682"/>
                </a:lnTo>
                <a:lnTo>
                  <a:pt x="9209" y="1115682"/>
                </a:lnTo>
                <a:lnTo>
                  <a:pt x="18418" y="1115682"/>
                </a:lnTo>
                <a:lnTo>
                  <a:pt x="18418" y="1009426"/>
                </a:lnTo>
                <a:lnTo>
                  <a:pt x="9209" y="1009426"/>
                </a:lnTo>
                <a:moveTo>
                  <a:pt x="9209" y="1221937"/>
                </a:moveTo>
                <a:lnTo>
                  <a:pt x="0" y="1221937"/>
                </a:lnTo>
                <a:lnTo>
                  <a:pt x="0" y="1328193"/>
                </a:lnTo>
                <a:lnTo>
                  <a:pt x="9209" y="1328193"/>
                </a:lnTo>
                <a:lnTo>
                  <a:pt x="18418" y="1328193"/>
                </a:lnTo>
                <a:lnTo>
                  <a:pt x="18418" y="1221937"/>
                </a:lnTo>
                <a:lnTo>
                  <a:pt x="9209" y="1221937"/>
                </a:lnTo>
                <a:moveTo>
                  <a:pt x="9209" y="1434448"/>
                </a:moveTo>
                <a:lnTo>
                  <a:pt x="0" y="1434448"/>
                </a:lnTo>
                <a:lnTo>
                  <a:pt x="0" y="1540704"/>
                </a:lnTo>
                <a:lnTo>
                  <a:pt x="9209" y="1540704"/>
                </a:lnTo>
                <a:lnTo>
                  <a:pt x="18418" y="1540704"/>
                </a:lnTo>
                <a:lnTo>
                  <a:pt x="18418" y="1434448"/>
                </a:lnTo>
                <a:lnTo>
                  <a:pt x="9209" y="1434448"/>
                </a:lnTo>
                <a:moveTo>
                  <a:pt x="9209" y="1646959"/>
                </a:moveTo>
                <a:lnTo>
                  <a:pt x="0" y="1646959"/>
                </a:lnTo>
                <a:lnTo>
                  <a:pt x="0" y="1753215"/>
                </a:lnTo>
                <a:lnTo>
                  <a:pt x="9209" y="1753215"/>
                </a:lnTo>
                <a:lnTo>
                  <a:pt x="18418" y="1753215"/>
                </a:lnTo>
                <a:lnTo>
                  <a:pt x="18418" y="1646959"/>
                </a:lnTo>
                <a:lnTo>
                  <a:pt x="9209" y="1646959"/>
                </a:lnTo>
                <a:moveTo>
                  <a:pt x="9209" y="1859470"/>
                </a:moveTo>
                <a:lnTo>
                  <a:pt x="0" y="1859470"/>
                </a:lnTo>
                <a:lnTo>
                  <a:pt x="0" y="1965726"/>
                </a:lnTo>
                <a:lnTo>
                  <a:pt x="9209" y="1965726"/>
                </a:lnTo>
                <a:lnTo>
                  <a:pt x="18418" y="1965726"/>
                </a:lnTo>
                <a:lnTo>
                  <a:pt x="18418" y="1859470"/>
                </a:lnTo>
                <a:lnTo>
                  <a:pt x="9209" y="1859470"/>
                </a:lnTo>
                <a:moveTo>
                  <a:pt x="9209" y="2071981"/>
                </a:moveTo>
                <a:lnTo>
                  <a:pt x="0" y="2071981"/>
                </a:lnTo>
                <a:lnTo>
                  <a:pt x="0" y="2178237"/>
                </a:lnTo>
                <a:lnTo>
                  <a:pt x="9209" y="2178237"/>
                </a:lnTo>
                <a:lnTo>
                  <a:pt x="18418" y="2178237"/>
                </a:lnTo>
                <a:lnTo>
                  <a:pt x="18418" y="2071981"/>
                </a:lnTo>
                <a:lnTo>
                  <a:pt x="9209" y="2071981"/>
                </a:lnTo>
                <a:moveTo>
                  <a:pt x="9209" y="2284492"/>
                </a:moveTo>
                <a:lnTo>
                  <a:pt x="0" y="2284492"/>
                </a:lnTo>
                <a:lnTo>
                  <a:pt x="0" y="2390747"/>
                </a:lnTo>
                <a:lnTo>
                  <a:pt x="9209" y="2390747"/>
                </a:lnTo>
                <a:lnTo>
                  <a:pt x="18418" y="2390747"/>
                </a:lnTo>
                <a:lnTo>
                  <a:pt x="18418" y="2284492"/>
                </a:lnTo>
                <a:lnTo>
                  <a:pt x="9209" y="2284492"/>
                </a:lnTo>
                <a:moveTo>
                  <a:pt x="9209" y="2497003"/>
                </a:moveTo>
                <a:lnTo>
                  <a:pt x="0" y="2497003"/>
                </a:lnTo>
                <a:lnTo>
                  <a:pt x="0" y="2603258"/>
                </a:lnTo>
                <a:lnTo>
                  <a:pt x="9209" y="2603258"/>
                </a:lnTo>
                <a:lnTo>
                  <a:pt x="18418" y="2603258"/>
                </a:lnTo>
                <a:lnTo>
                  <a:pt x="18418" y="2497003"/>
                </a:lnTo>
                <a:lnTo>
                  <a:pt x="9209" y="2497003"/>
                </a:lnTo>
                <a:moveTo>
                  <a:pt x="9209" y="2709513"/>
                </a:moveTo>
                <a:lnTo>
                  <a:pt x="0" y="2709513"/>
                </a:lnTo>
                <a:lnTo>
                  <a:pt x="0" y="2762641"/>
                </a:lnTo>
                <a:lnTo>
                  <a:pt x="9209" y="2762641"/>
                </a:lnTo>
                <a:lnTo>
                  <a:pt x="18418" y="2762641"/>
                </a:lnTo>
                <a:lnTo>
                  <a:pt x="18418" y="2709513"/>
                </a:lnTo>
                <a:lnTo>
                  <a:pt x="9209" y="2709513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10">
            <a:extLst xmlns:a="http://schemas.openxmlformats.org/drawingml/2006/main">
              <a:ext uri="{FF2B5EF4-FFF2-40B4-BE49-F238E27FC236}">
                <a16:creationId xmlns:a16="http://schemas.microsoft.com/office/drawing/2014/main" id="{BCE54197-A996-4998-BC93-B8272655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1202126"/>
            <a:ext cx="4137396" cy="3232340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211">
            <a:extLst xmlns:a="http://schemas.openxmlformats.org/drawingml/2006/main">
              <a:ext uri="{FF2B5EF4-FFF2-40B4-BE49-F238E27FC236}">
                <a16:creationId xmlns:a16="http://schemas.microsoft.com/office/drawing/2014/main" id="{DE0E7C88-C88E-4DDE-8EB0-F58907E9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3744900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12">
            <a:extLst xmlns:a="http://schemas.openxmlformats.org/drawingml/2006/main">
              <a:ext uri="{FF2B5EF4-FFF2-40B4-BE49-F238E27FC236}">
                <a16:creationId xmlns:a16="http://schemas.microsoft.com/office/drawing/2014/main" id="{B5879B0E-8AC2-4FCA-B7B3-471ED68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3744900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13">
            <a:extLst xmlns:a="http://schemas.openxmlformats.org/drawingml/2006/main">
              <a:ext uri="{FF2B5EF4-FFF2-40B4-BE49-F238E27FC236}">
                <a16:creationId xmlns:a16="http://schemas.microsoft.com/office/drawing/2014/main" id="{3D25A9FB-CF15-4DDB-9200-17A3DC21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844" y="40025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14">
            <a:extLst xmlns:a="http://schemas.openxmlformats.org/drawingml/2006/main">
              <a:ext uri="{FF2B5EF4-FFF2-40B4-BE49-F238E27FC236}">
                <a16:creationId xmlns:a16="http://schemas.microsoft.com/office/drawing/2014/main" id="{A8D5615B-A589-43AF-81D3-2388CE7D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034" y="40204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15">
            <a:extLst xmlns:a="http://schemas.openxmlformats.org/drawingml/2006/main">
              <a:ext uri="{FF2B5EF4-FFF2-40B4-BE49-F238E27FC236}">
                <a16:creationId xmlns:a16="http://schemas.microsoft.com/office/drawing/2014/main" id="{D340ED39-6C0F-4276-BDCB-BCA8E356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395" y="4014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16">
            <a:extLst xmlns:a="http://schemas.openxmlformats.org/drawingml/2006/main">
              <a:ext uri="{FF2B5EF4-FFF2-40B4-BE49-F238E27FC236}">
                <a16:creationId xmlns:a16="http://schemas.microsoft.com/office/drawing/2014/main" id="{78FEAA92-F858-432E-9B77-62169483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263" y="4092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17">
            <a:extLst xmlns:a="http://schemas.openxmlformats.org/drawingml/2006/main">
              <a:ext uri="{FF2B5EF4-FFF2-40B4-BE49-F238E27FC236}">
                <a16:creationId xmlns:a16="http://schemas.microsoft.com/office/drawing/2014/main" id="{BFBF1AB6-099D-4546-AD87-4F596297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05" y="40404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8">
            <a:extLst xmlns:a="http://schemas.openxmlformats.org/drawingml/2006/main">
              <a:ext uri="{FF2B5EF4-FFF2-40B4-BE49-F238E27FC236}">
                <a16:creationId xmlns:a16="http://schemas.microsoft.com/office/drawing/2014/main" id="{6C4B14F9-3EF6-4B3D-857C-F08D4D0F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949" y="40119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19">
            <a:extLst xmlns:a="http://schemas.openxmlformats.org/drawingml/2006/main">
              <a:ext uri="{FF2B5EF4-FFF2-40B4-BE49-F238E27FC236}">
                <a16:creationId xmlns:a16="http://schemas.microsoft.com/office/drawing/2014/main" id="{E3DB006E-73FB-4489-A0DD-3C021737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073" y="40645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20">
            <a:extLst xmlns:a="http://schemas.openxmlformats.org/drawingml/2006/main">
              <a:ext uri="{FF2B5EF4-FFF2-40B4-BE49-F238E27FC236}">
                <a16:creationId xmlns:a16="http://schemas.microsoft.com/office/drawing/2014/main" id="{2BBEEB83-DCC1-4B33-8D6B-147FFADD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231" y="4031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21">
            <a:extLst xmlns:a="http://schemas.openxmlformats.org/drawingml/2006/main">
              <a:ext uri="{FF2B5EF4-FFF2-40B4-BE49-F238E27FC236}">
                <a16:creationId xmlns:a16="http://schemas.microsoft.com/office/drawing/2014/main" id="{C43246FE-59D3-490B-926C-BA99F43F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920" y="40498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22">
            <a:extLst xmlns:a="http://schemas.openxmlformats.org/drawingml/2006/main">
              <a:ext uri="{FF2B5EF4-FFF2-40B4-BE49-F238E27FC236}">
                <a16:creationId xmlns:a16="http://schemas.microsoft.com/office/drawing/2014/main" id="{FAC094CB-10DC-462C-A0C1-98F1B7A6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18" y="40277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23">
            <a:extLst xmlns:a="http://schemas.openxmlformats.org/drawingml/2006/main">
              <a:ext uri="{FF2B5EF4-FFF2-40B4-BE49-F238E27FC236}">
                <a16:creationId xmlns:a16="http://schemas.microsoft.com/office/drawing/2014/main" id="{38CCFB44-F9D2-4D28-AB11-26B130BB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53" y="4039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24">
            <a:extLst xmlns:a="http://schemas.openxmlformats.org/drawingml/2006/main">
              <a:ext uri="{FF2B5EF4-FFF2-40B4-BE49-F238E27FC236}">
                <a16:creationId xmlns:a16="http://schemas.microsoft.com/office/drawing/2014/main" id="{58EDDF5B-CF07-4EE7-90A5-F458C55F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322" y="40616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25">
            <a:extLst xmlns:a="http://schemas.openxmlformats.org/drawingml/2006/main">
              <a:ext uri="{FF2B5EF4-FFF2-40B4-BE49-F238E27FC236}">
                <a16:creationId xmlns:a16="http://schemas.microsoft.com/office/drawing/2014/main" id="{23B88604-B474-4692-B6CB-F68D9EA6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351" y="40589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26">
            <a:extLst xmlns:a="http://schemas.openxmlformats.org/drawingml/2006/main">
              <a:ext uri="{FF2B5EF4-FFF2-40B4-BE49-F238E27FC236}">
                <a16:creationId xmlns:a16="http://schemas.microsoft.com/office/drawing/2014/main" id="{E6649E56-4652-4D98-9E83-7FF016F9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52" y="40324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227">
            <a:extLst xmlns:a="http://schemas.openxmlformats.org/drawingml/2006/main">
              <a:ext uri="{FF2B5EF4-FFF2-40B4-BE49-F238E27FC236}">
                <a16:creationId xmlns:a16="http://schemas.microsoft.com/office/drawing/2014/main" id="{39A4B51F-D46D-45C5-8A02-CF60BCD7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493" y="4032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8">
            <a:extLst xmlns:a="http://schemas.openxmlformats.org/drawingml/2006/main">
              <a:ext uri="{FF2B5EF4-FFF2-40B4-BE49-F238E27FC236}">
                <a16:creationId xmlns:a16="http://schemas.microsoft.com/office/drawing/2014/main" id="{A3E364C0-F461-4BC3-AF16-F371EEB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31" y="40183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9">
            <a:extLst xmlns:a="http://schemas.openxmlformats.org/drawingml/2006/main">
              <a:ext uri="{FF2B5EF4-FFF2-40B4-BE49-F238E27FC236}">
                <a16:creationId xmlns:a16="http://schemas.microsoft.com/office/drawing/2014/main" id="{A6610673-907C-4215-BC10-83C1AE97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524" y="40485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30">
            <a:extLst xmlns:a="http://schemas.openxmlformats.org/drawingml/2006/main">
              <a:ext uri="{FF2B5EF4-FFF2-40B4-BE49-F238E27FC236}">
                <a16:creationId xmlns:a16="http://schemas.microsoft.com/office/drawing/2014/main" id="{DB70CC9A-98A8-460E-A69C-EF1C1548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851" y="4027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31">
            <a:extLst xmlns:a="http://schemas.openxmlformats.org/drawingml/2006/main">
              <a:ext uri="{FF2B5EF4-FFF2-40B4-BE49-F238E27FC236}">
                <a16:creationId xmlns:a16="http://schemas.microsoft.com/office/drawing/2014/main" id="{5D6A515C-E13B-4F84-B77E-2DC9A6B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621" y="40240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32">
            <a:extLst xmlns:a="http://schemas.openxmlformats.org/drawingml/2006/main">
              <a:ext uri="{FF2B5EF4-FFF2-40B4-BE49-F238E27FC236}">
                <a16:creationId xmlns:a16="http://schemas.microsoft.com/office/drawing/2014/main" id="{68DA4F77-1F24-473E-B356-E632CAF8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148" y="4069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33">
            <a:extLst xmlns:a="http://schemas.openxmlformats.org/drawingml/2006/main">
              <a:ext uri="{FF2B5EF4-FFF2-40B4-BE49-F238E27FC236}">
                <a16:creationId xmlns:a16="http://schemas.microsoft.com/office/drawing/2014/main" id="{6C2399B5-C93C-42DB-98FC-B0BAA9BC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105" y="40859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34">
            <a:extLst xmlns:a="http://schemas.openxmlformats.org/drawingml/2006/main">
              <a:ext uri="{FF2B5EF4-FFF2-40B4-BE49-F238E27FC236}">
                <a16:creationId xmlns:a16="http://schemas.microsoft.com/office/drawing/2014/main" id="{740FF98F-1066-4A21-A158-BB71A19B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519" y="40107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5">
            <a:extLst xmlns:a="http://schemas.openxmlformats.org/drawingml/2006/main">
              <a:ext uri="{FF2B5EF4-FFF2-40B4-BE49-F238E27FC236}">
                <a16:creationId xmlns:a16="http://schemas.microsoft.com/office/drawing/2014/main" id="{094FD953-9743-434C-A620-BC3202E7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675" y="40299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36">
            <a:extLst xmlns:a="http://schemas.openxmlformats.org/drawingml/2006/main">
              <a:ext uri="{FF2B5EF4-FFF2-40B4-BE49-F238E27FC236}">
                <a16:creationId xmlns:a16="http://schemas.microsoft.com/office/drawing/2014/main" id="{1F2B1742-F224-492B-B9FA-0B581D99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037" y="4034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7">
            <a:extLst xmlns:a="http://schemas.openxmlformats.org/drawingml/2006/main">
              <a:ext uri="{FF2B5EF4-FFF2-40B4-BE49-F238E27FC236}">
                <a16:creationId xmlns:a16="http://schemas.microsoft.com/office/drawing/2014/main" id="{CA0FB622-5A58-4358-867F-E0060EF6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4" y="40296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8">
            <a:extLst xmlns:a="http://schemas.openxmlformats.org/drawingml/2006/main">
              <a:ext uri="{FF2B5EF4-FFF2-40B4-BE49-F238E27FC236}">
                <a16:creationId xmlns:a16="http://schemas.microsoft.com/office/drawing/2014/main" id="{11EC9CBF-76D3-4687-AFE5-CEB5D9FD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23" y="4047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9">
            <a:extLst xmlns:a="http://schemas.openxmlformats.org/drawingml/2006/main">
              <a:ext uri="{FF2B5EF4-FFF2-40B4-BE49-F238E27FC236}">
                <a16:creationId xmlns:a16="http://schemas.microsoft.com/office/drawing/2014/main" id="{76A4D4BF-02BE-4637-A351-116D2855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309" y="4070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40">
            <a:extLst xmlns:a="http://schemas.openxmlformats.org/drawingml/2006/main">
              <a:ext uri="{FF2B5EF4-FFF2-40B4-BE49-F238E27FC236}">
                <a16:creationId xmlns:a16="http://schemas.microsoft.com/office/drawing/2014/main" id="{3EE36B39-A6BE-4509-A1D4-C3ED4930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6" y="4064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41">
            <a:extLst xmlns:a="http://schemas.openxmlformats.org/drawingml/2006/main">
              <a:ext uri="{FF2B5EF4-FFF2-40B4-BE49-F238E27FC236}">
                <a16:creationId xmlns:a16="http://schemas.microsoft.com/office/drawing/2014/main" id="{483E85A2-B494-41BD-B1A5-EAF66465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227" y="40314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42">
            <a:extLst xmlns:a="http://schemas.openxmlformats.org/drawingml/2006/main">
              <a:ext uri="{FF2B5EF4-FFF2-40B4-BE49-F238E27FC236}">
                <a16:creationId xmlns:a16="http://schemas.microsoft.com/office/drawing/2014/main" id="{626E332E-D0F5-4977-B6DD-9C737B72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5" y="40460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43">
            <a:extLst xmlns:a="http://schemas.openxmlformats.org/drawingml/2006/main">
              <a:ext uri="{FF2B5EF4-FFF2-40B4-BE49-F238E27FC236}">
                <a16:creationId xmlns:a16="http://schemas.microsoft.com/office/drawing/2014/main" id="{EC2B5071-DC54-42AF-AE10-218BE843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66" y="40535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44">
            <a:extLst xmlns:a="http://schemas.openxmlformats.org/drawingml/2006/main">
              <a:ext uri="{FF2B5EF4-FFF2-40B4-BE49-F238E27FC236}">
                <a16:creationId xmlns:a16="http://schemas.microsoft.com/office/drawing/2014/main" id="{A6808723-5595-4174-884D-997963E5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647" y="40407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45">
            <a:extLst xmlns:a="http://schemas.openxmlformats.org/drawingml/2006/main">
              <a:ext uri="{FF2B5EF4-FFF2-40B4-BE49-F238E27FC236}">
                <a16:creationId xmlns:a16="http://schemas.microsoft.com/office/drawing/2014/main" id="{5B942B9E-91FA-4195-947C-E65CDDEC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079" y="4033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46">
            <a:extLst xmlns:a="http://schemas.openxmlformats.org/drawingml/2006/main">
              <a:ext uri="{FF2B5EF4-FFF2-40B4-BE49-F238E27FC236}">
                <a16:creationId xmlns:a16="http://schemas.microsoft.com/office/drawing/2014/main" id="{D775EE48-809B-4958-B01C-9DB3612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760" y="40477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7">
            <a:extLst xmlns:a="http://schemas.openxmlformats.org/drawingml/2006/main">
              <a:ext uri="{FF2B5EF4-FFF2-40B4-BE49-F238E27FC236}">
                <a16:creationId xmlns:a16="http://schemas.microsoft.com/office/drawing/2014/main" id="{B56F12A9-B403-4F16-8353-CCFD1886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542" y="40523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48">
            <a:extLst xmlns:a="http://schemas.openxmlformats.org/drawingml/2006/main">
              <a:ext uri="{FF2B5EF4-FFF2-40B4-BE49-F238E27FC236}">
                <a16:creationId xmlns:a16="http://schemas.microsoft.com/office/drawing/2014/main" id="{C2C42F67-E865-4654-B665-4FFF1E18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595" y="40599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49">
            <a:extLst xmlns:a="http://schemas.openxmlformats.org/drawingml/2006/main">
              <a:ext uri="{FF2B5EF4-FFF2-40B4-BE49-F238E27FC236}">
                <a16:creationId xmlns:a16="http://schemas.microsoft.com/office/drawing/2014/main" id="{E8CCB007-AC9C-4D66-80F6-4A6283C3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203" y="40269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50">
            <a:extLst xmlns:a="http://schemas.openxmlformats.org/drawingml/2006/main">
              <a:ext uri="{FF2B5EF4-FFF2-40B4-BE49-F238E27FC236}">
                <a16:creationId xmlns:a16="http://schemas.microsoft.com/office/drawing/2014/main" id="{6611822F-E5BE-45D5-AA46-39D74A2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44" y="40490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51">
            <a:extLst xmlns:a="http://schemas.openxmlformats.org/drawingml/2006/main">
              <a:ext uri="{FF2B5EF4-FFF2-40B4-BE49-F238E27FC236}">
                <a16:creationId xmlns:a16="http://schemas.microsoft.com/office/drawing/2014/main" id="{60DD3264-B8D0-4C56-BA48-9295E329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612" y="40412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52">
            <a:extLst xmlns:a="http://schemas.openxmlformats.org/drawingml/2006/main">
              <a:ext uri="{FF2B5EF4-FFF2-40B4-BE49-F238E27FC236}">
                <a16:creationId xmlns:a16="http://schemas.microsoft.com/office/drawing/2014/main" id="{D246B794-3B28-4285-ACD5-937AC129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097" y="40390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53">
            <a:extLst xmlns:a="http://schemas.openxmlformats.org/drawingml/2006/main">
              <a:ext uri="{FF2B5EF4-FFF2-40B4-BE49-F238E27FC236}">
                <a16:creationId xmlns:a16="http://schemas.microsoft.com/office/drawing/2014/main" id="{A68A9D69-F667-4C86-B971-D4E65FA2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07" y="4064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54">
            <a:extLst xmlns:a="http://schemas.openxmlformats.org/drawingml/2006/main">
              <a:ext uri="{FF2B5EF4-FFF2-40B4-BE49-F238E27FC236}">
                <a16:creationId xmlns:a16="http://schemas.microsoft.com/office/drawing/2014/main" id="{4AB56C21-44FD-462B-945B-021C9D0D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541" y="40218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5">
            <a:extLst xmlns:a="http://schemas.openxmlformats.org/drawingml/2006/main">
              <a:ext uri="{FF2B5EF4-FFF2-40B4-BE49-F238E27FC236}">
                <a16:creationId xmlns:a16="http://schemas.microsoft.com/office/drawing/2014/main" id="{7C42A8A1-77A2-446F-87F9-D8CF485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716" y="40197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56">
            <a:extLst xmlns:a="http://schemas.openxmlformats.org/drawingml/2006/main">
              <a:ext uri="{FF2B5EF4-FFF2-40B4-BE49-F238E27FC236}">
                <a16:creationId xmlns:a16="http://schemas.microsoft.com/office/drawing/2014/main" id="{EFB7E2C3-A267-49D7-A99A-4CA6D863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741" y="40567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57">
            <a:extLst xmlns:a="http://schemas.openxmlformats.org/drawingml/2006/main">
              <a:ext uri="{FF2B5EF4-FFF2-40B4-BE49-F238E27FC236}">
                <a16:creationId xmlns:a16="http://schemas.microsoft.com/office/drawing/2014/main" id="{95B663B3-1732-4A93-A0CC-0BDECA86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653" y="40215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58">
            <a:extLst xmlns:a="http://schemas.openxmlformats.org/drawingml/2006/main">
              <a:ext uri="{FF2B5EF4-FFF2-40B4-BE49-F238E27FC236}">
                <a16:creationId xmlns:a16="http://schemas.microsoft.com/office/drawing/2014/main" id="{BCA4FEC4-40E7-4978-B0DF-D1E5B5D4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220" y="40325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9">
            <a:extLst xmlns:a="http://schemas.openxmlformats.org/drawingml/2006/main">
              <a:ext uri="{FF2B5EF4-FFF2-40B4-BE49-F238E27FC236}">
                <a16:creationId xmlns:a16="http://schemas.microsoft.com/office/drawing/2014/main" id="{74D0CEE2-1F38-4987-B3FD-78B24896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154" y="40691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60">
            <a:extLst xmlns:a="http://schemas.openxmlformats.org/drawingml/2006/main">
              <a:ext uri="{FF2B5EF4-FFF2-40B4-BE49-F238E27FC236}">
                <a16:creationId xmlns:a16="http://schemas.microsoft.com/office/drawing/2014/main" id="{FE8D3606-C0A0-476D-B9E3-1BA8CD26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14" y="40280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61">
            <a:extLst xmlns:a="http://schemas.openxmlformats.org/drawingml/2006/main">
              <a:ext uri="{FF2B5EF4-FFF2-40B4-BE49-F238E27FC236}">
                <a16:creationId xmlns:a16="http://schemas.microsoft.com/office/drawing/2014/main" id="{5EE10437-5792-4B1A-9D6C-EEDF4FA6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219" y="4030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62">
            <a:extLst xmlns:a="http://schemas.openxmlformats.org/drawingml/2006/main">
              <a:ext uri="{FF2B5EF4-FFF2-40B4-BE49-F238E27FC236}">
                <a16:creationId xmlns:a16="http://schemas.microsoft.com/office/drawing/2014/main" id="{9779160A-026A-46FC-8B61-7F301DF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661" y="40402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63">
            <a:extLst xmlns:a="http://schemas.openxmlformats.org/drawingml/2006/main">
              <a:ext uri="{FF2B5EF4-FFF2-40B4-BE49-F238E27FC236}">
                <a16:creationId xmlns:a16="http://schemas.microsoft.com/office/drawing/2014/main" id="{6FF80D66-F4FC-4B56-8E87-C4E969D7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988" y="40489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64">
            <a:extLst xmlns:a="http://schemas.openxmlformats.org/drawingml/2006/main">
              <a:ext uri="{FF2B5EF4-FFF2-40B4-BE49-F238E27FC236}">
                <a16:creationId xmlns:a16="http://schemas.microsoft.com/office/drawing/2014/main" id="{6B178EF4-12F2-42DD-B292-86967AA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494" y="40255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65">
            <a:extLst xmlns:a="http://schemas.openxmlformats.org/drawingml/2006/main">
              <a:ext uri="{FF2B5EF4-FFF2-40B4-BE49-F238E27FC236}">
                <a16:creationId xmlns:a16="http://schemas.microsoft.com/office/drawing/2014/main" id="{A81CFD6B-E093-4C9E-8EBD-F672A11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26" y="4074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66">
            <a:extLst xmlns:a="http://schemas.openxmlformats.org/drawingml/2006/main">
              <a:ext uri="{FF2B5EF4-FFF2-40B4-BE49-F238E27FC236}">
                <a16:creationId xmlns:a16="http://schemas.microsoft.com/office/drawing/2014/main" id="{54B8C82E-CD6B-4C6C-84A3-4CFFB374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2756" y="40443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67">
            <a:extLst xmlns:a="http://schemas.openxmlformats.org/drawingml/2006/main">
              <a:ext uri="{FF2B5EF4-FFF2-40B4-BE49-F238E27FC236}">
                <a16:creationId xmlns:a16="http://schemas.microsoft.com/office/drawing/2014/main" id="{19B7DEA7-DE44-415B-BC0B-15706FE9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057" y="40558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68">
            <a:extLst xmlns:a="http://schemas.openxmlformats.org/drawingml/2006/main">
              <a:ext uri="{FF2B5EF4-FFF2-40B4-BE49-F238E27FC236}">
                <a16:creationId xmlns:a16="http://schemas.microsoft.com/office/drawing/2014/main" id="{404B5E1C-419F-48BE-9F55-B9FA5C8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55" y="40326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69">
            <a:extLst xmlns:a="http://schemas.openxmlformats.org/drawingml/2006/main">
              <a:ext uri="{FF2B5EF4-FFF2-40B4-BE49-F238E27FC236}">
                <a16:creationId xmlns:a16="http://schemas.microsoft.com/office/drawing/2014/main" id="{A48D164B-CB49-4346-ADB0-501E9735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561" y="4017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70">
            <a:extLst xmlns:a="http://schemas.openxmlformats.org/drawingml/2006/main">
              <a:ext uri="{FF2B5EF4-FFF2-40B4-BE49-F238E27FC236}">
                <a16:creationId xmlns:a16="http://schemas.microsoft.com/office/drawing/2014/main" id="{8E6DBED0-3274-4D31-BB58-EAB801D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74" y="40588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71">
            <a:extLst xmlns:a="http://schemas.openxmlformats.org/drawingml/2006/main">
              <a:ext uri="{FF2B5EF4-FFF2-40B4-BE49-F238E27FC236}">
                <a16:creationId xmlns:a16="http://schemas.microsoft.com/office/drawing/2014/main" id="{41718D85-FDC4-49C4-9224-6A115864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69" y="4042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72">
            <a:extLst xmlns:a="http://schemas.openxmlformats.org/drawingml/2006/main">
              <a:ext uri="{FF2B5EF4-FFF2-40B4-BE49-F238E27FC236}">
                <a16:creationId xmlns:a16="http://schemas.microsoft.com/office/drawing/2014/main" id="{BB3CDEFD-EC68-4DB8-B658-432E78E4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955" y="4059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73">
            <a:extLst xmlns:a="http://schemas.openxmlformats.org/drawingml/2006/main">
              <a:ext uri="{FF2B5EF4-FFF2-40B4-BE49-F238E27FC236}">
                <a16:creationId xmlns:a16="http://schemas.microsoft.com/office/drawing/2014/main" id="{B4DD5802-9537-4BA4-97D3-5FB9FFDC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230" y="40487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74">
            <a:extLst xmlns:a="http://schemas.openxmlformats.org/drawingml/2006/main">
              <a:ext uri="{FF2B5EF4-FFF2-40B4-BE49-F238E27FC236}">
                <a16:creationId xmlns:a16="http://schemas.microsoft.com/office/drawing/2014/main" id="{A1FC4544-F568-4591-9BA5-5BAEE7A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544" y="4027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75">
            <a:extLst xmlns:a="http://schemas.openxmlformats.org/drawingml/2006/main">
              <a:ext uri="{FF2B5EF4-FFF2-40B4-BE49-F238E27FC236}">
                <a16:creationId xmlns:a16="http://schemas.microsoft.com/office/drawing/2014/main" id="{E3A8C65A-87C2-4D67-BB6A-DC107AA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964" y="40324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76">
            <a:extLst xmlns:a="http://schemas.openxmlformats.org/drawingml/2006/main">
              <a:ext uri="{FF2B5EF4-FFF2-40B4-BE49-F238E27FC236}">
                <a16:creationId xmlns:a16="http://schemas.microsoft.com/office/drawing/2014/main" id="{32A17ACE-C76C-4AE7-82F5-C55F0D74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723" y="40301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77">
            <a:extLst xmlns:a="http://schemas.openxmlformats.org/drawingml/2006/main">
              <a:ext uri="{FF2B5EF4-FFF2-40B4-BE49-F238E27FC236}">
                <a16:creationId xmlns:a16="http://schemas.microsoft.com/office/drawing/2014/main" id="{52B30DE0-298A-4B2B-8DDA-0BD74EF0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1" y="4032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78">
            <a:extLst xmlns:a="http://schemas.openxmlformats.org/drawingml/2006/main">
              <a:ext uri="{FF2B5EF4-FFF2-40B4-BE49-F238E27FC236}">
                <a16:creationId xmlns:a16="http://schemas.microsoft.com/office/drawing/2014/main" id="{0B6AE9FF-8C53-435A-95A3-EFA62199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910" y="40476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79">
            <a:extLst xmlns:a="http://schemas.openxmlformats.org/drawingml/2006/main">
              <a:ext uri="{FF2B5EF4-FFF2-40B4-BE49-F238E27FC236}">
                <a16:creationId xmlns:a16="http://schemas.microsoft.com/office/drawing/2014/main" id="{A6AC2B9A-B57F-4C69-8AEE-E9DE05A8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3867" y="40181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80">
            <a:extLst xmlns:a="http://schemas.openxmlformats.org/drawingml/2006/main">
              <a:ext uri="{FF2B5EF4-FFF2-40B4-BE49-F238E27FC236}">
                <a16:creationId xmlns:a16="http://schemas.microsoft.com/office/drawing/2014/main" id="{30121A2B-109A-46C2-BE1C-889E667A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142" y="40249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81">
            <a:extLst xmlns:a="http://schemas.openxmlformats.org/drawingml/2006/main">
              <a:ext uri="{FF2B5EF4-FFF2-40B4-BE49-F238E27FC236}">
                <a16:creationId xmlns:a16="http://schemas.microsoft.com/office/drawing/2014/main" id="{789D6620-51AB-4FDE-8EAC-739F5222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706" y="4057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82">
            <a:extLst xmlns:a="http://schemas.openxmlformats.org/drawingml/2006/main">
              <a:ext uri="{FF2B5EF4-FFF2-40B4-BE49-F238E27FC236}">
                <a16:creationId xmlns:a16="http://schemas.microsoft.com/office/drawing/2014/main" id="{9049036A-B31F-47B6-960E-BE8C2015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19" y="40394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83">
            <a:extLst xmlns:a="http://schemas.openxmlformats.org/drawingml/2006/main">
              <a:ext uri="{FF2B5EF4-FFF2-40B4-BE49-F238E27FC236}">
                <a16:creationId xmlns:a16="http://schemas.microsoft.com/office/drawing/2014/main" id="{F9F98A42-B118-4024-AA7A-40A351DE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265" y="40447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84">
            <a:extLst xmlns:a="http://schemas.openxmlformats.org/drawingml/2006/main">
              <a:ext uri="{FF2B5EF4-FFF2-40B4-BE49-F238E27FC236}">
                <a16:creationId xmlns:a16="http://schemas.microsoft.com/office/drawing/2014/main" id="{C1245FB1-54AB-4553-8637-D7F2D01D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7" y="4040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85">
            <a:extLst xmlns:a="http://schemas.openxmlformats.org/drawingml/2006/main">
              <a:ext uri="{FF2B5EF4-FFF2-40B4-BE49-F238E27FC236}">
                <a16:creationId xmlns:a16="http://schemas.microsoft.com/office/drawing/2014/main" id="{A251B3B2-A612-425B-A879-74F95B84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40" y="4026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86">
            <a:extLst xmlns:a="http://schemas.openxmlformats.org/drawingml/2006/main">
              <a:ext uri="{FF2B5EF4-FFF2-40B4-BE49-F238E27FC236}">
                <a16:creationId xmlns:a16="http://schemas.microsoft.com/office/drawing/2014/main" id="{9259BA4E-4717-4454-B7BC-843CF8D6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7764" y="40673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87">
            <a:extLst xmlns:a="http://schemas.openxmlformats.org/drawingml/2006/main">
              <a:ext uri="{FF2B5EF4-FFF2-40B4-BE49-F238E27FC236}">
                <a16:creationId xmlns:a16="http://schemas.microsoft.com/office/drawing/2014/main" id="{3FAAE381-DC4D-47AA-996F-26CE9BE0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747" y="40372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88">
            <a:extLst xmlns:a="http://schemas.openxmlformats.org/drawingml/2006/main">
              <a:ext uri="{FF2B5EF4-FFF2-40B4-BE49-F238E27FC236}">
                <a16:creationId xmlns:a16="http://schemas.microsoft.com/office/drawing/2014/main" id="{E6FBAC1D-56B2-41E3-9320-47FF4F0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237" y="40598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89">
            <a:extLst xmlns:a="http://schemas.openxmlformats.org/drawingml/2006/main">
              <a:ext uri="{FF2B5EF4-FFF2-40B4-BE49-F238E27FC236}">
                <a16:creationId xmlns:a16="http://schemas.microsoft.com/office/drawing/2014/main" id="{CC7BC875-3DBF-4467-A4CF-CEDEB6CF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438" y="40077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90">
            <a:extLst xmlns:a="http://schemas.openxmlformats.org/drawingml/2006/main">
              <a:ext uri="{FF2B5EF4-FFF2-40B4-BE49-F238E27FC236}">
                <a16:creationId xmlns:a16="http://schemas.microsoft.com/office/drawing/2014/main" id="{A035DCFE-28FF-46A5-9E79-0D1A47E4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820" y="40448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91">
            <a:extLst xmlns:a="http://schemas.openxmlformats.org/drawingml/2006/main">
              <a:ext uri="{FF2B5EF4-FFF2-40B4-BE49-F238E27FC236}">
                <a16:creationId xmlns:a16="http://schemas.microsoft.com/office/drawing/2014/main" id="{916F6A4D-8F4F-4B7F-B447-A7673846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88" y="4049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92">
            <a:extLst xmlns:a="http://schemas.openxmlformats.org/drawingml/2006/main">
              <a:ext uri="{FF2B5EF4-FFF2-40B4-BE49-F238E27FC236}">
                <a16:creationId xmlns:a16="http://schemas.microsoft.com/office/drawing/2014/main" id="{E4726FE3-010B-4A4C-9628-F76B423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868" y="4077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93">
            <a:extLst xmlns:a="http://schemas.openxmlformats.org/drawingml/2006/main">
              <a:ext uri="{FF2B5EF4-FFF2-40B4-BE49-F238E27FC236}">
                <a16:creationId xmlns:a16="http://schemas.microsoft.com/office/drawing/2014/main" id="{231D6133-B0CD-4506-9783-13C57EE3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878" y="40404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94">
            <a:extLst xmlns:a="http://schemas.openxmlformats.org/drawingml/2006/main">
              <a:ext uri="{FF2B5EF4-FFF2-40B4-BE49-F238E27FC236}">
                <a16:creationId xmlns:a16="http://schemas.microsoft.com/office/drawing/2014/main" id="{7B446EB2-C517-4779-866E-9CDA0DF4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810" y="40623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95">
            <a:extLst xmlns:a="http://schemas.openxmlformats.org/drawingml/2006/main">
              <a:ext uri="{FF2B5EF4-FFF2-40B4-BE49-F238E27FC236}">
                <a16:creationId xmlns:a16="http://schemas.microsoft.com/office/drawing/2014/main" id="{C7B96085-A76A-45B8-A2A5-853FA638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998" y="40524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96">
            <a:extLst xmlns:a="http://schemas.openxmlformats.org/drawingml/2006/main">
              <a:ext uri="{FF2B5EF4-FFF2-40B4-BE49-F238E27FC236}">
                <a16:creationId xmlns:a16="http://schemas.microsoft.com/office/drawing/2014/main" id="{99652D38-0FE8-410B-926A-8F023FE2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09" y="4019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97">
            <a:extLst xmlns:a="http://schemas.openxmlformats.org/drawingml/2006/main">
              <a:ext uri="{FF2B5EF4-FFF2-40B4-BE49-F238E27FC236}">
                <a16:creationId xmlns:a16="http://schemas.microsoft.com/office/drawing/2014/main" id="{2F770EEB-5C05-4B02-8C0C-18BB7633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244" y="40277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98">
            <a:extLst xmlns:a="http://schemas.openxmlformats.org/drawingml/2006/main">
              <a:ext uri="{FF2B5EF4-FFF2-40B4-BE49-F238E27FC236}">
                <a16:creationId xmlns:a16="http://schemas.microsoft.com/office/drawing/2014/main" id="{17885D89-ACAC-40E1-B593-683B9F8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356" y="40233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99">
            <a:extLst xmlns:a="http://schemas.openxmlformats.org/drawingml/2006/main">
              <a:ext uri="{FF2B5EF4-FFF2-40B4-BE49-F238E27FC236}">
                <a16:creationId xmlns:a16="http://schemas.microsoft.com/office/drawing/2014/main" id="{F425488D-8542-4E89-B88B-0E243CC4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57" y="4053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300">
            <a:extLst xmlns:a="http://schemas.openxmlformats.org/drawingml/2006/main">
              <a:ext uri="{FF2B5EF4-FFF2-40B4-BE49-F238E27FC236}">
                <a16:creationId xmlns:a16="http://schemas.microsoft.com/office/drawing/2014/main" id="{A710D099-F29E-4182-BBD8-AD56F958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301" y="40467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301">
            <a:extLst xmlns:a="http://schemas.openxmlformats.org/drawingml/2006/main">
              <a:ext uri="{FF2B5EF4-FFF2-40B4-BE49-F238E27FC236}">
                <a16:creationId xmlns:a16="http://schemas.microsoft.com/office/drawing/2014/main" id="{859266C1-62AD-499C-BA54-8B099FA8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394" y="40582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302">
            <a:extLst xmlns:a="http://schemas.openxmlformats.org/drawingml/2006/main">
              <a:ext uri="{FF2B5EF4-FFF2-40B4-BE49-F238E27FC236}">
                <a16:creationId xmlns:a16="http://schemas.microsoft.com/office/drawing/2014/main" id="{C0771978-A01B-4400-9CBB-B78A4904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933" y="4019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303">
            <a:extLst xmlns:a="http://schemas.openxmlformats.org/drawingml/2006/main">
              <a:ext uri="{FF2B5EF4-FFF2-40B4-BE49-F238E27FC236}">
                <a16:creationId xmlns:a16="http://schemas.microsoft.com/office/drawing/2014/main" id="{E76C7505-BB9A-4EB7-84E8-C2396FAB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70" y="40450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304">
            <a:extLst xmlns:a="http://schemas.openxmlformats.org/drawingml/2006/main">
              <a:ext uri="{FF2B5EF4-FFF2-40B4-BE49-F238E27FC236}">
                <a16:creationId xmlns:a16="http://schemas.microsoft.com/office/drawing/2014/main" id="{72D3ABC2-1CA6-405A-9A7A-67C9AFF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323" y="40326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305">
            <a:extLst xmlns:a="http://schemas.openxmlformats.org/drawingml/2006/main">
              <a:ext uri="{FF2B5EF4-FFF2-40B4-BE49-F238E27FC236}">
                <a16:creationId xmlns:a16="http://schemas.microsoft.com/office/drawing/2014/main" id="{0490E7FD-3F78-426C-86BC-E2ABB5B9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007" y="40229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306">
            <a:extLst xmlns:a="http://schemas.openxmlformats.org/drawingml/2006/main">
              <a:ext uri="{FF2B5EF4-FFF2-40B4-BE49-F238E27FC236}">
                <a16:creationId xmlns:a16="http://schemas.microsoft.com/office/drawing/2014/main" id="{E409B1FA-3B3F-4F72-98AB-9DDA789D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60" y="40278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307">
            <a:extLst xmlns:a="http://schemas.openxmlformats.org/drawingml/2006/main">
              <a:ext uri="{FF2B5EF4-FFF2-40B4-BE49-F238E27FC236}">
                <a16:creationId xmlns:a16="http://schemas.microsoft.com/office/drawing/2014/main" id="{12F9BD45-68DD-48C2-B69E-0413257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183" y="40695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308">
            <a:extLst xmlns:a="http://schemas.openxmlformats.org/drawingml/2006/main">
              <a:ext uri="{FF2B5EF4-FFF2-40B4-BE49-F238E27FC236}">
                <a16:creationId xmlns:a16="http://schemas.microsoft.com/office/drawing/2014/main" id="{FB7D6D40-6FC0-4550-AA9B-8478DC16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19" y="40518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309">
            <a:extLst xmlns:a="http://schemas.openxmlformats.org/drawingml/2006/main">
              <a:ext uri="{FF2B5EF4-FFF2-40B4-BE49-F238E27FC236}">
                <a16:creationId xmlns:a16="http://schemas.microsoft.com/office/drawing/2014/main" id="{6E5877B1-AB50-46BE-ADE6-63130029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751" y="40519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310">
            <a:extLst xmlns:a="http://schemas.openxmlformats.org/drawingml/2006/main">
              <a:ext uri="{FF2B5EF4-FFF2-40B4-BE49-F238E27FC236}">
                <a16:creationId xmlns:a16="http://schemas.microsoft.com/office/drawing/2014/main" id="{315A5585-0093-45CE-B6BA-A2DF9EC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624" y="40415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311">
            <a:extLst xmlns:a="http://schemas.openxmlformats.org/drawingml/2006/main">
              <a:ext uri="{FF2B5EF4-FFF2-40B4-BE49-F238E27FC236}">
                <a16:creationId xmlns:a16="http://schemas.microsoft.com/office/drawing/2014/main" id="{C96A7621-8F79-4762-B7FC-5155CD0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188" y="40404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12">
            <a:extLst xmlns:a="http://schemas.openxmlformats.org/drawingml/2006/main">
              <a:ext uri="{FF2B5EF4-FFF2-40B4-BE49-F238E27FC236}">
                <a16:creationId xmlns:a16="http://schemas.microsoft.com/office/drawing/2014/main" id="{6FB51421-7A9F-404D-B722-1303356F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827" y="40586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313">
            <a:extLst xmlns:a="http://schemas.openxmlformats.org/drawingml/2006/main">
              <a:ext uri="{FF2B5EF4-FFF2-40B4-BE49-F238E27FC236}">
                <a16:creationId xmlns:a16="http://schemas.microsoft.com/office/drawing/2014/main" id="{2D6984DB-E2EA-49EE-A248-605ABFAC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939" y="40491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14">
            <a:extLst xmlns:a="http://schemas.openxmlformats.org/drawingml/2006/main">
              <a:ext uri="{FF2B5EF4-FFF2-40B4-BE49-F238E27FC236}">
                <a16:creationId xmlns:a16="http://schemas.microsoft.com/office/drawing/2014/main" id="{7870FA03-ACED-48F2-8387-04FD9A2F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407" y="40346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15">
            <a:extLst xmlns:a="http://schemas.openxmlformats.org/drawingml/2006/main">
              <a:ext uri="{FF2B5EF4-FFF2-40B4-BE49-F238E27FC236}">
                <a16:creationId xmlns:a16="http://schemas.microsoft.com/office/drawing/2014/main" id="{7E97BFA6-3E91-47B8-8980-0B0D177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201" y="40404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16">
            <a:extLst xmlns:a="http://schemas.openxmlformats.org/drawingml/2006/main">
              <a:ext uri="{FF2B5EF4-FFF2-40B4-BE49-F238E27FC236}">
                <a16:creationId xmlns:a16="http://schemas.microsoft.com/office/drawing/2014/main" id="{BE201E7C-34D2-49A0-B7BD-15E32523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940" y="40277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317">
            <a:extLst xmlns:a="http://schemas.openxmlformats.org/drawingml/2006/main">
              <a:ext uri="{FF2B5EF4-FFF2-40B4-BE49-F238E27FC236}">
                <a16:creationId xmlns:a16="http://schemas.microsoft.com/office/drawing/2014/main" id="{1FD2543C-2A3A-464A-8C50-384AB645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063" y="4083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18">
            <a:extLst xmlns:a="http://schemas.openxmlformats.org/drawingml/2006/main">
              <a:ext uri="{FF2B5EF4-FFF2-40B4-BE49-F238E27FC236}">
                <a16:creationId xmlns:a16="http://schemas.microsoft.com/office/drawing/2014/main" id="{8C59A9D0-0C12-43AB-8B65-8C994C51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733" y="40526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19">
            <a:extLst xmlns:a="http://schemas.openxmlformats.org/drawingml/2006/main">
              <a:ext uri="{FF2B5EF4-FFF2-40B4-BE49-F238E27FC236}">
                <a16:creationId xmlns:a16="http://schemas.microsoft.com/office/drawing/2014/main" id="{A918B966-6140-4F13-9E6A-3679862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147" y="40740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20">
            <a:extLst xmlns:a="http://schemas.openxmlformats.org/drawingml/2006/main">
              <a:ext uri="{FF2B5EF4-FFF2-40B4-BE49-F238E27FC236}">
                <a16:creationId xmlns:a16="http://schemas.microsoft.com/office/drawing/2014/main" id="{58ECF9FF-8126-4449-BF7A-ADAA5B6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693" y="40714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21">
            <a:extLst xmlns:a="http://schemas.openxmlformats.org/drawingml/2006/main">
              <a:ext uri="{FF2B5EF4-FFF2-40B4-BE49-F238E27FC236}">
                <a16:creationId xmlns:a16="http://schemas.microsoft.com/office/drawing/2014/main" id="{6A624AA0-C774-46FF-BEFD-032FB170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820" y="40300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22">
            <a:extLst xmlns:a="http://schemas.openxmlformats.org/drawingml/2006/main">
              <a:ext uri="{FF2B5EF4-FFF2-40B4-BE49-F238E27FC236}">
                <a16:creationId xmlns:a16="http://schemas.microsoft.com/office/drawing/2014/main" id="{0E798C3F-9ED8-4154-9186-CC74584E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364" y="40353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23">
            <a:extLst xmlns:a="http://schemas.openxmlformats.org/drawingml/2006/main">
              <a:ext uri="{FF2B5EF4-FFF2-40B4-BE49-F238E27FC236}">
                <a16:creationId xmlns:a16="http://schemas.microsoft.com/office/drawing/2014/main" id="{D0363176-CB94-43DE-A17B-8970670B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673" y="40575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24">
            <a:extLst xmlns:a="http://schemas.openxmlformats.org/drawingml/2006/main">
              <a:ext uri="{FF2B5EF4-FFF2-40B4-BE49-F238E27FC236}">
                <a16:creationId xmlns:a16="http://schemas.microsoft.com/office/drawing/2014/main" id="{33F4D1D1-D4F6-4833-BCE2-D105AAFD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472" y="40386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25">
            <a:extLst xmlns:a="http://schemas.openxmlformats.org/drawingml/2006/main">
              <a:ext uri="{FF2B5EF4-FFF2-40B4-BE49-F238E27FC236}">
                <a16:creationId xmlns:a16="http://schemas.microsoft.com/office/drawing/2014/main" id="{6484A09D-B940-4DF7-BE9E-B0867893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612" y="40212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26">
            <a:extLst xmlns:a="http://schemas.openxmlformats.org/drawingml/2006/main">
              <a:ext uri="{FF2B5EF4-FFF2-40B4-BE49-F238E27FC236}">
                <a16:creationId xmlns:a16="http://schemas.microsoft.com/office/drawing/2014/main" id="{276742DE-5B0B-4BE6-AB30-487B13DC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98" y="40533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27">
            <a:extLst xmlns:a="http://schemas.openxmlformats.org/drawingml/2006/main">
              <a:ext uri="{FF2B5EF4-FFF2-40B4-BE49-F238E27FC236}">
                <a16:creationId xmlns:a16="http://schemas.microsoft.com/office/drawing/2014/main" id="{C1435A63-1590-49B5-A19A-C2504DDE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87" y="40525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28">
            <a:extLst xmlns:a="http://schemas.openxmlformats.org/drawingml/2006/main">
              <a:ext uri="{FF2B5EF4-FFF2-40B4-BE49-F238E27FC236}">
                <a16:creationId xmlns:a16="http://schemas.microsoft.com/office/drawing/2014/main" id="{AE69CC39-8701-40F5-9426-4D62930C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725" y="40374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29">
            <a:extLst xmlns:a="http://schemas.openxmlformats.org/drawingml/2006/main">
              <a:ext uri="{FF2B5EF4-FFF2-40B4-BE49-F238E27FC236}">
                <a16:creationId xmlns:a16="http://schemas.microsoft.com/office/drawing/2014/main" id="{E40D4A9B-D9F2-4D0C-ADFB-0F04E33E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6823" y="4051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30">
            <a:extLst xmlns:a="http://schemas.openxmlformats.org/drawingml/2006/main">
              <a:ext uri="{FF2B5EF4-FFF2-40B4-BE49-F238E27FC236}">
                <a16:creationId xmlns:a16="http://schemas.microsoft.com/office/drawing/2014/main" id="{588E5CB8-3646-49DB-A082-7AB2E533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6" y="4037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31">
            <a:extLst xmlns:a="http://schemas.openxmlformats.org/drawingml/2006/main">
              <a:ext uri="{FF2B5EF4-FFF2-40B4-BE49-F238E27FC236}">
                <a16:creationId xmlns:a16="http://schemas.microsoft.com/office/drawing/2014/main" id="{A969FB42-9293-44FA-9C69-CDAA6360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067" y="40282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32">
            <a:extLst xmlns:a="http://schemas.openxmlformats.org/drawingml/2006/main">
              <a:ext uri="{FF2B5EF4-FFF2-40B4-BE49-F238E27FC236}">
                <a16:creationId xmlns:a16="http://schemas.microsoft.com/office/drawing/2014/main" id="{EDB73DC8-C15A-43DA-B97D-7E201B8E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521" y="4027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33">
            <a:extLst xmlns:a="http://schemas.openxmlformats.org/drawingml/2006/main">
              <a:ext uri="{FF2B5EF4-FFF2-40B4-BE49-F238E27FC236}">
                <a16:creationId xmlns:a16="http://schemas.microsoft.com/office/drawing/2014/main" id="{56FEC84D-94D6-4BCA-A562-099C0FE2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348" y="40314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34">
            <a:extLst xmlns:a="http://schemas.openxmlformats.org/drawingml/2006/main">
              <a:ext uri="{FF2B5EF4-FFF2-40B4-BE49-F238E27FC236}">
                <a16:creationId xmlns:a16="http://schemas.microsoft.com/office/drawing/2014/main" id="{1CC56BEC-3452-4341-9D27-FD1923E1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84" y="40453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35">
            <a:extLst xmlns:a="http://schemas.openxmlformats.org/drawingml/2006/main">
              <a:ext uri="{FF2B5EF4-FFF2-40B4-BE49-F238E27FC236}">
                <a16:creationId xmlns:a16="http://schemas.microsoft.com/office/drawing/2014/main" id="{089588C5-D36F-4E7A-9149-17EEDD5D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36" y="40477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36">
            <a:extLst xmlns:a="http://schemas.openxmlformats.org/drawingml/2006/main">
              <a:ext uri="{FF2B5EF4-FFF2-40B4-BE49-F238E27FC236}">
                <a16:creationId xmlns:a16="http://schemas.microsoft.com/office/drawing/2014/main" id="{60457938-1B95-4E75-888A-79DD552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4" y="40519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37">
            <a:extLst xmlns:a="http://schemas.openxmlformats.org/drawingml/2006/main">
              <a:ext uri="{FF2B5EF4-FFF2-40B4-BE49-F238E27FC236}">
                <a16:creationId xmlns:a16="http://schemas.microsoft.com/office/drawing/2014/main" id="{5388DFB3-9E89-46C2-9C13-9A97A7B3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476" y="40455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38">
            <a:extLst xmlns:a="http://schemas.openxmlformats.org/drawingml/2006/main">
              <a:ext uri="{FF2B5EF4-FFF2-40B4-BE49-F238E27FC236}">
                <a16:creationId xmlns:a16="http://schemas.microsoft.com/office/drawing/2014/main" id="{A66E72B3-CEEE-4512-9C00-BA746A7A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396" y="4071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39">
            <a:extLst xmlns:a="http://schemas.openxmlformats.org/drawingml/2006/main">
              <a:ext uri="{FF2B5EF4-FFF2-40B4-BE49-F238E27FC236}">
                <a16:creationId xmlns:a16="http://schemas.microsoft.com/office/drawing/2014/main" id="{C21E716F-C3EA-412B-81E1-ABBEF2A3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13" y="40226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40">
            <a:extLst xmlns:a="http://schemas.openxmlformats.org/drawingml/2006/main">
              <a:ext uri="{FF2B5EF4-FFF2-40B4-BE49-F238E27FC236}">
                <a16:creationId xmlns:a16="http://schemas.microsoft.com/office/drawing/2014/main" id="{B8C71438-AC65-434B-9A4E-1A63CB06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949" y="4047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41">
            <a:extLst xmlns:a="http://schemas.openxmlformats.org/drawingml/2006/main">
              <a:ext uri="{FF2B5EF4-FFF2-40B4-BE49-F238E27FC236}">
                <a16:creationId xmlns:a16="http://schemas.microsoft.com/office/drawing/2014/main" id="{EFDCD6D4-79B3-4FFF-BF32-C31FEBA3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411" y="40283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42">
            <a:extLst xmlns:a="http://schemas.openxmlformats.org/drawingml/2006/main">
              <a:ext uri="{FF2B5EF4-FFF2-40B4-BE49-F238E27FC236}">
                <a16:creationId xmlns:a16="http://schemas.microsoft.com/office/drawing/2014/main" id="{C47C0607-3780-4BD6-A410-1DB84DAA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577" y="40510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43">
            <a:extLst xmlns:a="http://schemas.openxmlformats.org/drawingml/2006/main">
              <a:ext uri="{FF2B5EF4-FFF2-40B4-BE49-F238E27FC236}">
                <a16:creationId xmlns:a16="http://schemas.microsoft.com/office/drawing/2014/main" id="{ABB4E81A-0F1F-4E2C-AC8E-34EF4C12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803" y="40606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44">
            <a:extLst xmlns:a="http://schemas.openxmlformats.org/drawingml/2006/main">
              <a:ext uri="{FF2B5EF4-FFF2-40B4-BE49-F238E27FC236}">
                <a16:creationId xmlns:a16="http://schemas.microsoft.com/office/drawing/2014/main" id="{310CE176-54E5-47A5-B79B-C28AA398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609" y="40553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45">
            <a:extLst xmlns:a="http://schemas.openxmlformats.org/drawingml/2006/main">
              <a:ext uri="{FF2B5EF4-FFF2-40B4-BE49-F238E27FC236}">
                <a16:creationId xmlns:a16="http://schemas.microsoft.com/office/drawing/2014/main" id="{8A608405-FAA8-4CB9-978F-296CFD4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72" y="4046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46">
            <a:extLst xmlns:a="http://schemas.openxmlformats.org/drawingml/2006/main">
              <a:ext uri="{FF2B5EF4-FFF2-40B4-BE49-F238E27FC236}">
                <a16:creationId xmlns:a16="http://schemas.microsoft.com/office/drawing/2014/main" id="{E2F46E2E-7DF3-4337-98E6-936025C4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738" y="4058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47">
            <a:extLst xmlns:a="http://schemas.openxmlformats.org/drawingml/2006/main">
              <a:ext uri="{FF2B5EF4-FFF2-40B4-BE49-F238E27FC236}">
                <a16:creationId xmlns:a16="http://schemas.microsoft.com/office/drawing/2014/main" id="{27074BC0-9A4A-4939-9141-F320B555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53" y="40401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48">
            <a:extLst xmlns:a="http://schemas.openxmlformats.org/drawingml/2006/main">
              <a:ext uri="{FF2B5EF4-FFF2-40B4-BE49-F238E27FC236}">
                <a16:creationId xmlns:a16="http://schemas.microsoft.com/office/drawing/2014/main" id="{46AA07A5-36EB-44C1-9BBC-2091A6B9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401" y="40654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49">
            <a:extLst xmlns:a="http://schemas.openxmlformats.org/drawingml/2006/main">
              <a:ext uri="{FF2B5EF4-FFF2-40B4-BE49-F238E27FC236}">
                <a16:creationId xmlns:a16="http://schemas.microsoft.com/office/drawing/2014/main" id="{AC024928-F8B1-4946-B255-49A3F58E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814" y="40351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50">
            <a:extLst xmlns:a="http://schemas.openxmlformats.org/drawingml/2006/main">
              <a:ext uri="{FF2B5EF4-FFF2-40B4-BE49-F238E27FC236}">
                <a16:creationId xmlns:a16="http://schemas.microsoft.com/office/drawing/2014/main" id="{C50A9302-9B7B-497C-AF05-D856715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774" y="40375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51">
            <a:extLst xmlns:a="http://schemas.openxmlformats.org/drawingml/2006/main">
              <a:ext uri="{FF2B5EF4-FFF2-40B4-BE49-F238E27FC236}">
                <a16:creationId xmlns:a16="http://schemas.microsoft.com/office/drawing/2014/main" id="{DCC67FC0-E93A-460B-B72E-06058B55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381" y="4050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52">
            <a:extLst xmlns:a="http://schemas.openxmlformats.org/drawingml/2006/main">
              <a:ext uri="{FF2B5EF4-FFF2-40B4-BE49-F238E27FC236}">
                <a16:creationId xmlns:a16="http://schemas.microsoft.com/office/drawing/2014/main" id="{F1125C6B-98D8-4EE8-9B43-9AFFA40A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154" y="40625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53">
            <a:extLst xmlns:a="http://schemas.openxmlformats.org/drawingml/2006/main">
              <a:ext uri="{FF2B5EF4-FFF2-40B4-BE49-F238E27FC236}">
                <a16:creationId xmlns:a16="http://schemas.microsoft.com/office/drawing/2014/main" id="{7DC6A2A9-4C6C-4F41-98E0-6D4CFDF1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572" y="40214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54">
            <a:extLst xmlns:a="http://schemas.openxmlformats.org/drawingml/2006/main">
              <a:ext uri="{FF2B5EF4-FFF2-40B4-BE49-F238E27FC236}">
                <a16:creationId xmlns:a16="http://schemas.microsoft.com/office/drawing/2014/main" id="{9A4163CA-8050-4032-8F40-F1AFE5BD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886" y="40244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55">
            <a:extLst xmlns:a="http://schemas.openxmlformats.org/drawingml/2006/main">
              <a:ext uri="{FF2B5EF4-FFF2-40B4-BE49-F238E27FC236}">
                <a16:creationId xmlns:a16="http://schemas.microsoft.com/office/drawing/2014/main" id="{C6D4EEF7-8BDD-4F6D-90EA-E79C2D3B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829" y="40542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56">
            <a:extLst xmlns:a="http://schemas.openxmlformats.org/drawingml/2006/main">
              <a:ext uri="{FF2B5EF4-FFF2-40B4-BE49-F238E27FC236}">
                <a16:creationId xmlns:a16="http://schemas.microsoft.com/office/drawing/2014/main" id="{1853CAF5-F066-48E0-8840-8B112D0E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38" y="40749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57">
            <a:extLst xmlns:a="http://schemas.openxmlformats.org/drawingml/2006/main">
              <a:ext uri="{FF2B5EF4-FFF2-40B4-BE49-F238E27FC236}">
                <a16:creationId xmlns:a16="http://schemas.microsoft.com/office/drawing/2014/main" id="{B364D0DD-8B95-4229-A3C0-C430A3D9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3664" y="40336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58">
            <a:extLst xmlns:a="http://schemas.openxmlformats.org/drawingml/2006/main">
              <a:ext uri="{FF2B5EF4-FFF2-40B4-BE49-F238E27FC236}">
                <a16:creationId xmlns:a16="http://schemas.microsoft.com/office/drawing/2014/main" id="{C07598D2-A0F5-4EE6-8EAF-74C7DC0A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28" y="40518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59">
            <a:extLst xmlns:a="http://schemas.openxmlformats.org/drawingml/2006/main">
              <a:ext uri="{FF2B5EF4-FFF2-40B4-BE49-F238E27FC236}">
                <a16:creationId xmlns:a16="http://schemas.microsoft.com/office/drawing/2014/main" id="{8548AC54-4007-4C39-ABC2-DAAC39E3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099" y="4043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60">
            <a:extLst xmlns:a="http://schemas.openxmlformats.org/drawingml/2006/main">
              <a:ext uri="{FF2B5EF4-FFF2-40B4-BE49-F238E27FC236}">
                <a16:creationId xmlns:a16="http://schemas.microsoft.com/office/drawing/2014/main" id="{C7D0278D-69C4-4074-BFCF-DE2DF6D9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452" y="40691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61">
            <a:extLst xmlns:a="http://schemas.openxmlformats.org/drawingml/2006/main">
              <a:ext uri="{FF2B5EF4-FFF2-40B4-BE49-F238E27FC236}">
                <a16:creationId xmlns:a16="http://schemas.microsoft.com/office/drawing/2014/main" id="{71CF20E5-50E5-4256-AE4F-575CD2D5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821" y="40478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62">
            <a:extLst xmlns:a="http://schemas.openxmlformats.org/drawingml/2006/main">
              <a:ext uri="{FF2B5EF4-FFF2-40B4-BE49-F238E27FC236}">
                <a16:creationId xmlns:a16="http://schemas.microsoft.com/office/drawing/2014/main" id="{91853FAC-0648-4766-9AE5-FA5E93CD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28" y="40668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63">
            <a:extLst xmlns:a="http://schemas.openxmlformats.org/drawingml/2006/main">
              <a:ext uri="{FF2B5EF4-FFF2-40B4-BE49-F238E27FC236}">
                <a16:creationId xmlns:a16="http://schemas.microsoft.com/office/drawing/2014/main" id="{7800C8D9-5AD2-4F07-A0F4-D6A8573B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7964" y="4034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64">
            <a:extLst xmlns:a="http://schemas.openxmlformats.org/drawingml/2006/main">
              <a:ext uri="{FF2B5EF4-FFF2-40B4-BE49-F238E27FC236}">
                <a16:creationId xmlns:a16="http://schemas.microsoft.com/office/drawing/2014/main" id="{29269FE6-EC24-44C7-BE3E-18F255CD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251" y="40348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65">
            <a:extLst xmlns:a="http://schemas.openxmlformats.org/drawingml/2006/main">
              <a:ext uri="{FF2B5EF4-FFF2-40B4-BE49-F238E27FC236}">
                <a16:creationId xmlns:a16="http://schemas.microsoft.com/office/drawing/2014/main" id="{82D7C07F-78D7-453A-A68C-EA900CCA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232" y="40262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66">
            <a:extLst xmlns:a="http://schemas.openxmlformats.org/drawingml/2006/main">
              <a:ext uri="{FF2B5EF4-FFF2-40B4-BE49-F238E27FC236}">
                <a16:creationId xmlns:a16="http://schemas.microsoft.com/office/drawing/2014/main" id="{FC4B99D6-44A5-4760-95A9-126E5F38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98" y="40275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67">
            <a:extLst xmlns:a="http://schemas.openxmlformats.org/drawingml/2006/main">
              <a:ext uri="{FF2B5EF4-FFF2-40B4-BE49-F238E27FC236}">
                <a16:creationId xmlns:a16="http://schemas.microsoft.com/office/drawing/2014/main" id="{63BD1F02-4099-4D40-83AE-DB3D3D5C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257" y="40382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68">
            <a:extLst xmlns:a="http://schemas.openxmlformats.org/drawingml/2006/main">
              <a:ext uri="{FF2B5EF4-FFF2-40B4-BE49-F238E27FC236}">
                <a16:creationId xmlns:a16="http://schemas.microsoft.com/office/drawing/2014/main" id="{FA72F4A9-4F30-4829-9569-D67E46E0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196" y="40539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69">
            <a:extLst xmlns:a="http://schemas.openxmlformats.org/drawingml/2006/main">
              <a:ext uri="{FF2B5EF4-FFF2-40B4-BE49-F238E27FC236}">
                <a16:creationId xmlns:a16="http://schemas.microsoft.com/office/drawing/2014/main" id="{316A7D72-664D-4004-AA48-E3B1838E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957" y="40747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70">
            <a:extLst xmlns:a="http://schemas.openxmlformats.org/drawingml/2006/main">
              <a:ext uri="{FF2B5EF4-FFF2-40B4-BE49-F238E27FC236}">
                <a16:creationId xmlns:a16="http://schemas.microsoft.com/office/drawing/2014/main" id="{72C61A18-69E7-40EC-9355-3AF59CF1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981" y="40657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71">
            <a:extLst xmlns:a="http://schemas.openxmlformats.org/drawingml/2006/main">
              <a:ext uri="{FF2B5EF4-FFF2-40B4-BE49-F238E27FC236}">
                <a16:creationId xmlns:a16="http://schemas.microsoft.com/office/drawing/2014/main" id="{4A6CE762-E43C-4E62-812D-401EE49F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0377" y="4026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72">
            <a:extLst xmlns:a="http://schemas.openxmlformats.org/drawingml/2006/main">
              <a:ext uri="{FF2B5EF4-FFF2-40B4-BE49-F238E27FC236}">
                <a16:creationId xmlns:a16="http://schemas.microsoft.com/office/drawing/2014/main" id="{A93760F1-E434-40B4-9BA2-6220DC57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538" y="40545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73">
            <a:extLst xmlns:a="http://schemas.openxmlformats.org/drawingml/2006/main">
              <a:ext uri="{FF2B5EF4-FFF2-40B4-BE49-F238E27FC236}">
                <a16:creationId xmlns:a16="http://schemas.microsoft.com/office/drawing/2014/main" id="{2A525A40-75AC-468C-87A5-64E77CE7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481" y="40410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74">
            <a:extLst xmlns:a="http://schemas.openxmlformats.org/drawingml/2006/main">
              <a:ext uri="{FF2B5EF4-FFF2-40B4-BE49-F238E27FC236}">
                <a16:creationId xmlns:a16="http://schemas.microsoft.com/office/drawing/2014/main" id="{E7BF83B2-06BE-4ABD-B433-BE808B7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758" y="4024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75">
            <a:extLst xmlns:a="http://schemas.openxmlformats.org/drawingml/2006/main">
              <a:ext uri="{FF2B5EF4-FFF2-40B4-BE49-F238E27FC236}">
                <a16:creationId xmlns:a16="http://schemas.microsoft.com/office/drawing/2014/main" id="{733071AB-B53F-4A58-B537-757C07EC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698" y="40539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76">
            <a:extLst xmlns:a="http://schemas.openxmlformats.org/drawingml/2006/main">
              <a:ext uri="{FF2B5EF4-FFF2-40B4-BE49-F238E27FC236}">
                <a16:creationId xmlns:a16="http://schemas.microsoft.com/office/drawing/2014/main" id="{A38C83BA-9867-4962-A3F2-540BBDB1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431" y="40454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77">
            <a:extLst xmlns:a="http://schemas.openxmlformats.org/drawingml/2006/main">
              <a:ext uri="{FF2B5EF4-FFF2-40B4-BE49-F238E27FC236}">
                <a16:creationId xmlns:a16="http://schemas.microsoft.com/office/drawing/2014/main" id="{85E3560A-AD7A-4843-B820-1823E9CD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839" y="4039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78">
            <a:extLst xmlns:a="http://schemas.openxmlformats.org/drawingml/2006/main">
              <a:ext uri="{FF2B5EF4-FFF2-40B4-BE49-F238E27FC236}">
                <a16:creationId xmlns:a16="http://schemas.microsoft.com/office/drawing/2014/main" id="{87E4C3C1-C551-4E58-84EC-2EA3B28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13" y="4071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79">
            <a:extLst xmlns:a="http://schemas.openxmlformats.org/drawingml/2006/main">
              <a:ext uri="{FF2B5EF4-FFF2-40B4-BE49-F238E27FC236}">
                <a16:creationId xmlns:a16="http://schemas.microsoft.com/office/drawing/2014/main" id="{CF0634BA-58A8-4213-97A6-1B74E101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834" y="40127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80">
            <a:extLst xmlns:a="http://schemas.openxmlformats.org/drawingml/2006/main">
              <a:ext uri="{FF2B5EF4-FFF2-40B4-BE49-F238E27FC236}">
                <a16:creationId xmlns:a16="http://schemas.microsoft.com/office/drawing/2014/main" id="{1B2471D6-F49E-49EC-8229-4B4D7E9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0547" y="4042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81">
            <a:extLst xmlns:a="http://schemas.openxmlformats.org/drawingml/2006/main">
              <a:ext uri="{FF2B5EF4-FFF2-40B4-BE49-F238E27FC236}">
                <a16:creationId xmlns:a16="http://schemas.microsoft.com/office/drawing/2014/main" id="{33374495-7CC0-4BE4-A6F7-88E7EF63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106" y="41015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82">
            <a:extLst xmlns:a="http://schemas.openxmlformats.org/drawingml/2006/main">
              <a:ext uri="{FF2B5EF4-FFF2-40B4-BE49-F238E27FC236}">
                <a16:creationId xmlns:a16="http://schemas.microsoft.com/office/drawing/2014/main" id="{444DE58A-4F3F-47E4-BD78-D5E94AC5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5" y="40616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83">
            <a:extLst xmlns:a="http://schemas.openxmlformats.org/drawingml/2006/main">
              <a:ext uri="{FF2B5EF4-FFF2-40B4-BE49-F238E27FC236}">
                <a16:creationId xmlns:a16="http://schemas.microsoft.com/office/drawing/2014/main" id="{12648A97-1F88-487C-A2F3-40F80D06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435" y="40651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84">
            <a:extLst xmlns:a="http://schemas.openxmlformats.org/drawingml/2006/main">
              <a:ext uri="{FF2B5EF4-FFF2-40B4-BE49-F238E27FC236}">
                <a16:creationId xmlns:a16="http://schemas.microsoft.com/office/drawing/2014/main" id="{28D092AF-DE06-455E-B48E-9A1180B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528" y="40125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85">
            <a:extLst xmlns:a="http://schemas.openxmlformats.org/drawingml/2006/main">
              <a:ext uri="{FF2B5EF4-FFF2-40B4-BE49-F238E27FC236}">
                <a16:creationId xmlns:a16="http://schemas.microsoft.com/office/drawing/2014/main" id="{526760CF-55D1-4592-A01C-E431DAD1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219" y="4027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86">
            <a:extLst xmlns:a="http://schemas.openxmlformats.org/drawingml/2006/main">
              <a:ext uri="{FF2B5EF4-FFF2-40B4-BE49-F238E27FC236}">
                <a16:creationId xmlns:a16="http://schemas.microsoft.com/office/drawing/2014/main" id="{66405E88-DF29-4086-8335-AF653F75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120" y="4043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87">
            <a:extLst xmlns:a="http://schemas.openxmlformats.org/drawingml/2006/main">
              <a:ext uri="{FF2B5EF4-FFF2-40B4-BE49-F238E27FC236}">
                <a16:creationId xmlns:a16="http://schemas.microsoft.com/office/drawing/2014/main" id="{4376EEF7-B9CB-479B-9A2B-C496EB6E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538" y="40511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88">
            <a:extLst xmlns:a="http://schemas.openxmlformats.org/drawingml/2006/main">
              <a:ext uri="{FF2B5EF4-FFF2-40B4-BE49-F238E27FC236}">
                <a16:creationId xmlns:a16="http://schemas.microsoft.com/office/drawing/2014/main" id="{4803A7FA-4911-408C-B358-52AE445A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134" y="40323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89">
            <a:extLst xmlns:a="http://schemas.openxmlformats.org/drawingml/2006/main">
              <a:ext uri="{FF2B5EF4-FFF2-40B4-BE49-F238E27FC236}">
                <a16:creationId xmlns:a16="http://schemas.microsoft.com/office/drawing/2014/main" id="{9E0AB0E9-1DDC-4956-B17B-3AF6A68C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058" y="40364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90">
            <a:extLst xmlns:a="http://schemas.openxmlformats.org/drawingml/2006/main">
              <a:ext uri="{FF2B5EF4-FFF2-40B4-BE49-F238E27FC236}">
                <a16:creationId xmlns:a16="http://schemas.microsoft.com/office/drawing/2014/main" id="{9628FFA9-1663-4C6E-AF94-EFD7A426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646" y="4006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91">
            <a:extLst xmlns:a="http://schemas.openxmlformats.org/drawingml/2006/main">
              <a:ext uri="{FF2B5EF4-FFF2-40B4-BE49-F238E27FC236}">
                <a16:creationId xmlns:a16="http://schemas.microsoft.com/office/drawing/2014/main" id="{01FB5BBB-65A8-4BF3-A1F1-D987C374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5" y="40326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392">
            <a:extLst xmlns:a="http://schemas.openxmlformats.org/drawingml/2006/main">
              <a:ext uri="{FF2B5EF4-FFF2-40B4-BE49-F238E27FC236}">
                <a16:creationId xmlns:a16="http://schemas.microsoft.com/office/drawing/2014/main" id="{BC428F89-E8EE-4C55-9584-F9CDC831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709" y="40306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393">
            <a:extLst xmlns:a="http://schemas.openxmlformats.org/drawingml/2006/main">
              <a:ext uri="{FF2B5EF4-FFF2-40B4-BE49-F238E27FC236}">
                <a16:creationId xmlns:a16="http://schemas.microsoft.com/office/drawing/2014/main" id="{E7CEB7FF-F39F-4E9B-AF26-CD0F43A2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940" y="40636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94">
            <a:extLst xmlns:a="http://schemas.openxmlformats.org/drawingml/2006/main">
              <a:ext uri="{FF2B5EF4-FFF2-40B4-BE49-F238E27FC236}">
                <a16:creationId xmlns:a16="http://schemas.microsoft.com/office/drawing/2014/main" id="{C4F903E0-4EB0-48EA-B558-CE02AEC2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270" y="40424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395">
            <a:extLst xmlns:a="http://schemas.openxmlformats.org/drawingml/2006/main">
              <a:ext uri="{FF2B5EF4-FFF2-40B4-BE49-F238E27FC236}">
                <a16:creationId xmlns:a16="http://schemas.microsoft.com/office/drawing/2014/main" id="{AAC6763B-E2AF-4BF8-B125-023B205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241" y="4043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96">
            <a:extLst xmlns:a="http://schemas.openxmlformats.org/drawingml/2006/main">
              <a:ext uri="{FF2B5EF4-FFF2-40B4-BE49-F238E27FC236}">
                <a16:creationId xmlns:a16="http://schemas.microsoft.com/office/drawing/2014/main" id="{765FE402-07FE-48D8-BC20-ECB700FC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904" y="4037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97">
            <a:extLst xmlns:a="http://schemas.openxmlformats.org/drawingml/2006/main">
              <a:ext uri="{FF2B5EF4-FFF2-40B4-BE49-F238E27FC236}">
                <a16:creationId xmlns:a16="http://schemas.microsoft.com/office/drawing/2014/main" id="{F1DFB9C1-0ACC-4B04-8374-D7EED5AF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757" y="4063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98">
            <a:extLst xmlns:a="http://schemas.openxmlformats.org/drawingml/2006/main">
              <a:ext uri="{FF2B5EF4-FFF2-40B4-BE49-F238E27FC236}">
                <a16:creationId xmlns:a16="http://schemas.microsoft.com/office/drawing/2014/main" id="{C9A62F39-038C-479E-9294-F3FDA6A7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376" y="40483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99">
            <a:extLst xmlns:a="http://schemas.openxmlformats.org/drawingml/2006/main">
              <a:ext uri="{FF2B5EF4-FFF2-40B4-BE49-F238E27FC236}">
                <a16:creationId xmlns:a16="http://schemas.microsoft.com/office/drawing/2014/main" id="{057DEAB7-DAB9-46ED-9AB0-049DB397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03" y="40349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400">
            <a:extLst xmlns:a="http://schemas.openxmlformats.org/drawingml/2006/main">
              <a:ext uri="{FF2B5EF4-FFF2-40B4-BE49-F238E27FC236}">
                <a16:creationId xmlns:a16="http://schemas.microsoft.com/office/drawing/2014/main" id="{082F468E-48F9-4D68-A16A-8BDF5CF0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568" y="40774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401">
            <a:extLst xmlns:a="http://schemas.openxmlformats.org/drawingml/2006/main">
              <a:ext uri="{FF2B5EF4-FFF2-40B4-BE49-F238E27FC236}">
                <a16:creationId xmlns:a16="http://schemas.microsoft.com/office/drawing/2014/main" id="{EF911308-FE27-45F2-A12C-8573A1A5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51" y="40522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ath-402">
            <a:extLst xmlns:a="http://schemas.openxmlformats.org/drawingml/2006/main">
              <a:ext uri="{FF2B5EF4-FFF2-40B4-BE49-F238E27FC236}">
                <a16:creationId xmlns:a16="http://schemas.microsoft.com/office/drawing/2014/main" id="{3623AA1E-3BB8-4850-8408-D3D2BD4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528" y="40761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403">
            <a:extLst xmlns:a="http://schemas.openxmlformats.org/drawingml/2006/main">
              <a:ext uri="{FF2B5EF4-FFF2-40B4-BE49-F238E27FC236}">
                <a16:creationId xmlns:a16="http://schemas.microsoft.com/office/drawing/2014/main" id="{64045A01-DFBA-4A34-A651-849B2A3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94" y="4044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ath-404">
            <a:extLst xmlns:a="http://schemas.openxmlformats.org/drawingml/2006/main">
              <a:ext uri="{FF2B5EF4-FFF2-40B4-BE49-F238E27FC236}">
                <a16:creationId xmlns:a16="http://schemas.microsoft.com/office/drawing/2014/main" id="{D61F6239-AF70-4520-8CF5-9CC8A1AF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788" y="40554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405">
            <a:extLst xmlns:a="http://schemas.openxmlformats.org/drawingml/2006/main">
              <a:ext uri="{FF2B5EF4-FFF2-40B4-BE49-F238E27FC236}">
                <a16:creationId xmlns:a16="http://schemas.microsoft.com/office/drawing/2014/main" id="{72E158C7-C02A-43F8-9AA1-0AA56B4E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46" y="40398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ath-406">
            <a:extLst xmlns:a="http://schemas.openxmlformats.org/drawingml/2006/main">
              <a:ext uri="{FF2B5EF4-FFF2-40B4-BE49-F238E27FC236}">
                <a16:creationId xmlns:a16="http://schemas.microsoft.com/office/drawing/2014/main" id="{4EF87C48-74F0-4009-8DB8-CADF031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348" y="4027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407">
            <a:extLst xmlns:a="http://schemas.openxmlformats.org/drawingml/2006/main">
              <a:ext uri="{FF2B5EF4-FFF2-40B4-BE49-F238E27FC236}">
                <a16:creationId xmlns:a16="http://schemas.microsoft.com/office/drawing/2014/main" id="{B8A5C68C-6941-47C6-9BC7-914ABE5F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424" y="40711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408">
            <a:extLst xmlns:a="http://schemas.openxmlformats.org/drawingml/2006/main">
              <a:ext uri="{FF2B5EF4-FFF2-40B4-BE49-F238E27FC236}">
                <a16:creationId xmlns:a16="http://schemas.microsoft.com/office/drawing/2014/main" id="{BDEB67B8-9D6A-410E-9E22-4EDB6DD2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4640" y="40504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409">
            <a:extLst xmlns:a="http://schemas.openxmlformats.org/drawingml/2006/main">
              <a:ext uri="{FF2B5EF4-FFF2-40B4-BE49-F238E27FC236}">
                <a16:creationId xmlns:a16="http://schemas.microsoft.com/office/drawing/2014/main" id="{CC5C651C-01C9-4990-9500-9A7008A2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099" y="4047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ath-410">
            <a:extLst xmlns:a="http://schemas.openxmlformats.org/drawingml/2006/main">
              <a:ext uri="{FF2B5EF4-FFF2-40B4-BE49-F238E27FC236}">
                <a16:creationId xmlns:a16="http://schemas.microsoft.com/office/drawing/2014/main" id="{9D933933-C989-42E9-ABED-DD586DE7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10" y="4028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411">
            <a:extLst xmlns:a="http://schemas.openxmlformats.org/drawingml/2006/main">
              <a:ext uri="{FF2B5EF4-FFF2-40B4-BE49-F238E27FC236}">
                <a16:creationId xmlns:a16="http://schemas.microsoft.com/office/drawing/2014/main" id="{0382C3EF-A063-4FD7-BEB7-C500CBDE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164" y="40360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412">
            <a:extLst xmlns:a="http://schemas.openxmlformats.org/drawingml/2006/main">
              <a:ext uri="{FF2B5EF4-FFF2-40B4-BE49-F238E27FC236}">
                <a16:creationId xmlns:a16="http://schemas.microsoft.com/office/drawing/2014/main" id="{09173060-2880-4B13-B69F-111008F9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627" y="40442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413">
            <a:extLst xmlns:a="http://schemas.openxmlformats.org/drawingml/2006/main">
              <a:ext uri="{FF2B5EF4-FFF2-40B4-BE49-F238E27FC236}">
                <a16:creationId xmlns:a16="http://schemas.microsoft.com/office/drawing/2014/main" id="{976A8EA6-008E-48F7-AC19-8182EC7E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809" y="4012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414">
            <a:extLst xmlns:a="http://schemas.openxmlformats.org/drawingml/2006/main">
              <a:ext uri="{FF2B5EF4-FFF2-40B4-BE49-F238E27FC236}">
                <a16:creationId xmlns:a16="http://schemas.microsoft.com/office/drawing/2014/main" id="{2048529C-0862-4F61-A696-2B015113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612" y="4050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415">
            <a:extLst xmlns:a="http://schemas.openxmlformats.org/drawingml/2006/main">
              <a:ext uri="{FF2B5EF4-FFF2-40B4-BE49-F238E27FC236}">
                <a16:creationId xmlns:a16="http://schemas.microsoft.com/office/drawing/2014/main" id="{C07F85BC-7C48-4052-A1F7-05E1297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355" y="4032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ath-416">
            <a:extLst xmlns:a="http://schemas.openxmlformats.org/drawingml/2006/main">
              <a:ext uri="{FF2B5EF4-FFF2-40B4-BE49-F238E27FC236}">
                <a16:creationId xmlns:a16="http://schemas.microsoft.com/office/drawing/2014/main" id="{A152EACD-B3FE-4800-BC6D-5B49377B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633" y="40633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417">
            <a:extLst xmlns:a="http://schemas.openxmlformats.org/drawingml/2006/main">
              <a:ext uri="{FF2B5EF4-FFF2-40B4-BE49-F238E27FC236}">
                <a16:creationId xmlns:a16="http://schemas.microsoft.com/office/drawing/2014/main" id="{88A4F146-E498-46C5-A3A4-7DF7FE5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739" y="4042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path-418">
            <a:extLst xmlns:a="http://schemas.openxmlformats.org/drawingml/2006/main">
              <a:ext uri="{FF2B5EF4-FFF2-40B4-BE49-F238E27FC236}">
                <a16:creationId xmlns:a16="http://schemas.microsoft.com/office/drawing/2014/main" id="{1233289D-AFB2-46A8-AFCF-15E42C3F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20" y="40240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419">
            <a:extLst xmlns:a="http://schemas.openxmlformats.org/drawingml/2006/main">
              <a:ext uri="{FF2B5EF4-FFF2-40B4-BE49-F238E27FC236}">
                <a16:creationId xmlns:a16="http://schemas.microsoft.com/office/drawing/2014/main" id="{2B482F13-EAE9-4A8C-B90C-7765C980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520" y="40263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ath-420">
            <a:extLst xmlns:a="http://schemas.openxmlformats.org/drawingml/2006/main">
              <a:ext uri="{FF2B5EF4-FFF2-40B4-BE49-F238E27FC236}">
                <a16:creationId xmlns:a16="http://schemas.microsoft.com/office/drawing/2014/main" id="{51D10154-5091-4CD3-A149-A629A9E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437" y="40614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421">
            <a:extLst xmlns:a="http://schemas.openxmlformats.org/drawingml/2006/main">
              <a:ext uri="{FF2B5EF4-FFF2-40B4-BE49-F238E27FC236}">
                <a16:creationId xmlns:a16="http://schemas.microsoft.com/office/drawing/2014/main" id="{1F07CC2C-2A6C-4E01-87A1-BDF5E51B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48" y="40576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path-422">
            <a:extLst xmlns:a="http://schemas.openxmlformats.org/drawingml/2006/main">
              <a:ext uri="{FF2B5EF4-FFF2-40B4-BE49-F238E27FC236}">
                <a16:creationId xmlns:a16="http://schemas.microsoft.com/office/drawing/2014/main" id="{BB13BC25-94D6-44BF-91E8-A6AC6CD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592" y="40220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423">
            <a:extLst xmlns:a="http://schemas.openxmlformats.org/drawingml/2006/main">
              <a:ext uri="{FF2B5EF4-FFF2-40B4-BE49-F238E27FC236}">
                <a16:creationId xmlns:a16="http://schemas.microsoft.com/office/drawing/2014/main" id="{8953BF92-0201-45C9-94E6-0948D8C4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60" y="4020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path-424">
            <a:extLst xmlns:a="http://schemas.openxmlformats.org/drawingml/2006/main">
              <a:ext uri="{FF2B5EF4-FFF2-40B4-BE49-F238E27FC236}">
                <a16:creationId xmlns:a16="http://schemas.microsoft.com/office/drawing/2014/main" id="{EEA8FFAF-A0F8-4F0D-AE64-E9BF701C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18" y="4056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25">
            <a:extLst xmlns:a="http://schemas.openxmlformats.org/drawingml/2006/main">
              <a:ext uri="{FF2B5EF4-FFF2-40B4-BE49-F238E27FC236}">
                <a16:creationId xmlns:a16="http://schemas.microsoft.com/office/drawing/2014/main" id="{C3AD5DC5-455C-49DB-98B3-8F86514F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42" y="4065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ath-426">
            <a:extLst xmlns:a="http://schemas.openxmlformats.org/drawingml/2006/main">
              <a:ext uri="{FF2B5EF4-FFF2-40B4-BE49-F238E27FC236}">
                <a16:creationId xmlns:a16="http://schemas.microsoft.com/office/drawing/2014/main" id="{66602B36-1B85-45FD-8547-0D8AF8CD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220" y="40350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27">
            <a:extLst xmlns:a="http://schemas.openxmlformats.org/drawingml/2006/main">
              <a:ext uri="{FF2B5EF4-FFF2-40B4-BE49-F238E27FC236}">
                <a16:creationId xmlns:a16="http://schemas.microsoft.com/office/drawing/2014/main" id="{4125F7A5-1344-49AA-A1ED-AC2C100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724" y="40670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path-428">
            <a:extLst xmlns:a="http://schemas.openxmlformats.org/drawingml/2006/main">
              <a:ext uri="{FF2B5EF4-FFF2-40B4-BE49-F238E27FC236}">
                <a16:creationId xmlns:a16="http://schemas.microsoft.com/office/drawing/2014/main" id="{3CEAB838-DE1F-4285-B59C-4D00D265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762" y="40575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29">
            <a:extLst xmlns:a="http://schemas.openxmlformats.org/drawingml/2006/main">
              <a:ext uri="{FF2B5EF4-FFF2-40B4-BE49-F238E27FC236}">
                <a16:creationId xmlns:a16="http://schemas.microsoft.com/office/drawing/2014/main" id="{A4B377AA-57E8-44D3-9CB4-88950949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592" y="40119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path-430">
            <a:extLst xmlns:a="http://schemas.openxmlformats.org/drawingml/2006/main">
              <a:ext uri="{FF2B5EF4-FFF2-40B4-BE49-F238E27FC236}">
                <a16:creationId xmlns:a16="http://schemas.microsoft.com/office/drawing/2014/main" id="{A059DE43-7B8F-4BCE-BCD9-CAA9A3EB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944" y="40375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31">
            <a:extLst xmlns:a="http://schemas.openxmlformats.org/drawingml/2006/main">
              <a:ext uri="{FF2B5EF4-FFF2-40B4-BE49-F238E27FC236}">
                <a16:creationId xmlns:a16="http://schemas.microsoft.com/office/drawing/2014/main" id="{8817816C-ECC3-4862-BE42-9C5EF115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597" y="4041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432">
            <a:extLst xmlns:a="http://schemas.openxmlformats.org/drawingml/2006/main">
              <a:ext uri="{FF2B5EF4-FFF2-40B4-BE49-F238E27FC236}">
                <a16:creationId xmlns:a16="http://schemas.microsoft.com/office/drawing/2014/main" id="{BA6D412D-AA89-45C9-8A68-0C2324A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129" y="3996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433">
            <a:extLst xmlns:a="http://schemas.openxmlformats.org/drawingml/2006/main">
              <a:ext uri="{FF2B5EF4-FFF2-40B4-BE49-F238E27FC236}">
                <a16:creationId xmlns:a16="http://schemas.microsoft.com/office/drawing/2014/main" id="{02D350BA-7130-463C-8498-FDBFFE84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251" y="40476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ath-434">
            <a:extLst xmlns:a="http://schemas.openxmlformats.org/drawingml/2006/main">
              <a:ext uri="{FF2B5EF4-FFF2-40B4-BE49-F238E27FC236}">
                <a16:creationId xmlns:a16="http://schemas.microsoft.com/office/drawing/2014/main" id="{2BA6AEFB-F5C4-487F-BA5E-79FC8F3D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704" y="40340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35">
            <a:extLst xmlns:a="http://schemas.openxmlformats.org/drawingml/2006/main">
              <a:ext uri="{FF2B5EF4-FFF2-40B4-BE49-F238E27FC236}">
                <a16:creationId xmlns:a16="http://schemas.microsoft.com/office/drawing/2014/main" id="{935519B2-7997-4750-9ACB-ED7F6A18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13" y="40278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path-436">
            <a:extLst xmlns:a="http://schemas.openxmlformats.org/drawingml/2006/main">
              <a:ext uri="{FF2B5EF4-FFF2-40B4-BE49-F238E27FC236}">
                <a16:creationId xmlns:a16="http://schemas.microsoft.com/office/drawing/2014/main" id="{4591FDDE-8BF9-4B38-B20D-357B8EAB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84" y="40852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437">
            <a:extLst xmlns:a="http://schemas.openxmlformats.org/drawingml/2006/main">
              <a:ext uri="{FF2B5EF4-FFF2-40B4-BE49-F238E27FC236}">
                <a16:creationId xmlns:a16="http://schemas.microsoft.com/office/drawing/2014/main" id="{0F72769C-23FF-423E-9CFF-AE3E9601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72" y="4035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ath-438">
            <a:extLst xmlns:a="http://schemas.openxmlformats.org/drawingml/2006/main">
              <a:ext uri="{FF2B5EF4-FFF2-40B4-BE49-F238E27FC236}">
                <a16:creationId xmlns:a16="http://schemas.microsoft.com/office/drawing/2014/main" id="{8FC18484-1F64-47E8-9056-A2351E44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608" y="40309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ath-439">
            <a:extLst xmlns:a="http://schemas.openxmlformats.org/drawingml/2006/main">
              <a:ext uri="{FF2B5EF4-FFF2-40B4-BE49-F238E27FC236}">
                <a16:creationId xmlns:a16="http://schemas.microsoft.com/office/drawing/2014/main" id="{866E35EB-6CA5-4BBC-AF4C-53BF5054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212" y="40411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path-440">
            <a:extLst xmlns:a="http://schemas.openxmlformats.org/drawingml/2006/main">
              <a:ext uri="{FF2B5EF4-FFF2-40B4-BE49-F238E27FC236}">
                <a16:creationId xmlns:a16="http://schemas.microsoft.com/office/drawing/2014/main" id="{1630761E-D2A0-455A-932F-C1F53F99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373" y="40483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441">
            <a:extLst xmlns:a="http://schemas.openxmlformats.org/drawingml/2006/main">
              <a:ext uri="{FF2B5EF4-FFF2-40B4-BE49-F238E27FC236}">
                <a16:creationId xmlns:a16="http://schemas.microsoft.com/office/drawing/2014/main" id="{63406EC5-016A-4EEB-95F6-939C67F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080" y="40181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path-442">
            <a:extLst xmlns:a="http://schemas.openxmlformats.org/drawingml/2006/main">
              <a:ext uri="{FF2B5EF4-FFF2-40B4-BE49-F238E27FC236}">
                <a16:creationId xmlns:a16="http://schemas.microsoft.com/office/drawing/2014/main" id="{9869C58E-20E9-4C12-815D-7D22F1E3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170" y="40254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ath-443">
            <a:extLst xmlns:a="http://schemas.openxmlformats.org/drawingml/2006/main">
              <a:ext uri="{FF2B5EF4-FFF2-40B4-BE49-F238E27FC236}">
                <a16:creationId xmlns:a16="http://schemas.microsoft.com/office/drawing/2014/main" id="{2932A68C-A115-4D95-A82A-3EBC5C43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351" y="40403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444">
            <a:extLst xmlns:a="http://schemas.openxmlformats.org/drawingml/2006/main">
              <a:ext uri="{FF2B5EF4-FFF2-40B4-BE49-F238E27FC236}">
                <a16:creationId xmlns:a16="http://schemas.microsoft.com/office/drawing/2014/main" id="{447148D2-B5EA-4120-9338-05CE5B7B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985" y="4074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445">
            <a:extLst xmlns:a="http://schemas.openxmlformats.org/drawingml/2006/main">
              <a:ext uri="{FF2B5EF4-FFF2-40B4-BE49-F238E27FC236}">
                <a16:creationId xmlns:a16="http://schemas.microsoft.com/office/drawing/2014/main" id="{6E45BA40-B152-49C7-A4D1-4A2E74B9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350" y="4063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446">
            <a:extLst xmlns:a="http://schemas.openxmlformats.org/drawingml/2006/main">
              <a:ext uri="{FF2B5EF4-FFF2-40B4-BE49-F238E27FC236}">
                <a16:creationId xmlns:a16="http://schemas.microsoft.com/office/drawing/2014/main" id="{9C4E8267-4C12-48B4-BA10-B36F8A6E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0" y="40429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47">
            <a:extLst xmlns:a="http://schemas.openxmlformats.org/drawingml/2006/main">
              <a:ext uri="{FF2B5EF4-FFF2-40B4-BE49-F238E27FC236}">
                <a16:creationId xmlns:a16="http://schemas.microsoft.com/office/drawing/2014/main" id="{5E2F845A-8570-4F70-AE75-EF8489B8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634" y="40433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ath-448">
            <a:extLst xmlns:a="http://schemas.openxmlformats.org/drawingml/2006/main">
              <a:ext uri="{FF2B5EF4-FFF2-40B4-BE49-F238E27FC236}">
                <a16:creationId xmlns:a16="http://schemas.microsoft.com/office/drawing/2014/main" id="{AAFE9F6B-AB95-4CC6-9859-6C686662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633" y="4062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449">
            <a:extLst xmlns:a="http://schemas.openxmlformats.org/drawingml/2006/main">
              <a:ext uri="{FF2B5EF4-FFF2-40B4-BE49-F238E27FC236}">
                <a16:creationId xmlns:a16="http://schemas.microsoft.com/office/drawing/2014/main" id="{16673023-4A0C-43CC-8EF5-7AF7324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716" y="40464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450">
            <a:extLst xmlns:a="http://schemas.openxmlformats.org/drawingml/2006/main">
              <a:ext uri="{FF2B5EF4-FFF2-40B4-BE49-F238E27FC236}">
                <a16:creationId xmlns:a16="http://schemas.microsoft.com/office/drawing/2014/main" id="{B335B9C3-8C95-4FB5-BE8E-4532F228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824" y="4042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51">
            <a:extLst xmlns:a="http://schemas.openxmlformats.org/drawingml/2006/main">
              <a:ext uri="{FF2B5EF4-FFF2-40B4-BE49-F238E27FC236}">
                <a16:creationId xmlns:a16="http://schemas.microsoft.com/office/drawing/2014/main" id="{3E940B73-8359-45CE-B5A0-7C885BD4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376" y="40240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52">
            <a:extLst xmlns:a="http://schemas.openxmlformats.org/drawingml/2006/main">
              <a:ext uri="{FF2B5EF4-FFF2-40B4-BE49-F238E27FC236}">
                <a16:creationId xmlns:a16="http://schemas.microsoft.com/office/drawing/2014/main" id="{29E4B157-6662-4978-BA53-38ACC5BE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57" y="40632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53">
            <a:extLst xmlns:a="http://schemas.openxmlformats.org/drawingml/2006/main">
              <a:ext uri="{FF2B5EF4-FFF2-40B4-BE49-F238E27FC236}">
                <a16:creationId xmlns:a16="http://schemas.microsoft.com/office/drawing/2014/main" id="{AF28E4E5-95ED-4719-B7AE-C8335EB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431" y="4033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54">
            <a:extLst xmlns:a="http://schemas.openxmlformats.org/drawingml/2006/main">
              <a:ext uri="{FF2B5EF4-FFF2-40B4-BE49-F238E27FC236}">
                <a16:creationId xmlns:a16="http://schemas.microsoft.com/office/drawing/2014/main" id="{128D3D46-2D0F-40AA-8CBE-D1931A02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677" y="40468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55">
            <a:extLst xmlns:a="http://schemas.openxmlformats.org/drawingml/2006/main">
              <a:ext uri="{FF2B5EF4-FFF2-40B4-BE49-F238E27FC236}">
                <a16:creationId xmlns:a16="http://schemas.microsoft.com/office/drawing/2014/main" id="{68B0BCAE-8778-42C3-84B7-F78F5548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959" y="40225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56">
            <a:extLst xmlns:a="http://schemas.openxmlformats.org/drawingml/2006/main">
              <a:ext uri="{FF2B5EF4-FFF2-40B4-BE49-F238E27FC236}">
                <a16:creationId xmlns:a16="http://schemas.microsoft.com/office/drawing/2014/main" id="{DD146CCC-E2A1-46B7-A141-A58D0D0A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99" y="4072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57">
            <a:extLst xmlns:a="http://schemas.openxmlformats.org/drawingml/2006/main">
              <a:ext uri="{FF2B5EF4-FFF2-40B4-BE49-F238E27FC236}">
                <a16:creationId xmlns:a16="http://schemas.microsoft.com/office/drawing/2014/main" id="{6AF4B911-FBA9-40CD-BF0A-A957FE31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141" y="40250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58">
            <a:extLst xmlns:a="http://schemas.openxmlformats.org/drawingml/2006/main">
              <a:ext uri="{FF2B5EF4-FFF2-40B4-BE49-F238E27FC236}">
                <a16:creationId xmlns:a16="http://schemas.microsoft.com/office/drawing/2014/main" id="{DD0EE3A2-CED8-4447-B14A-00B0D57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410" y="40378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59">
            <a:extLst xmlns:a="http://schemas.openxmlformats.org/drawingml/2006/main">
              <a:ext uri="{FF2B5EF4-FFF2-40B4-BE49-F238E27FC236}">
                <a16:creationId xmlns:a16="http://schemas.microsoft.com/office/drawing/2014/main" id="{F3476B05-DBE5-480B-9A4F-C85ED14F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139" y="40386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60">
            <a:extLst xmlns:a="http://schemas.openxmlformats.org/drawingml/2006/main">
              <a:ext uri="{FF2B5EF4-FFF2-40B4-BE49-F238E27FC236}">
                <a16:creationId xmlns:a16="http://schemas.microsoft.com/office/drawing/2014/main" id="{838F504A-7D27-444D-ABE5-881E1EE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09" y="40135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61">
            <a:extLst xmlns:a="http://schemas.openxmlformats.org/drawingml/2006/main">
              <a:ext uri="{FF2B5EF4-FFF2-40B4-BE49-F238E27FC236}">
                <a16:creationId xmlns:a16="http://schemas.microsoft.com/office/drawing/2014/main" id="{BDDA78EB-39AD-40B5-AFCD-3885ED08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168" y="40591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62">
            <a:extLst xmlns:a="http://schemas.openxmlformats.org/drawingml/2006/main">
              <a:ext uri="{FF2B5EF4-FFF2-40B4-BE49-F238E27FC236}">
                <a16:creationId xmlns:a16="http://schemas.microsoft.com/office/drawing/2014/main" id="{9AC3EB1F-E382-4045-BAF7-C40CA98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2" y="40565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63">
            <a:extLst xmlns:a="http://schemas.openxmlformats.org/drawingml/2006/main">
              <a:ext uri="{FF2B5EF4-FFF2-40B4-BE49-F238E27FC236}">
                <a16:creationId xmlns:a16="http://schemas.microsoft.com/office/drawing/2014/main" id="{71CEA4BB-2AD2-4E94-AA01-CDEC9000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776" y="4031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464">
            <a:extLst xmlns:a="http://schemas.openxmlformats.org/drawingml/2006/main">
              <a:ext uri="{FF2B5EF4-FFF2-40B4-BE49-F238E27FC236}">
                <a16:creationId xmlns:a16="http://schemas.microsoft.com/office/drawing/2014/main" id="{0C9A03F6-EB84-4092-8C13-C22F3470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857" y="4060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ath-465">
            <a:extLst xmlns:a="http://schemas.openxmlformats.org/drawingml/2006/main">
              <a:ext uri="{FF2B5EF4-FFF2-40B4-BE49-F238E27FC236}">
                <a16:creationId xmlns:a16="http://schemas.microsoft.com/office/drawing/2014/main" id="{59CB7067-9DB2-4371-929A-F1F66320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288" y="40150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466">
            <a:extLst xmlns:a="http://schemas.openxmlformats.org/drawingml/2006/main">
              <a:ext uri="{FF2B5EF4-FFF2-40B4-BE49-F238E27FC236}">
                <a16:creationId xmlns:a16="http://schemas.microsoft.com/office/drawing/2014/main" id="{BB46D5DE-CD68-4378-BE0E-DD1758F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477" y="40158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67">
            <a:extLst xmlns:a="http://schemas.openxmlformats.org/drawingml/2006/main">
              <a:ext uri="{FF2B5EF4-FFF2-40B4-BE49-F238E27FC236}">
                <a16:creationId xmlns:a16="http://schemas.microsoft.com/office/drawing/2014/main" id="{F7DF3779-11DE-4676-8E41-7EEEC40C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1459" y="4022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468">
            <a:extLst xmlns:a="http://schemas.openxmlformats.org/drawingml/2006/main">
              <a:ext uri="{FF2B5EF4-FFF2-40B4-BE49-F238E27FC236}">
                <a16:creationId xmlns:a16="http://schemas.microsoft.com/office/drawing/2014/main" id="{66408CD0-461F-468B-A6E7-E2DEF868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935" y="4031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69">
            <a:extLst xmlns:a="http://schemas.openxmlformats.org/drawingml/2006/main">
              <a:ext uri="{FF2B5EF4-FFF2-40B4-BE49-F238E27FC236}">
                <a16:creationId xmlns:a16="http://schemas.microsoft.com/office/drawing/2014/main" id="{511FFEFD-64C6-4ABB-8AB1-B8A7BA6A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121" y="40418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470">
            <a:extLst xmlns:a="http://schemas.openxmlformats.org/drawingml/2006/main">
              <a:ext uri="{FF2B5EF4-FFF2-40B4-BE49-F238E27FC236}">
                <a16:creationId xmlns:a16="http://schemas.microsoft.com/office/drawing/2014/main" id="{E32B4EAD-04AB-4615-B6C6-3319CC26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035" y="40387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471">
            <a:extLst xmlns:a="http://schemas.openxmlformats.org/drawingml/2006/main">
              <a:ext uri="{FF2B5EF4-FFF2-40B4-BE49-F238E27FC236}">
                <a16:creationId xmlns:a16="http://schemas.microsoft.com/office/drawing/2014/main" id="{AE7F86F7-5B38-4110-8152-ECE53888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515" y="4041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path-472">
            <a:extLst xmlns:a="http://schemas.openxmlformats.org/drawingml/2006/main">
              <a:ext uri="{FF2B5EF4-FFF2-40B4-BE49-F238E27FC236}">
                <a16:creationId xmlns:a16="http://schemas.microsoft.com/office/drawing/2014/main" id="{B75CDCA4-5780-414E-B99C-DE8642C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822" y="40836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73">
            <a:extLst xmlns:a="http://schemas.openxmlformats.org/drawingml/2006/main">
              <a:ext uri="{FF2B5EF4-FFF2-40B4-BE49-F238E27FC236}">
                <a16:creationId xmlns:a16="http://schemas.microsoft.com/office/drawing/2014/main" id="{0B370AFB-675C-43FD-9024-E2CEBA2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682" y="40450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ath-474">
            <a:extLst xmlns:a="http://schemas.openxmlformats.org/drawingml/2006/main">
              <a:ext uri="{FF2B5EF4-FFF2-40B4-BE49-F238E27FC236}">
                <a16:creationId xmlns:a16="http://schemas.microsoft.com/office/drawing/2014/main" id="{51A6A397-E692-440E-B722-E80C6460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069" y="40329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ath-475">
            <a:extLst xmlns:a="http://schemas.openxmlformats.org/drawingml/2006/main">
              <a:ext uri="{FF2B5EF4-FFF2-40B4-BE49-F238E27FC236}">
                <a16:creationId xmlns:a16="http://schemas.microsoft.com/office/drawing/2014/main" id="{9A22824F-291C-411F-A50A-3BF8997B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510" y="40539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path-476">
            <a:extLst xmlns:a="http://schemas.openxmlformats.org/drawingml/2006/main">
              <a:ext uri="{FF2B5EF4-FFF2-40B4-BE49-F238E27FC236}">
                <a16:creationId xmlns:a16="http://schemas.microsoft.com/office/drawing/2014/main" id="{2129DB3F-D832-49E2-9483-D2C82F94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9440" y="40427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77">
            <a:extLst xmlns:a="http://schemas.openxmlformats.org/drawingml/2006/main">
              <a:ext uri="{FF2B5EF4-FFF2-40B4-BE49-F238E27FC236}">
                <a16:creationId xmlns:a16="http://schemas.microsoft.com/office/drawing/2014/main" id="{9FC634D2-8A09-4F81-90F7-86E0F4C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671" y="40601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path-478">
            <a:extLst xmlns:a="http://schemas.openxmlformats.org/drawingml/2006/main">
              <a:ext uri="{FF2B5EF4-FFF2-40B4-BE49-F238E27FC236}">
                <a16:creationId xmlns:a16="http://schemas.microsoft.com/office/drawing/2014/main" id="{1157111C-E78A-4DF6-BBA3-8ADF45BF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45" y="40293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79">
            <a:extLst xmlns:a="http://schemas.openxmlformats.org/drawingml/2006/main">
              <a:ext uri="{FF2B5EF4-FFF2-40B4-BE49-F238E27FC236}">
                <a16:creationId xmlns:a16="http://schemas.microsoft.com/office/drawing/2014/main" id="{941C8CEB-AEA3-44AB-A5FF-0DF32D0C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191" y="4060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80">
            <a:extLst xmlns:a="http://schemas.openxmlformats.org/drawingml/2006/main">
              <a:ext uri="{FF2B5EF4-FFF2-40B4-BE49-F238E27FC236}">
                <a16:creationId xmlns:a16="http://schemas.microsoft.com/office/drawing/2014/main" id="{E9CE6830-9D85-451B-9C0A-6A810268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493" y="40468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81">
            <a:extLst xmlns:a="http://schemas.openxmlformats.org/drawingml/2006/main">
              <a:ext uri="{FF2B5EF4-FFF2-40B4-BE49-F238E27FC236}">
                <a16:creationId xmlns:a16="http://schemas.microsoft.com/office/drawing/2014/main" id="{FA68B4C6-E689-49AC-ADC5-0A9422A1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25" y="4049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82">
            <a:extLst xmlns:a="http://schemas.openxmlformats.org/drawingml/2006/main">
              <a:ext uri="{FF2B5EF4-FFF2-40B4-BE49-F238E27FC236}">
                <a16:creationId xmlns:a16="http://schemas.microsoft.com/office/drawing/2014/main" id="{8FB5EC1F-54AA-4279-8F8D-579303E1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592" y="4042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ath-483">
            <a:extLst xmlns:a="http://schemas.openxmlformats.org/drawingml/2006/main">
              <a:ext uri="{FF2B5EF4-FFF2-40B4-BE49-F238E27FC236}">
                <a16:creationId xmlns:a16="http://schemas.microsoft.com/office/drawing/2014/main" id="{7F33E693-F4E4-4623-AB1C-10D9405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70" y="40461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ath-484">
            <a:extLst xmlns:a="http://schemas.openxmlformats.org/drawingml/2006/main">
              <a:ext uri="{FF2B5EF4-FFF2-40B4-BE49-F238E27FC236}">
                <a16:creationId xmlns:a16="http://schemas.microsoft.com/office/drawing/2014/main" id="{284E9CFC-8ADB-47D0-8910-525DD19F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018" y="40301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ath-485">
            <a:extLst xmlns:a="http://schemas.openxmlformats.org/drawingml/2006/main">
              <a:ext uri="{FF2B5EF4-FFF2-40B4-BE49-F238E27FC236}">
                <a16:creationId xmlns:a16="http://schemas.microsoft.com/office/drawing/2014/main" id="{303D4542-D7EC-494E-B27E-E0DCE898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95" y="4049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path-486">
            <a:extLst xmlns:a="http://schemas.openxmlformats.org/drawingml/2006/main">
              <a:ext uri="{FF2B5EF4-FFF2-40B4-BE49-F238E27FC236}">
                <a16:creationId xmlns:a16="http://schemas.microsoft.com/office/drawing/2014/main" id="{D76177A2-C126-40C4-8EF5-C1A9883E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860" y="4022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87">
            <a:extLst xmlns:a="http://schemas.openxmlformats.org/drawingml/2006/main">
              <a:ext uri="{FF2B5EF4-FFF2-40B4-BE49-F238E27FC236}">
                <a16:creationId xmlns:a16="http://schemas.microsoft.com/office/drawing/2014/main" id="{67196EAF-7E53-4CB8-AAA0-F1D00441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53" y="40556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path-488">
            <a:extLst xmlns:a="http://schemas.openxmlformats.org/drawingml/2006/main">
              <a:ext uri="{FF2B5EF4-FFF2-40B4-BE49-F238E27FC236}">
                <a16:creationId xmlns:a16="http://schemas.microsoft.com/office/drawing/2014/main" id="{CAB3BF81-ACD3-4AAF-9EDD-CBCEF8E8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749" y="40605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489">
            <a:extLst xmlns:a="http://schemas.openxmlformats.org/drawingml/2006/main">
              <a:ext uri="{FF2B5EF4-FFF2-40B4-BE49-F238E27FC236}">
                <a16:creationId xmlns:a16="http://schemas.microsoft.com/office/drawing/2014/main" id="{1225DB08-E77A-43AD-BEDC-C94FE931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22" y="40315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path-490">
            <a:extLst xmlns:a="http://schemas.openxmlformats.org/drawingml/2006/main">
              <a:ext uri="{FF2B5EF4-FFF2-40B4-BE49-F238E27FC236}">
                <a16:creationId xmlns:a16="http://schemas.microsoft.com/office/drawing/2014/main" id="{CEE46D50-C392-432B-96C1-75212CC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6" y="4063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491">
            <a:extLst xmlns:a="http://schemas.openxmlformats.org/drawingml/2006/main">
              <a:ext uri="{FF2B5EF4-FFF2-40B4-BE49-F238E27FC236}">
                <a16:creationId xmlns:a16="http://schemas.microsoft.com/office/drawing/2014/main" id="{FFB8611B-F50D-409F-833F-D42F6604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73" y="40454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ath-492">
            <a:extLst xmlns:a="http://schemas.openxmlformats.org/drawingml/2006/main">
              <a:ext uri="{FF2B5EF4-FFF2-40B4-BE49-F238E27FC236}">
                <a16:creationId xmlns:a16="http://schemas.microsoft.com/office/drawing/2014/main" id="{DF0252C3-5F06-468C-A9D9-B39B733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004" y="40379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93">
            <a:extLst xmlns:a="http://schemas.openxmlformats.org/drawingml/2006/main">
              <a:ext uri="{FF2B5EF4-FFF2-40B4-BE49-F238E27FC236}">
                <a16:creationId xmlns:a16="http://schemas.microsoft.com/office/drawing/2014/main" id="{AF12DCFE-8CF1-4B69-A4FF-ADB3E183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510" y="40210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path-494">
            <a:extLst xmlns:a="http://schemas.openxmlformats.org/drawingml/2006/main">
              <a:ext uri="{FF2B5EF4-FFF2-40B4-BE49-F238E27FC236}">
                <a16:creationId xmlns:a16="http://schemas.microsoft.com/office/drawing/2014/main" id="{73B8DCC2-E646-4D15-9417-6B98AECC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34" y="40307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495">
            <a:extLst xmlns:a="http://schemas.openxmlformats.org/drawingml/2006/main">
              <a:ext uri="{FF2B5EF4-FFF2-40B4-BE49-F238E27FC236}">
                <a16:creationId xmlns:a16="http://schemas.microsoft.com/office/drawing/2014/main" id="{9615D1AE-D440-4B00-A762-F8744F2D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31" y="40585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path-496">
            <a:extLst xmlns:a="http://schemas.openxmlformats.org/drawingml/2006/main">
              <a:ext uri="{FF2B5EF4-FFF2-40B4-BE49-F238E27FC236}">
                <a16:creationId xmlns:a16="http://schemas.microsoft.com/office/drawing/2014/main" id="{3C006BE4-5CE5-4D5E-9D1B-28CAA589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134" y="40741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path-497">
            <a:extLst xmlns:a="http://schemas.openxmlformats.org/drawingml/2006/main">
              <a:ext uri="{FF2B5EF4-FFF2-40B4-BE49-F238E27FC236}">
                <a16:creationId xmlns:a16="http://schemas.microsoft.com/office/drawing/2014/main" id="{128A7292-BD0C-4E68-A907-875D226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969" y="4039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path-498">
            <a:extLst xmlns:a="http://schemas.openxmlformats.org/drawingml/2006/main">
              <a:ext uri="{FF2B5EF4-FFF2-40B4-BE49-F238E27FC236}">
                <a16:creationId xmlns:a16="http://schemas.microsoft.com/office/drawing/2014/main" id="{65A3C4AF-9725-4690-AFA7-6F6B659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209" y="40483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99">
            <a:extLst xmlns:a="http://schemas.openxmlformats.org/drawingml/2006/main">
              <a:ext uri="{FF2B5EF4-FFF2-40B4-BE49-F238E27FC236}">
                <a16:creationId xmlns:a16="http://schemas.microsoft.com/office/drawing/2014/main" id="{7EE36504-AF35-4EEB-952D-D25A3CB3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838" y="40713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path-500">
            <a:extLst xmlns:a="http://schemas.openxmlformats.org/drawingml/2006/main">
              <a:ext uri="{FF2B5EF4-FFF2-40B4-BE49-F238E27FC236}">
                <a16:creationId xmlns:a16="http://schemas.microsoft.com/office/drawing/2014/main" id="{EC1C0E88-9421-432A-9CDD-C360BA3D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359" y="40234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path-501">
            <a:extLst xmlns:a="http://schemas.openxmlformats.org/drawingml/2006/main">
              <a:ext uri="{FF2B5EF4-FFF2-40B4-BE49-F238E27FC236}">
                <a16:creationId xmlns:a16="http://schemas.microsoft.com/office/drawing/2014/main" id="{5C7261A4-4B90-4489-8EC3-12B69ECB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457" y="40496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502">
            <a:extLst xmlns:a="http://schemas.openxmlformats.org/drawingml/2006/main">
              <a:ext uri="{FF2B5EF4-FFF2-40B4-BE49-F238E27FC236}">
                <a16:creationId xmlns:a16="http://schemas.microsoft.com/office/drawing/2014/main" id="{50365305-94BF-439F-84AB-BEF9B566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79" y="4025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path-503">
            <a:extLst xmlns:a="http://schemas.openxmlformats.org/drawingml/2006/main">
              <a:ext uri="{FF2B5EF4-FFF2-40B4-BE49-F238E27FC236}">
                <a16:creationId xmlns:a16="http://schemas.microsoft.com/office/drawing/2014/main" id="{12DEE10E-A271-4A85-AC53-6ABCEAE0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210" y="40564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path-504">
            <a:extLst xmlns:a="http://schemas.openxmlformats.org/drawingml/2006/main">
              <a:ext uri="{FF2B5EF4-FFF2-40B4-BE49-F238E27FC236}">
                <a16:creationId xmlns:a16="http://schemas.microsoft.com/office/drawing/2014/main" id="{A460C711-8DAC-4519-8BC2-ECE0A70E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132" y="40494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505">
            <a:extLst xmlns:a="http://schemas.openxmlformats.org/drawingml/2006/main">
              <a:ext uri="{FF2B5EF4-FFF2-40B4-BE49-F238E27FC236}">
                <a16:creationId xmlns:a16="http://schemas.microsoft.com/office/drawing/2014/main" id="{C9FD962A-38F3-4E69-B303-342A082A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265" y="4057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506">
            <a:extLst xmlns:a="http://schemas.openxmlformats.org/drawingml/2006/main">
              <a:ext uri="{FF2B5EF4-FFF2-40B4-BE49-F238E27FC236}">
                <a16:creationId xmlns:a16="http://schemas.microsoft.com/office/drawing/2014/main" id="{A0632133-3766-4305-BFE8-90EBE78C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00" y="40282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path-507">
            <a:extLst xmlns:a="http://schemas.openxmlformats.org/drawingml/2006/main">
              <a:ext uri="{FF2B5EF4-FFF2-40B4-BE49-F238E27FC236}">
                <a16:creationId xmlns:a16="http://schemas.microsoft.com/office/drawing/2014/main" id="{93D99C1A-E48B-4D3D-B0DC-E1A038DA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393" y="40444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508">
            <a:extLst xmlns:a="http://schemas.openxmlformats.org/drawingml/2006/main">
              <a:ext uri="{FF2B5EF4-FFF2-40B4-BE49-F238E27FC236}">
                <a16:creationId xmlns:a16="http://schemas.microsoft.com/office/drawing/2014/main" id="{AAD82758-B27F-42E4-A611-23BB7F9E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4" y="40347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509">
            <a:extLst xmlns:a="http://schemas.openxmlformats.org/drawingml/2006/main">
              <a:ext uri="{FF2B5EF4-FFF2-40B4-BE49-F238E27FC236}">
                <a16:creationId xmlns:a16="http://schemas.microsoft.com/office/drawing/2014/main" id="{3928A535-F9DD-4AB6-9652-A70A6D06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098" y="40471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path-510">
            <a:extLst xmlns:a="http://schemas.openxmlformats.org/drawingml/2006/main">
              <a:ext uri="{FF2B5EF4-FFF2-40B4-BE49-F238E27FC236}">
                <a16:creationId xmlns:a16="http://schemas.microsoft.com/office/drawing/2014/main" id="{7358D4B4-4D83-4EFA-AE4D-5AE2CDF4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1" y="40596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511">
            <a:extLst xmlns:a="http://schemas.openxmlformats.org/drawingml/2006/main">
              <a:ext uri="{FF2B5EF4-FFF2-40B4-BE49-F238E27FC236}">
                <a16:creationId xmlns:a16="http://schemas.microsoft.com/office/drawing/2014/main" id="{9271DBE6-08FF-4B49-92AA-DC174543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35" y="40226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path-512">
            <a:extLst xmlns:a="http://schemas.openxmlformats.org/drawingml/2006/main">
              <a:ext uri="{FF2B5EF4-FFF2-40B4-BE49-F238E27FC236}">
                <a16:creationId xmlns:a16="http://schemas.microsoft.com/office/drawing/2014/main" id="{52A773CC-CD6C-482F-B680-8DEFBC9F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24" y="40608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path-513">
            <a:extLst xmlns:a="http://schemas.openxmlformats.org/drawingml/2006/main">
              <a:ext uri="{FF2B5EF4-FFF2-40B4-BE49-F238E27FC236}">
                <a16:creationId xmlns:a16="http://schemas.microsoft.com/office/drawing/2014/main" id="{7C9E5D00-C644-4587-BD65-8CA80D2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232" y="40464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514">
            <a:extLst xmlns:a="http://schemas.openxmlformats.org/drawingml/2006/main">
              <a:ext uri="{FF2B5EF4-FFF2-40B4-BE49-F238E27FC236}">
                <a16:creationId xmlns:a16="http://schemas.microsoft.com/office/drawing/2014/main" id="{4D1D2ED6-0D09-49F1-910F-FB464830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468" y="40439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path-515">
            <a:extLst xmlns:a="http://schemas.openxmlformats.org/drawingml/2006/main">
              <a:ext uri="{FF2B5EF4-FFF2-40B4-BE49-F238E27FC236}">
                <a16:creationId xmlns:a16="http://schemas.microsoft.com/office/drawing/2014/main" id="{40821A87-4304-4773-BC78-DEC94A36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675" y="40634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path-516">
            <a:extLst xmlns:a="http://schemas.openxmlformats.org/drawingml/2006/main">
              <a:ext uri="{FF2B5EF4-FFF2-40B4-BE49-F238E27FC236}">
                <a16:creationId xmlns:a16="http://schemas.microsoft.com/office/drawing/2014/main" id="{5E63FFFD-DF28-43A4-AAD6-82180292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62" y="40648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517">
            <a:extLst xmlns:a="http://schemas.openxmlformats.org/drawingml/2006/main">
              <a:ext uri="{FF2B5EF4-FFF2-40B4-BE49-F238E27FC236}">
                <a16:creationId xmlns:a16="http://schemas.microsoft.com/office/drawing/2014/main" id="{5EAD0FDB-52B6-4F53-94B4-938139D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401" y="40371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path-518">
            <a:extLst xmlns:a="http://schemas.openxmlformats.org/drawingml/2006/main">
              <a:ext uri="{FF2B5EF4-FFF2-40B4-BE49-F238E27FC236}">
                <a16:creationId xmlns:a16="http://schemas.microsoft.com/office/drawing/2014/main" id="{F8923896-804D-48DA-9212-621005F4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773" y="40142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ath-519">
            <a:extLst xmlns:a="http://schemas.openxmlformats.org/drawingml/2006/main">
              <a:ext uri="{FF2B5EF4-FFF2-40B4-BE49-F238E27FC236}">
                <a16:creationId xmlns:a16="http://schemas.microsoft.com/office/drawing/2014/main" id="{AC2F9A48-DC03-4C3C-8474-C2FBAEAE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637" y="40454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520">
            <a:extLst xmlns:a="http://schemas.openxmlformats.org/drawingml/2006/main">
              <a:ext uri="{FF2B5EF4-FFF2-40B4-BE49-F238E27FC236}">
                <a16:creationId xmlns:a16="http://schemas.microsoft.com/office/drawing/2014/main" id="{28966DB3-D76D-45E9-AC76-F2D586C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653" y="4030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ath-521">
            <a:extLst xmlns:a="http://schemas.openxmlformats.org/drawingml/2006/main">
              <a:ext uri="{FF2B5EF4-FFF2-40B4-BE49-F238E27FC236}">
                <a16:creationId xmlns:a16="http://schemas.microsoft.com/office/drawing/2014/main" id="{B0FA2847-1C13-4888-9544-54602DC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970" y="40439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522">
            <a:extLst xmlns:a="http://schemas.openxmlformats.org/drawingml/2006/main">
              <a:ext uri="{FF2B5EF4-FFF2-40B4-BE49-F238E27FC236}">
                <a16:creationId xmlns:a16="http://schemas.microsoft.com/office/drawing/2014/main" id="{839C936D-0A0C-4D42-8C25-38D939E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822" y="4012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523">
            <a:extLst xmlns:a="http://schemas.openxmlformats.org/drawingml/2006/main">
              <a:ext uri="{FF2B5EF4-FFF2-40B4-BE49-F238E27FC236}">
                <a16:creationId xmlns:a16="http://schemas.microsoft.com/office/drawing/2014/main" id="{5F20582E-AF00-405F-885A-9C61171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859" y="4029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path-524">
            <a:extLst xmlns:a="http://schemas.openxmlformats.org/drawingml/2006/main">
              <a:ext uri="{FF2B5EF4-FFF2-40B4-BE49-F238E27FC236}">
                <a16:creationId xmlns:a16="http://schemas.microsoft.com/office/drawing/2014/main" id="{549B5D91-C3C1-4283-B5D9-5C02C66E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587" y="40066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525">
            <a:extLst xmlns:a="http://schemas.openxmlformats.org/drawingml/2006/main">
              <a:ext uri="{FF2B5EF4-FFF2-40B4-BE49-F238E27FC236}">
                <a16:creationId xmlns:a16="http://schemas.microsoft.com/office/drawing/2014/main" id="{E4760770-476C-4ADA-8319-F3D1F5AD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48" y="4076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526">
            <a:extLst xmlns:a="http://schemas.openxmlformats.org/drawingml/2006/main">
              <a:ext uri="{FF2B5EF4-FFF2-40B4-BE49-F238E27FC236}">
                <a16:creationId xmlns:a16="http://schemas.microsoft.com/office/drawing/2014/main" id="{AFD11E5B-A331-461D-8663-31619212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43" y="4059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527">
            <a:extLst xmlns:a="http://schemas.openxmlformats.org/drawingml/2006/main">
              <a:ext uri="{FF2B5EF4-FFF2-40B4-BE49-F238E27FC236}">
                <a16:creationId xmlns:a16="http://schemas.microsoft.com/office/drawing/2014/main" id="{EB253B5F-A926-42AF-B3EE-A7493B8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458" y="40269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528">
            <a:extLst xmlns:a="http://schemas.openxmlformats.org/drawingml/2006/main">
              <a:ext uri="{FF2B5EF4-FFF2-40B4-BE49-F238E27FC236}">
                <a16:creationId xmlns:a16="http://schemas.microsoft.com/office/drawing/2014/main" id="{FA583158-AAB5-4B41-8B33-53E7670C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04" y="40524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529">
            <a:extLst xmlns:a="http://schemas.openxmlformats.org/drawingml/2006/main">
              <a:ext uri="{FF2B5EF4-FFF2-40B4-BE49-F238E27FC236}">
                <a16:creationId xmlns:a16="http://schemas.microsoft.com/office/drawing/2014/main" id="{52641324-034A-4069-9A15-F5E76FCB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471" y="4026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530">
            <a:extLst xmlns:a="http://schemas.openxmlformats.org/drawingml/2006/main">
              <a:ext uri="{FF2B5EF4-FFF2-40B4-BE49-F238E27FC236}">
                <a16:creationId xmlns:a16="http://schemas.microsoft.com/office/drawing/2014/main" id="{FA7E4625-752C-4414-9696-D9CD9C97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974" y="40521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31">
            <a:extLst xmlns:a="http://schemas.openxmlformats.org/drawingml/2006/main">
              <a:ext uri="{FF2B5EF4-FFF2-40B4-BE49-F238E27FC236}">
                <a16:creationId xmlns:a16="http://schemas.microsoft.com/office/drawing/2014/main" id="{2983ACB1-9F30-44F1-9D14-4AF3727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85" y="40685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path-532">
            <a:extLst xmlns:a="http://schemas.openxmlformats.org/drawingml/2006/main">
              <a:ext uri="{FF2B5EF4-FFF2-40B4-BE49-F238E27FC236}">
                <a16:creationId xmlns:a16="http://schemas.microsoft.com/office/drawing/2014/main" id="{24F734FA-A5AD-4D0C-904A-E1023AF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959" y="40463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path-533">
            <a:extLst xmlns:a="http://schemas.openxmlformats.org/drawingml/2006/main">
              <a:ext uri="{FF2B5EF4-FFF2-40B4-BE49-F238E27FC236}">
                <a16:creationId xmlns:a16="http://schemas.microsoft.com/office/drawing/2014/main" id="{91603DA4-FC61-43C8-B3D7-3742350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916" y="40587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path-534">
            <a:extLst xmlns:a="http://schemas.openxmlformats.org/drawingml/2006/main">
              <a:ext uri="{FF2B5EF4-FFF2-40B4-BE49-F238E27FC236}">
                <a16:creationId xmlns:a16="http://schemas.microsoft.com/office/drawing/2014/main" id="{7E6F3F6F-9415-4FC3-A128-C137D44A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112" y="40595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535">
            <a:extLst xmlns:a="http://schemas.openxmlformats.org/drawingml/2006/main">
              <a:ext uri="{FF2B5EF4-FFF2-40B4-BE49-F238E27FC236}">
                <a16:creationId xmlns:a16="http://schemas.microsoft.com/office/drawing/2014/main" id="{81C78DEA-C0E3-4C86-AD79-AEB3ACF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036" y="4047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path-536">
            <a:extLst xmlns:a="http://schemas.openxmlformats.org/drawingml/2006/main">
              <a:ext uri="{FF2B5EF4-FFF2-40B4-BE49-F238E27FC236}">
                <a16:creationId xmlns:a16="http://schemas.microsoft.com/office/drawing/2014/main" id="{F5D237B0-96EF-4E5B-B74E-3FCD0604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3" y="40287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537">
            <a:extLst xmlns:a="http://schemas.openxmlformats.org/drawingml/2006/main">
              <a:ext uri="{FF2B5EF4-FFF2-40B4-BE49-F238E27FC236}">
                <a16:creationId xmlns:a16="http://schemas.microsoft.com/office/drawing/2014/main" id="{EC29FBF3-0C5D-4F20-B41A-5ABE8006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946" y="4085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" name="path-538">
            <a:extLst xmlns:a="http://schemas.openxmlformats.org/drawingml/2006/main">
              <a:ext uri="{FF2B5EF4-FFF2-40B4-BE49-F238E27FC236}">
                <a16:creationId xmlns:a16="http://schemas.microsoft.com/office/drawing/2014/main" id="{6BA9B253-06DC-4695-9895-2318C1DF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826" y="40538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path-539">
            <a:extLst xmlns:a="http://schemas.openxmlformats.org/drawingml/2006/main">
              <a:ext uri="{FF2B5EF4-FFF2-40B4-BE49-F238E27FC236}">
                <a16:creationId xmlns:a16="http://schemas.microsoft.com/office/drawing/2014/main" id="{8552F4F6-51DC-4A69-A229-5B80CBA1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957" y="40461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path-540">
            <a:extLst xmlns:a="http://schemas.openxmlformats.org/drawingml/2006/main">
              <a:ext uri="{FF2B5EF4-FFF2-40B4-BE49-F238E27FC236}">
                <a16:creationId xmlns:a16="http://schemas.microsoft.com/office/drawing/2014/main" id="{67CCDE4B-4ED8-4DE3-A2ED-BDFF596E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30" y="4068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path-541">
            <a:extLst xmlns:a="http://schemas.openxmlformats.org/drawingml/2006/main">
              <a:ext uri="{FF2B5EF4-FFF2-40B4-BE49-F238E27FC236}">
                <a16:creationId xmlns:a16="http://schemas.microsoft.com/office/drawing/2014/main" id="{DF5B8EAD-3297-44B7-831C-6A11EDA7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634" y="4081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path-542">
            <a:extLst xmlns:a="http://schemas.openxmlformats.org/drawingml/2006/main">
              <a:ext uri="{FF2B5EF4-FFF2-40B4-BE49-F238E27FC236}">
                <a16:creationId xmlns:a16="http://schemas.microsoft.com/office/drawing/2014/main" id="{0A76B00A-1D42-42AD-BF3E-7A618873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962" y="40301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543">
            <a:extLst xmlns:a="http://schemas.openxmlformats.org/drawingml/2006/main">
              <a:ext uri="{FF2B5EF4-FFF2-40B4-BE49-F238E27FC236}">
                <a16:creationId xmlns:a16="http://schemas.microsoft.com/office/drawing/2014/main" id="{FCD8ED32-EA97-4E26-B58E-BD2CDA4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084" y="40528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path-544">
            <a:extLst xmlns:a="http://schemas.openxmlformats.org/drawingml/2006/main">
              <a:ext uri="{FF2B5EF4-FFF2-40B4-BE49-F238E27FC236}">
                <a16:creationId xmlns:a16="http://schemas.microsoft.com/office/drawing/2014/main" id="{01D9B4E7-FCAE-48A0-8D3E-2C18A9D5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022" y="40396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ath-545">
            <a:extLst xmlns:a="http://schemas.openxmlformats.org/drawingml/2006/main">
              <a:ext uri="{FF2B5EF4-FFF2-40B4-BE49-F238E27FC236}">
                <a16:creationId xmlns:a16="http://schemas.microsoft.com/office/drawing/2014/main" id="{257C0129-3D69-4DB9-B48D-8BCFA45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904" y="40621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path-546">
            <a:extLst xmlns:a="http://schemas.openxmlformats.org/drawingml/2006/main">
              <a:ext uri="{FF2B5EF4-FFF2-40B4-BE49-F238E27FC236}">
                <a16:creationId xmlns:a16="http://schemas.microsoft.com/office/drawing/2014/main" id="{7A842E4F-DA32-4D97-B50E-A75AEBC7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838" y="40485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ath-547">
            <a:extLst xmlns:a="http://schemas.openxmlformats.org/drawingml/2006/main">
              <a:ext uri="{FF2B5EF4-FFF2-40B4-BE49-F238E27FC236}">
                <a16:creationId xmlns:a16="http://schemas.microsoft.com/office/drawing/2014/main" id="{00D88D5F-EA66-4501-BF4F-A5311C6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86" y="40756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path-548">
            <a:extLst xmlns:a="http://schemas.openxmlformats.org/drawingml/2006/main">
              <a:ext uri="{FF2B5EF4-FFF2-40B4-BE49-F238E27FC236}">
                <a16:creationId xmlns:a16="http://schemas.microsoft.com/office/drawing/2014/main" id="{95F021C0-3D45-4083-AC1C-0E711D6A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39" y="40371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path-549">
            <a:extLst xmlns:a="http://schemas.openxmlformats.org/drawingml/2006/main">
              <a:ext uri="{FF2B5EF4-FFF2-40B4-BE49-F238E27FC236}">
                <a16:creationId xmlns:a16="http://schemas.microsoft.com/office/drawing/2014/main" id="{9FD22AC4-C280-4DA1-B3B3-CAC390FE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194" y="40548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path-550">
            <a:extLst xmlns:a="http://schemas.openxmlformats.org/drawingml/2006/main">
              <a:ext uri="{FF2B5EF4-FFF2-40B4-BE49-F238E27FC236}">
                <a16:creationId xmlns:a16="http://schemas.microsoft.com/office/drawing/2014/main" id="{38E84FB2-5C12-401E-83C0-D6B744FF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805" y="40342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path-551">
            <a:extLst xmlns:a="http://schemas.openxmlformats.org/drawingml/2006/main">
              <a:ext uri="{FF2B5EF4-FFF2-40B4-BE49-F238E27FC236}">
                <a16:creationId xmlns:a16="http://schemas.microsoft.com/office/drawing/2014/main" id="{D1319717-CCA8-4A36-BC90-5257F715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635" y="40377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552">
            <a:extLst xmlns:a="http://schemas.openxmlformats.org/drawingml/2006/main">
              <a:ext uri="{FF2B5EF4-FFF2-40B4-BE49-F238E27FC236}">
                <a16:creationId xmlns:a16="http://schemas.microsoft.com/office/drawing/2014/main" id="{52BD8F6D-3B93-4EA9-A2E8-5C81B69C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501" y="4038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path-553">
            <a:extLst xmlns:a="http://schemas.openxmlformats.org/drawingml/2006/main">
              <a:ext uri="{FF2B5EF4-FFF2-40B4-BE49-F238E27FC236}">
                <a16:creationId xmlns:a16="http://schemas.microsoft.com/office/drawing/2014/main" id="{78B756FE-349E-47DE-B5E6-4EE74FE7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981" y="4067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ath-554">
            <a:extLst xmlns:a="http://schemas.openxmlformats.org/drawingml/2006/main">
              <a:ext uri="{FF2B5EF4-FFF2-40B4-BE49-F238E27FC236}">
                <a16:creationId xmlns:a16="http://schemas.microsoft.com/office/drawing/2014/main" id="{18B86D5B-A09D-4F0E-9658-75584410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630" y="4029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ath-555">
            <a:extLst xmlns:a="http://schemas.openxmlformats.org/drawingml/2006/main">
              <a:ext uri="{FF2B5EF4-FFF2-40B4-BE49-F238E27FC236}">
                <a16:creationId xmlns:a16="http://schemas.microsoft.com/office/drawing/2014/main" id="{380DC718-BAA0-44F6-96C8-CB7E2671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351" y="4030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path-556">
            <a:extLst xmlns:a="http://schemas.openxmlformats.org/drawingml/2006/main">
              <a:ext uri="{FF2B5EF4-FFF2-40B4-BE49-F238E27FC236}">
                <a16:creationId xmlns:a16="http://schemas.microsoft.com/office/drawing/2014/main" id="{510DC938-2055-41C4-ABC5-9EBB0C4F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474" y="4055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path-557">
            <a:extLst xmlns:a="http://schemas.openxmlformats.org/drawingml/2006/main">
              <a:ext uri="{FF2B5EF4-FFF2-40B4-BE49-F238E27FC236}">
                <a16:creationId xmlns:a16="http://schemas.microsoft.com/office/drawing/2014/main" id="{4B8EBF61-058E-4EA4-A096-ED9E9506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255" y="4039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58">
            <a:extLst xmlns:a="http://schemas.openxmlformats.org/drawingml/2006/main">
              <a:ext uri="{FF2B5EF4-FFF2-40B4-BE49-F238E27FC236}">
                <a16:creationId xmlns:a16="http://schemas.microsoft.com/office/drawing/2014/main" id="{BEA6A3D8-44FD-4F86-B823-DADE2DE0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304" y="40384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path-559">
            <a:extLst xmlns:a="http://schemas.openxmlformats.org/drawingml/2006/main">
              <a:ext uri="{FF2B5EF4-FFF2-40B4-BE49-F238E27FC236}">
                <a16:creationId xmlns:a16="http://schemas.microsoft.com/office/drawing/2014/main" id="{E5AAA98E-14D8-41B9-B98E-F80FA66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378" y="4045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path-560">
            <a:extLst xmlns:a="http://schemas.openxmlformats.org/drawingml/2006/main">
              <a:ext uri="{FF2B5EF4-FFF2-40B4-BE49-F238E27FC236}">
                <a16:creationId xmlns:a16="http://schemas.microsoft.com/office/drawing/2014/main" id="{5A3DCABD-7E3A-4A1F-B217-E4D53633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448" y="4056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path-561">
            <a:extLst xmlns:a="http://schemas.openxmlformats.org/drawingml/2006/main">
              <a:ext uri="{FF2B5EF4-FFF2-40B4-BE49-F238E27FC236}">
                <a16:creationId xmlns:a16="http://schemas.microsoft.com/office/drawing/2014/main" id="{DF6B33AD-E307-4ECE-9842-B0D79BA0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919" y="40671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path-562">
            <a:extLst xmlns:a="http://schemas.openxmlformats.org/drawingml/2006/main">
              <a:ext uri="{FF2B5EF4-FFF2-40B4-BE49-F238E27FC236}">
                <a16:creationId xmlns:a16="http://schemas.microsoft.com/office/drawing/2014/main" id="{C9B29E9F-9319-4B8B-BFA7-79681846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531" y="40596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path-563">
            <a:extLst xmlns:a="http://schemas.openxmlformats.org/drawingml/2006/main">
              <a:ext uri="{FF2B5EF4-FFF2-40B4-BE49-F238E27FC236}">
                <a16:creationId xmlns:a16="http://schemas.microsoft.com/office/drawing/2014/main" id="{1B8F9DD2-F840-46B1-9B54-F4B49127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528" y="40465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path-564">
            <a:extLst xmlns:a="http://schemas.openxmlformats.org/drawingml/2006/main">
              <a:ext uri="{FF2B5EF4-FFF2-40B4-BE49-F238E27FC236}">
                <a16:creationId xmlns:a16="http://schemas.microsoft.com/office/drawing/2014/main" id="{93D3C23E-7C92-4DDE-B877-2ED54F94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69" y="40022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path-565">
            <a:extLst xmlns:a="http://schemas.openxmlformats.org/drawingml/2006/main">
              <a:ext uri="{FF2B5EF4-FFF2-40B4-BE49-F238E27FC236}">
                <a16:creationId xmlns:a16="http://schemas.microsoft.com/office/drawing/2014/main" id="{F6E4FA89-95D3-47ED-8852-9FE6BD5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623" y="40149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66">
            <a:extLst xmlns:a="http://schemas.openxmlformats.org/drawingml/2006/main">
              <a:ext uri="{FF2B5EF4-FFF2-40B4-BE49-F238E27FC236}">
                <a16:creationId xmlns:a16="http://schemas.microsoft.com/office/drawing/2014/main" id="{7F411DDD-0A57-49A8-9EBF-239B1A4D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973" y="4052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path-567">
            <a:extLst xmlns:a="http://schemas.openxmlformats.org/drawingml/2006/main">
              <a:ext uri="{FF2B5EF4-FFF2-40B4-BE49-F238E27FC236}">
                <a16:creationId xmlns:a16="http://schemas.microsoft.com/office/drawing/2014/main" id="{DE2AC958-AA8F-43CC-B508-F7E9C10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806" y="40835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path-568">
            <a:extLst xmlns:a="http://schemas.openxmlformats.org/drawingml/2006/main">
              <a:ext uri="{FF2B5EF4-FFF2-40B4-BE49-F238E27FC236}">
                <a16:creationId xmlns:a16="http://schemas.microsoft.com/office/drawing/2014/main" id="{7CF42629-2963-42EE-9789-11026FA1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040" y="40477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path-569">
            <a:extLst xmlns:a="http://schemas.openxmlformats.org/drawingml/2006/main">
              <a:ext uri="{FF2B5EF4-FFF2-40B4-BE49-F238E27FC236}">
                <a16:creationId xmlns:a16="http://schemas.microsoft.com/office/drawing/2014/main" id="{5D8A1202-25C0-4489-A1F4-AA6BD6D5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81" y="40622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70">
            <a:extLst xmlns:a="http://schemas.openxmlformats.org/drawingml/2006/main">
              <a:ext uri="{FF2B5EF4-FFF2-40B4-BE49-F238E27FC236}">
                <a16:creationId xmlns:a16="http://schemas.microsoft.com/office/drawing/2014/main" id="{F06A5333-C527-42D3-A767-D8E648A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305" y="4046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path-571">
            <a:extLst xmlns:a="http://schemas.openxmlformats.org/drawingml/2006/main">
              <a:ext uri="{FF2B5EF4-FFF2-40B4-BE49-F238E27FC236}">
                <a16:creationId xmlns:a16="http://schemas.microsoft.com/office/drawing/2014/main" id="{05BD3FE8-AC54-4539-A3D8-36DD9BED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208" y="40477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ath-572">
            <a:extLst xmlns:a="http://schemas.openxmlformats.org/drawingml/2006/main">
              <a:ext uri="{FF2B5EF4-FFF2-40B4-BE49-F238E27FC236}">
                <a16:creationId xmlns:a16="http://schemas.microsoft.com/office/drawing/2014/main" id="{4B9B1F20-8EC0-4812-9428-B6E07656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414" y="4049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path-573">
            <a:extLst xmlns:a="http://schemas.openxmlformats.org/drawingml/2006/main">
              <a:ext uri="{FF2B5EF4-FFF2-40B4-BE49-F238E27FC236}">
                <a16:creationId xmlns:a16="http://schemas.microsoft.com/office/drawing/2014/main" id="{AEA6ED37-6BDA-4CA4-AD24-F50957E4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014" y="4028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path-574">
            <a:extLst xmlns:a="http://schemas.openxmlformats.org/drawingml/2006/main">
              <a:ext uri="{FF2B5EF4-FFF2-40B4-BE49-F238E27FC236}">
                <a16:creationId xmlns:a16="http://schemas.microsoft.com/office/drawing/2014/main" id="{56772D68-D70D-46A4-8A86-7CBB936D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548" y="40546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path-575">
            <a:extLst xmlns:a="http://schemas.openxmlformats.org/drawingml/2006/main">
              <a:ext uri="{FF2B5EF4-FFF2-40B4-BE49-F238E27FC236}">
                <a16:creationId xmlns:a16="http://schemas.microsoft.com/office/drawing/2014/main" id="{ED389094-B9FE-4407-9DDF-1499CB99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424" y="3998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path-576">
            <a:extLst xmlns:a="http://schemas.openxmlformats.org/drawingml/2006/main">
              <a:ext uri="{FF2B5EF4-FFF2-40B4-BE49-F238E27FC236}">
                <a16:creationId xmlns:a16="http://schemas.microsoft.com/office/drawing/2014/main" id="{1CF30B79-E2FD-4CDD-823A-A045B5D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95" y="40374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path-577">
            <a:extLst xmlns:a="http://schemas.openxmlformats.org/drawingml/2006/main">
              <a:ext uri="{FF2B5EF4-FFF2-40B4-BE49-F238E27FC236}">
                <a16:creationId xmlns:a16="http://schemas.microsoft.com/office/drawing/2014/main" id="{14FB8964-C7F8-4680-86A8-AC5D420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807" y="40364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78">
            <a:extLst xmlns:a="http://schemas.openxmlformats.org/drawingml/2006/main">
              <a:ext uri="{FF2B5EF4-FFF2-40B4-BE49-F238E27FC236}">
                <a16:creationId xmlns:a16="http://schemas.microsoft.com/office/drawing/2014/main" id="{126F8FBC-47BB-4F82-A38D-C94C05DD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858" y="4013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path-579">
            <a:extLst xmlns:a="http://schemas.openxmlformats.org/drawingml/2006/main">
              <a:ext uri="{FF2B5EF4-FFF2-40B4-BE49-F238E27FC236}">
                <a16:creationId xmlns:a16="http://schemas.microsoft.com/office/drawing/2014/main" id="{97DEE2AB-331D-4E7D-A7F9-4B25EE3B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311" y="4046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ath-580">
            <a:extLst xmlns:a="http://schemas.openxmlformats.org/drawingml/2006/main">
              <a:ext uri="{FF2B5EF4-FFF2-40B4-BE49-F238E27FC236}">
                <a16:creationId xmlns:a16="http://schemas.microsoft.com/office/drawing/2014/main" id="{EFE5E876-BFEF-4681-8775-C16CC0E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011" y="40425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path-581">
            <a:extLst xmlns:a="http://schemas.openxmlformats.org/drawingml/2006/main">
              <a:ext uri="{FF2B5EF4-FFF2-40B4-BE49-F238E27FC236}">
                <a16:creationId xmlns:a16="http://schemas.microsoft.com/office/drawing/2014/main" id="{3EB3028A-7BF1-4FB5-963C-7F81FB07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62" y="4042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582">
            <a:extLst xmlns:a="http://schemas.openxmlformats.org/drawingml/2006/main">
              <a:ext uri="{FF2B5EF4-FFF2-40B4-BE49-F238E27FC236}">
                <a16:creationId xmlns:a16="http://schemas.microsoft.com/office/drawing/2014/main" id="{64D19003-E718-487E-B602-FEB63771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73" y="4031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path-583">
            <a:extLst xmlns:a="http://schemas.openxmlformats.org/drawingml/2006/main">
              <a:ext uri="{FF2B5EF4-FFF2-40B4-BE49-F238E27FC236}">
                <a16:creationId xmlns:a16="http://schemas.microsoft.com/office/drawing/2014/main" id="{70942402-28FB-4929-BF49-B2F4D1E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703" y="40085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84">
            <a:extLst xmlns:a="http://schemas.openxmlformats.org/drawingml/2006/main">
              <a:ext uri="{FF2B5EF4-FFF2-40B4-BE49-F238E27FC236}">
                <a16:creationId xmlns:a16="http://schemas.microsoft.com/office/drawing/2014/main" id="{997FB427-F747-4473-98B6-461106E9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80" y="4039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path-585">
            <a:extLst xmlns:a="http://schemas.openxmlformats.org/drawingml/2006/main">
              <a:ext uri="{FF2B5EF4-FFF2-40B4-BE49-F238E27FC236}">
                <a16:creationId xmlns:a16="http://schemas.microsoft.com/office/drawing/2014/main" id="{078BB62D-F31E-4C68-AAE2-6596E10A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13" y="4051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ath-586">
            <a:extLst xmlns:a="http://schemas.openxmlformats.org/drawingml/2006/main">
              <a:ext uri="{FF2B5EF4-FFF2-40B4-BE49-F238E27FC236}">
                <a16:creationId xmlns:a16="http://schemas.microsoft.com/office/drawing/2014/main" id="{982EF355-AE07-46C2-BB18-CFED6F35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90" y="4062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path-587">
            <a:extLst xmlns:a="http://schemas.openxmlformats.org/drawingml/2006/main">
              <a:ext uri="{FF2B5EF4-FFF2-40B4-BE49-F238E27FC236}">
                <a16:creationId xmlns:a16="http://schemas.microsoft.com/office/drawing/2014/main" id="{E9C258EE-7D73-413E-A302-E296F294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990" y="40305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ath-588">
            <a:extLst xmlns:a="http://schemas.openxmlformats.org/drawingml/2006/main">
              <a:ext uri="{FF2B5EF4-FFF2-40B4-BE49-F238E27FC236}">
                <a16:creationId xmlns:a16="http://schemas.microsoft.com/office/drawing/2014/main" id="{E3B42057-4CDA-4780-B981-C9411304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4878" y="40482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path-589">
            <a:extLst xmlns:a="http://schemas.openxmlformats.org/drawingml/2006/main">
              <a:ext uri="{FF2B5EF4-FFF2-40B4-BE49-F238E27FC236}">
                <a16:creationId xmlns:a16="http://schemas.microsoft.com/office/drawing/2014/main" id="{68A2A30E-7513-4D81-9C75-CA89921B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213" y="40473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ath-590">
            <a:extLst xmlns:a="http://schemas.openxmlformats.org/drawingml/2006/main">
              <a:ext uri="{FF2B5EF4-FFF2-40B4-BE49-F238E27FC236}">
                <a16:creationId xmlns:a16="http://schemas.microsoft.com/office/drawing/2014/main" id="{32023E3C-AC01-4A93-9581-060CC49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464" y="4032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path-591">
            <a:extLst xmlns:a="http://schemas.openxmlformats.org/drawingml/2006/main">
              <a:ext uri="{FF2B5EF4-FFF2-40B4-BE49-F238E27FC236}">
                <a16:creationId xmlns:a16="http://schemas.microsoft.com/office/drawing/2014/main" id="{391EB555-C835-4BDF-9AB6-8F99C9F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59" y="4037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ath-592">
            <a:extLst xmlns:a="http://schemas.openxmlformats.org/drawingml/2006/main">
              <a:ext uri="{FF2B5EF4-FFF2-40B4-BE49-F238E27FC236}">
                <a16:creationId xmlns:a16="http://schemas.microsoft.com/office/drawing/2014/main" id="{D2E53956-656D-43D6-BCE1-40DCD5FD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904" y="40596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path-593">
            <a:extLst xmlns:a="http://schemas.openxmlformats.org/drawingml/2006/main">
              <a:ext uri="{FF2B5EF4-FFF2-40B4-BE49-F238E27FC236}">
                <a16:creationId xmlns:a16="http://schemas.microsoft.com/office/drawing/2014/main" id="{5BAA51DB-3E68-4621-8425-2D73063A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039" y="4043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ath-594">
            <a:extLst xmlns:a="http://schemas.openxmlformats.org/drawingml/2006/main">
              <a:ext uri="{FF2B5EF4-FFF2-40B4-BE49-F238E27FC236}">
                <a16:creationId xmlns:a16="http://schemas.microsoft.com/office/drawing/2014/main" id="{DA3E71E6-0722-4A1A-AFCD-3D725507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6836" y="4051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path-595">
            <a:extLst xmlns:a="http://schemas.openxmlformats.org/drawingml/2006/main">
              <a:ext uri="{FF2B5EF4-FFF2-40B4-BE49-F238E27FC236}">
                <a16:creationId xmlns:a16="http://schemas.microsoft.com/office/drawing/2014/main" id="{503030CC-2A8B-433B-BD64-A8BBF2F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735" y="40256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ath-596">
            <a:extLst xmlns:a="http://schemas.openxmlformats.org/drawingml/2006/main">
              <a:ext uri="{FF2B5EF4-FFF2-40B4-BE49-F238E27FC236}">
                <a16:creationId xmlns:a16="http://schemas.microsoft.com/office/drawing/2014/main" id="{365684A4-7471-4057-8F50-6FE7B55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449" y="40344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path-597">
            <a:extLst xmlns:a="http://schemas.openxmlformats.org/drawingml/2006/main">
              <a:ext uri="{FF2B5EF4-FFF2-40B4-BE49-F238E27FC236}">
                <a16:creationId xmlns:a16="http://schemas.microsoft.com/office/drawing/2014/main" id="{5C3707F8-9325-4D12-BFAC-5436336C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325" y="4054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98">
            <a:extLst xmlns:a="http://schemas.openxmlformats.org/drawingml/2006/main">
              <a:ext uri="{FF2B5EF4-FFF2-40B4-BE49-F238E27FC236}">
                <a16:creationId xmlns:a16="http://schemas.microsoft.com/office/drawing/2014/main" id="{068E6E4B-FBFD-429E-88AC-39D0C178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941" y="40529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path-599">
            <a:extLst xmlns:a="http://schemas.openxmlformats.org/drawingml/2006/main">
              <a:ext uri="{FF2B5EF4-FFF2-40B4-BE49-F238E27FC236}">
                <a16:creationId xmlns:a16="http://schemas.microsoft.com/office/drawing/2014/main" id="{A8FF9AA3-8894-457F-96A7-290D4C69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596" y="4038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600">
            <a:extLst xmlns:a="http://schemas.openxmlformats.org/drawingml/2006/main">
              <a:ext uri="{FF2B5EF4-FFF2-40B4-BE49-F238E27FC236}">
                <a16:creationId xmlns:a16="http://schemas.microsoft.com/office/drawing/2014/main" id="{34A9620E-F910-435A-9AA8-A48A6FD0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165" y="4033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path-601">
            <a:extLst xmlns:a="http://schemas.openxmlformats.org/drawingml/2006/main">
              <a:ext uri="{FF2B5EF4-FFF2-40B4-BE49-F238E27FC236}">
                <a16:creationId xmlns:a16="http://schemas.microsoft.com/office/drawing/2014/main" id="{5A4A518B-1611-4651-9906-8097A0C2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515" y="40719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602">
            <a:extLst xmlns:a="http://schemas.openxmlformats.org/drawingml/2006/main">
              <a:ext uri="{FF2B5EF4-FFF2-40B4-BE49-F238E27FC236}">
                <a16:creationId xmlns:a16="http://schemas.microsoft.com/office/drawing/2014/main" id="{838E07D4-8367-42ED-980F-A3E0B4BF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060" y="40369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path-603">
            <a:extLst xmlns:a="http://schemas.openxmlformats.org/drawingml/2006/main">
              <a:ext uri="{FF2B5EF4-FFF2-40B4-BE49-F238E27FC236}">
                <a16:creationId xmlns:a16="http://schemas.microsoft.com/office/drawing/2014/main" id="{B233B4FA-2487-4D0F-B57B-7308FD2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201" y="4052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path-604">
            <a:extLst xmlns:a="http://schemas.openxmlformats.org/drawingml/2006/main">
              <a:ext uri="{FF2B5EF4-FFF2-40B4-BE49-F238E27FC236}">
                <a16:creationId xmlns:a16="http://schemas.microsoft.com/office/drawing/2014/main" id="{C89408A3-F085-4D2B-85F4-E5D8DACD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222" y="40391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path-605">
            <a:extLst xmlns:a="http://schemas.openxmlformats.org/drawingml/2006/main">
              <a:ext uri="{FF2B5EF4-FFF2-40B4-BE49-F238E27FC236}">
                <a16:creationId xmlns:a16="http://schemas.microsoft.com/office/drawing/2014/main" id="{45AF6441-B0C5-4D42-82CB-C59AED26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838" y="40452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606">
            <a:extLst xmlns:a="http://schemas.openxmlformats.org/drawingml/2006/main">
              <a:ext uri="{FF2B5EF4-FFF2-40B4-BE49-F238E27FC236}">
                <a16:creationId xmlns:a16="http://schemas.microsoft.com/office/drawing/2014/main" id="{5188B966-4F8B-48DC-8CAC-12C0EF1E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329" y="40199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path-607">
            <a:extLst xmlns:a="http://schemas.openxmlformats.org/drawingml/2006/main">
              <a:ext uri="{FF2B5EF4-FFF2-40B4-BE49-F238E27FC236}">
                <a16:creationId xmlns:a16="http://schemas.microsoft.com/office/drawing/2014/main" id="{03C807E1-9FC4-4723-AFA1-FF6FA400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908" y="4057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path-608">
            <a:extLst xmlns:a="http://schemas.openxmlformats.org/drawingml/2006/main">
              <a:ext uri="{FF2B5EF4-FFF2-40B4-BE49-F238E27FC236}">
                <a16:creationId xmlns:a16="http://schemas.microsoft.com/office/drawing/2014/main" id="{32827B58-A081-4F20-A763-D1141F1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97" y="40442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path-609">
            <a:extLst xmlns:a="http://schemas.openxmlformats.org/drawingml/2006/main">
              <a:ext uri="{FF2B5EF4-FFF2-40B4-BE49-F238E27FC236}">
                <a16:creationId xmlns:a16="http://schemas.microsoft.com/office/drawing/2014/main" id="{AA4A9DE0-3929-4777-97DF-23B64317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414" y="40274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path-610">
            <a:extLst xmlns:a="http://schemas.openxmlformats.org/drawingml/2006/main">
              <a:ext uri="{FF2B5EF4-FFF2-40B4-BE49-F238E27FC236}">
                <a16:creationId xmlns:a16="http://schemas.microsoft.com/office/drawing/2014/main" id="{E553EC60-7419-4231-8691-CB104C2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311" y="40323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path-611">
            <a:extLst xmlns:a="http://schemas.openxmlformats.org/drawingml/2006/main">
              <a:ext uri="{FF2B5EF4-FFF2-40B4-BE49-F238E27FC236}">
                <a16:creationId xmlns:a16="http://schemas.microsoft.com/office/drawing/2014/main" id="{EE3CFCD6-070F-4C7B-93FA-5142A0F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362" y="40607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path-612">
            <a:extLst xmlns:a="http://schemas.openxmlformats.org/drawingml/2006/main">
              <a:ext uri="{FF2B5EF4-FFF2-40B4-BE49-F238E27FC236}">
                <a16:creationId xmlns:a16="http://schemas.microsoft.com/office/drawing/2014/main" id="{0DFB38F6-0321-4B0B-A5E5-4936E496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834" y="4037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path-613">
            <a:extLst xmlns:a="http://schemas.openxmlformats.org/drawingml/2006/main">
              <a:ext uri="{FF2B5EF4-FFF2-40B4-BE49-F238E27FC236}">
                <a16:creationId xmlns:a16="http://schemas.microsoft.com/office/drawing/2014/main" id="{407045E4-330B-469E-99B1-1154D6AB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597" y="40440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614">
            <a:extLst xmlns:a="http://schemas.openxmlformats.org/drawingml/2006/main">
              <a:ext uri="{FF2B5EF4-FFF2-40B4-BE49-F238E27FC236}">
                <a16:creationId xmlns:a16="http://schemas.microsoft.com/office/drawing/2014/main" id="{397507E9-C70A-467B-A366-408B4079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137" y="40343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path-615">
            <a:extLst xmlns:a="http://schemas.openxmlformats.org/drawingml/2006/main">
              <a:ext uri="{FF2B5EF4-FFF2-40B4-BE49-F238E27FC236}">
                <a16:creationId xmlns:a16="http://schemas.microsoft.com/office/drawing/2014/main" id="{EEEC8DA8-4E62-4852-962E-E69DC449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020" y="4051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path-616">
            <a:extLst xmlns:a="http://schemas.openxmlformats.org/drawingml/2006/main">
              <a:ext uri="{FF2B5EF4-FFF2-40B4-BE49-F238E27FC236}">
                <a16:creationId xmlns:a16="http://schemas.microsoft.com/office/drawing/2014/main" id="{E83BCB4B-438B-43DC-8712-6FC3A440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302" y="40137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path-617">
            <a:extLst xmlns:a="http://schemas.openxmlformats.org/drawingml/2006/main">
              <a:ext uri="{FF2B5EF4-FFF2-40B4-BE49-F238E27FC236}">
                <a16:creationId xmlns:a16="http://schemas.microsoft.com/office/drawing/2014/main" id="{9FD09745-FF9F-49B3-A946-B380A287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498" y="40415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path-618">
            <a:extLst xmlns:a="http://schemas.openxmlformats.org/drawingml/2006/main">
              <a:ext uri="{FF2B5EF4-FFF2-40B4-BE49-F238E27FC236}">
                <a16:creationId xmlns:a16="http://schemas.microsoft.com/office/drawing/2014/main" id="{3A150FA2-B512-4F5C-8F24-D6B4CD08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986" y="40367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path-619">
            <a:extLst xmlns:a="http://schemas.openxmlformats.org/drawingml/2006/main">
              <a:ext uri="{FF2B5EF4-FFF2-40B4-BE49-F238E27FC236}">
                <a16:creationId xmlns:a16="http://schemas.microsoft.com/office/drawing/2014/main" id="{8567B122-F447-475B-9572-36DF8EF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030" y="40185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path-620">
            <a:extLst xmlns:a="http://schemas.openxmlformats.org/drawingml/2006/main">
              <a:ext uri="{FF2B5EF4-FFF2-40B4-BE49-F238E27FC236}">
                <a16:creationId xmlns:a16="http://schemas.microsoft.com/office/drawing/2014/main" id="{BEABD767-B058-400A-B9A3-0630450F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80" y="40379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path-621">
            <a:extLst xmlns:a="http://schemas.openxmlformats.org/drawingml/2006/main">
              <a:ext uri="{FF2B5EF4-FFF2-40B4-BE49-F238E27FC236}">
                <a16:creationId xmlns:a16="http://schemas.microsoft.com/office/drawing/2014/main" id="{3A347C58-136A-4AD8-AA13-8F9034BA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021" y="40527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path-622">
            <a:extLst xmlns:a="http://schemas.openxmlformats.org/drawingml/2006/main">
              <a:ext uri="{FF2B5EF4-FFF2-40B4-BE49-F238E27FC236}">
                <a16:creationId xmlns:a16="http://schemas.microsoft.com/office/drawing/2014/main" id="{D6247C1C-BC42-4C15-B99C-32AD3273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914" y="4033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path-623">
            <a:extLst xmlns:a="http://schemas.openxmlformats.org/drawingml/2006/main">
              <a:ext uri="{FF2B5EF4-FFF2-40B4-BE49-F238E27FC236}">
                <a16:creationId xmlns:a16="http://schemas.microsoft.com/office/drawing/2014/main" id="{11D299F5-6B7A-4068-A378-BA75992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214" y="40521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624">
            <a:extLst xmlns:a="http://schemas.openxmlformats.org/drawingml/2006/main">
              <a:ext uri="{FF2B5EF4-FFF2-40B4-BE49-F238E27FC236}">
                <a16:creationId xmlns:a16="http://schemas.microsoft.com/office/drawing/2014/main" id="{2F0225F9-F432-4A7D-8651-835FE36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15" y="40740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path-625">
            <a:extLst xmlns:a="http://schemas.openxmlformats.org/drawingml/2006/main">
              <a:ext uri="{FF2B5EF4-FFF2-40B4-BE49-F238E27FC236}">
                <a16:creationId xmlns:a16="http://schemas.microsoft.com/office/drawing/2014/main" id="{40B650D1-37BB-406A-92D6-17B42A67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986" y="40409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path-626">
            <a:extLst xmlns:a="http://schemas.openxmlformats.org/drawingml/2006/main">
              <a:ext uri="{FF2B5EF4-FFF2-40B4-BE49-F238E27FC236}">
                <a16:creationId xmlns:a16="http://schemas.microsoft.com/office/drawing/2014/main" id="{730B4061-3895-4401-B45F-9F7BE0B5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534" y="40388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path-627">
            <a:extLst xmlns:a="http://schemas.openxmlformats.org/drawingml/2006/main">
              <a:ext uri="{FF2B5EF4-FFF2-40B4-BE49-F238E27FC236}">
                <a16:creationId xmlns:a16="http://schemas.microsoft.com/office/drawing/2014/main" id="{C91F840C-995D-4D53-92E2-B67517E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157" y="4055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path-628">
            <a:extLst xmlns:a="http://schemas.openxmlformats.org/drawingml/2006/main">
              <a:ext uri="{FF2B5EF4-FFF2-40B4-BE49-F238E27FC236}">
                <a16:creationId xmlns:a16="http://schemas.microsoft.com/office/drawing/2014/main" id="{90A97595-7666-477E-B1B8-01E31168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992" y="40481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path-629">
            <a:extLst xmlns:a="http://schemas.openxmlformats.org/drawingml/2006/main">
              <a:ext uri="{FF2B5EF4-FFF2-40B4-BE49-F238E27FC236}">
                <a16:creationId xmlns:a16="http://schemas.microsoft.com/office/drawing/2014/main" id="{DA453EC8-C822-4C2B-B517-1ED592BF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281" y="40466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path-630">
            <a:extLst xmlns:a="http://schemas.openxmlformats.org/drawingml/2006/main">
              <a:ext uri="{FF2B5EF4-FFF2-40B4-BE49-F238E27FC236}">
                <a16:creationId xmlns:a16="http://schemas.microsoft.com/office/drawing/2014/main" id="{B12E905E-D2C4-4D78-9FDC-53687576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04" y="40132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path-631">
            <a:extLst xmlns:a="http://schemas.openxmlformats.org/drawingml/2006/main">
              <a:ext uri="{FF2B5EF4-FFF2-40B4-BE49-F238E27FC236}">
                <a16:creationId xmlns:a16="http://schemas.microsoft.com/office/drawing/2014/main" id="{428BAE56-8267-472C-99C5-E900C658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34" y="40271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path-632">
            <a:extLst xmlns:a="http://schemas.openxmlformats.org/drawingml/2006/main">
              <a:ext uri="{FF2B5EF4-FFF2-40B4-BE49-F238E27FC236}">
                <a16:creationId xmlns:a16="http://schemas.microsoft.com/office/drawing/2014/main" id="{1ECCDFC9-AC94-42A6-B383-1C32A3F8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760" y="40537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path-633">
            <a:extLst xmlns:a="http://schemas.openxmlformats.org/drawingml/2006/main">
              <a:ext uri="{FF2B5EF4-FFF2-40B4-BE49-F238E27FC236}">
                <a16:creationId xmlns:a16="http://schemas.microsoft.com/office/drawing/2014/main" id="{43CCDF4F-4E60-4BE6-808D-8CD2FCCB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359" y="4047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path-634">
            <a:extLst xmlns:a="http://schemas.openxmlformats.org/drawingml/2006/main">
              <a:ext uri="{FF2B5EF4-FFF2-40B4-BE49-F238E27FC236}">
                <a16:creationId xmlns:a16="http://schemas.microsoft.com/office/drawing/2014/main" id="{671FBAB9-EB8D-420D-92AE-A110891A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488" y="40510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635">
            <a:extLst xmlns:a="http://schemas.openxmlformats.org/drawingml/2006/main">
              <a:ext uri="{FF2B5EF4-FFF2-40B4-BE49-F238E27FC236}">
                <a16:creationId xmlns:a16="http://schemas.microsoft.com/office/drawing/2014/main" id="{1F343ECE-30B3-42B4-95F7-6CA6E22C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06" y="40135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path-636">
            <a:extLst xmlns:a="http://schemas.openxmlformats.org/drawingml/2006/main">
              <a:ext uri="{FF2B5EF4-FFF2-40B4-BE49-F238E27FC236}">
                <a16:creationId xmlns:a16="http://schemas.microsoft.com/office/drawing/2014/main" id="{226B67DC-ED4A-40D8-8AC1-7707F0EE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982" y="40627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path-637">
            <a:extLst xmlns:a="http://schemas.openxmlformats.org/drawingml/2006/main">
              <a:ext uri="{FF2B5EF4-FFF2-40B4-BE49-F238E27FC236}">
                <a16:creationId xmlns:a16="http://schemas.microsoft.com/office/drawing/2014/main" id="{351FB0B3-16BA-4F15-8F78-81B8C561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8142" y="39983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path-638">
            <a:extLst xmlns:a="http://schemas.openxmlformats.org/drawingml/2006/main">
              <a:ext uri="{FF2B5EF4-FFF2-40B4-BE49-F238E27FC236}">
                <a16:creationId xmlns:a16="http://schemas.microsoft.com/office/drawing/2014/main" id="{006882E1-BA47-4205-8E05-8F5DF596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690" y="40381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path-639">
            <a:extLst xmlns:a="http://schemas.openxmlformats.org/drawingml/2006/main">
              <a:ext uri="{FF2B5EF4-FFF2-40B4-BE49-F238E27FC236}">
                <a16:creationId xmlns:a16="http://schemas.microsoft.com/office/drawing/2014/main" id="{2D26A7A4-A6D6-4DEB-8668-2E1A1FA7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798" y="40362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path-640">
            <a:extLst xmlns:a="http://schemas.openxmlformats.org/drawingml/2006/main">
              <a:ext uri="{FF2B5EF4-FFF2-40B4-BE49-F238E27FC236}">
                <a16:creationId xmlns:a16="http://schemas.microsoft.com/office/drawing/2014/main" id="{99F355F0-EA83-489D-959C-95A692C5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82" y="40564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path-641">
            <a:extLst xmlns:a="http://schemas.openxmlformats.org/drawingml/2006/main">
              <a:ext uri="{FF2B5EF4-FFF2-40B4-BE49-F238E27FC236}">
                <a16:creationId xmlns:a16="http://schemas.microsoft.com/office/drawing/2014/main" id="{8E8777B6-AB91-4333-96EE-86CC2681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109" y="40516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path-642">
            <a:extLst xmlns:a="http://schemas.openxmlformats.org/drawingml/2006/main">
              <a:ext uri="{FF2B5EF4-FFF2-40B4-BE49-F238E27FC236}">
                <a16:creationId xmlns:a16="http://schemas.microsoft.com/office/drawing/2014/main" id="{8F9ED924-9446-4F9C-8B2E-82B497C3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797" y="40324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path-643">
            <a:extLst xmlns:a="http://schemas.openxmlformats.org/drawingml/2006/main">
              <a:ext uri="{FF2B5EF4-FFF2-40B4-BE49-F238E27FC236}">
                <a16:creationId xmlns:a16="http://schemas.microsoft.com/office/drawing/2014/main" id="{FEDA7D33-016E-4BC3-A37D-B78713A4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424" y="40410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path-644">
            <a:extLst xmlns:a="http://schemas.openxmlformats.org/drawingml/2006/main">
              <a:ext uri="{FF2B5EF4-FFF2-40B4-BE49-F238E27FC236}">
                <a16:creationId xmlns:a16="http://schemas.microsoft.com/office/drawing/2014/main" id="{BE26A7F4-DE83-47CF-9ABF-D25DAFC2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538" y="40508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path-645">
            <a:extLst xmlns:a="http://schemas.openxmlformats.org/drawingml/2006/main">
              <a:ext uri="{FF2B5EF4-FFF2-40B4-BE49-F238E27FC236}">
                <a16:creationId xmlns:a16="http://schemas.microsoft.com/office/drawing/2014/main" id="{87C905F8-AB71-4C45-BA74-372FCF93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103" y="4044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path-646">
            <a:extLst xmlns:a="http://schemas.openxmlformats.org/drawingml/2006/main">
              <a:ext uri="{FF2B5EF4-FFF2-40B4-BE49-F238E27FC236}">
                <a16:creationId xmlns:a16="http://schemas.microsoft.com/office/drawing/2014/main" id="{3B6CB512-D88B-457F-ABC8-80FDDEF5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622" y="40517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path-647">
            <a:extLst xmlns:a="http://schemas.openxmlformats.org/drawingml/2006/main">
              <a:ext uri="{FF2B5EF4-FFF2-40B4-BE49-F238E27FC236}">
                <a16:creationId xmlns:a16="http://schemas.microsoft.com/office/drawing/2014/main" id="{48817EE9-59E1-4129-A097-FFA03817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250" y="40513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path-648">
            <a:extLst xmlns:a="http://schemas.openxmlformats.org/drawingml/2006/main">
              <a:ext uri="{FF2B5EF4-FFF2-40B4-BE49-F238E27FC236}">
                <a16:creationId xmlns:a16="http://schemas.microsoft.com/office/drawing/2014/main" id="{AF09345E-6B3E-4E11-B244-3FD3F763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163" y="40654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path-649">
            <a:extLst xmlns:a="http://schemas.openxmlformats.org/drawingml/2006/main">
              <a:ext uri="{FF2B5EF4-FFF2-40B4-BE49-F238E27FC236}">
                <a16:creationId xmlns:a16="http://schemas.microsoft.com/office/drawing/2014/main" id="{4C360D98-8290-4922-8BC8-1935198A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509" y="4045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path-650">
            <a:extLst xmlns:a="http://schemas.openxmlformats.org/drawingml/2006/main">
              <a:ext uri="{FF2B5EF4-FFF2-40B4-BE49-F238E27FC236}">
                <a16:creationId xmlns:a16="http://schemas.microsoft.com/office/drawing/2014/main" id="{7B7B7A83-195F-4ADF-9719-F02E03D0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677" y="40488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path-651">
            <a:extLst xmlns:a="http://schemas.openxmlformats.org/drawingml/2006/main">
              <a:ext uri="{FF2B5EF4-FFF2-40B4-BE49-F238E27FC236}">
                <a16:creationId xmlns:a16="http://schemas.microsoft.com/office/drawing/2014/main" id="{5EDE54BA-42F3-4B1F-8C52-141492D2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949" y="40262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652">
            <a:extLst xmlns:a="http://schemas.openxmlformats.org/drawingml/2006/main">
              <a:ext uri="{FF2B5EF4-FFF2-40B4-BE49-F238E27FC236}">
                <a16:creationId xmlns:a16="http://schemas.microsoft.com/office/drawing/2014/main" id="{702C32C1-7E32-450B-980A-26EA6FDC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688" y="40300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path-653">
            <a:extLst xmlns:a="http://schemas.openxmlformats.org/drawingml/2006/main">
              <a:ext uri="{FF2B5EF4-FFF2-40B4-BE49-F238E27FC236}">
                <a16:creationId xmlns:a16="http://schemas.microsoft.com/office/drawing/2014/main" id="{282FD618-867F-44AC-8FF6-54CD9A0F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42" y="40461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path-654">
            <a:extLst xmlns:a="http://schemas.openxmlformats.org/drawingml/2006/main">
              <a:ext uri="{FF2B5EF4-FFF2-40B4-BE49-F238E27FC236}">
                <a16:creationId xmlns:a16="http://schemas.microsoft.com/office/drawing/2014/main" id="{FE17CBD2-AC2B-4FDA-B5BA-073BC600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67" y="40427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path-655">
            <a:extLst xmlns:a="http://schemas.openxmlformats.org/drawingml/2006/main">
              <a:ext uri="{FF2B5EF4-FFF2-40B4-BE49-F238E27FC236}">
                <a16:creationId xmlns:a16="http://schemas.microsoft.com/office/drawing/2014/main" id="{D350C9D5-8669-4FE0-B609-423A8BE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745" y="4038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path-656">
            <a:extLst xmlns:a="http://schemas.openxmlformats.org/drawingml/2006/main">
              <a:ext uri="{FF2B5EF4-FFF2-40B4-BE49-F238E27FC236}">
                <a16:creationId xmlns:a16="http://schemas.microsoft.com/office/drawing/2014/main" id="{5D6BA538-7D60-4763-B88B-EA1B341B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798" y="40299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path-657">
            <a:extLst xmlns:a="http://schemas.openxmlformats.org/drawingml/2006/main">
              <a:ext uri="{FF2B5EF4-FFF2-40B4-BE49-F238E27FC236}">
                <a16:creationId xmlns:a16="http://schemas.microsoft.com/office/drawing/2014/main" id="{4DB40775-7DF5-42EF-9B33-6E9507AB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258" y="4037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path-658">
            <a:extLst xmlns:a="http://schemas.openxmlformats.org/drawingml/2006/main">
              <a:ext uri="{FF2B5EF4-FFF2-40B4-BE49-F238E27FC236}">
                <a16:creationId xmlns:a16="http://schemas.microsoft.com/office/drawing/2014/main" id="{17F34078-335B-424E-882B-B47DFF1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317" y="4027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path-659">
            <a:extLst xmlns:a="http://schemas.openxmlformats.org/drawingml/2006/main">
              <a:ext uri="{FF2B5EF4-FFF2-40B4-BE49-F238E27FC236}">
                <a16:creationId xmlns:a16="http://schemas.microsoft.com/office/drawing/2014/main" id="{36245F33-7E46-479C-B62A-A00830A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46" y="4068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path-660">
            <a:extLst xmlns:a="http://schemas.openxmlformats.org/drawingml/2006/main">
              <a:ext uri="{FF2B5EF4-FFF2-40B4-BE49-F238E27FC236}">
                <a16:creationId xmlns:a16="http://schemas.microsoft.com/office/drawing/2014/main" id="{DB17287E-344C-43D2-880B-99EEB9BE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526" y="40509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path-661">
            <a:extLst xmlns:a="http://schemas.openxmlformats.org/drawingml/2006/main">
              <a:ext uri="{FF2B5EF4-FFF2-40B4-BE49-F238E27FC236}">
                <a16:creationId xmlns:a16="http://schemas.microsoft.com/office/drawing/2014/main" id="{9A1401AC-53AD-4B67-92C9-47AC7830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229" y="40635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path-662">
            <a:extLst xmlns:a="http://schemas.openxmlformats.org/drawingml/2006/main">
              <a:ext uri="{FF2B5EF4-FFF2-40B4-BE49-F238E27FC236}">
                <a16:creationId xmlns:a16="http://schemas.microsoft.com/office/drawing/2014/main" id="{97957B02-68AB-4668-88B5-2810262B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916" y="4067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path-663">
            <a:extLst xmlns:a="http://schemas.openxmlformats.org/drawingml/2006/main">
              <a:ext uri="{FF2B5EF4-FFF2-40B4-BE49-F238E27FC236}">
                <a16:creationId xmlns:a16="http://schemas.microsoft.com/office/drawing/2014/main" id="{80415181-DA26-45B6-B9FF-89B998A0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37" y="4041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path-664">
            <a:extLst xmlns:a="http://schemas.openxmlformats.org/drawingml/2006/main">
              <a:ext uri="{FF2B5EF4-FFF2-40B4-BE49-F238E27FC236}">
                <a16:creationId xmlns:a16="http://schemas.microsoft.com/office/drawing/2014/main" id="{EB72FF6D-C970-417A-B656-97B5DB93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058" y="40311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path-665">
            <a:extLst xmlns:a="http://schemas.openxmlformats.org/drawingml/2006/main">
              <a:ext uri="{FF2B5EF4-FFF2-40B4-BE49-F238E27FC236}">
                <a16:creationId xmlns:a16="http://schemas.microsoft.com/office/drawing/2014/main" id="{DF2A2002-0AEA-4D97-8EDB-26A3087D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991" y="4046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path-666">
            <a:extLst xmlns:a="http://schemas.openxmlformats.org/drawingml/2006/main">
              <a:ext uri="{FF2B5EF4-FFF2-40B4-BE49-F238E27FC236}">
                <a16:creationId xmlns:a16="http://schemas.microsoft.com/office/drawing/2014/main" id="{DD6436B6-4F65-4019-8308-D29C68E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864" y="40609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path-667">
            <a:extLst xmlns:a="http://schemas.openxmlformats.org/drawingml/2006/main">
              <a:ext uri="{FF2B5EF4-FFF2-40B4-BE49-F238E27FC236}">
                <a16:creationId xmlns:a16="http://schemas.microsoft.com/office/drawing/2014/main" id="{0263B8E9-5070-42E7-8863-BFD8EFE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536" y="40800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path-668">
            <a:extLst xmlns:a="http://schemas.openxmlformats.org/drawingml/2006/main">
              <a:ext uri="{FF2B5EF4-FFF2-40B4-BE49-F238E27FC236}">
                <a16:creationId xmlns:a16="http://schemas.microsoft.com/office/drawing/2014/main" id="{561B12A9-1EDB-4C2E-95B6-50DBCFF4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86" y="40374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path-669">
            <a:extLst xmlns:a="http://schemas.openxmlformats.org/drawingml/2006/main">
              <a:ext uri="{FF2B5EF4-FFF2-40B4-BE49-F238E27FC236}">
                <a16:creationId xmlns:a16="http://schemas.microsoft.com/office/drawing/2014/main" id="{4576C508-1866-4B89-B972-195DB505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497" y="40479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ath-670">
            <a:extLst xmlns:a="http://schemas.openxmlformats.org/drawingml/2006/main">
              <a:ext uri="{FF2B5EF4-FFF2-40B4-BE49-F238E27FC236}">
                <a16:creationId xmlns:a16="http://schemas.microsoft.com/office/drawing/2014/main" id="{4A25EE48-8FAA-406C-AB16-350ACB6E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954" y="40491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path-671">
            <a:extLst xmlns:a="http://schemas.openxmlformats.org/drawingml/2006/main">
              <a:ext uri="{FF2B5EF4-FFF2-40B4-BE49-F238E27FC236}">
                <a16:creationId xmlns:a16="http://schemas.microsoft.com/office/drawing/2014/main" id="{D2B6AB75-94FB-407C-8924-59FAF277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943" y="4055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path-672">
            <a:extLst xmlns:a="http://schemas.openxmlformats.org/drawingml/2006/main">
              <a:ext uri="{FF2B5EF4-FFF2-40B4-BE49-F238E27FC236}">
                <a16:creationId xmlns:a16="http://schemas.microsoft.com/office/drawing/2014/main" id="{9F20D4BE-6A9B-4A77-A2BB-55FD553F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831" y="40420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path-673">
            <a:extLst xmlns:a="http://schemas.openxmlformats.org/drawingml/2006/main">
              <a:ext uri="{FF2B5EF4-FFF2-40B4-BE49-F238E27FC236}">
                <a16:creationId xmlns:a16="http://schemas.microsoft.com/office/drawing/2014/main" id="{30E40027-DFCE-4BB5-88B4-F6FE3EE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543" y="4029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path-674">
            <a:extLst xmlns:a="http://schemas.openxmlformats.org/drawingml/2006/main">
              <a:ext uri="{FF2B5EF4-FFF2-40B4-BE49-F238E27FC236}">
                <a16:creationId xmlns:a16="http://schemas.microsoft.com/office/drawing/2014/main" id="{B5AA4D22-EFCE-461B-91A4-ABE88258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120" y="40419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path-675">
            <a:extLst xmlns:a="http://schemas.openxmlformats.org/drawingml/2006/main">
              <a:ext uri="{FF2B5EF4-FFF2-40B4-BE49-F238E27FC236}">
                <a16:creationId xmlns:a16="http://schemas.microsoft.com/office/drawing/2014/main" id="{9C487388-AEE0-48C3-BC2B-3F9C54D3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642" y="4047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path-676">
            <a:extLst xmlns:a="http://schemas.openxmlformats.org/drawingml/2006/main">
              <a:ext uri="{FF2B5EF4-FFF2-40B4-BE49-F238E27FC236}">
                <a16:creationId xmlns:a16="http://schemas.microsoft.com/office/drawing/2014/main" id="{44C70F45-EA32-4680-A804-E7417A18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346" y="40346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" name="path-677">
            <a:extLst xmlns:a="http://schemas.openxmlformats.org/drawingml/2006/main">
              <a:ext uri="{FF2B5EF4-FFF2-40B4-BE49-F238E27FC236}">
                <a16:creationId xmlns:a16="http://schemas.microsoft.com/office/drawing/2014/main" id="{60B916BF-60AD-4E3C-AD38-8BFC337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848" y="40445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path-678">
            <a:extLst xmlns:a="http://schemas.openxmlformats.org/drawingml/2006/main">
              <a:ext uri="{FF2B5EF4-FFF2-40B4-BE49-F238E27FC236}">
                <a16:creationId xmlns:a16="http://schemas.microsoft.com/office/drawing/2014/main" id="{31848B74-49FA-4AC3-851C-A27965B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219" y="4001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path-679">
            <a:extLst xmlns:a="http://schemas.openxmlformats.org/drawingml/2006/main">
              <a:ext uri="{FF2B5EF4-FFF2-40B4-BE49-F238E27FC236}">
                <a16:creationId xmlns:a16="http://schemas.microsoft.com/office/drawing/2014/main" id="{58FB94F0-7940-4380-8DCD-E54C7DED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936" y="40381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path-680">
            <a:extLst xmlns:a="http://schemas.openxmlformats.org/drawingml/2006/main">
              <a:ext uri="{FF2B5EF4-FFF2-40B4-BE49-F238E27FC236}">
                <a16:creationId xmlns:a16="http://schemas.microsoft.com/office/drawing/2014/main" id="{84CC9073-68F6-4B3A-AE5E-018892CF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828" y="4070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" name="path-681">
            <a:extLst xmlns:a="http://schemas.openxmlformats.org/drawingml/2006/main">
              <a:ext uri="{FF2B5EF4-FFF2-40B4-BE49-F238E27FC236}">
                <a16:creationId xmlns:a16="http://schemas.microsoft.com/office/drawing/2014/main" id="{6AE45C82-1C95-4166-9250-C641EB85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128" y="40378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path-682">
            <a:extLst xmlns:a="http://schemas.openxmlformats.org/drawingml/2006/main">
              <a:ext uri="{FF2B5EF4-FFF2-40B4-BE49-F238E27FC236}">
                <a16:creationId xmlns:a16="http://schemas.microsoft.com/office/drawing/2014/main" id="{35AA1B01-E87F-4722-82EB-69F3AE57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62" y="40220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" name="path-683">
            <a:extLst xmlns:a="http://schemas.openxmlformats.org/drawingml/2006/main">
              <a:ext uri="{FF2B5EF4-FFF2-40B4-BE49-F238E27FC236}">
                <a16:creationId xmlns:a16="http://schemas.microsoft.com/office/drawing/2014/main" id="{2351C5A2-D756-43F3-BF2D-97B098BA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132" y="40684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path-684">
            <a:extLst xmlns:a="http://schemas.openxmlformats.org/drawingml/2006/main">
              <a:ext uri="{FF2B5EF4-FFF2-40B4-BE49-F238E27FC236}">
                <a16:creationId xmlns:a16="http://schemas.microsoft.com/office/drawing/2014/main" id="{B1460F2B-4723-49DB-BA15-4AD6BD02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664" y="40515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path-685">
            <a:extLst xmlns:a="http://schemas.openxmlformats.org/drawingml/2006/main">
              <a:ext uri="{FF2B5EF4-FFF2-40B4-BE49-F238E27FC236}">
                <a16:creationId xmlns:a16="http://schemas.microsoft.com/office/drawing/2014/main" id="{00BF0D68-FD27-4FD2-9BD3-7B109F0D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80" y="4035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86">
            <a:extLst xmlns:a="http://schemas.openxmlformats.org/drawingml/2006/main">
              <a:ext uri="{FF2B5EF4-FFF2-40B4-BE49-F238E27FC236}">
                <a16:creationId xmlns:a16="http://schemas.microsoft.com/office/drawing/2014/main" id="{136C18BC-F541-4148-B185-AEF15130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503" y="4033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path-687">
            <a:extLst xmlns:a="http://schemas.openxmlformats.org/drawingml/2006/main">
              <a:ext uri="{FF2B5EF4-FFF2-40B4-BE49-F238E27FC236}">
                <a16:creationId xmlns:a16="http://schemas.microsoft.com/office/drawing/2014/main" id="{1BCF4B26-6782-4B86-9B5B-21D3A37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8910" y="4068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path-688">
            <a:extLst xmlns:a="http://schemas.openxmlformats.org/drawingml/2006/main">
              <a:ext uri="{FF2B5EF4-FFF2-40B4-BE49-F238E27FC236}">
                <a16:creationId xmlns:a16="http://schemas.microsoft.com/office/drawing/2014/main" id="{CBD4B831-F3AA-483D-9B7C-1ADD3A4F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450" y="40147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" name="path-689">
            <a:extLst xmlns:a="http://schemas.openxmlformats.org/drawingml/2006/main">
              <a:ext uri="{FF2B5EF4-FFF2-40B4-BE49-F238E27FC236}">
                <a16:creationId xmlns:a16="http://schemas.microsoft.com/office/drawing/2014/main" id="{76D489F5-FBFB-4C72-9F8B-336755DF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36" y="40648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" name="path-690">
            <a:extLst xmlns:a="http://schemas.openxmlformats.org/drawingml/2006/main">
              <a:ext uri="{FF2B5EF4-FFF2-40B4-BE49-F238E27FC236}">
                <a16:creationId xmlns:a16="http://schemas.microsoft.com/office/drawing/2014/main" id="{767FE93E-07F0-413E-B2CD-804E871B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647" y="40773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" name="path-691">
            <a:extLst xmlns:a="http://schemas.openxmlformats.org/drawingml/2006/main">
              <a:ext uri="{FF2B5EF4-FFF2-40B4-BE49-F238E27FC236}">
                <a16:creationId xmlns:a16="http://schemas.microsoft.com/office/drawing/2014/main" id="{FAA2B04E-8958-4333-A8F1-148BCEA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660" y="40521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path-692">
            <a:extLst xmlns:a="http://schemas.openxmlformats.org/drawingml/2006/main">
              <a:ext uri="{FF2B5EF4-FFF2-40B4-BE49-F238E27FC236}">
                <a16:creationId xmlns:a16="http://schemas.microsoft.com/office/drawing/2014/main" id="{2DB6B2D1-8D57-45E0-88BB-65741FC9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271" y="4063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" name="path-693">
            <a:extLst xmlns:a="http://schemas.openxmlformats.org/drawingml/2006/main">
              <a:ext uri="{FF2B5EF4-FFF2-40B4-BE49-F238E27FC236}">
                <a16:creationId xmlns:a16="http://schemas.microsoft.com/office/drawing/2014/main" id="{9FF2C37A-11C3-4967-869F-21AE3756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5676" y="4078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path-694">
            <a:extLst xmlns:a="http://schemas.openxmlformats.org/drawingml/2006/main">
              <a:ext uri="{FF2B5EF4-FFF2-40B4-BE49-F238E27FC236}">
                <a16:creationId xmlns:a16="http://schemas.microsoft.com/office/drawing/2014/main" id="{A395C318-723F-4510-9B19-BB63068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896" y="40194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path-695">
            <a:extLst xmlns:a="http://schemas.openxmlformats.org/drawingml/2006/main">
              <a:ext uri="{FF2B5EF4-FFF2-40B4-BE49-F238E27FC236}">
                <a16:creationId xmlns:a16="http://schemas.microsoft.com/office/drawing/2014/main" id="{0EE2ABC8-02C5-40ED-AFEF-566DB434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696" y="40630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" name="path-696">
            <a:extLst xmlns:a="http://schemas.openxmlformats.org/drawingml/2006/main">
              <a:ext uri="{FF2B5EF4-FFF2-40B4-BE49-F238E27FC236}">
                <a16:creationId xmlns:a16="http://schemas.microsoft.com/office/drawing/2014/main" id="{B10335A4-7FD4-4983-8093-7C35D016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834" y="40425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" name="path-697">
            <a:extLst xmlns:a="http://schemas.openxmlformats.org/drawingml/2006/main">
              <a:ext uri="{FF2B5EF4-FFF2-40B4-BE49-F238E27FC236}">
                <a16:creationId xmlns:a16="http://schemas.microsoft.com/office/drawing/2014/main" id="{A1A1C8B8-97E9-4E45-93A0-B69A2D0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928" y="40289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" name="path-698">
            <a:extLst xmlns:a="http://schemas.openxmlformats.org/drawingml/2006/main">
              <a:ext uri="{FF2B5EF4-FFF2-40B4-BE49-F238E27FC236}">
                <a16:creationId xmlns:a16="http://schemas.microsoft.com/office/drawing/2014/main" id="{EB5DA483-63B4-4375-977F-CE8D3B70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284" y="40513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" name="path-699">
            <a:extLst xmlns:a="http://schemas.openxmlformats.org/drawingml/2006/main">
              <a:ext uri="{FF2B5EF4-FFF2-40B4-BE49-F238E27FC236}">
                <a16:creationId xmlns:a16="http://schemas.microsoft.com/office/drawing/2014/main" id="{EAE18AA1-C796-4B7F-950F-00F573EF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839" y="40845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" name="path-700">
            <a:extLst xmlns:a="http://schemas.openxmlformats.org/drawingml/2006/main">
              <a:ext uri="{FF2B5EF4-FFF2-40B4-BE49-F238E27FC236}">
                <a16:creationId xmlns:a16="http://schemas.microsoft.com/office/drawing/2014/main" id="{21BD898D-563A-4AB1-85C6-3C660ED5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553" y="4039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" name="path-701">
            <a:extLst xmlns:a="http://schemas.openxmlformats.org/drawingml/2006/main">
              <a:ext uri="{FF2B5EF4-FFF2-40B4-BE49-F238E27FC236}">
                <a16:creationId xmlns:a16="http://schemas.microsoft.com/office/drawing/2014/main" id="{592C7EFA-7F35-4407-BA9B-C0B2B8C3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10" y="40604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" name="path-702">
            <a:extLst xmlns:a="http://schemas.openxmlformats.org/drawingml/2006/main">
              <a:ext uri="{FF2B5EF4-FFF2-40B4-BE49-F238E27FC236}">
                <a16:creationId xmlns:a16="http://schemas.microsoft.com/office/drawing/2014/main" id="{AB3BC5D2-C42B-4D5A-AD2A-4963F652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09" y="40294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" name="path-703">
            <a:extLst xmlns:a="http://schemas.openxmlformats.org/drawingml/2006/main">
              <a:ext uri="{FF2B5EF4-FFF2-40B4-BE49-F238E27FC236}">
                <a16:creationId xmlns:a16="http://schemas.microsoft.com/office/drawing/2014/main" id="{B1547A78-C953-4760-AA02-6C9F5F21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94" y="40474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" name="path-704">
            <a:extLst xmlns:a="http://schemas.openxmlformats.org/drawingml/2006/main">
              <a:ext uri="{FF2B5EF4-FFF2-40B4-BE49-F238E27FC236}">
                <a16:creationId xmlns:a16="http://schemas.microsoft.com/office/drawing/2014/main" id="{72A02F44-A242-4C86-87AB-B3E778C1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555" y="40237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" name="path-705">
            <a:extLst xmlns:a="http://schemas.openxmlformats.org/drawingml/2006/main">
              <a:ext uri="{FF2B5EF4-FFF2-40B4-BE49-F238E27FC236}">
                <a16:creationId xmlns:a16="http://schemas.microsoft.com/office/drawing/2014/main" id="{09197652-05ED-4989-A6BD-09701DC8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819" y="40362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" name="path-706">
            <a:extLst xmlns:a="http://schemas.openxmlformats.org/drawingml/2006/main">
              <a:ext uri="{FF2B5EF4-FFF2-40B4-BE49-F238E27FC236}">
                <a16:creationId xmlns:a16="http://schemas.microsoft.com/office/drawing/2014/main" id="{BB18E441-BE12-4EC2-AE69-508340E8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684" y="40345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path-707">
            <a:extLst xmlns:a="http://schemas.openxmlformats.org/drawingml/2006/main">
              <a:ext uri="{FF2B5EF4-FFF2-40B4-BE49-F238E27FC236}">
                <a16:creationId xmlns:a16="http://schemas.microsoft.com/office/drawing/2014/main" id="{41899118-7143-42E1-8B3A-9C8D839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55" y="39992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path-708">
            <a:extLst xmlns:a="http://schemas.openxmlformats.org/drawingml/2006/main">
              <a:ext uri="{FF2B5EF4-FFF2-40B4-BE49-F238E27FC236}">
                <a16:creationId xmlns:a16="http://schemas.microsoft.com/office/drawing/2014/main" id="{21003EED-A269-4E10-A3DE-2EF46115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983" y="4032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" name="path-709">
            <a:extLst xmlns:a="http://schemas.openxmlformats.org/drawingml/2006/main">
              <a:ext uri="{FF2B5EF4-FFF2-40B4-BE49-F238E27FC236}">
                <a16:creationId xmlns:a16="http://schemas.microsoft.com/office/drawing/2014/main" id="{C0B5DF1F-910C-4204-AD7A-AE29EAD3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7" y="40433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" name="path-710">
            <a:extLst xmlns:a="http://schemas.openxmlformats.org/drawingml/2006/main">
              <a:ext uri="{FF2B5EF4-FFF2-40B4-BE49-F238E27FC236}">
                <a16:creationId xmlns:a16="http://schemas.microsoft.com/office/drawing/2014/main" id="{69C5CD8E-FD0D-4133-A0A5-A58B78EE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417" y="4046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" name="path-711">
            <a:extLst xmlns:a="http://schemas.openxmlformats.org/drawingml/2006/main">
              <a:ext uri="{FF2B5EF4-FFF2-40B4-BE49-F238E27FC236}">
                <a16:creationId xmlns:a16="http://schemas.microsoft.com/office/drawing/2014/main" id="{5BFDA3CF-B101-407C-9A1F-2E596A20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066" y="4045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path-712">
            <a:extLst xmlns:a="http://schemas.openxmlformats.org/drawingml/2006/main">
              <a:ext uri="{FF2B5EF4-FFF2-40B4-BE49-F238E27FC236}">
                <a16:creationId xmlns:a16="http://schemas.microsoft.com/office/drawing/2014/main" id="{F711A369-4CD8-4EF4-BA36-E7248910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995" y="4041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" name="path-713">
            <a:extLst xmlns:a="http://schemas.openxmlformats.org/drawingml/2006/main">
              <a:ext uri="{FF2B5EF4-FFF2-40B4-BE49-F238E27FC236}">
                <a16:creationId xmlns:a16="http://schemas.microsoft.com/office/drawing/2014/main" id="{C0E4946D-74DA-4074-B6A5-B4925D79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884" y="4040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path-714">
            <a:extLst xmlns:a="http://schemas.openxmlformats.org/drawingml/2006/main">
              <a:ext uri="{FF2B5EF4-FFF2-40B4-BE49-F238E27FC236}">
                <a16:creationId xmlns:a16="http://schemas.microsoft.com/office/drawing/2014/main" id="{640DF819-BB22-4EEB-985E-C77A46D4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595" y="40353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" name="path-715">
            <a:extLst xmlns:a="http://schemas.openxmlformats.org/drawingml/2006/main">
              <a:ext uri="{FF2B5EF4-FFF2-40B4-BE49-F238E27FC236}">
                <a16:creationId xmlns:a16="http://schemas.microsoft.com/office/drawing/2014/main" id="{28EB92C8-0A7C-421E-B2D6-387D0B34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68" y="4032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" name="path-716">
            <a:extLst xmlns:a="http://schemas.openxmlformats.org/drawingml/2006/main">
              <a:ext uri="{FF2B5EF4-FFF2-40B4-BE49-F238E27FC236}">
                <a16:creationId xmlns:a16="http://schemas.microsoft.com/office/drawing/2014/main" id="{BB939AEE-F5A7-4939-9D9A-112B65DD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474" y="40196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" name="path-717">
            <a:extLst xmlns:a="http://schemas.openxmlformats.org/drawingml/2006/main">
              <a:ext uri="{FF2B5EF4-FFF2-40B4-BE49-F238E27FC236}">
                <a16:creationId xmlns:a16="http://schemas.microsoft.com/office/drawing/2014/main" id="{ECCB9A0D-60B7-45B6-AA8D-D5934C83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17" y="40450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path-718">
            <a:extLst xmlns:a="http://schemas.openxmlformats.org/drawingml/2006/main">
              <a:ext uri="{FF2B5EF4-FFF2-40B4-BE49-F238E27FC236}">
                <a16:creationId xmlns:a16="http://schemas.microsoft.com/office/drawing/2014/main" id="{B58DBA2C-A0A0-4808-91CB-FA97A45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61" y="4021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" name="path-719">
            <a:extLst xmlns:a="http://schemas.openxmlformats.org/drawingml/2006/main">
              <a:ext uri="{FF2B5EF4-FFF2-40B4-BE49-F238E27FC236}">
                <a16:creationId xmlns:a16="http://schemas.microsoft.com/office/drawing/2014/main" id="{42CE3578-6914-4686-90E6-EA6CFE99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221" y="4033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" name="path-720">
            <a:extLst xmlns:a="http://schemas.openxmlformats.org/drawingml/2006/main">
              <a:ext uri="{FF2B5EF4-FFF2-40B4-BE49-F238E27FC236}">
                <a16:creationId xmlns:a16="http://schemas.microsoft.com/office/drawing/2014/main" id="{03B532B5-73BE-4E1F-B93F-D85C542A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760" y="4055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path-721">
            <a:extLst xmlns:a="http://schemas.openxmlformats.org/drawingml/2006/main">
              <a:ext uri="{FF2B5EF4-FFF2-40B4-BE49-F238E27FC236}">
                <a16:creationId xmlns:a16="http://schemas.microsoft.com/office/drawing/2014/main" id="{76AD5497-8AC5-4F5E-8872-6F50FC83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60" y="4042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" name="path-722">
            <a:extLst xmlns:a="http://schemas.openxmlformats.org/drawingml/2006/main">
              <a:ext uri="{FF2B5EF4-FFF2-40B4-BE49-F238E27FC236}">
                <a16:creationId xmlns:a16="http://schemas.microsoft.com/office/drawing/2014/main" id="{2AAAE3D0-4864-4626-80AB-03AF8AD9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681" y="4012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" name="path-723">
            <a:extLst xmlns:a="http://schemas.openxmlformats.org/drawingml/2006/main">
              <a:ext uri="{FF2B5EF4-FFF2-40B4-BE49-F238E27FC236}">
                <a16:creationId xmlns:a16="http://schemas.microsoft.com/office/drawing/2014/main" id="{C035BF6F-B951-468C-8832-E88B1F04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94" y="40588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path-724">
            <a:extLst xmlns:a="http://schemas.openxmlformats.org/drawingml/2006/main">
              <a:ext uri="{FF2B5EF4-FFF2-40B4-BE49-F238E27FC236}">
                <a16:creationId xmlns:a16="http://schemas.microsoft.com/office/drawing/2014/main" id="{1AA7BC67-FF84-4DF1-BA17-DA5BC632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171" y="40343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" name="path-725">
            <a:extLst xmlns:a="http://schemas.openxmlformats.org/drawingml/2006/main">
              <a:ext uri="{FF2B5EF4-FFF2-40B4-BE49-F238E27FC236}">
                <a16:creationId xmlns:a16="http://schemas.microsoft.com/office/drawing/2014/main" id="{65A97419-9734-42DE-9BB9-2E1B68E1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161" y="40471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" name="path-726">
            <a:extLst xmlns:a="http://schemas.openxmlformats.org/drawingml/2006/main">
              <a:ext uri="{FF2B5EF4-FFF2-40B4-BE49-F238E27FC236}">
                <a16:creationId xmlns:a16="http://schemas.microsoft.com/office/drawing/2014/main" id="{25023CB9-FD33-4959-958A-D1C7F33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20" y="40223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" name="path-727">
            <a:extLst xmlns:a="http://schemas.openxmlformats.org/drawingml/2006/main">
              <a:ext uri="{FF2B5EF4-FFF2-40B4-BE49-F238E27FC236}">
                <a16:creationId xmlns:a16="http://schemas.microsoft.com/office/drawing/2014/main" id="{BC784AAA-A484-47EF-92EB-14E18ABC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763" y="40364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path-728">
            <a:extLst xmlns:a="http://schemas.openxmlformats.org/drawingml/2006/main">
              <a:ext uri="{FF2B5EF4-FFF2-40B4-BE49-F238E27FC236}">
                <a16:creationId xmlns:a16="http://schemas.microsoft.com/office/drawing/2014/main" id="{66302474-A948-4C1A-8F83-C4669D5E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871" y="4052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" name="path-729">
            <a:extLst xmlns:a="http://schemas.openxmlformats.org/drawingml/2006/main">
              <a:ext uri="{FF2B5EF4-FFF2-40B4-BE49-F238E27FC236}">
                <a16:creationId xmlns:a16="http://schemas.microsoft.com/office/drawing/2014/main" id="{109D7838-CB02-4026-921F-5E49A61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170" y="40139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path-730">
            <a:extLst xmlns:a="http://schemas.openxmlformats.org/drawingml/2006/main">
              <a:ext uri="{FF2B5EF4-FFF2-40B4-BE49-F238E27FC236}">
                <a16:creationId xmlns:a16="http://schemas.microsoft.com/office/drawing/2014/main" id="{E3337836-1E21-4A29-A082-8015216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9301" y="4052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" name="path-731">
            <a:extLst xmlns:a="http://schemas.openxmlformats.org/drawingml/2006/main">
              <a:ext uri="{FF2B5EF4-FFF2-40B4-BE49-F238E27FC236}">
                <a16:creationId xmlns:a16="http://schemas.microsoft.com/office/drawing/2014/main" id="{780818DD-12DC-4625-AC00-1C7C4A93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317" y="40275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path-732">
            <a:extLst xmlns:a="http://schemas.openxmlformats.org/drawingml/2006/main">
              <a:ext uri="{FF2B5EF4-FFF2-40B4-BE49-F238E27FC236}">
                <a16:creationId xmlns:a16="http://schemas.microsoft.com/office/drawing/2014/main" id="{2CEC9D21-E751-4E44-84B6-980F3B82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942" y="40468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" name="path-733">
            <a:extLst xmlns:a="http://schemas.openxmlformats.org/drawingml/2006/main">
              <a:ext uri="{FF2B5EF4-FFF2-40B4-BE49-F238E27FC236}">
                <a16:creationId xmlns:a16="http://schemas.microsoft.com/office/drawing/2014/main" id="{6CCF2402-5961-482A-B5EE-3B23FFCC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137" y="40537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path-734">
            <a:extLst xmlns:a="http://schemas.openxmlformats.org/drawingml/2006/main">
              <a:ext uri="{FF2B5EF4-FFF2-40B4-BE49-F238E27FC236}">
                <a16:creationId xmlns:a16="http://schemas.microsoft.com/office/drawing/2014/main" id="{0B1327E3-F81F-4F45-B4F7-654B0CA0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333" y="40510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" name="path-735">
            <a:extLst xmlns:a="http://schemas.openxmlformats.org/drawingml/2006/main">
              <a:ext uri="{FF2B5EF4-FFF2-40B4-BE49-F238E27FC236}">
                <a16:creationId xmlns:a16="http://schemas.microsoft.com/office/drawing/2014/main" id="{AE1985C8-FE60-4DA8-A3E3-207CDCBC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057" y="4028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path-736">
            <a:extLst xmlns:a="http://schemas.openxmlformats.org/drawingml/2006/main">
              <a:ext uri="{FF2B5EF4-FFF2-40B4-BE49-F238E27FC236}">
                <a16:creationId xmlns:a16="http://schemas.microsoft.com/office/drawing/2014/main" id="{C0F6F549-54F2-4207-B8D1-1DB6B551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427" y="40233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" name="path-737">
            <a:extLst xmlns:a="http://schemas.openxmlformats.org/drawingml/2006/main">
              <a:ext uri="{FF2B5EF4-FFF2-40B4-BE49-F238E27FC236}">
                <a16:creationId xmlns:a16="http://schemas.microsoft.com/office/drawing/2014/main" id="{6B7FD302-6EEB-4280-BE12-A22BA177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30" y="40506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" name="path-738">
            <a:extLst xmlns:a="http://schemas.openxmlformats.org/drawingml/2006/main">
              <a:ext uri="{FF2B5EF4-FFF2-40B4-BE49-F238E27FC236}">
                <a16:creationId xmlns:a16="http://schemas.microsoft.com/office/drawing/2014/main" id="{DA1FAD78-6D96-4864-8DCC-97A8C3E8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934" y="40619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" name="path-739">
            <a:extLst xmlns:a="http://schemas.openxmlformats.org/drawingml/2006/main">
              <a:ext uri="{FF2B5EF4-FFF2-40B4-BE49-F238E27FC236}">
                <a16:creationId xmlns:a16="http://schemas.microsoft.com/office/drawing/2014/main" id="{1C5B875A-CBB0-4EF8-B9F6-DB62624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012" y="4016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" name="path-740">
            <a:extLst xmlns:a="http://schemas.openxmlformats.org/drawingml/2006/main">
              <a:ext uri="{FF2B5EF4-FFF2-40B4-BE49-F238E27FC236}">
                <a16:creationId xmlns:a16="http://schemas.microsoft.com/office/drawing/2014/main" id="{19E4E694-56C6-4AAE-803C-28313AB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076" y="40299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" name="path-741">
            <a:extLst xmlns:a="http://schemas.openxmlformats.org/drawingml/2006/main">
              <a:ext uri="{FF2B5EF4-FFF2-40B4-BE49-F238E27FC236}">
                <a16:creationId xmlns:a16="http://schemas.microsoft.com/office/drawing/2014/main" id="{F405EDD7-2C44-44D3-885F-19B1236C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071" y="40242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path-742">
            <a:extLst xmlns:a="http://schemas.openxmlformats.org/drawingml/2006/main">
              <a:ext uri="{FF2B5EF4-FFF2-40B4-BE49-F238E27FC236}">
                <a16:creationId xmlns:a16="http://schemas.microsoft.com/office/drawing/2014/main" id="{76500E32-B1A4-40C8-A403-651C542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879" y="40270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" name="path-743">
            <a:extLst xmlns:a="http://schemas.openxmlformats.org/drawingml/2006/main">
              <a:ext uri="{FF2B5EF4-FFF2-40B4-BE49-F238E27FC236}">
                <a16:creationId xmlns:a16="http://schemas.microsoft.com/office/drawing/2014/main" id="{FA476923-F24A-49BB-B06F-CADF07FD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328" y="4057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path-744">
            <a:extLst xmlns:a="http://schemas.openxmlformats.org/drawingml/2006/main">
              <a:ext uri="{FF2B5EF4-FFF2-40B4-BE49-F238E27FC236}">
                <a16:creationId xmlns:a16="http://schemas.microsoft.com/office/drawing/2014/main" id="{EB20503C-3FE0-4E17-AC8C-9D53CDA9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442" y="4032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" name="path-745">
            <a:extLst xmlns:a="http://schemas.openxmlformats.org/drawingml/2006/main">
              <a:ext uri="{FF2B5EF4-FFF2-40B4-BE49-F238E27FC236}">
                <a16:creationId xmlns:a16="http://schemas.microsoft.com/office/drawing/2014/main" id="{5776CB72-F97E-45F9-98FF-186FA9FB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95" y="4057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path-746">
            <a:extLst xmlns:a="http://schemas.openxmlformats.org/drawingml/2006/main">
              <a:ext uri="{FF2B5EF4-FFF2-40B4-BE49-F238E27FC236}">
                <a16:creationId xmlns:a16="http://schemas.microsoft.com/office/drawing/2014/main" id="{33517C3C-53A7-4587-B8E2-8F6868F2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17" y="40351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" name="path-747">
            <a:extLst xmlns:a="http://schemas.openxmlformats.org/drawingml/2006/main">
              <a:ext uri="{FF2B5EF4-FFF2-40B4-BE49-F238E27FC236}">
                <a16:creationId xmlns:a16="http://schemas.microsoft.com/office/drawing/2014/main" id="{188F4DEB-7AD5-4B71-BDC8-43291BAC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950" y="40351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path-748">
            <a:extLst xmlns:a="http://schemas.openxmlformats.org/drawingml/2006/main">
              <a:ext uri="{FF2B5EF4-FFF2-40B4-BE49-F238E27FC236}">
                <a16:creationId xmlns:a16="http://schemas.microsoft.com/office/drawing/2014/main" id="{97E688F6-0C4B-46C1-9AB9-458834E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163" y="40332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" name="path-749">
            <a:extLst xmlns:a="http://schemas.openxmlformats.org/drawingml/2006/main">
              <a:ext uri="{FF2B5EF4-FFF2-40B4-BE49-F238E27FC236}">
                <a16:creationId xmlns:a16="http://schemas.microsoft.com/office/drawing/2014/main" id="{F09DB54A-5D03-4848-BC64-620BE2C8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981" y="40568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" name="path-750">
            <a:extLst xmlns:a="http://schemas.openxmlformats.org/drawingml/2006/main">
              <a:ext uri="{FF2B5EF4-FFF2-40B4-BE49-F238E27FC236}">
                <a16:creationId xmlns:a16="http://schemas.microsoft.com/office/drawing/2014/main" id="{D4136C9C-65A9-48FE-9FFF-36FF1E03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91" y="40277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" name="path-751">
            <a:extLst xmlns:a="http://schemas.openxmlformats.org/drawingml/2006/main">
              <a:ext uri="{FF2B5EF4-FFF2-40B4-BE49-F238E27FC236}">
                <a16:creationId xmlns:a16="http://schemas.microsoft.com/office/drawing/2014/main" id="{D5701B21-EEDA-4C37-970A-73B4A696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195" y="40284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" name="path-752">
            <a:extLst xmlns:a="http://schemas.openxmlformats.org/drawingml/2006/main">
              <a:ext uri="{FF2B5EF4-FFF2-40B4-BE49-F238E27FC236}">
                <a16:creationId xmlns:a16="http://schemas.microsoft.com/office/drawing/2014/main" id="{79EA8F97-FB69-4201-BE8C-115B219F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896" y="40479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" name="path-753">
            <a:extLst xmlns:a="http://schemas.openxmlformats.org/drawingml/2006/main">
              <a:ext uri="{FF2B5EF4-FFF2-40B4-BE49-F238E27FC236}">
                <a16:creationId xmlns:a16="http://schemas.microsoft.com/office/drawing/2014/main" id="{692611C9-28DB-42DE-843D-56E41F81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998" y="4017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754">
            <a:extLst xmlns:a="http://schemas.openxmlformats.org/drawingml/2006/main">
              <a:ext uri="{FF2B5EF4-FFF2-40B4-BE49-F238E27FC236}">
                <a16:creationId xmlns:a16="http://schemas.microsoft.com/office/drawing/2014/main" id="{98F2B261-272D-44A0-A533-3924DBB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548" y="40772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" name="path-755">
            <a:extLst xmlns:a="http://schemas.openxmlformats.org/drawingml/2006/main">
              <a:ext uri="{FF2B5EF4-FFF2-40B4-BE49-F238E27FC236}">
                <a16:creationId xmlns:a16="http://schemas.microsoft.com/office/drawing/2014/main" id="{E427BB31-3182-4FD5-9A9A-BD6411C2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60" y="40226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path-756">
            <a:extLst xmlns:a="http://schemas.openxmlformats.org/drawingml/2006/main">
              <a:ext uri="{FF2B5EF4-FFF2-40B4-BE49-F238E27FC236}">
                <a16:creationId xmlns:a16="http://schemas.microsoft.com/office/drawing/2014/main" id="{1B377959-4164-4529-A31E-089AD53B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883" y="40625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path-757">
            <a:extLst xmlns:a="http://schemas.openxmlformats.org/drawingml/2006/main">
              <a:ext uri="{FF2B5EF4-FFF2-40B4-BE49-F238E27FC236}">
                <a16:creationId xmlns:a16="http://schemas.microsoft.com/office/drawing/2014/main" id="{037603AC-4A51-4583-8737-0E1861CA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500" y="40455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path-758">
            <a:extLst xmlns:a="http://schemas.openxmlformats.org/drawingml/2006/main">
              <a:ext uri="{FF2B5EF4-FFF2-40B4-BE49-F238E27FC236}">
                <a16:creationId xmlns:a16="http://schemas.microsoft.com/office/drawing/2014/main" id="{CD5B23B1-1499-4A7D-B4B5-95660452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195" y="40469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path-759">
            <a:extLst xmlns:a="http://schemas.openxmlformats.org/drawingml/2006/main">
              <a:ext uri="{FF2B5EF4-FFF2-40B4-BE49-F238E27FC236}">
                <a16:creationId xmlns:a16="http://schemas.microsoft.com/office/drawing/2014/main" id="{C9FEAE8D-AD91-40D8-B05B-EDA6E091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38" y="4038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path-760">
            <a:extLst xmlns:a="http://schemas.openxmlformats.org/drawingml/2006/main">
              <a:ext uri="{FF2B5EF4-FFF2-40B4-BE49-F238E27FC236}">
                <a16:creationId xmlns:a16="http://schemas.microsoft.com/office/drawing/2014/main" id="{1B641D73-EE4F-4CDA-8DF2-47014B43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586" y="40374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path-761">
            <a:extLst xmlns:a="http://schemas.openxmlformats.org/drawingml/2006/main">
              <a:ext uri="{FF2B5EF4-FFF2-40B4-BE49-F238E27FC236}">
                <a16:creationId xmlns:a16="http://schemas.microsoft.com/office/drawing/2014/main" id="{0E88C14C-26FA-40D5-AFA5-9BF2C492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810" y="4082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path-762">
            <a:extLst xmlns:a="http://schemas.openxmlformats.org/drawingml/2006/main">
              <a:ext uri="{FF2B5EF4-FFF2-40B4-BE49-F238E27FC236}">
                <a16:creationId xmlns:a16="http://schemas.microsoft.com/office/drawing/2014/main" id="{115CA9F1-C0B8-4902-B2A3-E53E7406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82" y="40335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path-763">
            <a:extLst xmlns:a="http://schemas.openxmlformats.org/drawingml/2006/main">
              <a:ext uri="{FF2B5EF4-FFF2-40B4-BE49-F238E27FC236}">
                <a16:creationId xmlns:a16="http://schemas.microsoft.com/office/drawing/2014/main" id="{D33745F2-77A0-4F77-A849-6A7245A9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552" y="40572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path-764">
            <a:extLst xmlns:a="http://schemas.openxmlformats.org/drawingml/2006/main">
              <a:ext uri="{FF2B5EF4-FFF2-40B4-BE49-F238E27FC236}">
                <a16:creationId xmlns:a16="http://schemas.microsoft.com/office/drawing/2014/main" id="{4B76705A-7C61-413A-9385-6C52FD6E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08" y="40316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765">
            <a:extLst xmlns:a="http://schemas.openxmlformats.org/drawingml/2006/main">
              <a:ext uri="{FF2B5EF4-FFF2-40B4-BE49-F238E27FC236}">
                <a16:creationId xmlns:a16="http://schemas.microsoft.com/office/drawing/2014/main" id="{221AC898-CF30-463B-AC7C-AD9BEDAC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864" y="40643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766">
            <a:extLst xmlns:a="http://schemas.openxmlformats.org/drawingml/2006/main">
              <a:ext uri="{FF2B5EF4-FFF2-40B4-BE49-F238E27FC236}">
                <a16:creationId xmlns:a16="http://schemas.microsoft.com/office/drawing/2014/main" id="{58DFF327-1C7D-461A-BAF2-B80BC210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452" y="40551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767">
            <a:extLst xmlns:a="http://schemas.openxmlformats.org/drawingml/2006/main">
              <a:ext uri="{FF2B5EF4-FFF2-40B4-BE49-F238E27FC236}">
                <a16:creationId xmlns:a16="http://schemas.microsoft.com/office/drawing/2014/main" id="{81474550-2AF1-4316-8950-4F8B1757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52" y="40517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768">
            <a:extLst xmlns:a="http://schemas.openxmlformats.org/drawingml/2006/main">
              <a:ext uri="{FF2B5EF4-FFF2-40B4-BE49-F238E27FC236}">
                <a16:creationId xmlns:a16="http://schemas.microsoft.com/office/drawing/2014/main" id="{8C71AFAC-D273-4D48-A46E-F3773EB1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229" y="40655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769">
            <a:extLst xmlns:a="http://schemas.openxmlformats.org/drawingml/2006/main">
              <a:ext uri="{FF2B5EF4-FFF2-40B4-BE49-F238E27FC236}">
                <a16:creationId xmlns:a16="http://schemas.microsoft.com/office/drawing/2014/main" id="{F5CD2A77-8B30-4CFD-BE19-6237B0C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414" y="4057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770">
            <a:extLst xmlns:a="http://schemas.openxmlformats.org/drawingml/2006/main">
              <a:ext uri="{FF2B5EF4-FFF2-40B4-BE49-F238E27FC236}">
                <a16:creationId xmlns:a16="http://schemas.microsoft.com/office/drawing/2014/main" id="{1B491BA9-E5A3-4AE4-9CBA-A16C7912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431" y="40495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771">
            <a:extLst xmlns:a="http://schemas.openxmlformats.org/drawingml/2006/main">
              <a:ext uri="{FF2B5EF4-FFF2-40B4-BE49-F238E27FC236}">
                <a16:creationId xmlns:a16="http://schemas.microsoft.com/office/drawing/2014/main" id="{84189741-9527-4F06-B7B5-F091EE9F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338" y="4054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772">
            <a:extLst xmlns:a="http://schemas.openxmlformats.org/drawingml/2006/main">
              <a:ext uri="{FF2B5EF4-FFF2-40B4-BE49-F238E27FC236}">
                <a16:creationId xmlns:a16="http://schemas.microsoft.com/office/drawing/2014/main" id="{9A1AB259-F898-47E7-9AF9-A883044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282" y="40438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path-773">
            <a:extLst xmlns:a="http://schemas.openxmlformats.org/drawingml/2006/main">
              <a:ext uri="{FF2B5EF4-FFF2-40B4-BE49-F238E27FC236}">
                <a16:creationId xmlns:a16="http://schemas.microsoft.com/office/drawing/2014/main" id="{50A3A52C-9C71-4C12-B59B-C1E6FEFC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171" y="4051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774">
            <a:extLst xmlns:a="http://schemas.openxmlformats.org/drawingml/2006/main">
              <a:ext uri="{FF2B5EF4-FFF2-40B4-BE49-F238E27FC236}">
                <a16:creationId xmlns:a16="http://schemas.microsoft.com/office/drawing/2014/main" id="{1AE90A3B-3890-49C3-A47D-7AC0EF91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700" y="3998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path-775">
            <a:extLst xmlns:a="http://schemas.openxmlformats.org/drawingml/2006/main">
              <a:ext uri="{FF2B5EF4-FFF2-40B4-BE49-F238E27FC236}">
                <a16:creationId xmlns:a16="http://schemas.microsoft.com/office/drawing/2014/main" id="{B2F4421C-EC2D-4278-A55D-C20E810B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66" y="40445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path-776">
            <a:extLst xmlns:a="http://schemas.openxmlformats.org/drawingml/2006/main">
              <a:ext uri="{FF2B5EF4-FFF2-40B4-BE49-F238E27FC236}">
                <a16:creationId xmlns:a16="http://schemas.microsoft.com/office/drawing/2014/main" id="{672737DF-1C41-4BEF-AB99-1C9236D3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44" y="4029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" name="path-777">
            <a:extLst xmlns:a="http://schemas.openxmlformats.org/drawingml/2006/main">
              <a:ext uri="{FF2B5EF4-FFF2-40B4-BE49-F238E27FC236}">
                <a16:creationId xmlns:a16="http://schemas.microsoft.com/office/drawing/2014/main" id="{9F64EE18-74BC-4452-8F6A-A7FBB4D0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354" y="40371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778">
            <a:extLst xmlns:a="http://schemas.openxmlformats.org/drawingml/2006/main">
              <a:ext uri="{FF2B5EF4-FFF2-40B4-BE49-F238E27FC236}">
                <a16:creationId xmlns:a16="http://schemas.microsoft.com/office/drawing/2014/main" id="{6461A66E-C7B4-43B5-9223-EA682477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198" y="4061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" name="path-779">
            <a:extLst xmlns:a="http://schemas.openxmlformats.org/drawingml/2006/main">
              <a:ext uri="{FF2B5EF4-FFF2-40B4-BE49-F238E27FC236}">
                <a16:creationId xmlns:a16="http://schemas.microsoft.com/office/drawing/2014/main" id="{5AC3BD45-611A-4286-A84F-A1145275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48" y="40503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path-780">
            <a:extLst xmlns:a="http://schemas.openxmlformats.org/drawingml/2006/main">
              <a:ext uri="{FF2B5EF4-FFF2-40B4-BE49-F238E27FC236}">
                <a16:creationId xmlns:a16="http://schemas.microsoft.com/office/drawing/2014/main" id="{726259E8-D053-4C8B-88FF-3B766AEB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49" y="40563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" name="path-781">
            <a:extLst xmlns:a="http://schemas.openxmlformats.org/drawingml/2006/main">
              <a:ext uri="{FF2B5EF4-FFF2-40B4-BE49-F238E27FC236}">
                <a16:creationId xmlns:a16="http://schemas.microsoft.com/office/drawing/2014/main" id="{C19E119D-A21F-4C44-A212-83C5525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438" y="40199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ath-782">
            <a:extLst xmlns:a="http://schemas.openxmlformats.org/drawingml/2006/main">
              <a:ext uri="{FF2B5EF4-FFF2-40B4-BE49-F238E27FC236}">
                <a16:creationId xmlns:a16="http://schemas.microsoft.com/office/drawing/2014/main" id="{7CD4DC4F-383C-4599-AAA6-192D2E95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406" y="40244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" name="path-783">
            <a:extLst xmlns:a="http://schemas.openxmlformats.org/drawingml/2006/main">
              <a:ext uri="{FF2B5EF4-FFF2-40B4-BE49-F238E27FC236}">
                <a16:creationId xmlns:a16="http://schemas.microsoft.com/office/drawing/2014/main" id="{89A815C4-FAA1-4EF6-958C-050850B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849" y="4054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path-784">
            <a:extLst xmlns:a="http://schemas.openxmlformats.org/drawingml/2006/main">
              <a:ext uri="{FF2B5EF4-FFF2-40B4-BE49-F238E27FC236}">
                <a16:creationId xmlns:a16="http://schemas.microsoft.com/office/drawing/2014/main" id="{23AA05BA-67D1-449E-AE71-B2C829E2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559" y="4025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path-785">
            <a:extLst xmlns:a="http://schemas.openxmlformats.org/drawingml/2006/main">
              <a:ext uri="{FF2B5EF4-FFF2-40B4-BE49-F238E27FC236}">
                <a16:creationId xmlns:a16="http://schemas.microsoft.com/office/drawing/2014/main" id="{3E2228DE-4CE5-40F1-B38D-D6817B6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457" y="40497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path-786">
            <a:extLst xmlns:a="http://schemas.openxmlformats.org/drawingml/2006/main">
              <a:ext uri="{FF2B5EF4-FFF2-40B4-BE49-F238E27FC236}">
                <a16:creationId xmlns:a16="http://schemas.microsoft.com/office/drawing/2014/main" id="{D37E21BD-A2B3-4BDD-B4E6-33A6FB4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738" y="4040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path-787">
            <a:extLst xmlns:a="http://schemas.openxmlformats.org/drawingml/2006/main">
              <a:ext uri="{FF2B5EF4-FFF2-40B4-BE49-F238E27FC236}">
                <a16:creationId xmlns:a16="http://schemas.microsoft.com/office/drawing/2014/main" id="{B1AF0402-F045-483E-93B9-109839CB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688" y="4031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path-788">
            <a:extLst xmlns:a="http://schemas.openxmlformats.org/drawingml/2006/main">
              <a:ext uri="{FF2B5EF4-FFF2-40B4-BE49-F238E27FC236}">
                <a16:creationId xmlns:a16="http://schemas.microsoft.com/office/drawing/2014/main" id="{7102CF1E-5396-4EA2-B946-5B5C5B58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98" y="40711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path-789">
            <a:extLst xmlns:a="http://schemas.openxmlformats.org/drawingml/2006/main">
              <a:ext uri="{FF2B5EF4-FFF2-40B4-BE49-F238E27FC236}">
                <a16:creationId xmlns:a16="http://schemas.microsoft.com/office/drawing/2014/main" id="{22F4F29B-B81A-4AA1-A205-8B8B3E56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536" y="4052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790">
            <a:extLst xmlns:a="http://schemas.openxmlformats.org/drawingml/2006/main">
              <a:ext uri="{FF2B5EF4-FFF2-40B4-BE49-F238E27FC236}">
                <a16:creationId xmlns:a16="http://schemas.microsoft.com/office/drawing/2014/main" id="{88864165-705B-4CEE-A0FD-3F0CCCF6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25" y="4044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path-791">
            <a:extLst xmlns:a="http://schemas.openxmlformats.org/drawingml/2006/main">
              <a:ext uri="{FF2B5EF4-FFF2-40B4-BE49-F238E27FC236}">
                <a16:creationId xmlns:a16="http://schemas.microsoft.com/office/drawing/2014/main" id="{BF5A8B5C-F50A-4ADB-8BD4-9A9D384E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706" y="4032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792">
            <a:extLst xmlns:a="http://schemas.openxmlformats.org/drawingml/2006/main">
              <a:ext uri="{FF2B5EF4-FFF2-40B4-BE49-F238E27FC236}">
                <a16:creationId xmlns:a16="http://schemas.microsoft.com/office/drawing/2014/main" id="{B16F80DC-6279-4387-8546-5321AF3C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1" y="40345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" name="path-793">
            <a:extLst xmlns:a="http://schemas.openxmlformats.org/drawingml/2006/main">
              <a:ext uri="{FF2B5EF4-FFF2-40B4-BE49-F238E27FC236}">
                <a16:creationId xmlns:a16="http://schemas.microsoft.com/office/drawing/2014/main" id="{0208B85F-1AC8-4338-8D99-EA0AF93E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64" y="4017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794">
            <a:extLst xmlns:a="http://schemas.openxmlformats.org/drawingml/2006/main">
              <a:ext uri="{FF2B5EF4-FFF2-40B4-BE49-F238E27FC236}">
                <a16:creationId xmlns:a16="http://schemas.microsoft.com/office/drawing/2014/main" id="{D4606A5C-1C2C-4DC8-9060-0ABE10F7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67" y="4049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path-795">
            <a:extLst xmlns:a="http://schemas.openxmlformats.org/drawingml/2006/main">
              <a:ext uri="{FF2B5EF4-FFF2-40B4-BE49-F238E27FC236}">
                <a16:creationId xmlns:a16="http://schemas.microsoft.com/office/drawing/2014/main" id="{6301BB07-4E74-48B0-BCA2-6DD08520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858" y="4060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path-796">
            <a:extLst xmlns:a="http://schemas.openxmlformats.org/drawingml/2006/main">
              <a:ext uri="{FF2B5EF4-FFF2-40B4-BE49-F238E27FC236}">
                <a16:creationId xmlns:a16="http://schemas.microsoft.com/office/drawing/2014/main" id="{078F0F1E-1619-41E6-9B45-45AC06DF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447" y="4038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path-797">
            <a:extLst xmlns:a="http://schemas.openxmlformats.org/drawingml/2006/main">
              <a:ext uri="{FF2B5EF4-FFF2-40B4-BE49-F238E27FC236}">
                <a16:creationId xmlns:a16="http://schemas.microsoft.com/office/drawing/2014/main" id="{09938B2B-77F1-4A30-806C-6A525E2B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2" y="40578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path-798">
            <a:extLst xmlns:a="http://schemas.openxmlformats.org/drawingml/2006/main">
              <a:ext uri="{FF2B5EF4-FFF2-40B4-BE49-F238E27FC236}">
                <a16:creationId xmlns:a16="http://schemas.microsoft.com/office/drawing/2014/main" id="{A97E6AE4-4768-413A-878A-77F09F65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064" y="40838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" name="path-799">
            <a:extLst xmlns:a="http://schemas.openxmlformats.org/drawingml/2006/main">
              <a:ext uri="{FF2B5EF4-FFF2-40B4-BE49-F238E27FC236}">
                <a16:creationId xmlns:a16="http://schemas.microsoft.com/office/drawing/2014/main" id="{CE152DFC-6818-4365-85F4-E8973E46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596" y="4030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800">
            <a:extLst xmlns:a="http://schemas.openxmlformats.org/drawingml/2006/main">
              <a:ext uri="{FF2B5EF4-FFF2-40B4-BE49-F238E27FC236}">
                <a16:creationId xmlns:a16="http://schemas.microsoft.com/office/drawing/2014/main" id="{7419E077-EB20-40A6-8C70-88CCC8DB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499" y="40172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path-801">
            <a:extLst xmlns:a="http://schemas.openxmlformats.org/drawingml/2006/main">
              <a:ext uri="{FF2B5EF4-FFF2-40B4-BE49-F238E27FC236}">
                <a16:creationId xmlns:a16="http://schemas.microsoft.com/office/drawing/2014/main" id="{1BC2E076-43FE-4197-B91A-6D592DF9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6270" y="4048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path-802">
            <a:extLst xmlns:a="http://schemas.openxmlformats.org/drawingml/2006/main">
              <a:ext uri="{FF2B5EF4-FFF2-40B4-BE49-F238E27FC236}">
                <a16:creationId xmlns:a16="http://schemas.microsoft.com/office/drawing/2014/main" id="{2B5FBB4A-85F4-4AB0-A92E-92BBB702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906" y="4054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path-803">
            <a:extLst xmlns:a="http://schemas.openxmlformats.org/drawingml/2006/main">
              <a:ext uri="{FF2B5EF4-FFF2-40B4-BE49-F238E27FC236}">
                <a16:creationId xmlns:a16="http://schemas.microsoft.com/office/drawing/2014/main" id="{87340A3F-C913-4379-9728-E10AAC46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697" y="40530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" name="path-804">
            <a:extLst xmlns:a="http://schemas.openxmlformats.org/drawingml/2006/main">
              <a:ext uri="{FF2B5EF4-FFF2-40B4-BE49-F238E27FC236}">
                <a16:creationId xmlns:a16="http://schemas.microsoft.com/office/drawing/2014/main" id="{BCE2007C-53C6-455A-AA32-3668884C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437" y="40619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path-805">
            <a:extLst xmlns:a="http://schemas.openxmlformats.org/drawingml/2006/main">
              <a:ext uri="{FF2B5EF4-FFF2-40B4-BE49-F238E27FC236}">
                <a16:creationId xmlns:a16="http://schemas.microsoft.com/office/drawing/2014/main" id="{7066084F-94CA-462C-B99B-B2D0B939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772" y="40235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806">
            <a:extLst xmlns:a="http://schemas.openxmlformats.org/drawingml/2006/main">
              <a:ext uri="{FF2B5EF4-FFF2-40B4-BE49-F238E27FC236}">
                <a16:creationId xmlns:a16="http://schemas.microsoft.com/office/drawing/2014/main" id="{16DE9A7A-8568-4EF0-819A-065E2EC8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09" y="40719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path-807">
            <a:extLst xmlns:a="http://schemas.openxmlformats.org/drawingml/2006/main">
              <a:ext uri="{FF2B5EF4-FFF2-40B4-BE49-F238E27FC236}">
                <a16:creationId xmlns:a16="http://schemas.microsoft.com/office/drawing/2014/main" id="{A21EB23B-42A0-40F2-885C-871D6202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774" y="40756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808">
            <a:extLst xmlns:a="http://schemas.openxmlformats.org/drawingml/2006/main">
              <a:ext uri="{FF2B5EF4-FFF2-40B4-BE49-F238E27FC236}">
                <a16:creationId xmlns:a16="http://schemas.microsoft.com/office/drawing/2014/main" id="{18920F37-318A-43F8-A6D0-4E7460F9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91" y="4062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809">
            <a:extLst xmlns:a="http://schemas.openxmlformats.org/drawingml/2006/main">
              <a:ext uri="{FF2B5EF4-FFF2-40B4-BE49-F238E27FC236}">
                <a16:creationId xmlns:a16="http://schemas.microsoft.com/office/drawing/2014/main" id="{B49A9B0F-62B8-4E24-B32B-152C75A3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473" y="4046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" name="path-810">
            <a:extLst xmlns:a="http://schemas.openxmlformats.org/drawingml/2006/main">
              <a:ext uri="{FF2B5EF4-FFF2-40B4-BE49-F238E27FC236}">
                <a16:creationId xmlns:a16="http://schemas.microsoft.com/office/drawing/2014/main" id="{9218E20A-F084-4DF0-BF47-C03A2F1A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292" y="40407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811">
            <a:extLst xmlns:a="http://schemas.openxmlformats.org/drawingml/2006/main">
              <a:ext uri="{FF2B5EF4-FFF2-40B4-BE49-F238E27FC236}">
                <a16:creationId xmlns:a16="http://schemas.microsoft.com/office/drawing/2014/main" id="{F4EB00FC-EB3C-4646-A273-1B60435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193" y="4008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path-812">
            <a:extLst xmlns:a="http://schemas.openxmlformats.org/drawingml/2006/main">
              <a:ext uri="{FF2B5EF4-FFF2-40B4-BE49-F238E27FC236}">
                <a16:creationId xmlns:a16="http://schemas.microsoft.com/office/drawing/2014/main" id="{AF22CD71-281C-4487-ADA7-517B7B78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234" y="40666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path-813">
            <a:extLst xmlns:a="http://schemas.openxmlformats.org/drawingml/2006/main">
              <a:ext uri="{FF2B5EF4-FFF2-40B4-BE49-F238E27FC236}">
                <a16:creationId xmlns:a16="http://schemas.microsoft.com/office/drawing/2014/main" id="{5AF93668-FF7C-45BF-A983-7B1F9320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384" y="40308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th-814">
            <a:extLst xmlns:a="http://schemas.openxmlformats.org/drawingml/2006/main">
              <a:ext uri="{FF2B5EF4-FFF2-40B4-BE49-F238E27FC236}">
                <a16:creationId xmlns:a16="http://schemas.microsoft.com/office/drawing/2014/main" id="{923CE372-8529-4CFF-86EA-6DB699B7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137" y="4020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path-815">
            <a:extLst xmlns:a="http://schemas.openxmlformats.org/drawingml/2006/main">
              <a:ext uri="{FF2B5EF4-FFF2-40B4-BE49-F238E27FC236}">
                <a16:creationId xmlns:a16="http://schemas.microsoft.com/office/drawing/2014/main" id="{FC72D3B9-D398-4DF7-A7AE-8DB8019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629" y="4050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path-816">
            <a:extLst xmlns:a="http://schemas.openxmlformats.org/drawingml/2006/main">
              <a:ext uri="{FF2B5EF4-FFF2-40B4-BE49-F238E27FC236}">
                <a16:creationId xmlns:a16="http://schemas.microsoft.com/office/drawing/2014/main" id="{59375E1D-7CC0-49D9-BA85-1851135A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94" y="40398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817">
            <a:extLst xmlns:a="http://schemas.openxmlformats.org/drawingml/2006/main">
              <a:ext uri="{FF2B5EF4-FFF2-40B4-BE49-F238E27FC236}">
                <a16:creationId xmlns:a16="http://schemas.microsoft.com/office/drawing/2014/main" id="{BAAE3B12-0EED-4F16-87CD-ECEDBE78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245" y="4013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path-818">
            <a:extLst xmlns:a="http://schemas.openxmlformats.org/drawingml/2006/main">
              <a:ext uri="{FF2B5EF4-FFF2-40B4-BE49-F238E27FC236}">
                <a16:creationId xmlns:a16="http://schemas.microsoft.com/office/drawing/2014/main" id="{7E215ABF-A11C-4F36-B24E-FBBF03C8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09" y="4068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819">
            <a:extLst xmlns:a="http://schemas.openxmlformats.org/drawingml/2006/main">
              <a:ext uri="{FF2B5EF4-FFF2-40B4-BE49-F238E27FC236}">
                <a16:creationId xmlns:a16="http://schemas.microsoft.com/office/drawing/2014/main" id="{E0C9C030-8AA6-46C0-BDB4-FDAAED56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104" y="39880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" name="path-820">
            <a:extLst xmlns:a="http://schemas.openxmlformats.org/drawingml/2006/main">
              <a:ext uri="{FF2B5EF4-FFF2-40B4-BE49-F238E27FC236}">
                <a16:creationId xmlns:a16="http://schemas.microsoft.com/office/drawing/2014/main" id="{97B73EF4-3D9B-4B38-A74C-7CBFDA20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56" y="40684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821">
            <a:extLst xmlns:a="http://schemas.openxmlformats.org/drawingml/2006/main">
              <a:ext uri="{FF2B5EF4-FFF2-40B4-BE49-F238E27FC236}">
                <a16:creationId xmlns:a16="http://schemas.microsoft.com/office/drawing/2014/main" id="{EE122F7B-F729-472A-85CB-E30C1CA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4565" y="4041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" name="path-822">
            <a:extLst xmlns:a="http://schemas.openxmlformats.org/drawingml/2006/main">
              <a:ext uri="{FF2B5EF4-FFF2-40B4-BE49-F238E27FC236}">
                <a16:creationId xmlns:a16="http://schemas.microsoft.com/office/drawing/2014/main" id="{899B9204-ED53-4ED0-AE26-71F7045F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558" y="40334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823">
            <a:extLst xmlns:a="http://schemas.openxmlformats.org/drawingml/2006/main">
              <a:ext uri="{FF2B5EF4-FFF2-40B4-BE49-F238E27FC236}">
                <a16:creationId xmlns:a16="http://schemas.microsoft.com/office/drawing/2014/main" id="{17FA0B78-27B5-4E13-B1A3-1BC852DD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45" y="40572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" name="path-824">
            <a:extLst xmlns:a="http://schemas.openxmlformats.org/drawingml/2006/main">
              <a:ext uri="{FF2B5EF4-FFF2-40B4-BE49-F238E27FC236}">
                <a16:creationId xmlns:a16="http://schemas.microsoft.com/office/drawing/2014/main" id="{537404F0-2D0C-4B54-8DA6-0A569DF8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527" y="40723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825">
            <a:extLst xmlns:a="http://schemas.openxmlformats.org/drawingml/2006/main">
              <a:ext uri="{FF2B5EF4-FFF2-40B4-BE49-F238E27FC236}">
                <a16:creationId xmlns:a16="http://schemas.microsoft.com/office/drawing/2014/main" id="{73E1670A-C2E0-4817-9FE9-7DC624F3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045" y="4017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" name="path-826">
            <a:extLst xmlns:a="http://schemas.openxmlformats.org/drawingml/2006/main">
              <a:ext uri="{FF2B5EF4-FFF2-40B4-BE49-F238E27FC236}">
                <a16:creationId xmlns:a16="http://schemas.microsoft.com/office/drawing/2014/main" id="{0F75179D-FA39-4F14-A09A-3F49C021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976" y="4057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827">
            <a:extLst xmlns:a="http://schemas.openxmlformats.org/drawingml/2006/main">
              <a:ext uri="{FF2B5EF4-FFF2-40B4-BE49-F238E27FC236}">
                <a16:creationId xmlns:a16="http://schemas.microsoft.com/office/drawing/2014/main" id="{B2CEB7D9-7599-4218-A5EE-41290F1D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974" y="40504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3" name="path-828">
            <a:extLst xmlns:a="http://schemas.openxmlformats.org/drawingml/2006/main">
              <a:ext uri="{FF2B5EF4-FFF2-40B4-BE49-F238E27FC236}">
                <a16:creationId xmlns:a16="http://schemas.microsoft.com/office/drawing/2014/main" id="{12DED209-1035-45DB-B9A3-A943A8D5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794" y="40446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path-829">
            <a:extLst xmlns:a="http://schemas.openxmlformats.org/drawingml/2006/main">
              <a:ext uri="{FF2B5EF4-FFF2-40B4-BE49-F238E27FC236}">
                <a16:creationId xmlns:a16="http://schemas.microsoft.com/office/drawing/2014/main" id="{49D82CAF-3E00-475F-BF71-15D48B46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843" y="40631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5" name="path-830">
            <a:extLst xmlns:a="http://schemas.openxmlformats.org/drawingml/2006/main">
              <a:ext uri="{FF2B5EF4-FFF2-40B4-BE49-F238E27FC236}">
                <a16:creationId xmlns:a16="http://schemas.microsoft.com/office/drawing/2014/main" id="{9746BA78-1E39-421D-96D3-0A0B7576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48" y="40612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6" name="path-831">
            <a:extLst xmlns:a="http://schemas.openxmlformats.org/drawingml/2006/main">
              <a:ext uri="{FF2B5EF4-FFF2-40B4-BE49-F238E27FC236}">
                <a16:creationId xmlns:a16="http://schemas.microsoft.com/office/drawing/2014/main" id="{699F3A8A-2874-413A-99D2-3AACD92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589" y="40540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7" name="path-832">
            <a:extLst xmlns:a="http://schemas.openxmlformats.org/drawingml/2006/main">
              <a:ext uri="{FF2B5EF4-FFF2-40B4-BE49-F238E27FC236}">
                <a16:creationId xmlns:a16="http://schemas.microsoft.com/office/drawing/2014/main" id="{D0C15052-B5C5-4D0F-8C73-A6CC4FB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231" y="4031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path-833">
            <a:extLst xmlns:a="http://schemas.openxmlformats.org/drawingml/2006/main">
              <a:ext uri="{FF2B5EF4-FFF2-40B4-BE49-F238E27FC236}">
                <a16:creationId xmlns:a16="http://schemas.microsoft.com/office/drawing/2014/main" id="{15E7FADB-A388-47CD-94D9-07FF2EFE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452" y="40355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9" name="path-834">
            <a:extLst xmlns:a="http://schemas.openxmlformats.org/drawingml/2006/main">
              <a:ext uri="{FF2B5EF4-FFF2-40B4-BE49-F238E27FC236}">
                <a16:creationId xmlns:a16="http://schemas.microsoft.com/office/drawing/2014/main" id="{5612FA17-DA72-4F38-8287-EC15135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043" y="40186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835">
            <a:extLst xmlns:a="http://schemas.openxmlformats.org/drawingml/2006/main">
              <a:ext uri="{FF2B5EF4-FFF2-40B4-BE49-F238E27FC236}">
                <a16:creationId xmlns:a16="http://schemas.microsoft.com/office/drawing/2014/main" id="{88C55DC4-C195-41A2-A5C4-C931741E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6423" y="40615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1" name="path-836">
            <a:extLst xmlns:a="http://schemas.openxmlformats.org/drawingml/2006/main">
              <a:ext uri="{FF2B5EF4-FFF2-40B4-BE49-F238E27FC236}">
                <a16:creationId xmlns:a16="http://schemas.microsoft.com/office/drawing/2014/main" id="{A86CC5C9-62B8-4DD3-B08F-066F3CC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1" y="40259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path-837">
            <a:extLst xmlns:a="http://schemas.openxmlformats.org/drawingml/2006/main">
              <a:ext uri="{FF2B5EF4-FFF2-40B4-BE49-F238E27FC236}">
                <a16:creationId xmlns:a16="http://schemas.microsoft.com/office/drawing/2014/main" id="{107F765D-D5FA-4B0E-BE43-461C0EBD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306" y="4037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path-838">
            <a:extLst xmlns:a="http://schemas.openxmlformats.org/drawingml/2006/main">
              <a:ext uri="{FF2B5EF4-FFF2-40B4-BE49-F238E27FC236}">
                <a16:creationId xmlns:a16="http://schemas.microsoft.com/office/drawing/2014/main" id="{A3566112-8DEA-4A5E-8EEB-110D810C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926" y="40368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path-839">
            <a:extLst xmlns:a="http://schemas.openxmlformats.org/drawingml/2006/main">
              <a:ext uri="{FF2B5EF4-FFF2-40B4-BE49-F238E27FC236}">
                <a16:creationId xmlns:a16="http://schemas.microsoft.com/office/drawing/2014/main" id="{BC41FF3E-1249-45D5-A82B-F43C1706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82" y="4035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path-840">
            <a:extLst xmlns:a="http://schemas.openxmlformats.org/drawingml/2006/main">
              <a:ext uri="{FF2B5EF4-FFF2-40B4-BE49-F238E27FC236}">
                <a16:creationId xmlns:a16="http://schemas.microsoft.com/office/drawing/2014/main" id="{58197E64-0A7C-423B-9A97-BB08E9E3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675" y="40520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841">
            <a:extLst xmlns:a="http://schemas.openxmlformats.org/drawingml/2006/main">
              <a:ext uri="{FF2B5EF4-FFF2-40B4-BE49-F238E27FC236}">
                <a16:creationId xmlns:a16="http://schemas.microsoft.com/office/drawing/2014/main" id="{A98F1F10-B16A-4B6C-BC28-142184A8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357" y="40257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path-842">
            <a:extLst xmlns:a="http://schemas.openxmlformats.org/drawingml/2006/main">
              <a:ext uri="{FF2B5EF4-FFF2-40B4-BE49-F238E27FC236}">
                <a16:creationId xmlns:a16="http://schemas.microsoft.com/office/drawing/2014/main" id="{26970F0B-0BF1-41C7-8D1E-29C65F14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293" y="4029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path-843">
            <a:extLst xmlns:a="http://schemas.openxmlformats.org/drawingml/2006/main">
              <a:ext uri="{FF2B5EF4-FFF2-40B4-BE49-F238E27FC236}">
                <a16:creationId xmlns:a16="http://schemas.microsoft.com/office/drawing/2014/main" id="{9475B551-9A99-4560-BA1E-C36D7DBF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150" y="40777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path-844">
            <a:extLst xmlns:a="http://schemas.openxmlformats.org/drawingml/2006/main">
              <a:ext uri="{FF2B5EF4-FFF2-40B4-BE49-F238E27FC236}">
                <a16:creationId xmlns:a16="http://schemas.microsoft.com/office/drawing/2014/main" id="{51DE4BDD-0613-43A1-A883-C07E6E12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335" y="4032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0" name="path-845">
            <a:extLst xmlns:a="http://schemas.openxmlformats.org/drawingml/2006/main">
              <a:ext uri="{FF2B5EF4-FFF2-40B4-BE49-F238E27FC236}">
                <a16:creationId xmlns:a16="http://schemas.microsoft.com/office/drawing/2014/main" id="{B4922FC4-E573-4EE8-A741-252608A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80" y="4023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1" name="path-846">
            <a:extLst xmlns:a="http://schemas.openxmlformats.org/drawingml/2006/main">
              <a:ext uri="{FF2B5EF4-FFF2-40B4-BE49-F238E27FC236}">
                <a16:creationId xmlns:a16="http://schemas.microsoft.com/office/drawing/2014/main" id="{A5EA741E-217B-4BFA-B9D5-7E8A6B22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597" y="40310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847">
            <a:extLst xmlns:a="http://schemas.openxmlformats.org/drawingml/2006/main">
              <a:ext uri="{FF2B5EF4-FFF2-40B4-BE49-F238E27FC236}">
                <a16:creationId xmlns:a16="http://schemas.microsoft.com/office/drawing/2014/main" id="{09D6C5DD-D5A5-45C1-8892-96C3D88F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579" y="40259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3" name="path-848">
            <a:extLst xmlns:a="http://schemas.openxmlformats.org/drawingml/2006/main">
              <a:ext uri="{FF2B5EF4-FFF2-40B4-BE49-F238E27FC236}">
                <a16:creationId xmlns:a16="http://schemas.microsoft.com/office/drawing/2014/main" id="{995FC001-90DF-4E8D-B075-02DE2784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138" y="40202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4" name="path-849">
            <a:extLst xmlns:a="http://schemas.openxmlformats.org/drawingml/2006/main">
              <a:ext uri="{FF2B5EF4-FFF2-40B4-BE49-F238E27FC236}">
                <a16:creationId xmlns:a16="http://schemas.microsoft.com/office/drawing/2014/main" id="{87B74B71-E006-4AB5-8CE6-0066712C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043" y="4053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path-850">
            <a:extLst xmlns:a="http://schemas.openxmlformats.org/drawingml/2006/main">
              <a:ext uri="{FF2B5EF4-FFF2-40B4-BE49-F238E27FC236}">
                <a16:creationId xmlns:a16="http://schemas.microsoft.com/office/drawing/2014/main" id="{769537D6-CD19-43CB-BE74-6A8EE6BC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8" y="40165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6" name="path-851">
            <a:extLst xmlns:a="http://schemas.openxmlformats.org/drawingml/2006/main">
              <a:ext uri="{FF2B5EF4-FFF2-40B4-BE49-F238E27FC236}">
                <a16:creationId xmlns:a16="http://schemas.microsoft.com/office/drawing/2014/main" id="{B74831BC-61F5-4438-B07B-D083D30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318" y="40478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7" name="path-852">
            <a:extLst xmlns:a="http://schemas.openxmlformats.org/drawingml/2006/main">
              <a:ext uri="{FF2B5EF4-FFF2-40B4-BE49-F238E27FC236}">
                <a16:creationId xmlns:a16="http://schemas.microsoft.com/office/drawing/2014/main" id="{B83D376B-452E-46DB-B7AF-3940DB79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34" y="4062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path-853">
            <a:extLst xmlns:a="http://schemas.openxmlformats.org/drawingml/2006/main">
              <a:ext uri="{FF2B5EF4-FFF2-40B4-BE49-F238E27FC236}">
                <a16:creationId xmlns:a16="http://schemas.microsoft.com/office/drawing/2014/main" id="{34464B19-2CC5-4A28-BDD5-57919807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693" y="40458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9" name="path-854">
            <a:extLst xmlns:a="http://schemas.openxmlformats.org/drawingml/2006/main">
              <a:ext uri="{FF2B5EF4-FFF2-40B4-BE49-F238E27FC236}">
                <a16:creationId xmlns:a16="http://schemas.microsoft.com/office/drawing/2014/main" id="{549A1A64-E65B-4474-B89F-48FE4C92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91" y="40549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path-855">
            <a:extLst xmlns:a="http://schemas.openxmlformats.org/drawingml/2006/main">
              <a:ext uri="{FF2B5EF4-FFF2-40B4-BE49-F238E27FC236}">
                <a16:creationId xmlns:a16="http://schemas.microsoft.com/office/drawing/2014/main" id="{9CC5444E-4092-49FA-91B0-BC1D72DF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439" y="4062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1" name="path-856">
            <a:extLst xmlns:a="http://schemas.openxmlformats.org/drawingml/2006/main">
              <a:ext uri="{FF2B5EF4-FFF2-40B4-BE49-F238E27FC236}">
                <a16:creationId xmlns:a16="http://schemas.microsoft.com/office/drawing/2014/main" id="{3862C844-C769-48D7-9010-FCC58CFF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04" y="4085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path-857">
            <a:extLst xmlns:a="http://schemas.openxmlformats.org/drawingml/2006/main">
              <a:ext uri="{FF2B5EF4-FFF2-40B4-BE49-F238E27FC236}">
                <a16:creationId xmlns:a16="http://schemas.microsoft.com/office/drawing/2014/main" id="{9C586E31-6E0A-440F-8666-F1B9E715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12" y="40455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3" name="path-858">
            <a:extLst xmlns:a="http://schemas.openxmlformats.org/drawingml/2006/main">
              <a:ext uri="{FF2B5EF4-FFF2-40B4-BE49-F238E27FC236}">
                <a16:creationId xmlns:a16="http://schemas.microsoft.com/office/drawing/2014/main" id="{203BFD5A-F6D7-4A3D-8516-861FBA20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329" y="40186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path-859">
            <a:extLst xmlns:a="http://schemas.openxmlformats.org/drawingml/2006/main">
              <a:ext uri="{FF2B5EF4-FFF2-40B4-BE49-F238E27FC236}">
                <a16:creationId xmlns:a16="http://schemas.microsoft.com/office/drawing/2014/main" id="{086F103F-D53E-44CB-B105-23F64D33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500" y="4031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5" name="path-860">
            <a:extLst xmlns:a="http://schemas.openxmlformats.org/drawingml/2006/main">
              <a:ext uri="{FF2B5EF4-FFF2-40B4-BE49-F238E27FC236}">
                <a16:creationId xmlns:a16="http://schemas.microsoft.com/office/drawing/2014/main" id="{56F3C457-EBEA-4C7C-A59D-628E773D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797" y="4035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6" name="path-861">
            <a:extLst xmlns:a="http://schemas.openxmlformats.org/drawingml/2006/main">
              <a:ext uri="{FF2B5EF4-FFF2-40B4-BE49-F238E27FC236}">
                <a16:creationId xmlns:a16="http://schemas.microsoft.com/office/drawing/2014/main" id="{79C5D575-85D2-4339-8299-169E2FB9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7" y="40446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7" name="path-862">
            <a:extLst xmlns:a="http://schemas.openxmlformats.org/drawingml/2006/main">
              <a:ext uri="{FF2B5EF4-FFF2-40B4-BE49-F238E27FC236}">
                <a16:creationId xmlns:a16="http://schemas.microsoft.com/office/drawing/2014/main" id="{73CF25B0-1702-46DE-A6DE-2109C8B2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624" y="40160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8" name="path-863">
            <a:extLst xmlns:a="http://schemas.openxmlformats.org/drawingml/2006/main">
              <a:ext uri="{FF2B5EF4-FFF2-40B4-BE49-F238E27FC236}">
                <a16:creationId xmlns:a16="http://schemas.microsoft.com/office/drawing/2014/main" id="{5376FA4B-0FA5-4E6F-8F5B-5E4E3BB4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383" y="40316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9" name="path-864">
            <a:extLst xmlns:a="http://schemas.openxmlformats.org/drawingml/2006/main">
              <a:ext uri="{FF2B5EF4-FFF2-40B4-BE49-F238E27FC236}">
                <a16:creationId xmlns:a16="http://schemas.microsoft.com/office/drawing/2014/main" id="{AEE275E0-ABBF-4700-91E6-E163CED3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002" y="4067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path-865">
            <a:extLst xmlns:a="http://schemas.openxmlformats.org/drawingml/2006/main">
              <a:ext uri="{FF2B5EF4-FFF2-40B4-BE49-F238E27FC236}">
                <a16:creationId xmlns:a16="http://schemas.microsoft.com/office/drawing/2014/main" id="{B6BC19E1-E148-4667-A999-3B9C5508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193" y="4037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1" name="path-866">
            <a:extLst xmlns:a="http://schemas.openxmlformats.org/drawingml/2006/main">
              <a:ext uri="{FF2B5EF4-FFF2-40B4-BE49-F238E27FC236}">
                <a16:creationId xmlns:a16="http://schemas.microsoft.com/office/drawing/2014/main" id="{15CF7766-2C04-484B-91BC-0E218BF4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072" y="40458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2" name="path-867">
            <a:extLst xmlns:a="http://schemas.openxmlformats.org/drawingml/2006/main">
              <a:ext uri="{FF2B5EF4-FFF2-40B4-BE49-F238E27FC236}">
                <a16:creationId xmlns:a16="http://schemas.microsoft.com/office/drawing/2014/main" id="{CB818FA1-03BA-42DB-B1E6-6B74C79D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952" y="40324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3" name="path-868">
            <a:extLst xmlns:a="http://schemas.openxmlformats.org/drawingml/2006/main">
              <a:ext uri="{FF2B5EF4-FFF2-40B4-BE49-F238E27FC236}">
                <a16:creationId xmlns:a16="http://schemas.microsoft.com/office/drawing/2014/main" id="{474D1013-0684-4D84-8E20-4F27F166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688" y="40493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path-869">
            <a:extLst xmlns:a="http://schemas.openxmlformats.org/drawingml/2006/main">
              <a:ext uri="{FF2B5EF4-FFF2-40B4-BE49-F238E27FC236}">
                <a16:creationId xmlns:a16="http://schemas.microsoft.com/office/drawing/2014/main" id="{8B170DA9-490D-400D-B429-CC57C676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535" y="40554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5" name="path-870">
            <a:extLst xmlns:a="http://schemas.openxmlformats.org/drawingml/2006/main">
              <a:ext uri="{FF2B5EF4-FFF2-40B4-BE49-F238E27FC236}">
                <a16:creationId xmlns:a16="http://schemas.microsoft.com/office/drawing/2014/main" id="{BD4602C1-6EE0-478C-8ACE-5D09F029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838" y="40336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6" name="path-871">
            <a:extLst xmlns:a="http://schemas.openxmlformats.org/drawingml/2006/main">
              <a:ext uri="{FF2B5EF4-FFF2-40B4-BE49-F238E27FC236}">
                <a16:creationId xmlns:a16="http://schemas.microsoft.com/office/drawing/2014/main" id="{C7D0FC1A-FAFD-4DDA-8EAB-CD78B4F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623" y="4016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7" name="path-872">
            <a:extLst xmlns:a="http://schemas.openxmlformats.org/drawingml/2006/main">
              <a:ext uri="{FF2B5EF4-FFF2-40B4-BE49-F238E27FC236}">
                <a16:creationId xmlns:a16="http://schemas.microsoft.com/office/drawing/2014/main" id="{3968379C-D2B6-4AC1-8DE5-4668D28C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317" y="40566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path-873">
            <a:extLst xmlns:a="http://schemas.openxmlformats.org/drawingml/2006/main">
              <a:ext uri="{FF2B5EF4-FFF2-40B4-BE49-F238E27FC236}">
                <a16:creationId xmlns:a16="http://schemas.microsoft.com/office/drawing/2014/main" id="{6D1A6980-CFEE-42F7-ADC1-3E93B443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944" y="4043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9" name="path-874">
            <a:extLst xmlns:a="http://schemas.openxmlformats.org/drawingml/2006/main">
              <a:ext uri="{FF2B5EF4-FFF2-40B4-BE49-F238E27FC236}">
                <a16:creationId xmlns:a16="http://schemas.microsoft.com/office/drawing/2014/main" id="{D1855D45-1516-471E-AAA1-56244A1C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369" y="40417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path-875">
            <a:extLst xmlns:a="http://schemas.openxmlformats.org/drawingml/2006/main">
              <a:ext uri="{FF2B5EF4-FFF2-40B4-BE49-F238E27FC236}">
                <a16:creationId xmlns:a16="http://schemas.microsoft.com/office/drawing/2014/main" id="{73325019-4B4A-481C-A9CB-48920FE5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571" y="4041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1" name="path-876">
            <a:extLst xmlns:a="http://schemas.openxmlformats.org/drawingml/2006/main">
              <a:ext uri="{FF2B5EF4-FFF2-40B4-BE49-F238E27FC236}">
                <a16:creationId xmlns:a16="http://schemas.microsoft.com/office/drawing/2014/main" id="{42DCDA3A-2537-4C42-B497-7D3D68C5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478" y="40490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2" name="path-877">
            <a:extLst xmlns:a="http://schemas.openxmlformats.org/drawingml/2006/main">
              <a:ext uri="{FF2B5EF4-FFF2-40B4-BE49-F238E27FC236}">
                <a16:creationId xmlns:a16="http://schemas.microsoft.com/office/drawing/2014/main" id="{26633F7F-0850-4634-8A37-6F401AD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467" y="40346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3" name="path-878">
            <a:extLst xmlns:a="http://schemas.openxmlformats.org/drawingml/2006/main">
              <a:ext uri="{FF2B5EF4-FFF2-40B4-BE49-F238E27FC236}">
                <a16:creationId xmlns:a16="http://schemas.microsoft.com/office/drawing/2014/main" id="{3CE3322C-5846-4A55-9AE0-59EE4451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0762" y="40587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4" name="path-879">
            <a:extLst xmlns:a="http://schemas.openxmlformats.org/drawingml/2006/main">
              <a:ext uri="{FF2B5EF4-FFF2-40B4-BE49-F238E27FC236}">
                <a16:creationId xmlns:a16="http://schemas.microsoft.com/office/drawing/2014/main" id="{B9B14ED3-C3BB-4FDD-95F3-C122A44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44" y="40435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5" name="path-880">
            <a:extLst xmlns:a="http://schemas.openxmlformats.org/drawingml/2006/main">
              <a:ext uri="{FF2B5EF4-FFF2-40B4-BE49-F238E27FC236}">
                <a16:creationId xmlns:a16="http://schemas.microsoft.com/office/drawing/2014/main" id="{90BEAE73-BC80-4CC0-A697-195F0EF0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850" y="40893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path-881">
            <a:extLst xmlns:a="http://schemas.openxmlformats.org/drawingml/2006/main">
              <a:ext uri="{FF2B5EF4-FFF2-40B4-BE49-F238E27FC236}">
                <a16:creationId xmlns:a16="http://schemas.microsoft.com/office/drawing/2014/main" id="{821247B8-0502-404E-BA30-8D61E87F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139" y="40093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path-882">
            <a:extLst xmlns:a="http://schemas.openxmlformats.org/drawingml/2006/main">
              <a:ext uri="{FF2B5EF4-FFF2-40B4-BE49-F238E27FC236}">
                <a16:creationId xmlns:a16="http://schemas.microsoft.com/office/drawing/2014/main" id="{077615F4-DA13-4C9D-A458-40B23A8A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870" y="40514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path-883">
            <a:extLst xmlns:a="http://schemas.openxmlformats.org/drawingml/2006/main">
              <a:ext uri="{FF2B5EF4-FFF2-40B4-BE49-F238E27FC236}">
                <a16:creationId xmlns:a16="http://schemas.microsoft.com/office/drawing/2014/main" id="{A3DCD77D-ED88-4F05-998D-9EE86F54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373" y="40415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path-884">
            <a:extLst xmlns:a="http://schemas.openxmlformats.org/drawingml/2006/main">
              <a:ext uri="{FF2B5EF4-FFF2-40B4-BE49-F238E27FC236}">
                <a16:creationId xmlns:a16="http://schemas.microsoft.com/office/drawing/2014/main" id="{89A9EDB0-14BE-495F-9FB1-EE9C84A5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065" y="4033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path-885">
            <a:extLst xmlns:a="http://schemas.openxmlformats.org/drawingml/2006/main">
              <a:ext uri="{FF2B5EF4-FFF2-40B4-BE49-F238E27FC236}">
                <a16:creationId xmlns:a16="http://schemas.microsoft.com/office/drawing/2014/main" id="{DBB14896-8D1A-4B0E-9DC4-0AA0E2C3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60" y="40400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path-886">
            <a:extLst xmlns:a="http://schemas.openxmlformats.org/drawingml/2006/main">
              <a:ext uri="{FF2B5EF4-FFF2-40B4-BE49-F238E27FC236}">
                <a16:creationId xmlns:a16="http://schemas.microsoft.com/office/drawing/2014/main" id="{D0D2511B-0F26-4E16-A4D4-0F3A40E3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757" y="4020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path-887">
            <a:extLst xmlns:a="http://schemas.openxmlformats.org/drawingml/2006/main">
              <a:ext uri="{FF2B5EF4-FFF2-40B4-BE49-F238E27FC236}">
                <a16:creationId xmlns:a16="http://schemas.microsoft.com/office/drawing/2014/main" id="{28745012-CFB4-4679-9E5F-5A14559A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125" y="40328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path-888">
            <a:extLst xmlns:a="http://schemas.openxmlformats.org/drawingml/2006/main">
              <a:ext uri="{FF2B5EF4-FFF2-40B4-BE49-F238E27FC236}">
                <a16:creationId xmlns:a16="http://schemas.microsoft.com/office/drawing/2014/main" id="{B17E3AC2-B574-4DF1-A058-B64F1EA8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110" y="4029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path-889">
            <a:extLst xmlns:a="http://schemas.openxmlformats.org/drawingml/2006/main">
              <a:ext uri="{FF2B5EF4-FFF2-40B4-BE49-F238E27FC236}">
                <a16:creationId xmlns:a16="http://schemas.microsoft.com/office/drawing/2014/main" id="{2C87EFBD-ECB5-4749-B42C-2CC1478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476" y="4086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path-890">
            <a:extLst xmlns:a="http://schemas.openxmlformats.org/drawingml/2006/main">
              <a:ext uri="{FF2B5EF4-FFF2-40B4-BE49-F238E27FC236}">
                <a16:creationId xmlns:a16="http://schemas.microsoft.com/office/drawing/2014/main" id="{ED659437-FEB4-4966-88D0-10F36713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6" y="4057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path-891">
            <a:extLst xmlns:a="http://schemas.openxmlformats.org/drawingml/2006/main">
              <a:ext uri="{FF2B5EF4-FFF2-40B4-BE49-F238E27FC236}">
                <a16:creationId xmlns:a16="http://schemas.microsoft.com/office/drawing/2014/main" id="{F1111FA9-2A14-4C1F-AA62-2A088F6A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988" y="40303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path-892">
            <a:extLst xmlns:a="http://schemas.openxmlformats.org/drawingml/2006/main">
              <a:ext uri="{FF2B5EF4-FFF2-40B4-BE49-F238E27FC236}">
                <a16:creationId xmlns:a16="http://schemas.microsoft.com/office/drawing/2014/main" id="{412C3856-1B9D-48C9-B560-2AC481AA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958" y="40353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path-893">
            <a:extLst xmlns:a="http://schemas.openxmlformats.org/drawingml/2006/main">
              <a:ext uri="{FF2B5EF4-FFF2-40B4-BE49-F238E27FC236}">
                <a16:creationId xmlns:a16="http://schemas.microsoft.com/office/drawing/2014/main" id="{A691DD44-1FF2-4A7C-AC00-D3CB907C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192" y="40182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894">
            <a:extLst xmlns:a="http://schemas.openxmlformats.org/drawingml/2006/main">
              <a:ext uri="{FF2B5EF4-FFF2-40B4-BE49-F238E27FC236}">
                <a16:creationId xmlns:a16="http://schemas.microsoft.com/office/drawing/2014/main" id="{A0468BDA-FA9E-4C7B-AB39-915B0FA2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945" y="40571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path-895">
            <a:extLst xmlns:a="http://schemas.openxmlformats.org/drawingml/2006/main">
              <a:ext uri="{FF2B5EF4-FFF2-40B4-BE49-F238E27FC236}">
                <a16:creationId xmlns:a16="http://schemas.microsoft.com/office/drawing/2014/main" id="{7C801EB9-84B5-4148-BC04-4D87109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698" y="40467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path-896">
            <a:extLst xmlns:a="http://schemas.openxmlformats.org/drawingml/2006/main">
              <a:ext uri="{FF2B5EF4-FFF2-40B4-BE49-F238E27FC236}">
                <a16:creationId xmlns:a16="http://schemas.microsoft.com/office/drawing/2014/main" id="{5BAEF878-EFA7-4AF7-89A2-150F68CF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98" y="40396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897">
            <a:extLst xmlns:a="http://schemas.openxmlformats.org/drawingml/2006/main">
              <a:ext uri="{FF2B5EF4-FFF2-40B4-BE49-F238E27FC236}">
                <a16:creationId xmlns:a16="http://schemas.microsoft.com/office/drawing/2014/main" id="{DF735982-3B8A-47E0-89D9-7821F49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002" y="40495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th-898">
            <a:extLst xmlns:a="http://schemas.openxmlformats.org/drawingml/2006/main">
              <a:ext uri="{FF2B5EF4-FFF2-40B4-BE49-F238E27FC236}">
                <a16:creationId xmlns:a16="http://schemas.microsoft.com/office/drawing/2014/main" id="{2030362F-60E6-48BB-8270-A8F1188F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795" y="40793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899">
            <a:extLst xmlns:a="http://schemas.openxmlformats.org/drawingml/2006/main">
              <a:ext uri="{FF2B5EF4-FFF2-40B4-BE49-F238E27FC236}">
                <a16:creationId xmlns:a16="http://schemas.microsoft.com/office/drawing/2014/main" id="{513AAF90-A88A-4223-9978-CD39F94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480" y="4040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th-900">
            <a:extLst xmlns:a="http://schemas.openxmlformats.org/drawingml/2006/main">
              <a:ext uri="{FF2B5EF4-FFF2-40B4-BE49-F238E27FC236}">
                <a16:creationId xmlns:a16="http://schemas.microsoft.com/office/drawing/2014/main" id="{A68CC6F1-D9DD-43C1-A131-89EDB30B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060" y="40572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901">
            <a:extLst xmlns:a="http://schemas.openxmlformats.org/drawingml/2006/main">
              <a:ext uri="{FF2B5EF4-FFF2-40B4-BE49-F238E27FC236}">
                <a16:creationId xmlns:a16="http://schemas.microsoft.com/office/drawing/2014/main" id="{77C7528C-7DF5-44E8-85F2-EB372155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724" y="40922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path-902">
            <a:extLst xmlns:a="http://schemas.openxmlformats.org/drawingml/2006/main">
              <a:ext uri="{FF2B5EF4-FFF2-40B4-BE49-F238E27FC236}">
                <a16:creationId xmlns:a16="http://schemas.microsoft.com/office/drawing/2014/main" id="{89EEA67E-22BE-4416-96BD-6C567C7E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096" y="4055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path-903">
            <a:extLst xmlns:a="http://schemas.openxmlformats.org/drawingml/2006/main">
              <a:ext uri="{FF2B5EF4-FFF2-40B4-BE49-F238E27FC236}">
                <a16:creationId xmlns:a16="http://schemas.microsoft.com/office/drawing/2014/main" id="{5554143C-4D98-4E8A-AEE2-ED82BC7C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35" y="40578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path-904">
            <a:extLst xmlns:a="http://schemas.openxmlformats.org/drawingml/2006/main">
              <a:ext uri="{FF2B5EF4-FFF2-40B4-BE49-F238E27FC236}">
                <a16:creationId xmlns:a16="http://schemas.microsoft.com/office/drawing/2014/main" id="{138FD52F-37DE-4E34-BDBA-E60DD4BC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82" y="4048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th-905">
            <a:extLst xmlns:a="http://schemas.openxmlformats.org/drawingml/2006/main">
              <a:ext uri="{FF2B5EF4-FFF2-40B4-BE49-F238E27FC236}">
                <a16:creationId xmlns:a16="http://schemas.microsoft.com/office/drawing/2014/main" id="{A28569E5-889F-4CF2-80DA-0C1D6606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927" y="40063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1" name="path-906">
            <a:extLst xmlns:a="http://schemas.openxmlformats.org/drawingml/2006/main">
              <a:ext uri="{FF2B5EF4-FFF2-40B4-BE49-F238E27FC236}">
                <a16:creationId xmlns:a16="http://schemas.microsoft.com/office/drawing/2014/main" id="{9EEE9372-932F-4F6D-8DE8-CB8D086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330" y="4046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2" name="path-907">
            <a:extLst xmlns:a="http://schemas.openxmlformats.org/drawingml/2006/main">
              <a:ext uri="{FF2B5EF4-FFF2-40B4-BE49-F238E27FC236}">
                <a16:creationId xmlns:a16="http://schemas.microsoft.com/office/drawing/2014/main" id="{B32451CE-6EFB-4A35-99EB-23E41B02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567" y="40694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3" name="path-908">
            <a:extLst xmlns:a="http://schemas.openxmlformats.org/drawingml/2006/main">
              <a:ext uri="{FF2B5EF4-FFF2-40B4-BE49-F238E27FC236}">
                <a16:creationId xmlns:a16="http://schemas.microsoft.com/office/drawing/2014/main" id="{2FD874EF-70B0-48F3-972B-0E16ADE3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560" y="40530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path-909">
            <a:extLst xmlns:a="http://schemas.openxmlformats.org/drawingml/2006/main">
              <a:ext uri="{FF2B5EF4-FFF2-40B4-BE49-F238E27FC236}">
                <a16:creationId xmlns:a16="http://schemas.microsoft.com/office/drawing/2014/main" id="{72192EC8-04AE-499D-BFF9-987400B8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339" y="40039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5" name="path-910">
            <a:extLst xmlns:a="http://schemas.openxmlformats.org/drawingml/2006/main">
              <a:ext uri="{FF2B5EF4-FFF2-40B4-BE49-F238E27FC236}">
                <a16:creationId xmlns:a16="http://schemas.microsoft.com/office/drawing/2014/main" id="{1AE12EA0-654E-4A19-8828-749E827C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379" y="40458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6" name="path-911">
            <a:extLst xmlns:a="http://schemas.openxmlformats.org/drawingml/2006/main">
              <a:ext uri="{FF2B5EF4-FFF2-40B4-BE49-F238E27FC236}">
                <a16:creationId xmlns:a16="http://schemas.microsoft.com/office/drawing/2014/main" id="{B73D1641-255E-4C85-984D-EFC3C0D3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54" y="40217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7" name="path-912">
            <a:extLst xmlns:a="http://schemas.openxmlformats.org/drawingml/2006/main">
              <a:ext uri="{FF2B5EF4-FFF2-40B4-BE49-F238E27FC236}">
                <a16:creationId xmlns:a16="http://schemas.microsoft.com/office/drawing/2014/main" id="{8471C64F-FC82-4066-AFF7-4339469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262" y="40515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8" name="path-913">
            <a:extLst xmlns:a="http://schemas.openxmlformats.org/drawingml/2006/main">
              <a:ext uri="{FF2B5EF4-FFF2-40B4-BE49-F238E27FC236}">
                <a16:creationId xmlns:a16="http://schemas.microsoft.com/office/drawing/2014/main" id="{C807E69A-B389-431E-81F6-E05813FD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787" y="4036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path-914">
            <a:extLst xmlns:a="http://schemas.openxmlformats.org/drawingml/2006/main">
              <a:ext uri="{FF2B5EF4-FFF2-40B4-BE49-F238E27FC236}">
                <a16:creationId xmlns:a16="http://schemas.microsoft.com/office/drawing/2014/main" id="{1EE41788-C914-402E-934B-6CA14169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401" y="40498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0" name="path-915">
            <a:extLst xmlns:a="http://schemas.openxmlformats.org/drawingml/2006/main">
              <a:ext uri="{FF2B5EF4-FFF2-40B4-BE49-F238E27FC236}">
                <a16:creationId xmlns:a16="http://schemas.microsoft.com/office/drawing/2014/main" id="{9986E50E-8572-4C1F-AE07-0E4FC246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683" y="4036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path-916">
            <a:extLst xmlns:a="http://schemas.openxmlformats.org/drawingml/2006/main">
              <a:ext uri="{FF2B5EF4-FFF2-40B4-BE49-F238E27FC236}">
                <a16:creationId xmlns:a16="http://schemas.microsoft.com/office/drawing/2014/main" id="{695A2C4A-7DBA-4850-86B6-3ED2EC75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24" y="40801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2" name="path-917">
            <a:extLst xmlns:a="http://schemas.openxmlformats.org/drawingml/2006/main">
              <a:ext uri="{FF2B5EF4-FFF2-40B4-BE49-F238E27FC236}">
                <a16:creationId xmlns:a16="http://schemas.microsoft.com/office/drawing/2014/main" id="{114C0C5B-C6E5-4671-8980-90A04DA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494" y="40674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path-918">
            <a:extLst xmlns:a="http://schemas.openxmlformats.org/drawingml/2006/main">
              <a:ext uri="{FF2B5EF4-FFF2-40B4-BE49-F238E27FC236}">
                <a16:creationId xmlns:a16="http://schemas.microsoft.com/office/drawing/2014/main" id="{B92850B5-5A40-4633-9E4C-ADD99475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870" y="40338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4" name="path-919">
            <a:extLst xmlns:a="http://schemas.openxmlformats.org/drawingml/2006/main">
              <a:ext uri="{FF2B5EF4-FFF2-40B4-BE49-F238E27FC236}">
                <a16:creationId xmlns:a16="http://schemas.microsoft.com/office/drawing/2014/main" id="{525FCB97-4A45-4420-9D28-9886DD1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009" y="40834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920">
            <a:extLst xmlns:a="http://schemas.openxmlformats.org/drawingml/2006/main">
              <a:ext uri="{FF2B5EF4-FFF2-40B4-BE49-F238E27FC236}">
                <a16:creationId xmlns:a16="http://schemas.microsoft.com/office/drawing/2014/main" id="{B391749A-FCC8-4E8C-84CC-7BC5494A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028" y="40746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6" name="path-921">
            <a:extLst xmlns:a="http://schemas.openxmlformats.org/drawingml/2006/main">
              <a:ext uri="{FF2B5EF4-FFF2-40B4-BE49-F238E27FC236}">
                <a16:creationId xmlns:a16="http://schemas.microsoft.com/office/drawing/2014/main" id="{ADEBFA16-5278-4719-854E-F7062ACF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201" y="4038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path-922">
            <a:extLst xmlns:a="http://schemas.openxmlformats.org/drawingml/2006/main">
              <a:ext uri="{FF2B5EF4-FFF2-40B4-BE49-F238E27FC236}">
                <a16:creationId xmlns:a16="http://schemas.microsoft.com/office/drawing/2014/main" id="{2079F1B9-DA37-4941-AD48-0C99F65F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771" y="4053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8" name="path-923">
            <a:extLst xmlns:a="http://schemas.openxmlformats.org/drawingml/2006/main">
              <a:ext uri="{FF2B5EF4-FFF2-40B4-BE49-F238E27FC236}">
                <a16:creationId xmlns:a16="http://schemas.microsoft.com/office/drawing/2014/main" id="{CBAFD508-EC37-4796-A64B-12AECFB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751" y="40582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th-924">
            <a:extLst xmlns:a="http://schemas.openxmlformats.org/drawingml/2006/main">
              <a:ext uri="{FF2B5EF4-FFF2-40B4-BE49-F238E27FC236}">
                <a16:creationId xmlns:a16="http://schemas.microsoft.com/office/drawing/2014/main" id="{529725E5-42F6-4937-BF79-23BDE6B2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688" y="4034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0" name="path-925">
            <a:extLst xmlns:a="http://schemas.openxmlformats.org/drawingml/2006/main">
              <a:ext uri="{FF2B5EF4-FFF2-40B4-BE49-F238E27FC236}">
                <a16:creationId xmlns:a16="http://schemas.microsoft.com/office/drawing/2014/main" id="{4E5652C1-FC1E-4E28-8C0F-7A3433DE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143" y="4026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th-926">
            <a:extLst xmlns:a="http://schemas.openxmlformats.org/drawingml/2006/main">
              <a:ext uri="{FF2B5EF4-FFF2-40B4-BE49-F238E27FC236}">
                <a16:creationId xmlns:a16="http://schemas.microsoft.com/office/drawing/2014/main" id="{AC2345C5-5E8F-4652-A41C-95819D54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554" y="40529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2" name="path-927">
            <a:extLst xmlns:a="http://schemas.openxmlformats.org/drawingml/2006/main">
              <a:ext uri="{FF2B5EF4-FFF2-40B4-BE49-F238E27FC236}">
                <a16:creationId xmlns:a16="http://schemas.microsoft.com/office/drawing/2014/main" id="{BFA8078E-A741-4CFA-92AE-1A4B7D90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415" y="4058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path-928">
            <a:extLst xmlns:a="http://schemas.openxmlformats.org/drawingml/2006/main">
              <a:ext uri="{FF2B5EF4-FFF2-40B4-BE49-F238E27FC236}">
                <a16:creationId xmlns:a16="http://schemas.microsoft.com/office/drawing/2014/main" id="{BDBAAD7E-D8A0-4E36-A814-A51B712C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4794" y="40662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4" name="path-929">
            <a:extLst xmlns:a="http://schemas.openxmlformats.org/drawingml/2006/main">
              <a:ext uri="{FF2B5EF4-FFF2-40B4-BE49-F238E27FC236}">
                <a16:creationId xmlns:a16="http://schemas.microsoft.com/office/drawing/2014/main" id="{CF9CA2A8-6302-43C7-9BB9-7F37DA41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60" y="4032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path-930">
            <a:extLst xmlns:a="http://schemas.openxmlformats.org/drawingml/2006/main">
              <a:ext uri="{FF2B5EF4-FFF2-40B4-BE49-F238E27FC236}">
                <a16:creationId xmlns:a16="http://schemas.microsoft.com/office/drawing/2014/main" id="{056E480A-057B-45D1-9694-4BEB5024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782" y="40497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6" name="path-931">
            <a:extLst xmlns:a="http://schemas.openxmlformats.org/drawingml/2006/main">
              <a:ext uri="{FF2B5EF4-FFF2-40B4-BE49-F238E27FC236}">
                <a16:creationId xmlns:a16="http://schemas.microsoft.com/office/drawing/2014/main" id="{09CB63E2-B9F1-4A31-88BD-DAFE7BE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179" y="4041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th-932">
            <a:extLst xmlns:a="http://schemas.openxmlformats.org/drawingml/2006/main">
              <a:ext uri="{FF2B5EF4-FFF2-40B4-BE49-F238E27FC236}">
                <a16:creationId xmlns:a16="http://schemas.microsoft.com/office/drawing/2014/main" id="{7CCC197F-4447-4B1D-9CED-A05DAD60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376" y="40262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8" name="path-933">
            <a:extLst xmlns:a="http://schemas.openxmlformats.org/drawingml/2006/main">
              <a:ext uri="{FF2B5EF4-FFF2-40B4-BE49-F238E27FC236}">
                <a16:creationId xmlns:a16="http://schemas.microsoft.com/office/drawing/2014/main" id="{7CE9D5FB-28E4-4A25-AA5E-7D3D71CD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895" y="40498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th-934">
            <a:extLst xmlns:a="http://schemas.openxmlformats.org/drawingml/2006/main">
              <a:ext uri="{FF2B5EF4-FFF2-40B4-BE49-F238E27FC236}">
                <a16:creationId xmlns:a16="http://schemas.microsoft.com/office/drawing/2014/main" id="{50A40DD6-B54C-48A2-8841-266F8156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223" y="4064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0" name="path-935">
            <a:extLst xmlns:a="http://schemas.openxmlformats.org/drawingml/2006/main">
              <a:ext uri="{FF2B5EF4-FFF2-40B4-BE49-F238E27FC236}">
                <a16:creationId xmlns:a16="http://schemas.microsoft.com/office/drawing/2014/main" id="{7867FF3B-DE69-4528-8481-E87FC9F3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893" y="40436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th-936">
            <a:extLst xmlns:a="http://schemas.openxmlformats.org/drawingml/2006/main">
              <a:ext uri="{FF2B5EF4-FFF2-40B4-BE49-F238E27FC236}">
                <a16:creationId xmlns:a16="http://schemas.microsoft.com/office/drawing/2014/main" id="{C73564EB-C8E3-4D8C-BFB1-BD25F629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146" y="3999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2" name="path-937">
            <a:extLst xmlns:a="http://schemas.openxmlformats.org/drawingml/2006/main">
              <a:ext uri="{FF2B5EF4-FFF2-40B4-BE49-F238E27FC236}">
                <a16:creationId xmlns:a16="http://schemas.microsoft.com/office/drawing/2014/main" id="{158A0A71-355E-41E2-B0F1-8A74303A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58" y="40371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th-938">
            <a:extLst xmlns:a="http://schemas.openxmlformats.org/drawingml/2006/main">
              <a:ext uri="{FF2B5EF4-FFF2-40B4-BE49-F238E27FC236}">
                <a16:creationId xmlns:a16="http://schemas.microsoft.com/office/drawing/2014/main" id="{B9649F4D-9268-45D2-91DC-60BB77E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920" y="4046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4" name="path-939">
            <a:extLst xmlns:a="http://schemas.openxmlformats.org/drawingml/2006/main">
              <a:ext uri="{FF2B5EF4-FFF2-40B4-BE49-F238E27FC236}">
                <a16:creationId xmlns:a16="http://schemas.microsoft.com/office/drawing/2014/main" id="{38E17589-2010-456A-B2B6-956ACEEA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28" y="4050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path-940">
            <a:extLst xmlns:a="http://schemas.openxmlformats.org/drawingml/2006/main">
              <a:ext uri="{FF2B5EF4-FFF2-40B4-BE49-F238E27FC236}">
                <a16:creationId xmlns:a16="http://schemas.microsoft.com/office/drawing/2014/main" id="{625C53D1-5EB6-4B73-9A8F-D8DEE92A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344" y="4045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6" name="path-941">
            <a:extLst xmlns:a="http://schemas.openxmlformats.org/drawingml/2006/main">
              <a:ext uri="{FF2B5EF4-FFF2-40B4-BE49-F238E27FC236}">
                <a16:creationId xmlns:a16="http://schemas.microsoft.com/office/drawing/2014/main" id="{1F5F5D99-A8B5-40A9-8A85-80604487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80" y="40209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path-942">
            <a:extLst xmlns:a="http://schemas.openxmlformats.org/drawingml/2006/main">
              <a:ext uri="{FF2B5EF4-FFF2-40B4-BE49-F238E27FC236}">
                <a16:creationId xmlns:a16="http://schemas.microsoft.com/office/drawing/2014/main" id="{CF662A06-74A2-48B5-BD1F-EB1A9622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453" y="4030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8" name="path-943">
            <a:extLst xmlns:a="http://schemas.openxmlformats.org/drawingml/2006/main">
              <a:ext uri="{FF2B5EF4-FFF2-40B4-BE49-F238E27FC236}">
                <a16:creationId xmlns:a16="http://schemas.microsoft.com/office/drawing/2014/main" id="{793AB258-F3AD-455A-9798-2A0CE03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433" y="40345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th-944">
            <a:extLst xmlns:a="http://schemas.openxmlformats.org/drawingml/2006/main">
              <a:ext uri="{FF2B5EF4-FFF2-40B4-BE49-F238E27FC236}">
                <a16:creationId xmlns:a16="http://schemas.microsoft.com/office/drawing/2014/main" id="{3BDF15F2-3DA1-499F-ADAD-413C868C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748" y="40473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0" name="path-945">
            <a:extLst xmlns:a="http://schemas.openxmlformats.org/drawingml/2006/main">
              <a:ext uri="{FF2B5EF4-FFF2-40B4-BE49-F238E27FC236}">
                <a16:creationId xmlns:a16="http://schemas.microsoft.com/office/drawing/2014/main" id="{2F3D1C65-445E-4BAD-BCEC-1E42C999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18" y="40696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path-946">
            <a:extLst xmlns:a="http://schemas.openxmlformats.org/drawingml/2006/main">
              <a:ext uri="{FF2B5EF4-FFF2-40B4-BE49-F238E27FC236}">
                <a16:creationId xmlns:a16="http://schemas.microsoft.com/office/drawing/2014/main" id="{F64A5CD3-928D-4095-AE65-F25B85B2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673" y="40529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2" name="path-947">
            <a:extLst xmlns:a="http://schemas.openxmlformats.org/drawingml/2006/main">
              <a:ext uri="{FF2B5EF4-FFF2-40B4-BE49-F238E27FC236}">
                <a16:creationId xmlns:a16="http://schemas.microsoft.com/office/drawing/2014/main" id="{3882F9C5-064E-4618-9F3F-42E102FF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556" y="40595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th-948">
            <a:extLst xmlns:a="http://schemas.openxmlformats.org/drawingml/2006/main">
              <a:ext uri="{FF2B5EF4-FFF2-40B4-BE49-F238E27FC236}">
                <a16:creationId xmlns:a16="http://schemas.microsoft.com/office/drawing/2014/main" id="{2570B525-403E-4EB7-9F24-A2D74E09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669" y="40564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4" name="path-949">
            <a:extLst xmlns:a="http://schemas.openxmlformats.org/drawingml/2006/main">
              <a:ext uri="{FF2B5EF4-FFF2-40B4-BE49-F238E27FC236}">
                <a16:creationId xmlns:a16="http://schemas.microsoft.com/office/drawing/2014/main" id="{3449AEA2-2BA2-4FCD-A804-99A4CE3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921" y="40228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th-950">
            <a:extLst xmlns:a="http://schemas.openxmlformats.org/drawingml/2006/main">
              <a:ext uri="{FF2B5EF4-FFF2-40B4-BE49-F238E27FC236}">
                <a16:creationId xmlns:a16="http://schemas.microsoft.com/office/drawing/2014/main" id="{DC9B4927-50CC-4FD8-A524-0A920319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161" y="40212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6" name="path-951">
            <a:extLst xmlns:a="http://schemas.openxmlformats.org/drawingml/2006/main">
              <a:ext uri="{FF2B5EF4-FFF2-40B4-BE49-F238E27FC236}">
                <a16:creationId xmlns:a16="http://schemas.microsoft.com/office/drawing/2014/main" id="{3C9DEC4B-24AD-4BE7-97B6-2B33B933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591" y="4029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path-952">
            <a:extLst xmlns:a="http://schemas.openxmlformats.org/drawingml/2006/main">
              <a:ext uri="{FF2B5EF4-FFF2-40B4-BE49-F238E27FC236}">
                <a16:creationId xmlns:a16="http://schemas.microsoft.com/office/drawing/2014/main" id="{DF5121AC-F608-4886-A50D-C8225040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777" y="4036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8" name="path-953">
            <a:extLst xmlns:a="http://schemas.openxmlformats.org/drawingml/2006/main">
              <a:ext uri="{FF2B5EF4-FFF2-40B4-BE49-F238E27FC236}">
                <a16:creationId xmlns:a16="http://schemas.microsoft.com/office/drawing/2014/main" id="{3DF87BDC-A80E-4B97-B95B-964E0103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367" y="4062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path-954">
            <a:extLst xmlns:a="http://schemas.openxmlformats.org/drawingml/2006/main">
              <a:ext uri="{FF2B5EF4-FFF2-40B4-BE49-F238E27FC236}">
                <a16:creationId xmlns:a16="http://schemas.microsoft.com/office/drawing/2014/main" id="{F70A33B5-0562-4969-8674-3351E275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147" y="40377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0" name="path-955">
            <a:extLst xmlns:a="http://schemas.openxmlformats.org/drawingml/2006/main">
              <a:ext uri="{FF2B5EF4-FFF2-40B4-BE49-F238E27FC236}">
                <a16:creationId xmlns:a16="http://schemas.microsoft.com/office/drawing/2014/main" id="{FB8442B8-2708-4A83-BC98-54F2734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068" y="40451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th-956">
            <a:extLst xmlns:a="http://schemas.openxmlformats.org/drawingml/2006/main">
              <a:ext uri="{FF2B5EF4-FFF2-40B4-BE49-F238E27FC236}">
                <a16:creationId xmlns:a16="http://schemas.microsoft.com/office/drawing/2014/main" id="{CDDBBAA1-D180-4364-807D-BB1F529A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546" y="40423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2" name="path-957">
            <a:extLst xmlns:a="http://schemas.openxmlformats.org/drawingml/2006/main">
              <a:ext uri="{FF2B5EF4-FFF2-40B4-BE49-F238E27FC236}">
                <a16:creationId xmlns:a16="http://schemas.microsoft.com/office/drawing/2014/main" id="{7FDB1FC2-EE39-4154-BCD7-75B52687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085" y="40177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path-958">
            <a:extLst xmlns:a="http://schemas.openxmlformats.org/drawingml/2006/main">
              <a:ext uri="{FF2B5EF4-FFF2-40B4-BE49-F238E27FC236}">
                <a16:creationId xmlns:a16="http://schemas.microsoft.com/office/drawing/2014/main" id="{F0EE1B91-9FD8-416A-BC7C-38D5ED84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615" y="4018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4" name="path-959">
            <a:extLst xmlns:a="http://schemas.openxmlformats.org/drawingml/2006/main">
              <a:ext uri="{FF2B5EF4-FFF2-40B4-BE49-F238E27FC236}">
                <a16:creationId xmlns:a16="http://schemas.microsoft.com/office/drawing/2014/main" id="{389DC698-AF2A-46D2-BB19-8E208862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938" y="4068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path-960">
            <a:extLst xmlns:a="http://schemas.openxmlformats.org/drawingml/2006/main">
              <a:ext uri="{FF2B5EF4-FFF2-40B4-BE49-F238E27FC236}">
                <a16:creationId xmlns:a16="http://schemas.microsoft.com/office/drawing/2014/main" id="{CE05FF8E-646E-4DA5-B20A-20CDB6F2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742" y="4055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6" name="path-961">
            <a:extLst xmlns:a="http://schemas.openxmlformats.org/drawingml/2006/main">
              <a:ext uri="{FF2B5EF4-FFF2-40B4-BE49-F238E27FC236}">
                <a16:creationId xmlns:a16="http://schemas.microsoft.com/office/drawing/2014/main" id="{595565EB-6889-486A-B3A5-DA845DAE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921" y="40070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path-962">
            <a:extLst xmlns:a="http://schemas.openxmlformats.org/drawingml/2006/main">
              <a:ext uri="{FF2B5EF4-FFF2-40B4-BE49-F238E27FC236}">
                <a16:creationId xmlns:a16="http://schemas.microsoft.com/office/drawing/2014/main" id="{29E21B02-E629-4F5D-AEBD-1F63EA2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5" y="4049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8" name="path-963">
            <a:extLst xmlns:a="http://schemas.openxmlformats.org/drawingml/2006/main">
              <a:ext uri="{FF2B5EF4-FFF2-40B4-BE49-F238E27FC236}">
                <a16:creationId xmlns:a16="http://schemas.microsoft.com/office/drawing/2014/main" id="{60F0F9D8-B5B9-49CC-BFFE-261B48D2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31" y="40792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9" name="path-964">
            <a:extLst xmlns:a="http://schemas.openxmlformats.org/drawingml/2006/main">
              <a:ext uri="{FF2B5EF4-FFF2-40B4-BE49-F238E27FC236}">
                <a16:creationId xmlns:a16="http://schemas.microsoft.com/office/drawing/2014/main" id="{EB071FE7-2351-46C6-A19D-1834F3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533" y="4058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0" name="path-965">
            <a:extLst xmlns:a="http://schemas.openxmlformats.org/drawingml/2006/main">
              <a:ext uri="{FF2B5EF4-FFF2-40B4-BE49-F238E27FC236}">
                <a16:creationId xmlns:a16="http://schemas.microsoft.com/office/drawing/2014/main" id="{C6D48728-FCED-4AC6-A0BC-8F343164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472" y="4051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1" name="path-966">
            <a:extLst xmlns:a="http://schemas.openxmlformats.org/drawingml/2006/main">
              <a:ext uri="{FF2B5EF4-FFF2-40B4-BE49-F238E27FC236}">
                <a16:creationId xmlns:a16="http://schemas.microsoft.com/office/drawing/2014/main" id="{BC435C5B-2008-409B-BB54-B0C9D80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92" y="4052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2" name="path-967">
            <a:extLst xmlns:a="http://schemas.openxmlformats.org/drawingml/2006/main">
              <a:ext uri="{FF2B5EF4-FFF2-40B4-BE49-F238E27FC236}">
                <a16:creationId xmlns:a16="http://schemas.microsoft.com/office/drawing/2014/main" id="{785CF7F8-8AF6-4667-8B3D-E42BD83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160" y="40399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path-968">
            <a:extLst xmlns:a="http://schemas.openxmlformats.org/drawingml/2006/main">
              <a:ext uri="{FF2B5EF4-FFF2-40B4-BE49-F238E27FC236}">
                <a16:creationId xmlns:a16="http://schemas.microsoft.com/office/drawing/2014/main" id="{28A8CF21-D85F-4FE7-BFB5-C558FBDF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660" y="4043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4" name="path-969">
            <a:extLst xmlns:a="http://schemas.openxmlformats.org/drawingml/2006/main">
              <a:ext uri="{FF2B5EF4-FFF2-40B4-BE49-F238E27FC236}">
                <a16:creationId xmlns:a16="http://schemas.microsoft.com/office/drawing/2014/main" id="{3807EBDC-6D6A-4F96-9CFE-F8649141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488" y="40771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ath-970">
            <a:extLst xmlns:a="http://schemas.openxmlformats.org/drawingml/2006/main">
              <a:ext uri="{FF2B5EF4-FFF2-40B4-BE49-F238E27FC236}">
                <a16:creationId xmlns:a16="http://schemas.microsoft.com/office/drawing/2014/main" id="{28F3397F-BDFA-415F-8728-435CF761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137" y="4049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6" name="path-971">
            <a:extLst xmlns:a="http://schemas.openxmlformats.org/drawingml/2006/main">
              <a:ext uri="{FF2B5EF4-FFF2-40B4-BE49-F238E27FC236}">
                <a16:creationId xmlns:a16="http://schemas.microsoft.com/office/drawing/2014/main" id="{E64CA399-66C3-4D16-841F-FABE316A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728" y="4076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path-972">
            <a:extLst xmlns:a="http://schemas.openxmlformats.org/drawingml/2006/main">
              <a:ext uri="{FF2B5EF4-FFF2-40B4-BE49-F238E27FC236}">
                <a16:creationId xmlns:a16="http://schemas.microsoft.com/office/drawing/2014/main" id="{10A4A3BF-83FF-42E5-8298-437D2CA7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730" y="40511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path-973">
            <a:extLst xmlns:a="http://schemas.openxmlformats.org/drawingml/2006/main">
              <a:ext uri="{FF2B5EF4-FFF2-40B4-BE49-F238E27FC236}">
                <a16:creationId xmlns:a16="http://schemas.microsoft.com/office/drawing/2014/main" id="{236B07B4-936C-46D9-A25A-8794F195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485" y="4013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ath-974">
            <a:extLst xmlns:a="http://schemas.openxmlformats.org/drawingml/2006/main">
              <a:ext uri="{FF2B5EF4-FFF2-40B4-BE49-F238E27FC236}">
                <a16:creationId xmlns:a16="http://schemas.microsoft.com/office/drawing/2014/main" id="{F7CEA5E8-FD64-4276-95FB-93539F6F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353" y="4057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path-975">
            <a:extLst xmlns:a="http://schemas.openxmlformats.org/drawingml/2006/main">
              <a:ext uri="{FF2B5EF4-FFF2-40B4-BE49-F238E27FC236}">
                <a16:creationId xmlns:a16="http://schemas.microsoft.com/office/drawing/2014/main" id="{24355F9D-EDA1-4988-ADAD-5A51DA81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968" y="4029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path-976">
            <a:extLst xmlns:a="http://schemas.openxmlformats.org/drawingml/2006/main">
              <a:ext uri="{FF2B5EF4-FFF2-40B4-BE49-F238E27FC236}">
                <a16:creationId xmlns:a16="http://schemas.microsoft.com/office/drawing/2014/main" id="{8A7D6016-E25B-4D0F-B7AC-823C750F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28" y="40672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path-977">
            <a:extLst xmlns:a="http://schemas.openxmlformats.org/drawingml/2006/main">
              <a:ext uri="{FF2B5EF4-FFF2-40B4-BE49-F238E27FC236}">
                <a16:creationId xmlns:a16="http://schemas.microsoft.com/office/drawing/2014/main" id="{E21C4962-F346-40FA-B08B-6AF3509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233" y="4044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ath-978">
            <a:extLst xmlns:a="http://schemas.openxmlformats.org/drawingml/2006/main">
              <a:ext uri="{FF2B5EF4-FFF2-40B4-BE49-F238E27FC236}">
                <a16:creationId xmlns:a16="http://schemas.microsoft.com/office/drawing/2014/main" id="{8A30E5BD-3225-42CF-8FAE-D5619A3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58" y="40694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4" name="path-979">
            <a:extLst xmlns:a="http://schemas.openxmlformats.org/drawingml/2006/main">
              <a:ext uri="{FF2B5EF4-FFF2-40B4-BE49-F238E27FC236}">
                <a16:creationId xmlns:a16="http://schemas.microsoft.com/office/drawing/2014/main" id="{7672ECD3-4678-4837-94BC-A43D63CB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771" y="4078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5" name="path-980">
            <a:extLst xmlns:a="http://schemas.openxmlformats.org/drawingml/2006/main">
              <a:ext uri="{FF2B5EF4-FFF2-40B4-BE49-F238E27FC236}">
                <a16:creationId xmlns:a16="http://schemas.microsoft.com/office/drawing/2014/main" id="{E72F7CDC-5767-423A-A247-B81C63F7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664" y="40337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6" name="path-981">
            <a:extLst xmlns:a="http://schemas.openxmlformats.org/drawingml/2006/main">
              <a:ext uri="{FF2B5EF4-FFF2-40B4-BE49-F238E27FC236}">
                <a16:creationId xmlns:a16="http://schemas.microsoft.com/office/drawing/2014/main" id="{339021A5-69D2-4DA7-B6D5-4D3FEF1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5" y="40699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path-982">
            <a:extLst xmlns:a="http://schemas.openxmlformats.org/drawingml/2006/main">
              <a:ext uri="{FF2B5EF4-FFF2-40B4-BE49-F238E27FC236}">
                <a16:creationId xmlns:a16="http://schemas.microsoft.com/office/drawing/2014/main" id="{178B8CD1-A9A6-4DF3-8B45-8BD67B62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710" y="40157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8" name="path-983">
            <a:extLst xmlns:a="http://schemas.openxmlformats.org/drawingml/2006/main">
              <a:ext uri="{FF2B5EF4-FFF2-40B4-BE49-F238E27FC236}">
                <a16:creationId xmlns:a16="http://schemas.microsoft.com/office/drawing/2014/main" id="{828C92DE-08FF-42CC-B670-96B9D722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406" y="40477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path-984">
            <a:extLst xmlns:a="http://schemas.openxmlformats.org/drawingml/2006/main">
              <a:ext uri="{FF2B5EF4-FFF2-40B4-BE49-F238E27FC236}">
                <a16:creationId xmlns:a16="http://schemas.microsoft.com/office/drawing/2014/main" id="{10EC07FD-FA7C-41A0-BD91-EB2DE603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689" y="4038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path-985">
            <a:extLst xmlns:a="http://schemas.openxmlformats.org/drawingml/2006/main">
              <a:ext uri="{FF2B5EF4-FFF2-40B4-BE49-F238E27FC236}">
                <a16:creationId xmlns:a16="http://schemas.microsoft.com/office/drawing/2014/main" id="{87236F83-B729-4B20-A94F-EDC69FD9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230" y="4040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path-986">
            <a:extLst xmlns:a="http://schemas.openxmlformats.org/drawingml/2006/main">
              <a:ext uri="{FF2B5EF4-FFF2-40B4-BE49-F238E27FC236}">
                <a16:creationId xmlns:a16="http://schemas.microsoft.com/office/drawing/2014/main" id="{744C86F6-F76F-42AF-8C5C-ACF24DAE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945" y="40569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87">
            <a:extLst xmlns:a="http://schemas.openxmlformats.org/drawingml/2006/main">
              <a:ext uri="{FF2B5EF4-FFF2-40B4-BE49-F238E27FC236}">
                <a16:creationId xmlns:a16="http://schemas.microsoft.com/office/drawing/2014/main" id="{08D16C34-1DC2-4BBA-A8F8-25B9EAE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521" y="40441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path-988">
            <a:extLst xmlns:a="http://schemas.openxmlformats.org/drawingml/2006/main">
              <a:ext uri="{FF2B5EF4-FFF2-40B4-BE49-F238E27FC236}">
                <a16:creationId xmlns:a16="http://schemas.microsoft.com/office/drawing/2014/main" id="{7AE418ED-123B-4EFF-A353-D76C75A9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124" y="4052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89">
            <a:extLst xmlns:a="http://schemas.openxmlformats.org/drawingml/2006/main">
              <a:ext uri="{FF2B5EF4-FFF2-40B4-BE49-F238E27FC236}">
                <a16:creationId xmlns:a16="http://schemas.microsoft.com/office/drawing/2014/main" id="{F9BFFFF9-CAFE-4FF2-9CBE-C6A57914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029" y="4065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5" name="path-990">
            <a:extLst xmlns:a="http://schemas.openxmlformats.org/drawingml/2006/main">
              <a:ext uri="{FF2B5EF4-FFF2-40B4-BE49-F238E27FC236}">
                <a16:creationId xmlns:a16="http://schemas.microsoft.com/office/drawing/2014/main" id="{9B94FD5C-570C-4CCE-80EE-98314E2F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230" y="40516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6" name="path-991">
            <a:extLst xmlns:a="http://schemas.openxmlformats.org/drawingml/2006/main">
              <a:ext uri="{FF2B5EF4-FFF2-40B4-BE49-F238E27FC236}">
                <a16:creationId xmlns:a16="http://schemas.microsoft.com/office/drawing/2014/main" id="{21D5EAA9-7A4F-48AD-85C6-E90F6991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827" y="40644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7" name="path-992">
            <a:extLst xmlns:a="http://schemas.openxmlformats.org/drawingml/2006/main">
              <a:ext uri="{FF2B5EF4-FFF2-40B4-BE49-F238E27FC236}">
                <a16:creationId xmlns:a16="http://schemas.microsoft.com/office/drawing/2014/main" id="{DF85B6AA-2388-4A45-8301-A0D7E911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807" y="40238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8" name="path-993">
            <a:extLst xmlns:a="http://schemas.openxmlformats.org/drawingml/2006/main">
              <a:ext uri="{FF2B5EF4-FFF2-40B4-BE49-F238E27FC236}">
                <a16:creationId xmlns:a16="http://schemas.microsoft.com/office/drawing/2014/main" id="{3338F6F5-702C-4D0E-881A-05309B6F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735" y="4054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9" name="path-994">
            <a:extLst xmlns:a="http://schemas.openxmlformats.org/drawingml/2006/main">
              <a:ext uri="{FF2B5EF4-FFF2-40B4-BE49-F238E27FC236}">
                <a16:creationId xmlns:a16="http://schemas.microsoft.com/office/drawing/2014/main" id="{210586A7-0CF9-4F41-AE54-5C02C7E7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719" y="40394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0" name="path-995">
            <a:extLst xmlns:a="http://schemas.openxmlformats.org/drawingml/2006/main">
              <a:ext uri="{FF2B5EF4-FFF2-40B4-BE49-F238E27FC236}">
                <a16:creationId xmlns:a16="http://schemas.microsoft.com/office/drawing/2014/main" id="{7243DDCF-6E85-45E7-9C3F-521FA3BF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494" y="40271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1" name="path-996">
            <a:extLst xmlns:a="http://schemas.openxmlformats.org/drawingml/2006/main">
              <a:ext uri="{FF2B5EF4-FFF2-40B4-BE49-F238E27FC236}">
                <a16:creationId xmlns:a16="http://schemas.microsoft.com/office/drawing/2014/main" id="{40C33CB8-24A2-4B87-BEE2-734CD2EB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714" y="4027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path-997">
            <a:extLst xmlns:a="http://schemas.openxmlformats.org/drawingml/2006/main">
              <a:ext uri="{FF2B5EF4-FFF2-40B4-BE49-F238E27FC236}">
                <a16:creationId xmlns:a16="http://schemas.microsoft.com/office/drawing/2014/main" id="{C7784DAD-83A3-4415-8DA1-7C28894F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69" y="4051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3" name="path-998">
            <a:extLst xmlns:a="http://schemas.openxmlformats.org/drawingml/2006/main">
              <a:ext uri="{FF2B5EF4-FFF2-40B4-BE49-F238E27FC236}">
                <a16:creationId xmlns:a16="http://schemas.microsoft.com/office/drawing/2014/main" id="{9D165812-B16E-4C79-9652-58BFF4D1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424" y="40523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4" name="path-999">
            <a:extLst xmlns:a="http://schemas.openxmlformats.org/drawingml/2006/main">
              <a:ext uri="{FF2B5EF4-FFF2-40B4-BE49-F238E27FC236}">
                <a16:creationId xmlns:a16="http://schemas.microsoft.com/office/drawing/2014/main" id="{0173E73D-9096-4AC3-85E4-8D173F24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305" y="40646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5" name="path-1000">
            <a:extLst xmlns:a="http://schemas.openxmlformats.org/drawingml/2006/main">
              <a:ext uri="{FF2B5EF4-FFF2-40B4-BE49-F238E27FC236}">
                <a16:creationId xmlns:a16="http://schemas.microsoft.com/office/drawing/2014/main" id="{02A76972-D6AC-4970-9825-6BD121BE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248" y="40755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6" name="path-1001">
            <a:extLst xmlns:a="http://schemas.openxmlformats.org/drawingml/2006/main">
              <a:ext uri="{FF2B5EF4-FFF2-40B4-BE49-F238E27FC236}">
                <a16:creationId xmlns:a16="http://schemas.microsoft.com/office/drawing/2014/main" id="{4632E1A6-AE5D-47E6-89B0-9E47DDC0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353" y="4057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7" name="path-1002">
            <a:extLst xmlns:a="http://schemas.openxmlformats.org/drawingml/2006/main">
              <a:ext uri="{FF2B5EF4-FFF2-40B4-BE49-F238E27FC236}">
                <a16:creationId xmlns:a16="http://schemas.microsoft.com/office/drawing/2014/main" id="{DD5C6D5C-33CE-4809-BF0D-AE6C2B12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358" y="40231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8" name="path-1003">
            <a:extLst xmlns:a="http://schemas.openxmlformats.org/drawingml/2006/main">
              <a:ext uri="{FF2B5EF4-FFF2-40B4-BE49-F238E27FC236}">
                <a16:creationId xmlns:a16="http://schemas.microsoft.com/office/drawing/2014/main" id="{3955E0B1-5D98-4C13-A0FC-5B85F3CF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882" y="4050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9" name="path-1004">
            <a:extLst xmlns:a="http://schemas.openxmlformats.org/drawingml/2006/main">
              <a:ext uri="{FF2B5EF4-FFF2-40B4-BE49-F238E27FC236}">
                <a16:creationId xmlns:a16="http://schemas.microsoft.com/office/drawing/2014/main" id="{D3056186-0962-420A-AF7D-9B2DB670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039" y="40181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0" name="path-1005">
            <a:extLst xmlns:a="http://schemas.openxmlformats.org/drawingml/2006/main">
              <a:ext uri="{FF2B5EF4-FFF2-40B4-BE49-F238E27FC236}">
                <a16:creationId xmlns:a16="http://schemas.microsoft.com/office/drawing/2014/main" id="{1ED16A4E-22A4-43BF-B245-4A6C789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127" y="40397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1" name="path-1006">
            <a:extLst xmlns:a="http://schemas.openxmlformats.org/drawingml/2006/main">
              <a:ext uri="{FF2B5EF4-FFF2-40B4-BE49-F238E27FC236}">
                <a16:creationId xmlns:a16="http://schemas.microsoft.com/office/drawing/2014/main" id="{0F676E9A-5AE8-4B92-B144-FA6B1748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356" y="4038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2" name="path-1007">
            <a:extLst xmlns:a="http://schemas.openxmlformats.org/drawingml/2006/main">
              <a:ext uri="{FF2B5EF4-FFF2-40B4-BE49-F238E27FC236}">
                <a16:creationId xmlns:a16="http://schemas.microsoft.com/office/drawing/2014/main" id="{25DE4AB3-C2AF-49CB-A7C2-A2C1C7B1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340" y="40292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3" name="path-1008">
            <a:extLst xmlns:a="http://schemas.openxmlformats.org/drawingml/2006/main">
              <a:ext uri="{FF2B5EF4-FFF2-40B4-BE49-F238E27FC236}">
                <a16:creationId xmlns:a16="http://schemas.microsoft.com/office/drawing/2014/main" id="{12E10FB8-5302-4B24-8760-F760E59F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92" y="40707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4" name="path-1009">
            <a:extLst xmlns:a="http://schemas.openxmlformats.org/drawingml/2006/main">
              <a:ext uri="{FF2B5EF4-FFF2-40B4-BE49-F238E27FC236}">
                <a16:creationId xmlns:a16="http://schemas.microsoft.com/office/drawing/2014/main" id="{6CE63A7D-E7FE-45FB-B53B-0136E542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578" y="40362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5" name="path-1010">
            <a:extLst xmlns:a="http://schemas.openxmlformats.org/drawingml/2006/main">
              <a:ext uri="{FF2B5EF4-FFF2-40B4-BE49-F238E27FC236}">
                <a16:creationId xmlns:a16="http://schemas.microsoft.com/office/drawing/2014/main" id="{F1C54BF0-3C70-4858-8C0C-33149A98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801" y="4044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6" name="path-1011">
            <a:extLst xmlns:a="http://schemas.openxmlformats.org/drawingml/2006/main">
              <a:ext uri="{FF2B5EF4-FFF2-40B4-BE49-F238E27FC236}">
                <a16:creationId xmlns:a16="http://schemas.microsoft.com/office/drawing/2014/main" id="{3486C0DF-9749-46B9-B8BD-39D8A135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58" y="4065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7" name="path-1012">
            <a:extLst xmlns:a="http://schemas.openxmlformats.org/drawingml/2006/main">
              <a:ext uri="{FF2B5EF4-FFF2-40B4-BE49-F238E27FC236}">
                <a16:creationId xmlns:a16="http://schemas.microsoft.com/office/drawing/2014/main" id="{B78A6EA3-4637-4593-B27C-D94EFE1F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117" y="40415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path-1013">
            <a:extLst xmlns:a="http://schemas.openxmlformats.org/drawingml/2006/main">
              <a:ext uri="{FF2B5EF4-FFF2-40B4-BE49-F238E27FC236}">
                <a16:creationId xmlns:a16="http://schemas.microsoft.com/office/drawing/2014/main" id="{E022A232-0299-4891-AFB8-539BB0DC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988" y="40591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9" name="path-1014">
            <a:extLst xmlns:a="http://schemas.openxmlformats.org/drawingml/2006/main">
              <a:ext uri="{FF2B5EF4-FFF2-40B4-BE49-F238E27FC236}">
                <a16:creationId xmlns:a16="http://schemas.microsoft.com/office/drawing/2014/main" id="{E90F92C4-C2DC-4DAB-B52B-8A0DC84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71" y="4028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th-1015">
            <a:extLst xmlns:a="http://schemas.openxmlformats.org/drawingml/2006/main">
              <a:ext uri="{FF2B5EF4-FFF2-40B4-BE49-F238E27FC236}">
                <a16:creationId xmlns:a16="http://schemas.microsoft.com/office/drawing/2014/main" id="{6B1BD196-256A-440B-B645-D255B9D5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0561" y="40447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path-1016">
            <a:extLst xmlns:a="http://schemas.openxmlformats.org/drawingml/2006/main">
              <a:ext uri="{FF2B5EF4-FFF2-40B4-BE49-F238E27FC236}">
                <a16:creationId xmlns:a16="http://schemas.microsoft.com/office/drawing/2014/main" id="{13493135-3AF8-4476-8A98-011E7EA3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461" y="40546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th-1017">
            <a:extLst xmlns:a="http://schemas.openxmlformats.org/drawingml/2006/main">
              <a:ext uri="{FF2B5EF4-FFF2-40B4-BE49-F238E27FC236}">
                <a16:creationId xmlns:a16="http://schemas.microsoft.com/office/drawing/2014/main" id="{9541EBD1-8250-44B2-8FCA-D39ADF78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82" y="40492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3" name="path-1018">
            <a:extLst xmlns:a="http://schemas.openxmlformats.org/drawingml/2006/main">
              <a:ext uri="{FF2B5EF4-FFF2-40B4-BE49-F238E27FC236}">
                <a16:creationId xmlns:a16="http://schemas.microsoft.com/office/drawing/2014/main" id="{94203D25-DDDE-47E8-B004-16CAD38B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322" y="4067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path-1019">
            <a:extLst xmlns:a="http://schemas.openxmlformats.org/drawingml/2006/main">
              <a:ext uri="{FF2B5EF4-FFF2-40B4-BE49-F238E27FC236}">
                <a16:creationId xmlns:a16="http://schemas.microsoft.com/office/drawing/2014/main" id="{BC8C0686-BF40-45E1-8673-62055E8F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428" y="40363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5" name="path-1020">
            <a:extLst xmlns:a="http://schemas.openxmlformats.org/drawingml/2006/main">
              <a:ext uri="{FF2B5EF4-FFF2-40B4-BE49-F238E27FC236}">
                <a16:creationId xmlns:a16="http://schemas.microsoft.com/office/drawing/2014/main" id="{872A8243-518E-4780-8E1C-A80A5E0D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954" y="4029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6" name="path-1021">
            <a:extLst xmlns:a="http://schemas.openxmlformats.org/drawingml/2006/main">
              <a:ext uri="{FF2B5EF4-FFF2-40B4-BE49-F238E27FC236}">
                <a16:creationId xmlns:a16="http://schemas.microsoft.com/office/drawing/2014/main" id="{FCDF0657-B61B-467E-8237-BAA97711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262" y="4042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7" name="path-1022">
            <a:extLst xmlns:a="http://schemas.openxmlformats.org/drawingml/2006/main">
              <a:ext uri="{FF2B5EF4-FFF2-40B4-BE49-F238E27FC236}">
                <a16:creationId xmlns:a16="http://schemas.microsoft.com/office/drawing/2014/main" id="{85873C11-DD0F-44A4-8C80-E809F7CB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0777" y="4040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path-1023">
            <a:extLst xmlns:a="http://schemas.openxmlformats.org/drawingml/2006/main">
              <a:ext uri="{FF2B5EF4-FFF2-40B4-BE49-F238E27FC236}">
                <a16:creationId xmlns:a16="http://schemas.microsoft.com/office/drawing/2014/main" id="{8FADD58F-EF03-498A-9FF1-39A8ECDE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576" y="4029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9" name="path-1024">
            <a:extLst xmlns:a="http://schemas.openxmlformats.org/drawingml/2006/main">
              <a:ext uri="{FF2B5EF4-FFF2-40B4-BE49-F238E27FC236}">
                <a16:creationId xmlns:a16="http://schemas.microsoft.com/office/drawing/2014/main" id="{1C566D3B-C449-4B3D-A81B-43143DFE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905" y="40364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0" name="path-1025">
            <a:extLst xmlns:a="http://schemas.openxmlformats.org/drawingml/2006/main">
              <a:ext uri="{FF2B5EF4-FFF2-40B4-BE49-F238E27FC236}">
                <a16:creationId xmlns:a16="http://schemas.microsoft.com/office/drawing/2014/main" id="{C441B18E-39D5-4FCF-915B-3462CDDE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373" y="4038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1" name="path-1026">
            <a:extLst xmlns:a="http://schemas.openxmlformats.org/drawingml/2006/main">
              <a:ext uri="{FF2B5EF4-FFF2-40B4-BE49-F238E27FC236}">
                <a16:creationId xmlns:a16="http://schemas.microsoft.com/office/drawing/2014/main" id="{CC8164C2-2643-423D-B24A-2091B386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428" y="40626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2" name="path-1027">
            <a:extLst xmlns:a="http://schemas.openxmlformats.org/drawingml/2006/main">
              <a:ext uri="{FF2B5EF4-FFF2-40B4-BE49-F238E27FC236}">
                <a16:creationId xmlns:a16="http://schemas.microsoft.com/office/drawing/2014/main" id="{D6676828-4547-44CA-B471-1A2DE769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619" y="4057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3" name="path-1028">
            <a:extLst xmlns:a="http://schemas.openxmlformats.org/drawingml/2006/main">
              <a:ext uri="{FF2B5EF4-FFF2-40B4-BE49-F238E27FC236}">
                <a16:creationId xmlns:a16="http://schemas.microsoft.com/office/drawing/2014/main" id="{FCBEBDC2-3ECC-4123-B19D-9A2CFAD1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96" y="4046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4" name="path-1029">
            <a:extLst xmlns:a="http://schemas.openxmlformats.org/drawingml/2006/main">
              <a:ext uri="{FF2B5EF4-FFF2-40B4-BE49-F238E27FC236}">
                <a16:creationId xmlns:a16="http://schemas.microsoft.com/office/drawing/2014/main" id="{C1DA0FA1-D341-4B0C-B86D-E85DED6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7" y="40411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5" name="path-1030">
            <a:extLst xmlns:a="http://schemas.openxmlformats.org/drawingml/2006/main">
              <a:ext uri="{FF2B5EF4-FFF2-40B4-BE49-F238E27FC236}">
                <a16:creationId xmlns:a16="http://schemas.microsoft.com/office/drawing/2014/main" id="{FB4A9F14-BB1F-46A5-B924-646D09E4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364" y="4041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6" name="path-1031">
            <a:extLst xmlns:a="http://schemas.openxmlformats.org/drawingml/2006/main">
              <a:ext uri="{FF2B5EF4-FFF2-40B4-BE49-F238E27FC236}">
                <a16:creationId xmlns:a16="http://schemas.microsoft.com/office/drawing/2014/main" id="{47BE743E-A974-4461-B362-9FBEC32E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531" y="40380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7" name="path-1032">
            <a:extLst xmlns:a="http://schemas.openxmlformats.org/drawingml/2006/main">
              <a:ext uri="{FF2B5EF4-FFF2-40B4-BE49-F238E27FC236}">
                <a16:creationId xmlns:a16="http://schemas.microsoft.com/office/drawing/2014/main" id="{195DECCB-6DE7-4142-BD9E-B4B0AE2B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97" y="40648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path-1033">
            <a:extLst xmlns:a="http://schemas.openxmlformats.org/drawingml/2006/main">
              <a:ext uri="{FF2B5EF4-FFF2-40B4-BE49-F238E27FC236}">
                <a16:creationId xmlns:a16="http://schemas.microsoft.com/office/drawing/2014/main" id="{49249FEA-8E8A-409C-A8E2-530A2175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714" y="4070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9" name="path-1034">
            <a:extLst xmlns:a="http://schemas.openxmlformats.org/drawingml/2006/main">
              <a:ext uri="{FF2B5EF4-FFF2-40B4-BE49-F238E27FC236}">
                <a16:creationId xmlns:a16="http://schemas.microsoft.com/office/drawing/2014/main" id="{404A91D8-3648-4F41-A973-1700D6BC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792" y="40561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0" name="path-1035">
            <a:extLst xmlns:a="http://schemas.openxmlformats.org/drawingml/2006/main">
              <a:ext uri="{FF2B5EF4-FFF2-40B4-BE49-F238E27FC236}">
                <a16:creationId xmlns:a16="http://schemas.microsoft.com/office/drawing/2014/main" id="{3E49D9CB-0999-4AFB-8488-287CF44E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848" y="40196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th-1036">
            <a:extLst xmlns:a="http://schemas.openxmlformats.org/drawingml/2006/main">
              <a:ext uri="{FF2B5EF4-FFF2-40B4-BE49-F238E27FC236}">
                <a16:creationId xmlns:a16="http://schemas.microsoft.com/office/drawing/2014/main" id="{4940D6EF-9D3B-420E-9AB8-018801B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905" y="4046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path-1037">
            <a:extLst xmlns:a="http://schemas.openxmlformats.org/drawingml/2006/main">
              <a:ext uri="{FF2B5EF4-FFF2-40B4-BE49-F238E27FC236}">
                <a16:creationId xmlns:a16="http://schemas.microsoft.com/office/drawing/2014/main" id="{8EE9C22F-AA55-4D14-B54E-921944EA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031" y="4023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3" name="path-1038">
            <a:extLst xmlns:a="http://schemas.openxmlformats.org/drawingml/2006/main">
              <a:ext uri="{FF2B5EF4-FFF2-40B4-BE49-F238E27FC236}">
                <a16:creationId xmlns:a16="http://schemas.microsoft.com/office/drawing/2014/main" id="{9CE22220-B975-4A5E-9A29-25F4F60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82" y="3995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4" name="path-1039">
            <a:extLst xmlns:a="http://schemas.openxmlformats.org/drawingml/2006/main">
              <a:ext uri="{FF2B5EF4-FFF2-40B4-BE49-F238E27FC236}">
                <a16:creationId xmlns:a16="http://schemas.microsoft.com/office/drawing/2014/main" id="{E7D80EAB-59FE-4748-9BC4-842E3B95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987" y="4074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5" name="path-1040">
            <a:extLst xmlns:a="http://schemas.openxmlformats.org/drawingml/2006/main">
              <a:ext uri="{FF2B5EF4-FFF2-40B4-BE49-F238E27FC236}">
                <a16:creationId xmlns:a16="http://schemas.microsoft.com/office/drawing/2014/main" id="{61FDC7F3-45CB-4AD2-8611-5E8EEF9A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578" y="40517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6" name="path-1041">
            <a:extLst xmlns:a="http://schemas.openxmlformats.org/drawingml/2006/main">
              <a:ext uri="{FF2B5EF4-FFF2-40B4-BE49-F238E27FC236}">
                <a16:creationId xmlns:a16="http://schemas.microsoft.com/office/drawing/2014/main" id="{B9E66EB0-3E16-4D4D-AEFA-9756119F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233" y="4076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7" name="path-1042">
            <a:extLst xmlns:a="http://schemas.openxmlformats.org/drawingml/2006/main">
              <a:ext uri="{FF2B5EF4-FFF2-40B4-BE49-F238E27FC236}">
                <a16:creationId xmlns:a16="http://schemas.microsoft.com/office/drawing/2014/main" id="{4E3546E0-AF93-4635-A35A-567BC416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381" y="4071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8" name="path-1043">
            <a:extLst xmlns:a="http://schemas.openxmlformats.org/drawingml/2006/main">
              <a:ext uri="{FF2B5EF4-FFF2-40B4-BE49-F238E27FC236}">
                <a16:creationId xmlns:a16="http://schemas.microsoft.com/office/drawing/2014/main" id="{4BB91AB6-30ED-49D2-AF61-2AE45E98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199" y="40039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9" name="path-1044">
            <a:extLst xmlns:a="http://schemas.openxmlformats.org/drawingml/2006/main">
              <a:ext uri="{FF2B5EF4-FFF2-40B4-BE49-F238E27FC236}">
                <a16:creationId xmlns:a16="http://schemas.microsoft.com/office/drawing/2014/main" id="{106D3261-A5C9-4D7B-AE39-70F91DB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873" y="40039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0" name="path-1045">
            <a:extLst xmlns:a="http://schemas.openxmlformats.org/drawingml/2006/main">
              <a:ext uri="{FF2B5EF4-FFF2-40B4-BE49-F238E27FC236}">
                <a16:creationId xmlns:a16="http://schemas.microsoft.com/office/drawing/2014/main" id="{77F3D793-C2F5-45D2-9F37-70DBFDE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251" y="40696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1" name="path-1046">
            <a:extLst xmlns:a="http://schemas.openxmlformats.org/drawingml/2006/main">
              <a:ext uri="{FF2B5EF4-FFF2-40B4-BE49-F238E27FC236}">
                <a16:creationId xmlns:a16="http://schemas.microsoft.com/office/drawing/2014/main" id="{07EA1472-EB8F-4F33-A859-39EB10C4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76" y="4029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2" name="path-1047">
            <a:extLst xmlns:a="http://schemas.openxmlformats.org/drawingml/2006/main">
              <a:ext uri="{FF2B5EF4-FFF2-40B4-BE49-F238E27FC236}">
                <a16:creationId xmlns:a16="http://schemas.microsoft.com/office/drawing/2014/main" id="{8C1BA3ED-3F82-4420-BC1B-F2C0EC8D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26" y="4064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3" name="path-1048">
            <a:extLst xmlns:a="http://schemas.openxmlformats.org/drawingml/2006/main">
              <a:ext uri="{FF2B5EF4-FFF2-40B4-BE49-F238E27FC236}">
                <a16:creationId xmlns:a16="http://schemas.microsoft.com/office/drawing/2014/main" id="{8FB7C95A-FFB1-4F99-BE35-B51F9AE4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24" y="40343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4" name="path-1049">
            <a:extLst xmlns:a="http://schemas.openxmlformats.org/drawingml/2006/main">
              <a:ext uri="{FF2B5EF4-FFF2-40B4-BE49-F238E27FC236}">
                <a16:creationId xmlns:a16="http://schemas.microsoft.com/office/drawing/2014/main" id="{11BD224C-8544-4077-BB4C-8ADFFD15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365" y="40476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5" name="path-1050">
            <a:extLst xmlns:a="http://schemas.openxmlformats.org/drawingml/2006/main">
              <a:ext uri="{FF2B5EF4-FFF2-40B4-BE49-F238E27FC236}">
                <a16:creationId xmlns:a16="http://schemas.microsoft.com/office/drawing/2014/main" id="{F9BC3645-7DB8-4DC7-A5A2-0B4FF4C1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767" y="40304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6" name="path-1051">
            <a:extLst xmlns:a="http://schemas.openxmlformats.org/drawingml/2006/main">
              <a:ext uri="{FF2B5EF4-FFF2-40B4-BE49-F238E27FC236}">
                <a16:creationId xmlns:a16="http://schemas.microsoft.com/office/drawing/2014/main" id="{D5530A83-7E1C-45FE-97D8-6D67D1CE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550" y="40192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7" name="path-1052">
            <a:extLst xmlns:a="http://schemas.openxmlformats.org/drawingml/2006/main">
              <a:ext uri="{FF2B5EF4-FFF2-40B4-BE49-F238E27FC236}">
                <a16:creationId xmlns:a16="http://schemas.microsoft.com/office/drawing/2014/main" id="{B63B42CF-2B42-4060-936B-E82E539F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6523" y="4062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8" name="path-1053">
            <a:extLst xmlns:a="http://schemas.openxmlformats.org/drawingml/2006/main">
              <a:ext uri="{FF2B5EF4-FFF2-40B4-BE49-F238E27FC236}">
                <a16:creationId xmlns:a16="http://schemas.microsoft.com/office/drawing/2014/main" id="{02181DFA-B746-4EF3-BA19-2F15F427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53" y="40542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9" name="path-1054">
            <a:extLst xmlns:a="http://schemas.openxmlformats.org/drawingml/2006/main">
              <a:ext uri="{FF2B5EF4-FFF2-40B4-BE49-F238E27FC236}">
                <a16:creationId xmlns:a16="http://schemas.microsoft.com/office/drawing/2014/main" id="{08EBCF0A-F5FB-4927-BD7F-ADFFAC36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833" y="4041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0" name="path-1055">
            <a:extLst xmlns:a="http://schemas.openxmlformats.org/drawingml/2006/main">
              <a:ext uri="{FF2B5EF4-FFF2-40B4-BE49-F238E27FC236}">
                <a16:creationId xmlns:a16="http://schemas.microsoft.com/office/drawing/2014/main" id="{D347E375-956C-4947-B268-64EBA8DF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99" y="4028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th-1056">
            <a:extLst xmlns:a="http://schemas.openxmlformats.org/drawingml/2006/main">
              <a:ext uri="{FF2B5EF4-FFF2-40B4-BE49-F238E27FC236}">
                <a16:creationId xmlns:a16="http://schemas.microsoft.com/office/drawing/2014/main" id="{B6C6ED4E-ACEF-454B-9797-1834D3C2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51" y="4051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path-1057">
            <a:extLst xmlns:a="http://schemas.openxmlformats.org/drawingml/2006/main">
              <a:ext uri="{FF2B5EF4-FFF2-40B4-BE49-F238E27FC236}">
                <a16:creationId xmlns:a16="http://schemas.microsoft.com/office/drawing/2014/main" id="{B384EF1E-C35F-428A-A6D6-B7DC6B3C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855" y="40285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3" name="path-1058">
            <a:extLst xmlns:a="http://schemas.openxmlformats.org/drawingml/2006/main">
              <a:ext uri="{FF2B5EF4-FFF2-40B4-BE49-F238E27FC236}">
                <a16:creationId xmlns:a16="http://schemas.microsoft.com/office/drawing/2014/main" id="{A44D7385-14DA-49E0-B6BC-99FEF94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784" y="40258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4" name="path-1059">
            <a:extLst xmlns:a="http://schemas.openxmlformats.org/drawingml/2006/main">
              <a:ext uri="{FF2B5EF4-FFF2-40B4-BE49-F238E27FC236}">
                <a16:creationId xmlns:a16="http://schemas.microsoft.com/office/drawing/2014/main" id="{C8AD5AAC-E771-451C-A496-CDE51F09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593" y="40292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5" name="path-1060">
            <a:extLst xmlns:a="http://schemas.openxmlformats.org/drawingml/2006/main">
              <a:ext uri="{FF2B5EF4-FFF2-40B4-BE49-F238E27FC236}">
                <a16:creationId xmlns:a16="http://schemas.microsoft.com/office/drawing/2014/main" id="{38B5345F-EA63-4628-A87F-124E6BBB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014" y="40467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6" name="path-1061">
            <a:extLst xmlns:a="http://schemas.openxmlformats.org/drawingml/2006/main">
              <a:ext uri="{FF2B5EF4-FFF2-40B4-BE49-F238E27FC236}">
                <a16:creationId xmlns:a16="http://schemas.microsoft.com/office/drawing/2014/main" id="{2FA07B87-F063-4B8D-9BD5-5FD2BBFD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433" y="4055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7" name="path-1062">
            <a:extLst xmlns:a="http://schemas.openxmlformats.org/drawingml/2006/main">
              <a:ext uri="{FF2B5EF4-FFF2-40B4-BE49-F238E27FC236}">
                <a16:creationId xmlns:a16="http://schemas.microsoft.com/office/drawing/2014/main" id="{5FBDB8B8-C50F-4B39-844F-DDEBBBDC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682" y="40332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8" name="path-1063">
            <a:extLst xmlns:a="http://schemas.openxmlformats.org/drawingml/2006/main">
              <a:ext uri="{FF2B5EF4-FFF2-40B4-BE49-F238E27FC236}">
                <a16:creationId xmlns:a16="http://schemas.microsoft.com/office/drawing/2014/main" id="{A621C3D6-B409-4D8E-B9B1-5DEC569D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309" y="40818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9" name="path-1064">
            <a:extLst xmlns:a="http://schemas.openxmlformats.org/drawingml/2006/main">
              <a:ext uri="{FF2B5EF4-FFF2-40B4-BE49-F238E27FC236}">
                <a16:creationId xmlns:a16="http://schemas.microsoft.com/office/drawing/2014/main" id="{64D85B84-2D8B-47FD-913F-C575EFDA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601" y="40200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path-1065">
            <a:extLst xmlns:a="http://schemas.openxmlformats.org/drawingml/2006/main">
              <a:ext uri="{FF2B5EF4-FFF2-40B4-BE49-F238E27FC236}">
                <a16:creationId xmlns:a16="http://schemas.microsoft.com/office/drawing/2014/main" id="{43458E55-02F2-4C61-B455-89CD5696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38" y="4045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1" name="path-1066">
            <a:extLst xmlns:a="http://schemas.openxmlformats.org/drawingml/2006/main">
              <a:ext uri="{FF2B5EF4-FFF2-40B4-BE49-F238E27FC236}">
                <a16:creationId xmlns:a16="http://schemas.microsoft.com/office/drawing/2014/main" id="{BDDAFEB9-409B-4199-9197-F71223F7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318" y="4059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2" name="path-1067">
            <a:extLst xmlns:a="http://schemas.openxmlformats.org/drawingml/2006/main">
              <a:ext uri="{FF2B5EF4-FFF2-40B4-BE49-F238E27FC236}">
                <a16:creationId xmlns:a16="http://schemas.microsoft.com/office/drawing/2014/main" id="{03DCA066-8EEE-44D2-BB80-84E1D75D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905" y="4054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3" name="path-1068">
            <a:extLst xmlns:a="http://schemas.openxmlformats.org/drawingml/2006/main">
              <a:ext uri="{FF2B5EF4-FFF2-40B4-BE49-F238E27FC236}">
                <a16:creationId xmlns:a16="http://schemas.microsoft.com/office/drawing/2014/main" id="{163904C6-6B2C-42E5-8E13-DC74CABA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66" y="40297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4" name="path-1069">
            <a:extLst xmlns:a="http://schemas.openxmlformats.org/drawingml/2006/main">
              <a:ext uri="{FF2B5EF4-FFF2-40B4-BE49-F238E27FC236}">
                <a16:creationId xmlns:a16="http://schemas.microsoft.com/office/drawing/2014/main" id="{59EDBE4F-51DD-4DCF-B7FB-C9DFCD69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913" y="40540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5" name="path-1070">
            <a:extLst xmlns:a="http://schemas.openxmlformats.org/drawingml/2006/main">
              <a:ext uri="{FF2B5EF4-FFF2-40B4-BE49-F238E27FC236}">
                <a16:creationId xmlns:a16="http://schemas.microsoft.com/office/drawing/2014/main" id="{18B44471-6C73-4FE5-9748-6F0025E8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910" y="4075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6" name="path-1071">
            <a:extLst xmlns:a="http://schemas.openxmlformats.org/drawingml/2006/main">
              <a:ext uri="{FF2B5EF4-FFF2-40B4-BE49-F238E27FC236}">
                <a16:creationId xmlns:a16="http://schemas.microsoft.com/office/drawing/2014/main" id="{D008D444-B1BB-41FB-9984-2EEDC3AC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797" y="4035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path-1072">
            <a:extLst xmlns:a="http://schemas.openxmlformats.org/drawingml/2006/main">
              <a:ext uri="{FF2B5EF4-FFF2-40B4-BE49-F238E27FC236}">
                <a16:creationId xmlns:a16="http://schemas.microsoft.com/office/drawing/2014/main" id="{3D796CFD-93D9-4822-8674-676F326D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242" y="4019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8" name="path-1073">
            <a:extLst xmlns:a="http://schemas.openxmlformats.org/drawingml/2006/main">
              <a:ext uri="{FF2B5EF4-FFF2-40B4-BE49-F238E27FC236}">
                <a16:creationId xmlns:a16="http://schemas.microsoft.com/office/drawing/2014/main" id="{A8FCE61F-0D58-4C23-A46A-8EE5DCB4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275" y="40399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9" name="path-1074">
            <a:extLst xmlns:a="http://schemas.openxmlformats.org/drawingml/2006/main">
              <a:ext uri="{FF2B5EF4-FFF2-40B4-BE49-F238E27FC236}">
                <a16:creationId xmlns:a16="http://schemas.microsoft.com/office/drawing/2014/main" id="{2AA3DFE5-3057-4397-BDE2-205C6F7C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324" y="40463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0" name="path-1075">
            <a:extLst xmlns:a="http://schemas.openxmlformats.org/drawingml/2006/main">
              <a:ext uri="{FF2B5EF4-FFF2-40B4-BE49-F238E27FC236}">
                <a16:creationId xmlns:a16="http://schemas.microsoft.com/office/drawing/2014/main" id="{8A52F9C8-7882-4B67-BF37-46146ECD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20" y="40360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1" name="path-1076">
            <a:extLst xmlns:a="http://schemas.openxmlformats.org/drawingml/2006/main">
              <a:ext uri="{FF2B5EF4-FFF2-40B4-BE49-F238E27FC236}">
                <a16:creationId xmlns:a16="http://schemas.microsoft.com/office/drawing/2014/main" id="{B09EF361-DD03-432C-8278-24FA079A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798" y="40195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2" name="path-1077">
            <a:extLst xmlns:a="http://schemas.openxmlformats.org/drawingml/2006/main">
              <a:ext uri="{FF2B5EF4-FFF2-40B4-BE49-F238E27FC236}">
                <a16:creationId xmlns:a16="http://schemas.microsoft.com/office/drawing/2014/main" id="{D062B8C1-E5A9-4865-A1C5-7FD17456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180" y="40055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path-1078">
            <a:extLst xmlns:a="http://schemas.openxmlformats.org/drawingml/2006/main">
              <a:ext uri="{FF2B5EF4-FFF2-40B4-BE49-F238E27FC236}">
                <a16:creationId xmlns:a16="http://schemas.microsoft.com/office/drawing/2014/main" id="{4BEEC5E1-4F11-43E3-95DB-DC59B15A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650" y="4054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4" name="path-1079">
            <a:extLst xmlns:a="http://schemas.openxmlformats.org/drawingml/2006/main">
              <a:ext uri="{FF2B5EF4-FFF2-40B4-BE49-F238E27FC236}">
                <a16:creationId xmlns:a16="http://schemas.microsoft.com/office/drawing/2014/main" id="{A285DCEB-C4BD-4E35-8392-01BAB84A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986" y="4015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5" name="path-1080">
            <a:extLst xmlns:a="http://schemas.openxmlformats.org/drawingml/2006/main">
              <a:ext uri="{FF2B5EF4-FFF2-40B4-BE49-F238E27FC236}">
                <a16:creationId xmlns:a16="http://schemas.microsoft.com/office/drawing/2014/main" id="{BC7F7560-F46A-435D-A486-935E2ACA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993" y="40276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6" name="path-1081">
            <a:extLst xmlns:a="http://schemas.openxmlformats.org/drawingml/2006/main">
              <a:ext uri="{FF2B5EF4-FFF2-40B4-BE49-F238E27FC236}">
                <a16:creationId xmlns:a16="http://schemas.microsoft.com/office/drawing/2014/main" id="{ED51F983-6B83-41F0-90CC-68DBBC04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924" y="4021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7" name="path-1082">
            <a:extLst xmlns:a="http://schemas.openxmlformats.org/drawingml/2006/main">
              <a:ext uri="{FF2B5EF4-FFF2-40B4-BE49-F238E27FC236}">
                <a16:creationId xmlns:a16="http://schemas.microsoft.com/office/drawing/2014/main" id="{A5A02260-E0F2-4EC9-A367-B536F22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133" y="4052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8" name="path-1083">
            <a:extLst xmlns:a="http://schemas.openxmlformats.org/drawingml/2006/main">
              <a:ext uri="{FF2B5EF4-FFF2-40B4-BE49-F238E27FC236}">
                <a16:creationId xmlns:a16="http://schemas.microsoft.com/office/drawing/2014/main" id="{AD6117B7-C7F3-4C0D-935B-522B9D1F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644" y="40329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84">
            <a:extLst xmlns:a="http://schemas.openxmlformats.org/drawingml/2006/main">
              <a:ext uri="{FF2B5EF4-FFF2-40B4-BE49-F238E27FC236}">
                <a16:creationId xmlns:a16="http://schemas.microsoft.com/office/drawing/2014/main" id="{F1C2A239-642D-4729-B269-43DD8FC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888" y="40342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0" name="path-1085">
            <a:extLst xmlns:a="http://schemas.openxmlformats.org/drawingml/2006/main">
              <a:ext uri="{FF2B5EF4-FFF2-40B4-BE49-F238E27FC236}">
                <a16:creationId xmlns:a16="http://schemas.microsoft.com/office/drawing/2014/main" id="{D86B674C-E997-4229-A2B4-5FED18DB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447" y="40362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1" name="path-1086">
            <a:extLst xmlns:a="http://schemas.openxmlformats.org/drawingml/2006/main">
              <a:ext uri="{FF2B5EF4-FFF2-40B4-BE49-F238E27FC236}">
                <a16:creationId xmlns:a16="http://schemas.microsoft.com/office/drawing/2014/main" id="{49FFFCD1-7A02-42CF-948C-A414881C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090" y="40249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2" name="path-1087">
            <a:extLst xmlns:a="http://schemas.openxmlformats.org/drawingml/2006/main">
              <a:ext uri="{FF2B5EF4-FFF2-40B4-BE49-F238E27FC236}">
                <a16:creationId xmlns:a16="http://schemas.microsoft.com/office/drawing/2014/main" id="{CCCB58C3-B073-40EB-87B9-EE040485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178" y="4085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3" name="path-1088">
            <a:extLst xmlns:a="http://schemas.openxmlformats.org/drawingml/2006/main">
              <a:ext uri="{FF2B5EF4-FFF2-40B4-BE49-F238E27FC236}">
                <a16:creationId xmlns:a16="http://schemas.microsoft.com/office/drawing/2014/main" id="{96FF299F-6E38-4889-A6EA-B5FDD82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928" y="4034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4" name="path-1089">
            <a:extLst xmlns:a="http://schemas.openxmlformats.org/drawingml/2006/main">
              <a:ext uri="{FF2B5EF4-FFF2-40B4-BE49-F238E27FC236}">
                <a16:creationId xmlns:a16="http://schemas.microsoft.com/office/drawing/2014/main" id="{476B1942-4936-43AD-92C7-8721B5B9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394" y="40432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5" name="path-1090">
            <a:extLst xmlns:a="http://schemas.openxmlformats.org/drawingml/2006/main">
              <a:ext uri="{FF2B5EF4-FFF2-40B4-BE49-F238E27FC236}">
                <a16:creationId xmlns:a16="http://schemas.microsoft.com/office/drawing/2014/main" id="{86EE1C20-891B-4494-BF5E-33BD368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407" y="4038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6" name="path-1091">
            <a:extLst xmlns:a="http://schemas.openxmlformats.org/drawingml/2006/main">
              <a:ext uri="{FF2B5EF4-FFF2-40B4-BE49-F238E27FC236}">
                <a16:creationId xmlns:a16="http://schemas.microsoft.com/office/drawing/2014/main" id="{28BB4DB6-E817-4261-A487-F86B7BD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696" y="40381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7" name="path-1092">
            <a:extLst xmlns:a="http://schemas.openxmlformats.org/drawingml/2006/main">
              <a:ext uri="{FF2B5EF4-FFF2-40B4-BE49-F238E27FC236}">
                <a16:creationId xmlns:a16="http://schemas.microsoft.com/office/drawing/2014/main" id="{0AB360D6-F250-465F-8A93-3A0AA7DB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586" y="40535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8" name="path-1093">
            <a:extLst xmlns:a="http://schemas.openxmlformats.org/drawingml/2006/main">
              <a:ext uri="{FF2B5EF4-FFF2-40B4-BE49-F238E27FC236}">
                <a16:creationId xmlns:a16="http://schemas.microsoft.com/office/drawing/2014/main" id="{F1B7C5E4-D73E-4F34-B604-E5073634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150" y="40383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path-1094">
            <a:extLst xmlns:a="http://schemas.openxmlformats.org/drawingml/2006/main">
              <a:ext uri="{FF2B5EF4-FFF2-40B4-BE49-F238E27FC236}">
                <a16:creationId xmlns:a16="http://schemas.microsoft.com/office/drawing/2014/main" id="{AA32977D-C1E0-402E-AF93-35D2C683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093" y="40297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0" name="path-1095">
            <a:extLst xmlns:a="http://schemas.openxmlformats.org/drawingml/2006/main">
              <a:ext uri="{FF2B5EF4-FFF2-40B4-BE49-F238E27FC236}">
                <a16:creationId xmlns:a16="http://schemas.microsoft.com/office/drawing/2014/main" id="{DDF92590-CFEA-4197-989C-E83D6E9C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53" y="40705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1" name="path-1096">
            <a:extLst xmlns:a="http://schemas.openxmlformats.org/drawingml/2006/main">
              <a:ext uri="{FF2B5EF4-FFF2-40B4-BE49-F238E27FC236}">
                <a16:creationId xmlns:a16="http://schemas.microsoft.com/office/drawing/2014/main" id="{2F054430-81FB-4D32-948D-83512B92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133" y="40374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2" name="path-1097">
            <a:extLst xmlns:a="http://schemas.openxmlformats.org/drawingml/2006/main">
              <a:ext uri="{FF2B5EF4-FFF2-40B4-BE49-F238E27FC236}">
                <a16:creationId xmlns:a16="http://schemas.microsoft.com/office/drawing/2014/main" id="{A7ABD827-AC7F-4CBA-AEFA-506A9BD4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071" y="4059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3" name="path-1098">
            <a:extLst xmlns:a="http://schemas.openxmlformats.org/drawingml/2006/main">
              <a:ext uri="{FF2B5EF4-FFF2-40B4-BE49-F238E27FC236}">
                <a16:creationId xmlns:a16="http://schemas.microsoft.com/office/drawing/2014/main" id="{43CBB813-041E-4ED9-9846-23A0D33B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515" y="40724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4" name="path-1099">
            <a:extLst xmlns:a="http://schemas.openxmlformats.org/drawingml/2006/main">
              <a:ext uri="{FF2B5EF4-FFF2-40B4-BE49-F238E27FC236}">
                <a16:creationId xmlns:a16="http://schemas.microsoft.com/office/drawing/2014/main" id="{963D7986-788E-4A6E-9066-B7F72F96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572" y="40237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5" name="path-1100">
            <a:extLst xmlns:a="http://schemas.openxmlformats.org/drawingml/2006/main">
              <a:ext uri="{FF2B5EF4-FFF2-40B4-BE49-F238E27FC236}">
                <a16:creationId xmlns:a16="http://schemas.microsoft.com/office/drawing/2014/main" id="{C384D6C0-105D-464B-A557-F41C89B2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406" y="40309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6" name="path-1101">
            <a:extLst xmlns:a="http://schemas.openxmlformats.org/drawingml/2006/main">
              <a:ext uri="{FF2B5EF4-FFF2-40B4-BE49-F238E27FC236}">
                <a16:creationId xmlns:a16="http://schemas.microsoft.com/office/drawing/2014/main" id="{21C315A1-2280-452F-9F43-FE016F7B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598" y="4075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path-1102">
            <a:extLst xmlns:a="http://schemas.openxmlformats.org/drawingml/2006/main">
              <a:ext uri="{FF2B5EF4-FFF2-40B4-BE49-F238E27FC236}">
                <a16:creationId xmlns:a16="http://schemas.microsoft.com/office/drawing/2014/main" id="{267EBCF2-C16A-4C17-A72E-31693A7C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775" y="40508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8" name="path-1103">
            <a:extLst xmlns:a="http://schemas.openxmlformats.org/drawingml/2006/main">
              <a:ext uri="{FF2B5EF4-FFF2-40B4-BE49-F238E27FC236}">
                <a16:creationId xmlns:a16="http://schemas.microsoft.com/office/drawing/2014/main" id="{A62C0FA4-20E8-492F-B0D6-B215D74A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502" y="4050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9" name="path-1104">
            <a:extLst xmlns:a="http://schemas.openxmlformats.org/drawingml/2006/main">
              <a:ext uri="{FF2B5EF4-FFF2-40B4-BE49-F238E27FC236}">
                <a16:creationId xmlns:a16="http://schemas.microsoft.com/office/drawing/2014/main" id="{6E9676EC-20F6-4358-83C0-F6264494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92" y="40419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0" name="path-1105">
            <a:extLst xmlns:a="http://schemas.openxmlformats.org/drawingml/2006/main">
              <a:ext uri="{FF2B5EF4-FFF2-40B4-BE49-F238E27FC236}">
                <a16:creationId xmlns:a16="http://schemas.microsoft.com/office/drawing/2014/main" id="{AA5B623F-0000-490C-948B-C57F88E2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200" y="40362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1" name="path-1106">
            <a:extLst xmlns:a="http://schemas.openxmlformats.org/drawingml/2006/main">
              <a:ext uri="{FF2B5EF4-FFF2-40B4-BE49-F238E27FC236}">
                <a16:creationId xmlns:a16="http://schemas.microsoft.com/office/drawing/2014/main" id="{ECB30F11-0C75-4051-BD9A-E04E82F4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7993" y="4048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2" name="path-1107">
            <a:extLst xmlns:a="http://schemas.openxmlformats.org/drawingml/2006/main">
              <a:ext uri="{FF2B5EF4-FFF2-40B4-BE49-F238E27FC236}">
                <a16:creationId xmlns:a16="http://schemas.microsoft.com/office/drawing/2014/main" id="{75BF35AD-3D20-47D4-8178-D988C740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018" y="40594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3" name="path-1108">
            <a:extLst xmlns:a="http://schemas.openxmlformats.org/drawingml/2006/main">
              <a:ext uri="{FF2B5EF4-FFF2-40B4-BE49-F238E27FC236}">
                <a16:creationId xmlns:a16="http://schemas.microsoft.com/office/drawing/2014/main" id="{61522CCD-10FF-4E80-8440-B90ADF33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153" y="4056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4" name="path-1109">
            <a:extLst xmlns:a="http://schemas.openxmlformats.org/drawingml/2006/main">
              <a:ext uri="{FF2B5EF4-FFF2-40B4-BE49-F238E27FC236}">
                <a16:creationId xmlns:a16="http://schemas.microsoft.com/office/drawing/2014/main" id="{8207CEA1-31B1-47C2-9F4B-82DA45C5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3340" y="4031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5" name="path-1110">
            <a:extLst xmlns:a="http://schemas.openxmlformats.org/drawingml/2006/main">
              <a:ext uri="{FF2B5EF4-FFF2-40B4-BE49-F238E27FC236}">
                <a16:creationId xmlns:a16="http://schemas.microsoft.com/office/drawing/2014/main" id="{19E99B38-C220-40A1-A545-E9760832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071" y="4058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6" name="path-1111">
            <a:extLst xmlns:a="http://schemas.openxmlformats.org/drawingml/2006/main">
              <a:ext uri="{FF2B5EF4-FFF2-40B4-BE49-F238E27FC236}">
                <a16:creationId xmlns:a16="http://schemas.microsoft.com/office/drawing/2014/main" id="{39F68478-04A2-4F26-958D-4EB15FE0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306" y="40689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7" name="path-1112">
            <a:extLst xmlns:a="http://schemas.openxmlformats.org/drawingml/2006/main">
              <a:ext uri="{FF2B5EF4-FFF2-40B4-BE49-F238E27FC236}">
                <a16:creationId xmlns:a16="http://schemas.microsoft.com/office/drawing/2014/main" id="{309896F5-B1AE-464C-9354-048B76B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648" y="40097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8" name="path-1113">
            <a:extLst xmlns:a="http://schemas.openxmlformats.org/drawingml/2006/main">
              <a:ext uri="{FF2B5EF4-FFF2-40B4-BE49-F238E27FC236}">
                <a16:creationId xmlns:a16="http://schemas.microsoft.com/office/drawing/2014/main" id="{17BD8D8D-6763-4747-B4BF-427CA62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850" y="40696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9" name="path-1114">
            <a:extLst xmlns:a="http://schemas.openxmlformats.org/drawingml/2006/main">
              <a:ext uri="{FF2B5EF4-FFF2-40B4-BE49-F238E27FC236}">
                <a16:creationId xmlns:a16="http://schemas.microsoft.com/office/drawing/2014/main" id="{0B0E31F1-F97F-475D-9FB5-378E7D74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00" y="40437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0" name="path-1115">
            <a:extLst xmlns:a="http://schemas.openxmlformats.org/drawingml/2006/main">
              <a:ext uri="{FF2B5EF4-FFF2-40B4-BE49-F238E27FC236}">
                <a16:creationId xmlns:a16="http://schemas.microsoft.com/office/drawing/2014/main" id="{E88CD760-0A3D-4EA8-9AD2-7DB7C616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615" y="4030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1" name="path-1116">
            <a:extLst xmlns:a="http://schemas.openxmlformats.org/drawingml/2006/main">
              <a:ext uri="{FF2B5EF4-FFF2-40B4-BE49-F238E27FC236}">
                <a16:creationId xmlns:a16="http://schemas.microsoft.com/office/drawing/2014/main" id="{CE1455C3-1B77-4DE0-AF52-E3A37552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961" y="40645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2" name="path-1117">
            <a:extLst xmlns:a="http://schemas.openxmlformats.org/drawingml/2006/main">
              <a:ext uri="{FF2B5EF4-FFF2-40B4-BE49-F238E27FC236}">
                <a16:creationId xmlns:a16="http://schemas.microsoft.com/office/drawing/2014/main" id="{D84D0067-10A0-4022-A3F5-500CAEA1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703" y="4040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3" name="path-1118">
            <a:extLst xmlns:a="http://schemas.openxmlformats.org/drawingml/2006/main">
              <a:ext uri="{FF2B5EF4-FFF2-40B4-BE49-F238E27FC236}">
                <a16:creationId xmlns:a16="http://schemas.microsoft.com/office/drawing/2014/main" id="{506D6694-025E-420E-9E66-9FE2B879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272" y="4050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4" name="path-1119">
            <a:extLst xmlns:a="http://schemas.openxmlformats.org/drawingml/2006/main">
              <a:ext uri="{FF2B5EF4-FFF2-40B4-BE49-F238E27FC236}">
                <a16:creationId xmlns:a16="http://schemas.microsoft.com/office/drawing/2014/main" id="{4F9A91DA-F175-483C-8C3A-40A78C9C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137" y="40370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5" name="path-1120">
            <a:extLst xmlns:a="http://schemas.openxmlformats.org/drawingml/2006/main">
              <a:ext uri="{FF2B5EF4-FFF2-40B4-BE49-F238E27FC236}">
                <a16:creationId xmlns:a16="http://schemas.microsoft.com/office/drawing/2014/main" id="{5FC496B5-B756-4125-92B6-EF13E221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208" y="4054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6" name="path-1121">
            <a:extLst xmlns:a="http://schemas.openxmlformats.org/drawingml/2006/main">
              <a:ext uri="{FF2B5EF4-FFF2-40B4-BE49-F238E27FC236}">
                <a16:creationId xmlns:a16="http://schemas.microsoft.com/office/drawing/2014/main" id="{397E9B93-8E57-4C10-925A-EC12C375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020" y="40171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7" name="path-1122">
            <a:extLst xmlns:a="http://schemas.openxmlformats.org/drawingml/2006/main">
              <a:ext uri="{FF2B5EF4-FFF2-40B4-BE49-F238E27FC236}">
                <a16:creationId xmlns:a16="http://schemas.microsoft.com/office/drawing/2014/main" id="{7F8172EB-9506-482D-AFFB-5EFB517F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600" y="4051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8" name="path-1123">
            <a:extLst xmlns:a="http://schemas.openxmlformats.org/drawingml/2006/main">
              <a:ext uri="{FF2B5EF4-FFF2-40B4-BE49-F238E27FC236}">
                <a16:creationId xmlns:a16="http://schemas.microsoft.com/office/drawing/2014/main" id="{C213A10E-082A-45D9-ACA6-49B5979A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528" y="40406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9" name="path-1124">
            <a:extLst xmlns:a="http://schemas.openxmlformats.org/drawingml/2006/main">
              <a:ext uri="{FF2B5EF4-FFF2-40B4-BE49-F238E27FC236}">
                <a16:creationId xmlns:a16="http://schemas.microsoft.com/office/drawing/2014/main" id="{2E7AC948-CD14-4860-BCFC-3EBA4B06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994" y="40212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0" name="path-1125">
            <a:extLst xmlns:a="http://schemas.openxmlformats.org/drawingml/2006/main">
              <a:ext uri="{FF2B5EF4-FFF2-40B4-BE49-F238E27FC236}">
                <a16:creationId xmlns:a16="http://schemas.microsoft.com/office/drawing/2014/main" id="{A736C055-ABD8-4B36-8FCA-86316B9B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315" y="4030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1" name="path-1126">
            <a:extLst xmlns:a="http://schemas.openxmlformats.org/drawingml/2006/main">
              <a:ext uri="{FF2B5EF4-FFF2-40B4-BE49-F238E27FC236}">
                <a16:creationId xmlns:a16="http://schemas.microsoft.com/office/drawing/2014/main" id="{7B0211AC-9A3E-4A01-A84A-E766A7F0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358" y="40411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2" name="path-1127">
            <a:extLst xmlns:a="http://schemas.openxmlformats.org/drawingml/2006/main">
              <a:ext uri="{FF2B5EF4-FFF2-40B4-BE49-F238E27FC236}">
                <a16:creationId xmlns:a16="http://schemas.microsoft.com/office/drawing/2014/main" id="{9E5A157E-3A66-47C0-8CAB-E41F66B1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483" y="40713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3" name="path-1128">
            <a:extLst xmlns:a="http://schemas.openxmlformats.org/drawingml/2006/main">
              <a:ext uri="{FF2B5EF4-FFF2-40B4-BE49-F238E27FC236}">
                <a16:creationId xmlns:a16="http://schemas.microsoft.com/office/drawing/2014/main" id="{7CBD29FD-3180-420F-9E1A-D5CC919A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714" y="4024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4" name="path-1129">
            <a:extLst xmlns:a="http://schemas.openxmlformats.org/drawingml/2006/main">
              <a:ext uri="{FF2B5EF4-FFF2-40B4-BE49-F238E27FC236}">
                <a16:creationId xmlns:a16="http://schemas.microsoft.com/office/drawing/2014/main" id="{FEEA4303-6021-4D80-8650-93C23A09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901" y="40180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5" name="path-1130">
            <a:extLst xmlns:a="http://schemas.openxmlformats.org/drawingml/2006/main">
              <a:ext uri="{FF2B5EF4-FFF2-40B4-BE49-F238E27FC236}">
                <a16:creationId xmlns:a16="http://schemas.microsoft.com/office/drawing/2014/main" id="{704B90CB-F42D-42F1-A0F6-EA0D579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612" y="40388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6" name="path-1131">
            <a:extLst xmlns:a="http://schemas.openxmlformats.org/drawingml/2006/main">
              <a:ext uri="{FF2B5EF4-FFF2-40B4-BE49-F238E27FC236}">
                <a16:creationId xmlns:a16="http://schemas.microsoft.com/office/drawing/2014/main" id="{E3ECA17F-77FB-4B3C-BB2A-2927F36B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4319" y="4017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7" name="path-1132">
            <a:extLst xmlns:a="http://schemas.openxmlformats.org/drawingml/2006/main">
              <a:ext uri="{FF2B5EF4-FFF2-40B4-BE49-F238E27FC236}">
                <a16:creationId xmlns:a16="http://schemas.microsoft.com/office/drawing/2014/main" id="{F0ADF68F-90EF-4E2E-AE4B-BF9E2410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80" y="4041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8" name="path-1133">
            <a:extLst xmlns:a="http://schemas.openxmlformats.org/drawingml/2006/main">
              <a:ext uri="{FF2B5EF4-FFF2-40B4-BE49-F238E27FC236}">
                <a16:creationId xmlns:a16="http://schemas.microsoft.com/office/drawing/2014/main" id="{372E7C90-5CC6-47B7-83F4-11E7B968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046" y="40082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9" name="path-1134">
            <a:extLst xmlns:a="http://schemas.openxmlformats.org/drawingml/2006/main">
              <a:ext uri="{FF2B5EF4-FFF2-40B4-BE49-F238E27FC236}">
                <a16:creationId xmlns:a16="http://schemas.microsoft.com/office/drawing/2014/main" id="{D2192FA7-135C-42C9-A59D-673395D4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787" y="4063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0" name="path-1135">
            <a:extLst xmlns:a="http://schemas.openxmlformats.org/drawingml/2006/main">
              <a:ext uri="{FF2B5EF4-FFF2-40B4-BE49-F238E27FC236}">
                <a16:creationId xmlns:a16="http://schemas.microsoft.com/office/drawing/2014/main" id="{3B46984B-18AC-429E-A1CE-3523B8B0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682" y="40289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1" name="path-1136">
            <a:extLst xmlns:a="http://schemas.openxmlformats.org/drawingml/2006/main">
              <a:ext uri="{FF2B5EF4-FFF2-40B4-BE49-F238E27FC236}">
                <a16:creationId xmlns:a16="http://schemas.microsoft.com/office/drawing/2014/main" id="{109CDAC4-7332-4C34-90B7-D1A3A16B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815" y="4043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2" name="path-1137">
            <a:extLst xmlns:a="http://schemas.openxmlformats.org/drawingml/2006/main">
              <a:ext uri="{FF2B5EF4-FFF2-40B4-BE49-F238E27FC236}">
                <a16:creationId xmlns:a16="http://schemas.microsoft.com/office/drawing/2014/main" id="{78645D75-21BA-4C9E-A9C6-1710A6D8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275" y="40635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3" name="path-1138">
            <a:extLst xmlns:a="http://schemas.openxmlformats.org/drawingml/2006/main">
              <a:ext uri="{FF2B5EF4-FFF2-40B4-BE49-F238E27FC236}">
                <a16:creationId xmlns:a16="http://schemas.microsoft.com/office/drawing/2014/main" id="{3C32A873-A360-43AB-9073-C98FA8DF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455" y="40572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4" name="path-1139">
            <a:extLst xmlns:a="http://schemas.openxmlformats.org/drawingml/2006/main">
              <a:ext uri="{FF2B5EF4-FFF2-40B4-BE49-F238E27FC236}">
                <a16:creationId xmlns:a16="http://schemas.microsoft.com/office/drawing/2014/main" id="{0DE385EF-44C7-4FBC-9A07-E2E693F8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374" y="40440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5" name="path-1140">
            <a:extLst xmlns:a="http://schemas.openxmlformats.org/drawingml/2006/main">
              <a:ext uri="{FF2B5EF4-FFF2-40B4-BE49-F238E27FC236}">
                <a16:creationId xmlns:a16="http://schemas.microsoft.com/office/drawing/2014/main" id="{353C0B5A-5A8C-4F03-8533-BB44B53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747" y="40407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6" name="path-1141">
            <a:extLst xmlns:a="http://schemas.openxmlformats.org/drawingml/2006/main">
              <a:ext uri="{FF2B5EF4-FFF2-40B4-BE49-F238E27FC236}">
                <a16:creationId xmlns:a16="http://schemas.microsoft.com/office/drawing/2014/main" id="{BCF8B87D-F79F-446C-94F5-9822AC25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74" y="40681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7" name="path-1142">
            <a:extLst xmlns:a="http://schemas.openxmlformats.org/drawingml/2006/main">
              <a:ext uri="{FF2B5EF4-FFF2-40B4-BE49-F238E27FC236}">
                <a16:creationId xmlns:a16="http://schemas.microsoft.com/office/drawing/2014/main" id="{9D68BD72-4F20-4EA8-8DAD-CAEDFB4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968" y="3997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8" name="path-1143">
            <a:extLst xmlns:a="http://schemas.openxmlformats.org/drawingml/2006/main">
              <a:ext uri="{FF2B5EF4-FFF2-40B4-BE49-F238E27FC236}">
                <a16:creationId xmlns:a16="http://schemas.microsoft.com/office/drawing/2014/main" id="{6B36D068-ED16-4DB4-BBB7-4B9526C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103" y="40268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9" name="path-1144">
            <a:extLst xmlns:a="http://schemas.openxmlformats.org/drawingml/2006/main">
              <a:ext uri="{FF2B5EF4-FFF2-40B4-BE49-F238E27FC236}">
                <a16:creationId xmlns:a16="http://schemas.microsoft.com/office/drawing/2014/main" id="{9215A8CB-3DFB-4BE5-8F1F-4A68F521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7453" y="40231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0" name="path-1145">
            <a:extLst xmlns:a="http://schemas.openxmlformats.org/drawingml/2006/main">
              <a:ext uri="{FF2B5EF4-FFF2-40B4-BE49-F238E27FC236}">
                <a16:creationId xmlns:a16="http://schemas.microsoft.com/office/drawing/2014/main" id="{466A106C-351E-4DD7-AF38-4E9F3BC1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636" y="4047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1" name="path-1146">
            <a:extLst xmlns:a="http://schemas.openxmlformats.org/drawingml/2006/main">
              <a:ext uri="{FF2B5EF4-FFF2-40B4-BE49-F238E27FC236}">
                <a16:creationId xmlns:a16="http://schemas.microsoft.com/office/drawing/2014/main" id="{A98B3EAF-BAD3-402A-812C-FBDF5670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805" y="40491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2" name="path-1147">
            <a:extLst xmlns:a="http://schemas.openxmlformats.org/drawingml/2006/main">
              <a:ext uri="{FF2B5EF4-FFF2-40B4-BE49-F238E27FC236}">
                <a16:creationId xmlns:a16="http://schemas.microsoft.com/office/drawing/2014/main" id="{E077763F-5FB1-4D00-964C-8C2AA8B6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029" y="4028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3" name="path-1148">
            <a:extLst xmlns:a="http://schemas.openxmlformats.org/drawingml/2006/main">
              <a:ext uri="{FF2B5EF4-FFF2-40B4-BE49-F238E27FC236}">
                <a16:creationId xmlns:a16="http://schemas.microsoft.com/office/drawing/2014/main" id="{9F60A079-1CC1-49A8-AE4A-0DE5B97B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505" y="40507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4" name="path-1149">
            <a:extLst xmlns:a="http://schemas.openxmlformats.org/drawingml/2006/main">
              <a:ext uri="{FF2B5EF4-FFF2-40B4-BE49-F238E27FC236}">
                <a16:creationId xmlns:a16="http://schemas.microsoft.com/office/drawing/2014/main" id="{B0C4B3F6-9C2C-4A54-B8A3-5045C028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729" y="4054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5" name="path-1150">
            <a:extLst xmlns:a="http://schemas.openxmlformats.org/drawingml/2006/main">
              <a:ext uri="{FF2B5EF4-FFF2-40B4-BE49-F238E27FC236}">
                <a16:creationId xmlns:a16="http://schemas.microsoft.com/office/drawing/2014/main" id="{6CD95C4C-A1EC-44AA-9970-F761055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687" y="4063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6" name="path-1151">
            <a:extLst xmlns:a="http://schemas.openxmlformats.org/drawingml/2006/main">
              <a:ext uri="{FF2B5EF4-FFF2-40B4-BE49-F238E27FC236}">
                <a16:creationId xmlns:a16="http://schemas.microsoft.com/office/drawing/2014/main" id="{643073EC-FCFD-4692-B0ED-3CA40BF5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88" y="4066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7" name="path-1152">
            <a:extLst xmlns:a="http://schemas.openxmlformats.org/drawingml/2006/main">
              <a:ext uri="{FF2B5EF4-FFF2-40B4-BE49-F238E27FC236}">
                <a16:creationId xmlns:a16="http://schemas.microsoft.com/office/drawing/2014/main" id="{780B3087-B7B0-4D0F-A0E8-4B67CC2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897" y="40505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8" name="path-1153">
            <a:extLst xmlns:a="http://schemas.openxmlformats.org/drawingml/2006/main">
              <a:ext uri="{FF2B5EF4-FFF2-40B4-BE49-F238E27FC236}">
                <a16:creationId xmlns:a16="http://schemas.microsoft.com/office/drawing/2014/main" id="{B681BC47-1AB9-4C34-BCED-CB24FF9B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625" y="40332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9" name="path-1154">
            <a:extLst xmlns:a="http://schemas.openxmlformats.org/drawingml/2006/main">
              <a:ext uri="{FF2B5EF4-FFF2-40B4-BE49-F238E27FC236}">
                <a16:creationId xmlns:a16="http://schemas.microsoft.com/office/drawing/2014/main" id="{06A983E1-80BF-4331-AB99-D161C287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379" y="40440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0" name="path-1155">
            <a:extLst xmlns:a="http://schemas.openxmlformats.org/drawingml/2006/main">
              <a:ext uri="{FF2B5EF4-FFF2-40B4-BE49-F238E27FC236}">
                <a16:creationId xmlns:a16="http://schemas.microsoft.com/office/drawing/2014/main" id="{F6FCDC3D-9CBA-4217-B2AE-F299DDC2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19" y="40523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1" name="path-1156">
            <a:extLst xmlns:a="http://schemas.openxmlformats.org/drawingml/2006/main">
              <a:ext uri="{FF2B5EF4-FFF2-40B4-BE49-F238E27FC236}">
                <a16:creationId xmlns:a16="http://schemas.microsoft.com/office/drawing/2014/main" id="{060B54A7-AB5A-4FEB-8D1C-208A3CD3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701" y="40252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2" name="path-1157">
            <a:extLst xmlns:a="http://schemas.openxmlformats.org/drawingml/2006/main">
              <a:ext uri="{FF2B5EF4-FFF2-40B4-BE49-F238E27FC236}">
                <a16:creationId xmlns:a16="http://schemas.microsoft.com/office/drawing/2014/main" id="{CD7182D4-FB6D-4752-8212-30033A89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933" y="40529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3" name="path-1158">
            <a:extLst xmlns:a="http://schemas.openxmlformats.org/drawingml/2006/main">
              <a:ext uri="{FF2B5EF4-FFF2-40B4-BE49-F238E27FC236}">
                <a16:creationId xmlns:a16="http://schemas.microsoft.com/office/drawing/2014/main" id="{506410C8-10DC-4CC8-8882-8C0736E2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413" y="4038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4" name="path-1159">
            <a:extLst xmlns:a="http://schemas.openxmlformats.org/drawingml/2006/main">
              <a:ext uri="{FF2B5EF4-FFF2-40B4-BE49-F238E27FC236}">
                <a16:creationId xmlns:a16="http://schemas.microsoft.com/office/drawing/2014/main" id="{DF6C104E-5A6F-4647-9CDD-B581D805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532" y="4050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5" name="path-1160">
            <a:extLst xmlns:a="http://schemas.openxmlformats.org/drawingml/2006/main">
              <a:ext uri="{FF2B5EF4-FFF2-40B4-BE49-F238E27FC236}">
                <a16:creationId xmlns:a16="http://schemas.microsoft.com/office/drawing/2014/main" id="{EFE347C6-B46D-42CA-9AA7-82ADC5D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2701" y="4056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6" name="path-1161">
            <a:extLst xmlns:a="http://schemas.openxmlformats.org/drawingml/2006/main">
              <a:ext uri="{FF2B5EF4-FFF2-40B4-BE49-F238E27FC236}">
                <a16:creationId xmlns:a16="http://schemas.microsoft.com/office/drawing/2014/main" id="{04BEC71D-199F-49EB-8051-5E467DC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67" y="40275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7" name="path-1162">
            <a:extLst xmlns:a="http://schemas.openxmlformats.org/drawingml/2006/main">
              <a:ext uri="{FF2B5EF4-FFF2-40B4-BE49-F238E27FC236}">
                <a16:creationId xmlns:a16="http://schemas.microsoft.com/office/drawing/2014/main" id="{812FE564-F910-4655-A472-049D5EF1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14" y="40638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8" name="path-1163">
            <a:extLst xmlns:a="http://schemas.openxmlformats.org/drawingml/2006/main">
              <a:ext uri="{FF2B5EF4-FFF2-40B4-BE49-F238E27FC236}">
                <a16:creationId xmlns:a16="http://schemas.microsoft.com/office/drawing/2014/main" id="{5A0FA4BE-9C14-412F-943C-5AA9FB3D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998" y="40201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9" name="path-1164">
            <a:extLst xmlns:a="http://schemas.openxmlformats.org/drawingml/2006/main">
              <a:ext uri="{FF2B5EF4-FFF2-40B4-BE49-F238E27FC236}">
                <a16:creationId xmlns:a16="http://schemas.microsoft.com/office/drawing/2014/main" id="{3E4A4690-9475-46B9-A7D0-F2FAA0E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853" y="40727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0" name="path-1165">
            <a:extLst xmlns:a="http://schemas.openxmlformats.org/drawingml/2006/main">
              <a:ext uri="{FF2B5EF4-FFF2-40B4-BE49-F238E27FC236}">
                <a16:creationId xmlns:a16="http://schemas.microsoft.com/office/drawing/2014/main" id="{1988D5ED-E7AF-4CC4-A3A6-A5A88FE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146" y="40536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1" name="path-1166">
            <a:extLst xmlns:a="http://schemas.openxmlformats.org/drawingml/2006/main">
              <a:ext uri="{FF2B5EF4-FFF2-40B4-BE49-F238E27FC236}">
                <a16:creationId xmlns:a16="http://schemas.microsoft.com/office/drawing/2014/main" id="{FDC9EE79-F30E-466B-8854-F9B5B35E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077" y="4032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2" name="path-1167">
            <a:extLst xmlns:a="http://schemas.openxmlformats.org/drawingml/2006/main">
              <a:ext uri="{FF2B5EF4-FFF2-40B4-BE49-F238E27FC236}">
                <a16:creationId xmlns:a16="http://schemas.microsoft.com/office/drawing/2014/main" id="{564B7D41-39E8-436A-A0B8-320A6A05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292" y="40202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3" name="path-1168">
            <a:extLst xmlns:a="http://schemas.openxmlformats.org/drawingml/2006/main">
              <a:ext uri="{FF2B5EF4-FFF2-40B4-BE49-F238E27FC236}">
                <a16:creationId xmlns:a16="http://schemas.microsoft.com/office/drawing/2014/main" id="{9FD460DA-87CB-4295-A2A0-F95DC4C0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240" y="4018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4" name="path-1169">
            <a:extLst xmlns:a="http://schemas.openxmlformats.org/drawingml/2006/main">
              <a:ext uri="{FF2B5EF4-FFF2-40B4-BE49-F238E27FC236}">
                <a16:creationId xmlns:a16="http://schemas.microsoft.com/office/drawing/2014/main" id="{04DD63F1-2ADA-48AA-8E97-F774EA54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188" y="40558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5" name="path-1170">
            <a:extLst xmlns:a="http://schemas.openxmlformats.org/drawingml/2006/main">
              <a:ext uri="{FF2B5EF4-FFF2-40B4-BE49-F238E27FC236}">
                <a16:creationId xmlns:a16="http://schemas.microsoft.com/office/drawing/2014/main" id="{C7016F9B-86A2-400D-9F49-B773F3BC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9" y="40596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6" name="path-1171">
            <a:extLst xmlns:a="http://schemas.openxmlformats.org/drawingml/2006/main">
              <a:ext uri="{FF2B5EF4-FFF2-40B4-BE49-F238E27FC236}">
                <a16:creationId xmlns:a16="http://schemas.microsoft.com/office/drawing/2014/main" id="{7542B28D-36CC-4800-ADFE-5AF9E12F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38" y="40432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7" name="path-1172">
            <a:extLst xmlns:a="http://schemas.openxmlformats.org/drawingml/2006/main">
              <a:ext uri="{FF2B5EF4-FFF2-40B4-BE49-F238E27FC236}">
                <a16:creationId xmlns:a16="http://schemas.microsoft.com/office/drawing/2014/main" id="{B590C3B5-39D8-4ED2-A9CA-36E47B0C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428" y="40472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8" name="path-1173">
            <a:extLst xmlns:a="http://schemas.openxmlformats.org/drawingml/2006/main">
              <a:ext uri="{FF2B5EF4-FFF2-40B4-BE49-F238E27FC236}">
                <a16:creationId xmlns:a16="http://schemas.microsoft.com/office/drawing/2014/main" id="{47835C5E-9FFB-4FC6-9A64-5CA982DD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789" y="4071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9" name="path-1174">
            <a:extLst xmlns:a="http://schemas.openxmlformats.org/drawingml/2006/main">
              <a:ext uri="{FF2B5EF4-FFF2-40B4-BE49-F238E27FC236}">
                <a16:creationId xmlns:a16="http://schemas.microsoft.com/office/drawing/2014/main" id="{861E8D7A-E0FE-4D15-9A02-E4008E7C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99" y="40275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0" name="path-1175">
            <a:extLst xmlns:a="http://schemas.openxmlformats.org/drawingml/2006/main">
              <a:ext uri="{FF2B5EF4-FFF2-40B4-BE49-F238E27FC236}">
                <a16:creationId xmlns:a16="http://schemas.microsoft.com/office/drawing/2014/main" id="{9FEC1780-30CA-42FE-BE24-AE0D42B2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049" y="4021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1" name="path-1176">
            <a:extLst xmlns:a="http://schemas.openxmlformats.org/drawingml/2006/main">
              <a:ext uri="{FF2B5EF4-FFF2-40B4-BE49-F238E27FC236}">
                <a16:creationId xmlns:a16="http://schemas.microsoft.com/office/drawing/2014/main" id="{7FDF7EAC-EB50-4750-846B-D8FD4508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129" y="4035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2" name="path-1177">
            <a:extLst xmlns:a="http://schemas.openxmlformats.org/drawingml/2006/main">
              <a:ext uri="{FF2B5EF4-FFF2-40B4-BE49-F238E27FC236}">
                <a16:creationId xmlns:a16="http://schemas.microsoft.com/office/drawing/2014/main" id="{202BCBD5-B471-4353-91DC-A8FD0F4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955" y="40438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3" name="path-1178">
            <a:extLst xmlns:a="http://schemas.openxmlformats.org/drawingml/2006/main">
              <a:ext uri="{FF2B5EF4-FFF2-40B4-BE49-F238E27FC236}">
                <a16:creationId xmlns:a16="http://schemas.microsoft.com/office/drawing/2014/main" id="{92743B83-8FCF-4E02-B5BE-E9F8505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50" y="4048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4" name="path-1179">
            <a:extLst xmlns:a="http://schemas.openxmlformats.org/drawingml/2006/main">
              <a:ext uri="{FF2B5EF4-FFF2-40B4-BE49-F238E27FC236}">
                <a16:creationId xmlns:a16="http://schemas.microsoft.com/office/drawing/2014/main" id="{EC0A47AF-8715-44C0-A6BB-27C9D34C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713" y="4045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5" name="path-1180">
            <a:extLst xmlns:a="http://schemas.openxmlformats.org/drawingml/2006/main">
              <a:ext uri="{FF2B5EF4-FFF2-40B4-BE49-F238E27FC236}">
                <a16:creationId xmlns:a16="http://schemas.microsoft.com/office/drawing/2014/main" id="{0654C882-9A2C-49EF-B125-8B661AF3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80" y="40378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6" name="path-1181">
            <a:extLst xmlns:a="http://schemas.openxmlformats.org/drawingml/2006/main">
              <a:ext uri="{FF2B5EF4-FFF2-40B4-BE49-F238E27FC236}">
                <a16:creationId xmlns:a16="http://schemas.microsoft.com/office/drawing/2014/main" id="{FC3292C2-B22A-404D-9C34-369DCEC3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435" y="40371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7" name="path-1182">
            <a:extLst xmlns:a="http://schemas.openxmlformats.org/drawingml/2006/main">
              <a:ext uri="{FF2B5EF4-FFF2-40B4-BE49-F238E27FC236}">
                <a16:creationId xmlns:a16="http://schemas.microsoft.com/office/drawing/2014/main" id="{435DDC0F-A9A9-4AB1-AAD9-5F362ED9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4913" y="4039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8" name="path-1183">
            <a:extLst xmlns:a="http://schemas.openxmlformats.org/drawingml/2006/main">
              <a:ext uri="{FF2B5EF4-FFF2-40B4-BE49-F238E27FC236}">
                <a16:creationId xmlns:a16="http://schemas.microsoft.com/office/drawing/2014/main" id="{FF010383-E810-488A-BE84-CA612DAD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27" y="4084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9" name="path-1184">
            <a:extLst xmlns:a="http://schemas.openxmlformats.org/drawingml/2006/main">
              <a:ext uri="{FF2B5EF4-FFF2-40B4-BE49-F238E27FC236}">
                <a16:creationId xmlns:a16="http://schemas.microsoft.com/office/drawing/2014/main" id="{6BED828E-EFD8-406B-84A9-AD916D9C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48" y="4048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0" name="path-1185">
            <a:extLst xmlns:a="http://schemas.openxmlformats.org/drawingml/2006/main">
              <a:ext uri="{FF2B5EF4-FFF2-40B4-BE49-F238E27FC236}">
                <a16:creationId xmlns:a16="http://schemas.microsoft.com/office/drawing/2014/main" id="{B7AC097F-0EE7-4753-8450-13B361AD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790" y="40388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1" name="path-1186">
            <a:extLst xmlns:a="http://schemas.openxmlformats.org/drawingml/2006/main">
              <a:ext uri="{FF2B5EF4-FFF2-40B4-BE49-F238E27FC236}">
                <a16:creationId xmlns:a16="http://schemas.microsoft.com/office/drawing/2014/main" id="{E0918EEB-985B-4591-965B-C53357DE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041" y="40519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2" name="path-1187">
            <a:extLst xmlns:a="http://schemas.openxmlformats.org/drawingml/2006/main">
              <a:ext uri="{FF2B5EF4-FFF2-40B4-BE49-F238E27FC236}">
                <a16:creationId xmlns:a16="http://schemas.microsoft.com/office/drawing/2014/main" id="{75898E06-07CC-46C6-A5B0-56DC175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749" y="40217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3" name="path-1188">
            <a:extLst xmlns:a="http://schemas.openxmlformats.org/drawingml/2006/main">
              <a:ext uri="{FF2B5EF4-FFF2-40B4-BE49-F238E27FC236}">
                <a16:creationId xmlns:a16="http://schemas.microsoft.com/office/drawing/2014/main" id="{AAD3B7FB-01B7-4F48-878F-CDF30532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5055" y="40514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4" name="path-1189">
            <a:extLst xmlns:a="http://schemas.openxmlformats.org/drawingml/2006/main">
              <a:ext uri="{FF2B5EF4-FFF2-40B4-BE49-F238E27FC236}">
                <a16:creationId xmlns:a16="http://schemas.microsoft.com/office/drawing/2014/main" id="{CDB83B1D-43A7-43CD-B5F8-D27C03CE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588" y="4026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5" name="path-1190">
            <a:extLst xmlns:a="http://schemas.openxmlformats.org/drawingml/2006/main">
              <a:ext uri="{FF2B5EF4-FFF2-40B4-BE49-F238E27FC236}">
                <a16:creationId xmlns:a16="http://schemas.microsoft.com/office/drawing/2014/main" id="{856AF4B4-04E5-4728-817C-B2E0DDA1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3" y="4054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6" name="path-1191">
            <a:extLst xmlns:a="http://schemas.openxmlformats.org/drawingml/2006/main">
              <a:ext uri="{FF2B5EF4-FFF2-40B4-BE49-F238E27FC236}">
                <a16:creationId xmlns:a16="http://schemas.microsoft.com/office/drawing/2014/main" id="{F128FF99-0784-4A7A-BC82-8708E22A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9" y="40447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7" name="path-1192">
            <a:extLst xmlns:a="http://schemas.openxmlformats.org/drawingml/2006/main">
              <a:ext uri="{FF2B5EF4-FFF2-40B4-BE49-F238E27FC236}">
                <a16:creationId xmlns:a16="http://schemas.microsoft.com/office/drawing/2014/main" id="{5BA154C2-E581-419B-A074-AD345CA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839" y="40675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8" name="path-1193">
            <a:extLst xmlns:a="http://schemas.openxmlformats.org/drawingml/2006/main">
              <a:ext uri="{FF2B5EF4-FFF2-40B4-BE49-F238E27FC236}">
                <a16:creationId xmlns:a16="http://schemas.microsoft.com/office/drawing/2014/main" id="{AC148908-451C-4052-BD57-1324869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22" y="40575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9" name="path-1194">
            <a:extLst xmlns:a="http://schemas.openxmlformats.org/drawingml/2006/main">
              <a:ext uri="{FF2B5EF4-FFF2-40B4-BE49-F238E27FC236}">
                <a16:creationId xmlns:a16="http://schemas.microsoft.com/office/drawing/2014/main" id="{F8D6B6EF-5254-4158-8E84-7D9826E3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594" y="4062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0" name="path-1195">
            <a:extLst xmlns:a="http://schemas.openxmlformats.org/drawingml/2006/main">
              <a:ext uri="{FF2B5EF4-FFF2-40B4-BE49-F238E27FC236}">
                <a16:creationId xmlns:a16="http://schemas.microsoft.com/office/drawing/2014/main" id="{F68CB363-F564-41EE-B7D5-0A798926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321" y="4048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1" name="path-1196">
            <a:extLst xmlns:a="http://schemas.openxmlformats.org/drawingml/2006/main">
              <a:ext uri="{FF2B5EF4-FFF2-40B4-BE49-F238E27FC236}">
                <a16:creationId xmlns:a16="http://schemas.microsoft.com/office/drawing/2014/main" id="{D378AC74-B9DB-43DB-AE38-B36B2193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213" y="4054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2" name="path-1197">
            <a:extLst xmlns:a="http://schemas.openxmlformats.org/drawingml/2006/main">
              <a:ext uri="{FF2B5EF4-FFF2-40B4-BE49-F238E27FC236}">
                <a16:creationId xmlns:a16="http://schemas.microsoft.com/office/drawing/2014/main" id="{8B4C94DE-5A87-4397-832C-1193290E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877" y="4055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3" name="path-1198">
            <a:extLst xmlns:a="http://schemas.openxmlformats.org/drawingml/2006/main">
              <a:ext uri="{FF2B5EF4-FFF2-40B4-BE49-F238E27FC236}">
                <a16:creationId xmlns:a16="http://schemas.microsoft.com/office/drawing/2014/main" id="{BAF9930C-20A7-455D-A164-54D071ED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09" y="4038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4" name="path-1199">
            <a:extLst xmlns:a="http://schemas.openxmlformats.org/drawingml/2006/main">
              <a:ext uri="{FF2B5EF4-FFF2-40B4-BE49-F238E27FC236}">
                <a16:creationId xmlns:a16="http://schemas.microsoft.com/office/drawing/2014/main" id="{71801D2D-9175-4B2D-A17C-B66805CA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052" y="40223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5" name="path-1200">
            <a:extLst xmlns:a="http://schemas.openxmlformats.org/drawingml/2006/main">
              <a:ext uri="{FF2B5EF4-FFF2-40B4-BE49-F238E27FC236}">
                <a16:creationId xmlns:a16="http://schemas.microsoft.com/office/drawing/2014/main" id="{E79CA83C-3DA3-4676-966D-E1FD5DDF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326" y="4050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6" name="path-1201">
            <a:extLst xmlns:a="http://schemas.openxmlformats.org/drawingml/2006/main">
              <a:ext uri="{FF2B5EF4-FFF2-40B4-BE49-F238E27FC236}">
                <a16:creationId xmlns:a16="http://schemas.microsoft.com/office/drawing/2014/main" id="{2B941CF9-40D1-47AB-B1E8-C9984371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89" y="4053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7" name="path-1202">
            <a:extLst xmlns:a="http://schemas.openxmlformats.org/drawingml/2006/main">
              <a:ext uri="{FF2B5EF4-FFF2-40B4-BE49-F238E27FC236}">
                <a16:creationId xmlns:a16="http://schemas.microsoft.com/office/drawing/2014/main" id="{21FBB3CB-8E05-480E-8CCB-1FE78DB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78" y="40302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8" name="path-1203">
            <a:extLst xmlns:a="http://schemas.openxmlformats.org/drawingml/2006/main">
              <a:ext uri="{FF2B5EF4-FFF2-40B4-BE49-F238E27FC236}">
                <a16:creationId xmlns:a16="http://schemas.microsoft.com/office/drawing/2014/main" id="{6F3067CE-695F-497C-8BCA-81EEB04D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211" y="40515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9" name="path-1204">
            <a:extLst xmlns:a="http://schemas.openxmlformats.org/drawingml/2006/main">
              <a:ext uri="{FF2B5EF4-FFF2-40B4-BE49-F238E27FC236}">
                <a16:creationId xmlns:a16="http://schemas.microsoft.com/office/drawing/2014/main" id="{2B5F37F2-C2DA-454E-BB94-15F944F3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73" y="4071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0" name="path-1205">
            <a:extLst xmlns:a="http://schemas.openxmlformats.org/drawingml/2006/main">
              <a:ext uri="{FF2B5EF4-FFF2-40B4-BE49-F238E27FC236}">
                <a16:creationId xmlns:a16="http://schemas.microsoft.com/office/drawing/2014/main" id="{3A136991-53C3-44BC-8700-CE71EBA5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488" y="40396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1" name="path-1206">
            <a:extLst xmlns:a="http://schemas.openxmlformats.org/drawingml/2006/main">
              <a:ext uri="{FF2B5EF4-FFF2-40B4-BE49-F238E27FC236}">
                <a16:creationId xmlns:a16="http://schemas.microsoft.com/office/drawing/2014/main" id="{6479C433-BD35-475F-95C8-3F509585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13" y="4020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2" name="path-1207">
            <a:extLst xmlns:a="http://schemas.openxmlformats.org/drawingml/2006/main">
              <a:ext uri="{FF2B5EF4-FFF2-40B4-BE49-F238E27FC236}">
                <a16:creationId xmlns:a16="http://schemas.microsoft.com/office/drawing/2014/main" id="{DA712193-A801-4FD1-91F7-9835870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689" y="40531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3" name="path-1208">
            <a:extLst xmlns:a="http://schemas.openxmlformats.org/drawingml/2006/main">
              <a:ext uri="{FF2B5EF4-FFF2-40B4-BE49-F238E27FC236}">
                <a16:creationId xmlns:a16="http://schemas.microsoft.com/office/drawing/2014/main" id="{19E5AD26-488D-4C18-90CE-43D12458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576" y="40935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4" name="path-1209">
            <a:extLst xmlns:a="http://schemas.openxmlformats.org/drawingml/2006/main">
              <a:ext uri="{FF2B5EF4-FFF2-40B4-BE49-F238E27FC236}">
                <a16:creationId xmlns:a16="http://schemas.microsoft.com/office/drawing/2014/main" id="{544A6E23-8CFC-4311-9877-09F552BD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31" y="40432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5" name="path-1210">
            <a:extLst xmlns:a="http://schemas.openxmlformats.org/drawingml/2006/main">
              <a:ext uri="{FF2B5EF4-FFF2-40B4-BE49-F238E27FC236}">
                <a16:creationId xmlns:a16="http://schemas.microsoft.com/office/drawing/2014/main" id="{BAF18A9F-544B-4DE5-AB16-F72B7AD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456" y="4072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6" name="path-1211">
            <a:extLst xmlns:a="http://schemas.openxmlformats.org/drawingml/2006/main">
              <a:ext uri="{FF2B5EF4-FFF2-40B4-BE49-F238E27FC236}">
                <a16:creationId xmlns:a16="http://schemas.microsoft.com/office/drawing/2014/main" id="{A1104031-E6EA-40F0-9FF0-51C7D07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670" y="40309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7" name="path-1212">
            <a:extLst xmlns:a="http://schemas.openxmlformats.org/drawingml/2006/main">
              <a:ext uri="{FF2B5EF4-FFF2-40B4-BE49-F238E27FC236}">
                <a16:creationId xmlns:a16="http://schemas.microsoft.com/office/drawing/2014/main" id="{C0E82C27-9056-4E1A-9592-B4373F37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718" y="40616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8" name="path-1213">
            <a:extLst xmlns:a="http://schemas.openxmlformats.org/drawingml/2006/main">
              <a:ext uri="{FF2B5EF4-FFF2-40B4-BE49-F238E27FC236}">
                <a16:creationId xmlns:a16="http://schemas.microsoft.com/office/drawing/2014/main" id="{5032AD2A-A126-4501-B327-371217C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686" y="40509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9" name="path-1214">
            <a:extLst xmlns:a="http://schemas.openxmlformats.org/drawingml/2006/main">
              <a:ext uri="{FF2B5EF4-FFF2-40B4-BE49-F238E27FC236}">
                <a16:creationId xmlns:a16="http://schemas.microsoft.com/office/drawing/2014/main" id="{E7C8821C-DD55-4868-BB02-C23947D6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073" y="40529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0" name="path-1215">
            <a:extLst xmlns:a="http://schemas.openxmlformats.org/drawingml/2006/main">
              <a:ext uri="{FF2B5EF4-FFF2-40B4-BE49-F238E27FC236}">
                <a16:creationId xmlns:a16="http://schemas.microsoft.com/office/drawing/2014/main" id="{90802EBC-8EAC-4478-A3AC-09092D06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785" y="40322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1" name="path-1216">
            <a:extLst xmlns:a="http://schemas.openxmlformats.org/drawingml/2006/main">
              <a:ext uri="{FF2B5EF4-FFF2-40B4-BE49-F238E27FC236}">
                <a16:creationId xmlns:a16="http://schemas.microsoft.com/office/drawing/2014/main" id="{F29AA887-9C89-41D7-96B6-F330642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794" y="4056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2" name="path-1217">
            <a:extLst xmlns:a="http://schemas.openxmlformats.org/drawingml/2006/main">
              <a:ext uri="{FF2B5EF4-FFF2-40B4-BE49-F238E27FC236}">
                <a16:creationId xmlns:a16="http://schemas.microsoft.com/office/drawing/2014/main" id="{3331287C-FB02-4D44-9827-E028BCE5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154" y="40386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3" name="path-1218">
            <a:extLst xmlns:a="http://schemas.openxmlformats.org/drawingml/2006/main">
              <a:ext uri="{FF2B5EF4-FFF2-40B4-BE49-F238E27FC236}">
                <a16:creationId xmlns:a16="http://schemas.microsoft.com/office/drawing/2014/main" id="{0D088268-2431-4AA2-A3B8-B185C091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060" y="40489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4" name="path-1219">
            <a:extLst xmlns:a="http://schemas.openxmlformats.org/drawingml/2006/main">
              <a:ext uri="{FF2B5EF4-FFF2-40B4-BE49-F238E27FC236}">
                <a16:creationId xmlns:a16="http://schemas.microsoft.com/office/drawing/2014/main" id="{A585962B-D5A7-4120-A4FE-764B8582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50" y="40481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5" name="path-1220">
            <a:extLst xmlns:a="http://schemas.openxmlformats.org/drawingml/2006/main">
              <a:ext uri="{FF2B5EF4-FFF2-40B4-BE49-F238E27FC236}">
                <a16:creationId xmlns:a16="http://schemas.microsoft.com/office/drawing/2014/main" id="{CB1269CE-98F7-4EA7-A2CF-9409DD23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194" y="40300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6" name="path-1221">
            <a:extLst xmlns:a="http://schemas.openxmlformats.org/drawingml/2006/main">
              <a:ext uri="{FF2B5EF4-FFF2-40B4-BE49-F238E27FC236}">
                <a16:creationId xmlns:a16="http://schemas.microsoft.com/office/drawing/2014/main" id="{EDD6D6B6-51CF-4D90-ABE8-8CD975E7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037" y="40480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7" name="path-1222">
            <a:extLst xmlns:a="http://schemas.openxmlformats.org/drawingml/2006/main">
              <a:ext uri="{FF2B5EF4-FFF2-40B4-BE49-F238E27FC236}">
                <a16:creationId xmlns:a16="http://schemas.microsoft.com/office/drawing/2014/main" id="{DE348F26-789B-416A-BBBB-1286F9AE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672" y="4076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8" name="path-1223">
            <a:extLst xmlns:a="http://schemas.openxmlformats.org/drawingml/2006/main">
              <a:ext uri="{FF2B5EF4-FFF2-40B4-BE49-F238E27FC236}">
                <a16:creationId xmlns:a16="http://schemas.microsoft.com/office/drawing/2014/main" id="{FAA4F626-E835-40D8-BE33-9554D15B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839" y="4040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9" name="path-1224">
            <a:extLst xmlns:a="http://schemas.openxmlformats.org/drawingml/2006/main">
              <a:ext uri="{FF2B5EF4-FFF2-40B4-BE49-F238E27FC236}">
                <a16:creationId xmlns:a16="http://schemas.microsoft.com/office/drawing/2014/main" id="{CBD897C1-D3EF-49E8-B3D5-15231A1D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21" y="40183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0" name="path-1225">
            <a:extLst xmlns:a="http://schemas.openxmlformats.org/drawingml/2006/main">
              <a:ext uri="{FF2B5EF4-FFF2-40B4-BE49-F238E27FC236}">
                <a16:creationId xmlns:a16="http://schemas.microsoft.com/office/drawing/2014/main" id="{A616DCB9-5C2A-440E-B6DF-88141584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477" y="4015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1" name="path-1226">
            <a:extLst xmlns:a="http://schemas.openxmlformats.org/drawingml/2006/main">
              <a:ext uri="{FF2B5EF4-FFF2-40B4-BE49-F238E27FC236}">
                <a16:creationId xmlns:a16="http://schemas.microsoft.com/office/drawing/2014/main" id="{1F72DFD7-C968-46B5-9AA0-A73E0CFD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242" y="4030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2" name="path-1227">
            <a:extLst xmlns:a="http://schemas.openxmlformats.org/drawingml/2006/main">
              <a:ext uri="{FF2B5EF4-FFF2-40B4-BE49-F238E27FC236}">
                <a16:creationId xmlns:a16="http://schemas.microsoft.com/office/drawing/2014/main" id="{F965E335-979E-4B2E-9C5F-573BBBDC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159" y="4060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3" name="path-1228">
            <a:extLst xmlns:a="http://schemas.openxmlformats.org/drawingml/2006/main">
              <a:ext uri="{FF2B5EF4-FFF2-40B4-BE49-F238E27FC236}">
                <a16:creationId xmlns:a16="http://schemas.microsoft.com/office/drawing/2014/main" id="{87026A1F-94FB-456A-B8B5-0A47A70E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218" y="4054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4" name="path-1229">
            <a:extLst xmlns:a="http://schemas.openxmlformats.org/drawingml/2006/main">
              <a:ext uri="{FF2B5EF4-FFF2-40B4-BE49-F238E27FC236}">
                <a16:creationId xmlns:a16="http://schemas.microsoft.com/office/drawing/2014/main" id="{F1A0A02D-7450-4410-8F02-4F046614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364" y="40400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5" name="path-1230">
            <a:extLst xmlns:a="http://schemas.openxmlformats.org/drawingml/2006/main">
              <a:ext uri="{FF2B5EF4-FFF2-40B4-BE49-F238E27FC236}">
                <a16:creationId xmlns:a16="http://schemas.microsoft.com/office/drawing/2014/main" id="{2DAA63DE-E42C-4DF3-981E-8711B38A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30" y="40218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6" name="path-1231">
            <a:extLst xmlns:a="http://schemas.openxmlformats.org/drawingml/2006/main">
              <a:ext uri="{FF2B5EF4-FFF2-40B4-BE49-F238E27FC236}">
                <a16:creationId xmlns:a16="http://schemas.microsoft.com/office/drawing/2014/main" id="{0F373B01-D99F-4F93-B54E-DA0242F3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304" y="40076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7" name="path-1232">
            <a:extLst xmlns:a="http://schemas.openxmlformats.org/drawingml/2006/main">
              <a:ext uri="{FF2B5EF4-FFF2-40B4-BE49-F238E27FC236}">
                <a16:creationId xmlns:a16="http://schemas.microsoft.com/office/drawing/2014/main" id="{EDB75B45-CE01-4806-83D0-6A890576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845" y="40207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8" name="path-1233">
            <a:extLst xmlns:a="http://schemas.openxmlformats.org/drawingml/2006/main">
              <a:ext uri="{FF2B5EF4-FFF2-40B4-BE49-F238E27FC236}">
                <a16:creationId xmlns:a16="http://schemas.microsoft.com/office/drawing/2014/main" id="{37F1EA33-718B-4B21-B825-5DAD8659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934" y="4071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9" name="path-1234">
            <a:extLst xmlns:a="http://schemas.openxmlformats.org/drawingml/2006/main">
              <a:ext uri="{FF2B5EF4-FFF2-40B4-BE49-F238E27FC236}">
                <a16:creationId xmlns:a16="http://schemas.microsoft.com/office/drawing/2014/main" id="{8C524ECC-7D1B-4CC8-BF21-A011D99F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08" y="40425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0" name="path-1235">
            <a:extLst xmlns:a="http://schemas.openxmlformats.org/drawingml/2006/main">
              <a:ext uri="{FF2B5EF4-FFF2-40B4-BE49-F238E27FC236}">
                <a16:creationId xmlns:a16="http://schemas.microsoft.com/office/drawing/2014/main" id="{9CBB168E-1D6D-47AC-AC74-999E235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096" y="40545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1" name="path-1236">
            <a:extLst xmlns:a="http://schemas.openxmlformats.org/drawingml/2006/main">
              <a:ext uri="{FF2B5EF4-FFF2-40B4-BE49-F238E27FC236}">
                <a16:creationId xmlns:a16="http://schemas.microsoft.com/office/drawing/2014/main" id="{85C00F1A-9C3B-48A7-BF27-48B12E4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955" y="40310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2" name="path-1237">
            <a:extLst xmlns:a="http://schemas.openxmlformats.org/drawingml/2006/main">
              <a:ext uri="{FF2B5EF4-FFF2-40B4-BE49-F238E27FC236}">
                <a16:creationId xmlns:a16="http://schemas.microsoft.com/office/drawing/2014/main" id="{501E3819-F698-433F-BBFB-C470C44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2074" y="4058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3" name="path-1238">
            <a:extLst xmlns:a="http://schemas.openxmlformats.org/drawingml/2006/main">
              <a:ext uri="{FF2B5EF4-FFF2-40B4-BE49-F238E27FC236}">
                <a16:creationId xmlns:a16="http://schemas.microsoft.com/office/drawing/2014/main" id="{DA4F7C8A-FE5C-4818-8C0E-CEA91491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976" y="40459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4" name="path-1239">
            <a:extLst xmlns:a="http://schemas.openxmlformats.org/drawingml/2006/main">
              <a:ext uri="{FF2B5EF4-FFF2-40B4-BE49-F238E27FC236}">
                <a16:creationId xmlns:a16="http://schemas.microsoft.com/office/drawing/2014/main" id="{E6EEABA9-1324-449F-97A5-96505C75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49" y="40558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5" name="path-1240">
            <a:extLst xmlns:a="http://schemas.openxmlformats.org/drawingml/2006/main">
              <a:ext uri="{FF2B5EF4-FFF2-40B4-BE49-F238E27FC236}">
                <a16:creationId xmlns:a16="http://schemas.microsoft.com/office/drawing/2014/main" id="{43512A38-E8AF-4AF5-B3C8-9711767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149" y="40272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6" name="path-1241">
            <a:extLst xmlns:a="http://schemas.openxmlformats.org/drawingml/2006/main">
              <a:ext uri="{FF2B5EF4-FFF2-40B4-BE49-F238E27FC236}">
                <a16:creationId xmlns:a16="http://schemas.microsoft.com/office/drawing/2014/main" id="{F6441850-674C-4268-841D-02E47F9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387" y="4046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7" name="path-1242">
            <a:extLst xmlns:a="http://schemas.openxmlformats.org/drawingml/2006/main">
              <a:ext uri="{FF2B5EF4-FFF2-40B4-BE49-F238E27FC236}">
                <a16:creationId xmlns:a16="http://schemas.microsoft.com/office/drawing/2014/main" id="{681CBED5-AFE0-4AC0-A6E3-04FC8C03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4284" y="4055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8" name="path-1243">
            <a:extLst xmlns:a="http://schemas.openxmlformats.org/drawingml/2006/main">
              <a:ext uri="{FF2B5EF4-FFF2-40B4-BE49-F238E27FC236}">
                <a16:creationId xmlns:a16="http://schemas.microsoft.com/office/drawing/2014/main" id="{56028E36-EB84-4EFB-AD0F-DA605F5F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4" y="4074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9" name="path-1244">
            <a:extLst xmlns:a="http://schemas.openxmlformats.org/drawingml/2006/main">
              <a:ext uri="{FF2B5EF4-FFF2-40B4-BE49-F238E27FC236}">
                <a16:creationId xmlns:a16="http://schemas.microsoft.com/office/drawing/2014/main" id="{D5B27CE2-9486-4666-80EC-B9CA60BE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94" y="4038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0" name="path-1245">
            <a:extLst xmlns:a="http://schemas.openxmlformats.org/drawingml/2006/main">
              <a:ext uri="{FF2B5EF4-FFF2-40B4-BE49-F238E27FC236}">
                <a16:creationId xmlns:a16="http://schemas.microsoft.com/office/drawing/2014/main" id="{5D95C2DF-D2C5-44A5-81F3-84EFA405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107" y="40676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1" name="path-1246">
            <a:extLst xmlns:a="http://schemas.openxmlformats.org/drawingml/2006/main">
              <a:ext uri="{FF2B5EF4-FFF2-40B4-BE49-F238E27FC236}">
                <a16:creationId xmlns:a16="http://schemas.microsoft.com/office/drawing/2014/main" id="{5DE1E78E-05D5-4066-91BC-D970B76F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087" y="4014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2" name="path-1247">
            <a:extLst xmlns:a="http://schemas.openxmlformats.org/drawingml/2006/main">
              <a:ext uri="{FF2B5EF4-FFF2-40B4-BE49-F238E27FC236}">
                <a16:creationId xmlns:a16="http://schemas.microsoft.com/office/drawing/2014/main" id="{5C351044-CADC-4EF7-85E0-CDB5541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882" y="40407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3" name="path-1248">
            <a:extLst xmlns:a="http://schemas.openxmlformats.org/drawingml/2006/main">
              <a:ext uri="{FF2B5EF4-FFF2-40B4-BE49-F238E27FC236}">
                <a16:creationId xmlns:a16="http://schemas.microsoft.com/office/drawing/2014/main" id="{3C31BBF6-B217-44F0-96DA-17BD5DAE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908" y="4045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4" name="path-1249">
            <a:extLst xmlns:a="http://schemas.openxmlformats.org/drawingml/2006/main">
              <a:ext uri="{FF2B5EF4-FFF2-40B4-BE49-F238E27FC236}">
                <a16:creationId xmlns:a16="http://schemas.microsoft.com/office/drawing/2014/main" id="{613DAAC4-4966-46BC-8BF6-D413CB54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636" y="4053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5" name="path-1250">
            <a:extLst xmlns:a="http://schemas.openxmlformats.org/drawingml/2006/main">
              <a:ext uri="{FF2B5EF4-FFF2-40B4-BE49-F238E27FC236}">
                <a16:creationId xmlns:a16="http://schemas.microsoft.com/office/drawing/2014/main" id="{2D5646EA-EA6A-472F-B333-F997648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434" y="40472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6" name="path-1251">
            <a:extLst xmlns:a="http://schemas.openxmlformats.org/drawingml/2006/main">
              <a:ext uri="{FF2B5EF4-FFF2-40B4-BE49-F238E27FC236}">
                <a16:creationId xmlns:a16="http://schemas.microsoft.com/office/drawing/2014/main" id="{D861A026-648C-4CE0-9514-5A1C1783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522" y="40481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7" name="path-1252">
            <a:extLst xmlns:a="http://schemas.openxmlformats.org/drawingml/2006/main">
              <a:ext uri="{FF2B5EF4-FFF2-40B4-BE49-F238E27FC236}">
                <a16:creationId xmlns:a16="http://schemas.microsoft.com/office/drawing/2014/main" id="{4036360D-53E6-4118-8255-4F1A2869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522" y="4046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8" name="path-1253">
            <a:extLst xmlns:a="http://schemas.openxmlformats.org/drawingml/2006/main">
              <a:ext uri="{FF2B5EF4-FFF2-40B4-BE49-F238E27FC236}">
                <a16:creationId xmlns:a16="http://schemas.microsoft.com/office/drawing/2014/main" id="{2E518B1D-EF5E-41DB-BF82-71F1EF29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498" y="4035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9" name="path-1254">
            <a:extLst xmlns:a="http://schemas.openxmlformats.org/drawingml/2006/main">
              <a:ext uri="{FF2B5EF4-FFF2-40B4-BE49-F238E27FC236}">
                <a16:creationId xmlns:a16="http://schemas.microsoft.com/office/drawing/2014/main" id="{D6F79F65-C914-467A-9C82-E46B7430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167" y="40401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0" name="path-1255">
            <a:extLst xmlns:a="http://schemas.openxmlformats.org/drawingml/2006/main">
              <a:ext uri="{FF2B5EF4-FFF2-40B4-BE49-F238E27FC236}">
                <a16:creationId xmlns:a16="http://schemas.microsoft.com/office/drawing/2014/main" id="{7EE6CBEB-9D7C-4F54-8CC1-4FA0F048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915" y="40163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1" name="path-1256">
            <a:extLst xmlns:a="http://schemas.openxmlformats.org/drawingml/2006/main">
              <a:ext uri="{FF2B5EF4-FFF2-40B4-BE49-F238E27FC236}">
                <a16:creationId xmlns:a16="http://schemas.microsoft.com/office/drawing/2014/main" id="{C963635B-9A9E-4BF8-8FF4-1308842D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717" y="4059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2" name="path-1257">
            <a:extLst xmlns:a="http://schemas.openxmlformats.org/drawingml/2006/main">
              <a:ext uri="{FF2B5EF4-FFF2-40B4-BE49-F238E27FC236}">
                <a16:creationId xmlns:a16="http://schemas.microsoft.com/office/drawing/2014/main" id="{3E0E991A-EA32-4B0E-9748-2B55BA31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905" y="4047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3" name="path-1258">
            <a:extLst xmlns:a="http://schemas.openxmlformats.org/drawingml/2006/main">
              <a:ext uri="{FF2B5EF4-FFF2-40B4-BE49-F238E27FC236}">
                <a16:creationId xmlns:a16="http://schemas.microsoft.com/office/drawing/2014/main" id="{0DA3E13D-DF49-4901-8A9F-1D475DDC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422" y="40129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4" name="path-1259">
            <a:extLst xmlns:a="http://schemas.openxmlformats.org/drawingml/2006/main">
              <a:ext uri="{FF2B5EF4-FFF2-40B4-BE49-F238E27FC236}">
                <a16:creationId xmlns:a16="http://schemas.microsoft.com/office/drawing/2014/main" id="{D55B5D32-64CA-47CB-907C-EEDEB969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121" y="4046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5" name="path-1260">
            <a:extLst xmlns:a="http://schemas.openxmlformats.org/drawingml/2006/main">
              <a:ext uri="{FF2B5EF4-FFF2-40B4-BE49-F238E27FC236}">
                <a16:creationId xmlns:a16="http://schemas.microsoft.com/office/drawing/2014/main" id="{5B651013-D24E-49BB-BD46-6F387FB3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647" y="40603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6" name="path-1261">
            <a:extLst xmlns:a="http://schemas.openxmlformats.org/drawingml/2006/main">
              <a:ext uri="{FF2B5EF4-FFF2-40B4-BE49-F238E27FC236}">
                <a16:creationId xmlns:a16="http://schemas.microsoft.com/office/drawing/2014/main" id="{94EB962B-D68A-4801-9390-732833E4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826" y="4041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7" name="path-1262">
            <a:extLst xmlns:a="http://schemas.openxmlformats.org/drawingml/2006/main">
              <a:ext uri="{FF2B5EF4-FFF2-40B4-BE49-F238E27FC236}">
                <a16:creationId xmlns:a16="http://schemas.microsoft.com/office/drawing/2014/main" id="{B251F8DF-2239-4226-911C-5269D448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870" y="4036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8" name="path-1263">
            <a:extLst xmlns:a="http://schemas.openxmlformats.org/drawingml/2006/main">
              <a:ext uri="{FF2B5EF4-FFF2-40B4-BE49-F238E27FC236}">
                <a16:creationId xmlns:a16="http://schemas.microsoft.com/office/drawing/2014/main" id="{8029D253-9F8B-46D6-A51E-343E77F3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209" y="4060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9" name="path-1264">
            <a:extLst xmlns:a="http://schemas.openxmlformats.org/drawingml/2006/main">
              <a:ext uri="{FF2B5EF4-FFF2-40B4-BE49-F238E27FC236}">
                <a16:creationId xmlns:a16="http://schemas.microsoft.com/office/drawing/2014/main" id="{FA1FA2D8-A5E9-4AA8-A09E-8F2D2AB6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062" y="4045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0" name="path-1265">
            <a:extLst xmlns:a="http://schemas.openxmlformats.org/drawingml/2006/main">
              <a:ext uri="{FF2B5EF4-FFF2-40B4-BE49-F238E27FC236}">
                <a16:creationId xmlns:a16="http://schemas.microsoft.com/office/drawing/2014/main" id="{54523C20-149D-4277-A2F1-3D95E734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6" y="40510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1" name="path-1266">
            <a:extLst xmlns:a="http://schemas.openxmlformats.org/drawingml/2006/main">
              <a:ext uri="{FF2B5EF4-FFF2-40B4-BE49-F238E27FC236}">
                <a16:creationId xmlns:a16="http://schemas.microsoft.com/office/drawing/2014/main" id="{9CF10844-5158-43B2-BE93-34D57D7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1781" y="40547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2" name="path-1267">
            <a:extLst xmlns:a="http://schemas.openxmlformats.org/drawingml/2006/main">
              <a:ext uri="{FF2B5EF4-FFF2-40B4-BE49-F238E27FC236}">
                <a16:creationId xmlns:a16="http://schemas.microsoft.com/office/drawing/2014/main" id="{CD197954-AFF4-42C0-B1BA-CB612D7F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780" y="40397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3" name="path-1268">
            <a:extLst xmlns:a="http://schemas.openxmlformats.org/drawingml/2006/main">
              <a:ext uri="{FF2B5EF4-FFF2-40B4-BE49-F238E27FC236}">
                <a16:creationId xmlns:a16="http://schemas.microsoft.com/office/drawing/2014/main" id="{D9493F8F-B719-4A89-80CA-9075BBC7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84" y="40633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4" name="path-1269">
            <a:extLst xmlns:a="http://schemas.openxmlformats.org/drawingml/2006/main">
              <a:ext uri="{FF2B5EF4-FFF2-40B4-BE49-F238E27FC236}">
                <a16:creationId xmlns:a16="http://schemas.microsoft.com/office/drawing/2014/main" id="{18CA1B40-DEF3-44D2-A838-DBA903BE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076" y="4058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5" name="path-1270">
            <a:extLst xmlns:a="http://schemas.openxmlformats.org/drawingml/2006/main">
              <a:ext uri="{FF2B5EF4-FFF2-40B4-BE49-F238E27FC236}">
                <a16:creationId xmlns:a16="http://schemas.microsoft.com/office/drawing/2014/main" id="{C1F167F6-7768-4B70-9CC6-64E54B13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599" y="40387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6" name="path-1271">
            <a:extLst xmlns:a="http://schemas.openxmlformats.org/drawingml/2006/main">
              <a:ext uri="{FF2B5EF4-FFF2-40B4-BE49-F238E27FC236}">
                <a16:creationId xmlns:a16="http://schemas.microsoft.com/office/drawing/2014/main" id="{3EA80B60-23AA-4B6C-9E38-26E523D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406" y="4052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7" name="path-1272">
            <a:extLst xmlns:a="http://schemas.openxmlformats.org/drawingml/2006/main">
              <a:ext uri="{FF2B5EF4-FFF2-40B4-BE49-F238E27FC236}">
                <a16:creationId xmlns:a16="http://schemas.microsoft.com/office/drawing/2014/main" id="{ADE889AB-B729-4237-9A83-8DFAC55F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486" y="40377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8" name="path-1273">
            <a:extLst xmlns:a="http://schemas.openxmlformats.org/drawingml/2006/main">
              <a:ext uri="{FF2B5EF4-FFF2-40B4-BE49-F238E27FC236}">
                <a16:creationId xmlns:a16="http://schemas.microsoft.com/office/drawing/2014/main" id="{20D63A09-8D93-42FE-A3BA-7DA011F5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610" y="4084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9" name="path-1274">
            <a:extLst xmlns:a="http://schemas.openxmlformats.org/drawingml/2006/main">
              <a:ext uri="{FF2B5EF4-FFF2-40B4-BE49-F238E27FC236}">
                <a16:creationId xmlns:a16="http://schemas.microsoft.com/office/drawing/2014/main" id="{4414D0C8-C4DE-405A-BFDD-CD126F9F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292" y="4038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0" name="path-1275">
            <a:extLst xmlns:a="http://schemas.openxmlformats.org/drawingml/2006/main">
              <a:ext uri="{FF2B5EF4-FFF2-40B4-BE49-F238E27FC236}">
                <a16:creationId xmlns:a16="http://schemas.microsoft.com/office/drawing/2014/main" id="{8DF2EF0C-70CD-4124-AD7A-2542B46E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57" y="40476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1" name="path-1276">
            <a:extLst xmlns:a="http://schemas.openxmlformats.org/drawingml/2006/main">
              <a:ext uri="{FF2B5EF4-FFF2-40B4-BE49-F238E27FC236}">
                <a16:creationId xmlns:a16="http://schemas.microsoft.com/office/drawing/2014/main" id="{5357FD83-FABA-4186-97BF-ED0C6B08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623" y="4038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2" name="path-1277">
            <a:extLst xmlns:a="http://schemas.openxmlformats.org/drawingml/2006/main">
              <a:ext uri="{FF2B5EF4-FFF2-40B4-BE49-F238E27FC236}">
                <a16:creationId xmlns:a16="http://schemas.microsoft.com/office/drawing/2014/main" id="{A268F78D-6537-448D-B8AD-A50F2B8E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555" y="4059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3" name="path-1278">
            <a:extLst xmlns:a="http://schemas.openxmlformats.org/drawingml/2006/main">
              <a:ext uri="{FF2B5EF4-FFF2-40B4-BE49-F238E27FC236}">
                <a16:creationId xmlns:a16="http://schemas.microsoft.com/office/drawing/2014/main" id="{F3FB6273-B6D3-4126-BE54-FB7C50DD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111" y="40362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4" name="path-1279">
            <a:extLst xmlns:a="http://schemas.openxmlformats.org/drawingml/2006/main">
              <a:ext uri="{FF2B5EF4-FFF2-40B4-BE49-F238E27FC236}">
                <a16:creationId xmlns:a16="http://schemas.microsoft.com/office/drawing/2014/main" id="{6ADEEB08-EDB8-42BB-B448-058A1B97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293" y="4047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5" name="path-1280">
            <a:extLst xmlns:a="http://schemas.openxmlformats.org/drawingml/2006/main">
              <a:ext uri="{FF2B5EF4-FFF2-40B4-BE49-F238E27FC236}">
                <a16:creationId xmlns:a16="http://schemas.microsoft.com/office/drawing/2014/main" id="{BCC8ECF5-2EF1-47A8-BD83-CD22E53F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835" y="40363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6" name="path-1281">
            <a:extLst xmlns:a="http://schemas.openxmlformats.org/drawingml/2006/main">
              <a:ext uri="{FF2B5EF4-FFF2-40B4-BE49-F238E27FC236}">
                <a16:creationId xmlns:a16="http://schemas.microsoft.com/office/drawing/2014/main" id="{5341BC90-FF2C-4DF7-9CDD-D3714672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88" y="4016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7" name="path-1282">
            <a:extLst xmlns:a="http://schemas.openxmlformats.org/drawingml/2006/main">
              <a:ext uri="{FF2B5EF4-FFF2-40B4-BE49-F238E27FC236}">
                <a16:creationId xmlns:a16="http://schemas.microsoft.com/office/drawing/2014/main" id="{A10B5E41-F372-496B-9325-93D9D09D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3" y="40684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8" name="path-1283">
            <a:extLst xmlns:a="http://schemas.openxmlformats.org/drawingml/2006/main">
              <a:ext uri="{FF2B5EF4-FFF2-40B4-BE49-F238E27FC236}">
                <a16:creationId xmlns:a16="http://schemas.microsoft.com/office/drawing/2014/main" id="{7C7DEE80-842A-4FB7-8AE2-EF6EA213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673" y="40455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9" name="path-1284">
            <a:extLst xmlns:a="http://schemas.openxmlformats.org/drawingml/2006/main">
              <a:ext uri="{FF2B5EF4-FFF2-40B4-BE49-F238E27FC236}">
                <a16:creationId xmlns:a16="http://schemas.microsoft.com/office/drawing/2014/main" id="{87EF09B6-789D-4496-B181-D1620C17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26" y="40263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0" name="path-1285">
            <a:extLst xmlns:a="http://schemas.openxmlformats.org/drawingml/2006/main">
              <a:ext uri="{FF2B5EF4-FFF2-40B4-BE49-F238E27FC236}">
                <a16:creationId xmlns:a16="http://schemas.microsoft.com/office/drawing/2014/main" id="{9873EE25-46DE-4B3E-8E39-2626A87D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291" y="40507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1" name="path-1286">
            <a:extLst xmlns:a="http://schemas.openxmlformats.org/drawingml/2006/main">
              <a:ext uri="{FF2B5EF4-FFF2-40B4-BE49-F238E27FC236}">
                <a16:creationId xmlns:a16="http://schemas.microsoft.com/office/drawing/2014/main" id="{07AAD3DE-3735-412E-B32B-ED32010B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29" y="40215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2" name="path-1287">
            <a:extLst xmlns:a="http://schemas.openxmlformats.org/drawingml/2006/main">
              <a:ext uri="{FF2B5EF4-FFF2-40B4-BE49-F238E27FC236}">
                <a16:creationId xmlns:a16="http://schemas.microsoft.com/office/drawing/2014/main" id="{FFBAE5A0-7F1B-447F-9199-A722A60F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822" y="4047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3" name="path-1288">
            <a:extLst xmlns:a="http://schemas.openxmlformats.org/drawingml/2006/main">
              <a:ext uri="{FF2B5EF4-FFF2-40B4-BE49-F238E27FC236}">
                <a16:creationId xmlns:a16="http://schemas.microsoft.com/office/drawing/2014/main" id="{A4B2312E-B5B8-418C-A19D-114B7658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696" y="4034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4" name="path-1289">
            <a:extLst xmlns:a="http://schemas.openxmlformats.org/drawingml/2006/main">
              <a:ext uri="{FF2B5EF4-FFF2-40B4-BE49-F238E27FC236}">
                <a16:creationId xmlns:a16="http://schemas.microsoft.com/office/drawing/2014/main" id="{55CD1E21-C0D5-4686-BF0D-C8A8C572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771" y="40740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5" name="path-1290">
            <a:extLst xmlns:a="http://schemas.openxmlformats.org/drawingml/2006/main">
              <a:ext uri="{FF2B5EF4-FFF2-40B4-BE49-F238E27FC236}">
                <a16:creationId xmlns:a16="http://schemas.microsoft.com/office/drawing/2014/main" id="{09D50E59-0E0C-41D2-BD95-E8F362E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937" y="40828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6" name="path-1291">
            <a:extLst xmlns:a="http://schemas.openxmlformats.org/drawingml/2006/main">
              <a:ext uri="{FF2B5EF4-FFF2-40B4-BE49-F238E27FC236}">
                <a16:creationId xmlns:a16="http://schemas.microsoft.com/office/drawing/2014/main" id="{683A8B5C-C053-41DC-BBFD-7EBAF826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893" y="40379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7" name="path-1292">
            <a:extLst xmlns:a="http://schemas.openxmlformats.org/drawingml/2006/main">
              <a:ext uri="{FF2B5EF4-FFF2-40B4-BE49-F238E27FC236}">
                <a16:creationId xmlns:a16="http://schemas.microsoft.com/office/drawing/2014/main" id="{5F12A197-8D07-4DF8-B625-6BF115C2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422" y="4040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8" name="path-1293">
            <a:extLst xmlns:a="http://schemas.openxmlformats.org/drawingml/2006/main">
              <a:ext uri="{FF2B5EF4-FFF2-40B4-BE49-F238E27FC236}">
                <a16:creationId xmlns:a16="http://schemas.microsoft.com/office/drawing/2014/main" id="{DEDC4AFD-5B55-44E6-B60F-2ACF7140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31" y="40551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9" name="path-1294">
            <a:extLst xmlns:a="http://schemas.openxmlformats.org/drawingml/2006/main">
              <a:ext uri="{FF2B5EF4-FFF2-40B4-BE49-F238E27FC236}">
                <a16:creationId xmlns:a16="http://schemas.microsoft.com/office/drawing/2014/main" id="{E5BB189A-A123-4BE8-BB88-51224785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452" y="40001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0" name="path-1295">
            <a:extLst xmlns:a="http://schemas.openxmlformats.org/drawingml/2006/main">
              <a:ext uri="{FF2B5EF4-FFF2-40B4-BE49-F238E27FC236}">
                <a16:creationId xmlns:a16="http://schemas.microsoft.com/office/drawing/2014/main" id="{59E012E9-D926-4139-BE84-70366CF6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795" y="40236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1" name="path-1296">
            <a:extLst xmlns:a="http://schemas.openxmlformats.org/drawingml/2006/main">
              <a:ext uri="{FF2B5EF4-FFF2-40B4-BE49-F238E27FC236}">
                <a16:creationId xmlns:a16="http://schemas.microsoft.com/office/drawing/2014/main" id="{F3B537AF-C043-4307-AC29-94AF8D86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066" y="40324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2" name="path-1297">
            <a:extLst xmlns:a="http://schemas.openxmlformats.org/drawingml/2006/main">
              <a:ext uri="{FF2B5EF4-FFF2-40B4-BE49-F238E27FC236}">
                <a16:creationId xmlns:a16="http://schemas.microsoft.com/office/drawing/2014/main" id="{F9C59A35-AB16-4316-8003-71D65FE8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26" y="4041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3" name="path-1298">
            <a:extLst xmlns:a="http://schemas.openxmlformats.org/drawingml/2006/main">
              <a:ext uri="{FF2B5EF4-FFF2-40B4-BE49-F238E27FC236}">
                <a16:creationId xmlns:a16="http://schemas.microsoft.com/office/drawing/2014/main" id="{8103E048-7CF3-485B-BABE-DADBD1D2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339" y="4028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4" name="path-1299">
            <a:extLst xmlns:a="http://schemas.openxmlformats.org/drawingml/2006/main">
              <a:ext uri="{FF2B5EF4-FFF2-40B4-BE49-F238E27FC236}">
                <a16:creationId xmlns:a16="http://schemas.microsoft.com/office/drawing/2014/main" id="{A1C97973-2F57-473C-90BE-ECFF305F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840" y="4044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5" name="path-1300">
            <a:extLst xmlns:a="http://schemas.openxmlformats.org/drawingml/2006/main">
              <a:ext uri="{FF2B5EF4-FFF2-40B4-BE49-F238E27FC236}">
                <a16:creationId xmlns:a16="http://schemas.microsoft.com/office/drawing/2014/main" id="{731375EA-0A85-498C-A21F-58B7AF5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212" y="40513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6" name="path-1301">
            <a:extLst xmlns:a="http://schemas.openxmlformats.org/drawingml/2006/main">
              <a:ext uri="{FF2B5EF4-FFF2-40B4-BE49-F238E27FC236}">
                <a16:creationId xmlns:a16="http://schemas.microsoft.com/office/drawing/2014/main" id="{D0168048-E3D7-4955-8063-E3D737B5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191" y="4035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7" name="path-1302">
            <a:extLst xmlns:a="http://schemas.openxmlformats.org/drawingml/2006/main">
              <a:ext uri="{FF2B5EF4-FFF2-40B4-BE49-F238E27FC236}">
                <a16:creationId xmlns:a16="http://schemas.microsoft.com/office/drawing/2014/main" id="{E0EE9176-888C-4856-AE72-717434E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427" y="40593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8" name="path-1303">
            <a:extLst xmlns:a="http://schemas.openxmlformats.org/drawingml/2006/main">
              <a:ext uri="{FF2B5EF4-FFF2-40B4-BE49-F238E27FC236}">
                <a16:creationId xmlns:a16="http://schemas.microsoft.com/office/drawing/2014/main" id="{8AD1E25E-C01F-40AB-B393-05E66390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280" y="4044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9" name="path-1304">
            <a:extLst xmlns:a="http://schemas.openxmlformats.org/drawingml/2006/main">
              <a:ext uri="{FF2B5EF4-FFF2-40B4-BE49-F238E27FC236}">
                <a16:creationId xmlns:a16="http://schemas.microsoft.com/office/drawing/2014/main" id="{B5142DD3-B721-421F-867E-74EEFFDC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148" y="40051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0" name="path-1305">
            <a:extLst xmlns:a="http://schemas.openxmlformats.org/drawingml/2006/main">
              <a:ext uri="{FF2B5EF4-FFF2-40B4-BE49-F238E27FC236}">
                <a16:creationId xmlns:a16="http://schemas.microsoft.com/office/drawing/2014/main" id="{5A1D4F8C-ADE4-40BE-8462-010C9E07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115" y="40519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1" name="path-1306">
            <a:extLst xmlns:a="http://schemas.openxmlformats.org/drawingml/2006/main">
              <a:ext uri="{FF2B5EF4-FFF2-40B4-BE49-F238E27FC236}">
                <a16:creationId xmlns:a16="http://schemas.microsoft.com/office/drawing/2014/main" id="{0C3595EA-339B-479C-BBA4-F52F4F29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993" y="40426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2" name="path-1307">
            <a:extLst xmlns:a="http://schemas.openxmlformats.org/drawingml/2006/main">
              <a:ext uri="{FF2B5EF4-FFF2-40B4-BE49-F238E27FC236}">
                <a16:creationId xmlns:a16="http://schemas.microsoft.com/office/drawing/2014/main" id="{B542D9C2-3A23-4256-83A1-7E7239A5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327" y="40286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3" name="path-1308">
            <a:extLst xmlns:a="http://schemas.openxmlformats.org/drawingml/2006/main">
              <a:ext uri="{FF2B5EF4-FFF2-40B4-BE49-F238E27FC236}">
                <a16:creationId xmlns:a16="http://schemas.microsoft.com/office/drawing/2014/main" id="{0B967835-65A8-4886-8D43-AD16D9C9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374" y="40564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4" name="path-1309">
            <a:extLst xmlns:a="http://schemas.openxmlformats.org/drawingml/2006/main">
              <a:ext uri="{FF2B5EF4-FFF2-40B4-BE49-F238E27FC236}">
                <a16:creationId xmlns:a16="http://schemas.microsoft.com/office/drawing/2014/main" id="{32086DDA-88BF-44D3-A770-2355DDCB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501" y="4029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5" name="path-1310">
            <a:extLst xmlns:a="http://schemas.openxmlformats.org/drawingml/2006/main">
              <a:ext uri="{FF2B5EF4-FFF2-40B4-BE49-F238E27FC236}">
                <a16:creationId xmlns:a16="http://schemas.microsoft.com/office/drawing/2014/main" id="{45C17043-3003-49E3-B21A-8CB8FB52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072" y="4027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6" name="path-1311">
            <a:extLst xmlns:a="http://schemas.openxmlformats.org/drawingml/2006/main">
              <a:ext uri="{FF2B5EF4-FFF2-40B4-BE49-F238E27FC236}">
                <a16:creationId xmlns:a16="http://schemas.microsoft.com/office/drawing/2014/main" id="{6F8ED138-65FA-4EB0-AFE7-CD2578D9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967" y="40571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7" name="path-1312">
            <a:extLst xmlns:a="http://schemas.openxmlformats.org/drawingml/2006/main">
              <a:ext uri="{FF2B5EF4-FFF2-40B4-BE49-F238E27FC236}">
                <a16:creationId xmlns:a16="http://schemas.microsoft.com/office/drawing/2014/main" id="{47C4ABB7-2973-4236-BE2E-69A015B3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030" y="4066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8" name="path-1313">
            <a:extLst xmlns:a="http://schemas.openxmlformats.org/drawingml/2006/main">
              <a:ext uri="{FF2B5EF4-FFF2-40B4-BE49-F238E27FC236}">
                <a16:creationId xmlns:a16="http://schemas.microsoft.com/office/drawing/2014/main" id="{A32815FF-0C3E-4499-9429-51C35853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034" y="40417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9" name="path-1314">
            <a:extLst xmlns:a="http://schemas.openxmlformats.org/drawingml/2006/main">
              <a:ext uri="{FF2B5EF4-FFF2-40B4-BE49-F238E27FC236}">
                <a16:creationId xmlns:a16="http://schemas.microsoft.com/office/drawing/2014/main" id="{F88F3020-CB04-4B79-874B-37F1DA70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17" y="40462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0" name="path-1315">
            <a:extLst xmlns:a="http://schemas.openxmlformats.org/drawingml/2006/main">
              <a:ext uri="{FF2B5EF4-FFF2-40B4-BE49-F238E27FC236}">
                <a16:creationId xmlns:a16="http://schemas.microsoft.com/office/drawing/2014/main" id="{08C075D8-3610-4B02-981C-22CCE8D4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750" y="4034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1" name="path-1316">
            <a:extLst xmlns:a="http://schemas.openxmlformats.org/drawingml/2006/main">
              <a:ext uri="{FF2B5EF4-FFF2-40B4-BE49-F238E27FC236}">
                <a16:creationId xmlns:a16="http://schemas.microsoft.com/office/drawing/2014/main" id="{E22E065E-0706-4840-84ED-DA927F9F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113" y="4012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2" name="path-1317">
            <a:extLst xmlns:a="http://schemas.openxmlformats.org/drawingml/2006/main">
              <a:ext uri="{FF2B5EF4-FFF2-40B4-BE49-F238E27FC236}">
                <a16:creationId xmlns:a16="http://schemas.microsoft.com/office/drawing/2014/main" id="{0D791C9E-E2C0-4666-8955-FF69A46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133" y="4044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3" name="path-1318">
            <a:extLst xmlns:a="http://schemas.openxmlformats.org/drawingml/2006/main">
              <a:ext uri="{FF2B5EF4-FFF2-40B4-BE49-F238E27FC236}">
                <a16:creationId xmlns:a16="http://schemas.microsoft.com/office/drawing/2014/main" id="{A9E744B7-4172-42CC-A83A-1CF4BDC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726" y="40215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4" name="path-1319">
            <a:extLst xmlns:a="http://schemas.openxmlformats.org/drawingml/2006/main">
              <a:ext uri="{FF2B5EF4-FFF2-40B4-BE49-F238E27FC236}">
                <a16:creationId xmlns:a16="http://schemas.microsoft.com/office/drawing/2014/main" id="{8CAE64B9-9F11-405F-8378-A1A82D64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380" y="40374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5" name="path-1320">
            <a:extLst xmlns:a="http://schemas.openxmlformats.org/drawingml/2006/main">
              <a:ext uri="{FF2B5EF4-FFF2-40B4-BE49-F238E27FC236}">
                <a16:creationId xmlns:a16="http://schemas.microsoft.com/office/drawing/2014/main" id="{EDF8A25F-4D40-4924-AA65-21B32E7D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130" y="4029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6" name="path-1321">
            <a:extLst xmlns:a="http://schemas.openxmlformats.org/drawingml/2006/main">
              <a:ext uri="{FF2B5EF4-FFF2-40B4-BE49-F238E27FC236}">
                <a16:creationId xmlns:a16="http://schemas.microsoft.com/office/drawing/2014/main" id="{6DB5F272-C994-439C-B7BA-CAE81270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03" y="40610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7" name="path-1322">
            <a:extLst xmlns:a="http://schemas.openxmlformats.org/drawingml/2006/main">
              <a:ext uri="{FF2B5EF4-FFF2-40B4-BE49-F238E27FC236}">
                <a16:creationId xmlns:a16="http://schemas.microsoft.com/office/drawing/2014/main" id="{1DEAF232-665F-45EF-828B-74732F13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456" y="40558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8" name="path-1323">
            <a:extLst xmlns:a="http://schemas.openxmlformats.org/drawingml/2006/main">
              <a:ext uri="{FF2B5EF4-FFF2-40B4-BE49-F238E27FC236}">
                <a16:creationId xmlns:a16="http://schemas.microsoft.com/office/drawing/2014/main" id="{D681889C-D17A-43E3-84BB-920A6850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108" y="4035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9" name="path-1324">
            <a:extLst xmlns:a="http://schemas.openxmlformats.org/drawingml/2006/main">
              <a:ext uri="{FF2B5EF4-FFF2-40B4-BE49-F238E27FC236}">
                <a16:creationId xmlns:a16="http://schemas.microsoft.com/office/drawing/2014/main" id="{9879F804-28C6-4456-8C49-DB090D31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60" y="4034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0" name="path-1325">
            <a:extLst xmlns:a="http://schemas.openxmlformats.org/drawingml/2006/main">
              <a:ext uri="{FF2B5EF4-FFF2-40B4-BE49-F238E27FC236}">
                <a16:creationId xmlns:a16="http://schemas.microsoft.com/office/drawing/2014/main" id="{4806300F-52FB-47A3-A217-264AC79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067" y="4052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1" name="path-1326">
            <a:extLst xmlns:a="http://schemas.openxmlformats.org/drawingml/2006/main">
              <a:ext uri="{FF2B5EF4-FFF2-40B4-BE49-F238E27FC236}">
                <a16:creationId xmlns:a16="http://schemas.microsoft.com/office/drawing/2014/main" id="{3FC412C9-EE63-46DF-BDB7-BB46C4F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217" y="40509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2" name="path-1327">
            <a:extLst xmlns:a="http://schemas.openxmlformats.org/drawingml/2006/main">
              <a:ext uri="{FF2B5EF4-FFF2-40B4-BE49-F238E27FC236}">
                <a16:creationId xmlns:a16="http://schemas.microsoft.com/office/drawing/2014/main" id="{125CE842-7D7B-4CF7-9268-73C8FD16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514" y="40708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3" name="path-1328">
            <a:extLst xmlns:a="http://schemas.openxmlformats.org/drawingml/2006/main">
              <a:ext uri="{FF2B5EF4-FFF2-40B4-BE49-F238E27FC236}">
                <a16:creationId xmlns:a16="http://schemas.microsoft.com/office/drawing/2014/main" id="{15AECDDA-D21C-4B9E-B9E4-1B234D7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552" y="40884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4" name="path-1329">
            <a:extLst xmlns:a="http://schemas.openxmlformats.org/drawingml/2006/main">
              <a:ext uri="{FF2B5EF4-FFF2-40B4-BE49-F238E27FC236}">
                <a16:creationId xmlns:a16="http://schemas.microsoft.com/office/drawing/2014/main" id="{47CA33B4-1B87-4124-B4EF-E5F9063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827" y="40459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5" name="path-1330">
            <a:extLst xmlns:a="http://schemas.openxmlformats.org/drawingml/2006/main">
              <a:ext uri="{FF2B5EF4-FFF2-40B4-BE49-F238E27FC236}">
                <a16:creationId xmlns:a16="http://schemas.microsoft.com/office/drawing/2014/main" id="{BCB629EF-85F3-474C-8A80-450E20C5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14" y="40487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6" name="path-1331">
            <a:extLst xmlns:a="http://schemas.openxmlformats.org/drawingml/2006/main">
              <a:ext uri="{FF2B5EF4-FFF2-40B4-BE49-F238E27FC236}">
                <a16:creationId xmlns:a16="http://schemas.microsoft.com/office/drawing/2014/main" id="{97ACAF1D-9C13-47C0-9E57-478326F7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707" y="40273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7" name="path-1332">
            <a:extLst xmlns:a="http://schemas.openxmlformats.org/drawingml/2006/main">
              <a:ext uri="{FF2B5EF4-FFF2-40B4-BE49-F238E27FC236}">
                <a16:creationId xmlns:a16="http://schemas.microsoft.com/office/drawing/2014/main" id="{64A51221-EA51-45C4-9DBE-96827017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848" y="40850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8" name="path-1333">
            <a:extLst xmlns:a="http://schemas.openxmlformats.org/drawingml/2006/main">
              <a:ext uri="{FF2B5EF4-FFF2-40B4-BE49-F238E27FC236}">
                <a16:creationId xmlns:a16="http://schemas.microsoft.com/office/drawing/2014/main" id="{5CEA7804-1382-4C1B-BA13-5842DFEE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347" y="40482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9" name="path-1334">
            <a:extLst xmlns:a="http://schemas.openxmlformats.org/drawingml/2006/main">
              <a:ext uri="{FF2B5EF4-FFF2-40B4-BE49-F238E27FC236}">
                <a16:creationId xmlns:a16="http://schemas.microsoft.com/office/drawing/2014/main" id="{FD15D2C6-CB22-4CBC-B1AE-7C4A4BFE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1" y="4044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0" name="path-1335">
            <a:extLst xmlns:a="http://schemas.openxmlformats.org/drawingml/2006/main">
              <a:ext uri="{FF2B5EF4-FFF2-40B4-BE49-F238E27FC236}">
                <a16:creationId xmlns:a16="http://schemas.microsoft.com/office/drawing/2014/main" id="{8FAA3C62-B6B6-4285-9794-A1E3D25D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129" y="4044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1" name="path-1336">
            <a:extLst xmlns:a="http://schemas.openxmlformats.org/drawingml/2006/main">
              <a:ext uri="{FF2B5EF4-FFF2-40B4-BE49-F238E27FC236}">
                <a16:creationId xmlns:a16="http://schemas.microsoft.com/office/drawing/2014/main" id="{AF59E3A6-BF09-4017-ABE4-E24B8A8A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109" y="4041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2" name="path-1337">
            <a:extLst xmlns:a="http://schemas.openxmlformats.org/drawingml/2006/main">
              <a:ext uri="{FF2B5EF4-FFF2-40B4-BE49-F238E27FC236}">
                <a16:creationId xmlns:a16="http://schemas.microsoft.com/office/drawing/2014/main" id="{E1EBAECC-2214-4892-863F-3F2216BB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527" y="40439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3" name="path-1338">
            <a:extLst xmlns:a="http://schemas.openxmlformats.org/drawingml/2006/main">
              <a:ext uri="{FF2B5EF4-FFF2-40B4-BE49-F238E27FC236}">
                <a16:creationId xmlns:a16="http://schemas.microsoft.com/office/drawing/2014/main" id="{17BD3364-6028-42E0-8F2E-07571EA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998" y="40412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4" name="path-1339">
            <a:extLst xmlns:a="http://schemas.openxmlformats.org/drawingml/2006/main">
              <a:ext uri="{FF2B5EF4-FFF2-40B4-BE49-F238E27FC236}">
                <a16:creationId xmlns:a16="http://schemas.microsoft.com/office/drawing/2014/main" id="{B2546DF6-F5D9-4843-97EC-5AC44401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550" y="4052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5" name="path-1340">
            <a:extLst xmlns:a="http://schemas.openxmlformats.org/drawingml/2006/main">
              <a:ext uri="{FF2B5EF4-FFF2-40B4-BE49-F238E27FC236}">
                <a16:creationId xmlns:a16="http://schemas.microsoft.com/office/drawing/2014/main" id="{34C4586F-89F6-44B0-8F03-2B9C337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01" y="40217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6" name="path-1341">
            <a:extLst xmlns:a="http://schemas.openxmlformats.org/drawingml/2006/main">
              <a:ext uri="{FF2B5EF4-FFF2-40B4-BE49-F238E27FC236}">
                <a16:creationId xmlns:a16="http://schemas.microsoft.com/office/drawing/2014/main" id="{DE614C6C-BEF3-4DEE-87CA-3A7FF989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82" y="40200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7" name="path-1342">
            <a:extLst xmlns:a="http://schemas.openxmlformats.org/drawingml/2006/main">
              <a:ext uri="{FF2B5EF4-FFF2-40B4-BE49-F238E27FC236}">
                <a16:creationId xmlns:a16="http://schemas.microsoft.com/office/drawing/2014/main" id="{DE8F66D8-0CFB-44AA-AF63-B2A0641B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62" y="40452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8" name="path-1343">
            <a:extLst xmlns:a="http://schemas.openxmlformats.org/drawingml/2006/main">
              <a:ext uri="{FF2B5EF4-FFF2-40B4-BE49-F238E27FC236}">
                <a16:creationId xmlns:a16="http://schemas.microsoft.com/office/drawing/2014/main" id="{1E804278-FAF7-44DB-9423-7427D6B3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290" y="4045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9" name="path-1344">
            <a:extLst xmlns:a="http://schemas.openxmlformats.org/drawingml/2006/main">
              <a:ext uri="{FF2B5EF4-FFF2-40B4-BE49-F238E27FC236}">
                <a16:creationId xmlns:a16="http://schemas.microsoft.com/office/drawing/2014/main" id="{6CF4F75D-86D5-482C-86F8-CC98C26E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25" y="40187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0" name="path-1345">
            <a:extLst xmlns:a="http://schemas.openxmlformats.org/drawingml/2006/main">
              <a:ext uri="{FF2B5EF4-FFF2-40B4-BE49-F238E27FC236}">
                <a16:creationId xmlns:a16="http://schemas.microsoft.com/office/drawing/2014/main" id="{EF728D53-9DB6-4033-810D-17FE771F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301" y="40364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1" name="path-1346">
            <a:extLst xmlns:a="http://schemas.openxmlformats.org/drawingml/2006/main">
              <a:ext uri="{FF2B5EF4-FFF2-40B4-BE49-F238E27FC236}">
                <a16:creationId xmlns:a16="http://schemas.microsoft.com/office/drawing/2014/main" id="{32079D99-6C63-4D3E-BB68-2C68C990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310" y="40502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2" name="path-1347">
            <a:extLst xmlns:a="http://schemas.openxmlformats.org/drawingml/2006/main">
              <a:ext uri="{FF2B5EF4-FFF2-40B4-BE49-F238E27FC236}">
                <a16:creationId xmlns:a16="http://schemas.microsoft.com/office/drawing/2014/main" id="{6234D715-5E14-4029-B6BF-2F6A49B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171" y="4061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3" name="path-1348">
            <a:extLst xmlns:a="http://schemas.openxmlformats.org/drawingml/2006/main">
              <a:ext uri="{FF2B5EF4-FFF2-40B4-BE49-F238E27FC236}">
                <a16:creationId xmlns:a16="http://schemas.microsoft.com/office/drawing/2014/main" id="{7CC6E047-E9C0-491A-A496-A215B55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871" y="40430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4" name="path-1349">
            <a:extLst xmlns:a="http://schemas.openxmlformats.org/drawingml/2006/main">
              <a:ext uri="{FF2B5EF4-FFF2-40B4-BE49-F238E27FC236}">
                <a16:creationId xmlns:a16="http://schemas.microsoft.com/office/drawing/2014/main" id="{D2F1910E-B25E-497E-9B4E-F5D25691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168" y="4052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5" name="path-1350">
            <a:extLst xmlns:a="http://schemas.openxmlformats.org/drawingml/2006/main">
              <a:ext uri="{FF2B5EF4-FFF2-40B4-BE49-F238E27FC236}">
                <a16:creationId xmlns:a16="http://schemas.microsoft.com/office/drawing/2014/main" id="{D3124890-F430-436C-AF42-5B153EE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298" y="40761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6" name="path-1351">
            <a:extLst xmlns:a="http://schemas.openxmlformats.org/drawingml/2006/main">
              <a:ext uri="{FF2B5EF4-FFF2-40B4-BE49-F238E27FC236}">
                <a16:creationId xmlns:a16="http://schemas.microsoft.com/office/drawing/2014/main" id="{B4C7DA5B-674D-47CB-8A8F-9B0162C1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758" y="40381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7" name="path-1352">
            <a:extLst xmlns:a="http://schemas.openxmlformats.org/drawingml/2006/main">
              <a:ext uri="{FF2B5EF4-FFF2-40B4-BE49-F238E27FC236}">
                <a16:creationId xmlns:a16="http://schemas.microsoft.com/office/drawing/2014/main" id="{83B321FB-816B-450A-A4F4-26B1F255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57" y="40101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8" name="path-1353">
            <a:extLst xmlns:a="http://schemas.openxmlformats.org/drawingml/2006/main">
              <a:ext uri="{FF2B5EF4-FFF2-40B4-BE49-F238E27FC236}">
                <a16:creationId xmlns:a16="http://schemas.microsoft.com/office/drawing/2014/main" id="{434EC9EE-0247-4F42-8703-095A7EB1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778" y="40496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9" name="path-1354">
            <a:extLst xmlns:a="http://schemas.openxmlformats.org/drawingml/2006/main">
              <a:ext uri="{FF2B5EF4-FFF2-40B4-BE49-F238E27FC236}">
                <a16:creationId xmlns:a16="http://schemas.microsoft.com/office/drawing/2014/main" id="{85430BE5-F699-410D-A632-AF99728B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235" y="4043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0" name="path-1355">
            <a:extLst xmlns:a="http://schemas.openxmlformats.org/drawingml/2006/main">
              <a:ext uri="{FF2B5EF4-FFF2-40B4-BE49-F238E27FC236}">
                <a16:creationId xmlns:a16="http://schemas.microsoft.com/office/drawing/2014/main" id="{2BD4793B-119D-4665-828B-207C414E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9160" y="4060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1" name="path-1356">
            <a:extLst xmlns:a="http://schemas.openxmlformats.org/drawingml/2006/main">
              <a:ext uri="{FF2B5EF4-FFF2-40B4-BE49-F238E27FC236}">
                <a16:creationId xmlns:a16="http://schemas.microsoft.com/office/drawing/2014/main" id="{6C2C9871-9978-4D85-BE8C-3D7F87CB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023" y="40428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2" name="path-1357">
            <a:extLst xmlns:a="http://schemas.openxmlformats.org/drawingml/2006/main">
              <a:ext uri="{FF2B5EF4-FFF2-40B4-BE49-F238E27FC236}">
                <a16:creationId xmlns:a16="http://schemas.microsoft.com/office/drawing/2014/main" id="{D75E0F4E-8803-44FE-B683-35DAD1DD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619" y="4042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3" name="path-1358">
            <a:extLst xmlns:a="http://schemas.openxmlformats.org/drawingml/2006/main">
              <a:ext uri="{FF2B5EF4-FFF2-40B4-BE49-F238E27FC236}">
                <a16:creationId xmlns:a16="http://schemas.microsoft.com/office/drawing/2014/main" id="{867D61E4-42F1-47CF-A992-9AD61A9C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516" y="4055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4" name="path-1359">
            <a:extLst xmlns:a="http://schemas.openxmlformats.org/drawingml/2006/main">
              <a:ext uri="{FF2B5EF4-FFF2-40B4-BE49-F238E27FC236}">
                <a16:creationId xmlns:a16="http://schemas.microsoft.com/office/drawing/2014/main" id="{229A4C4B-3CD3-4CFC-B579-EE6993B3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676" y="40273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5" name="path-1360">
            <a:extLst xmlns:a="http://schemas.openxmlformats.org/drawingml/2006/main">
              <a:ext uri="{FF2B5EF4-FFF2-40B4-BE49-F238E27FC236}">
                <a16:creationId xmlns:a16="http://schemas.microsoft.com/office/drawing/2014/main" id="{508AA562-E235-4CA5-B37C-D84B592D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323" y="40567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6" name="path-1361">
            <a:extLst xmlns:a="http://schemas.openxmlformats.org/drawingml/2006/main">
              <a:ext uri="{FF2B5EF4-FFF2-40B4-BE49-F238E27FC236}">
                <a16:creationId xmlns:a16="http://schemas.microsoft.com/office/drawing/2014/main" id="{C65E85B0-6669-4B92-894B-D247B7FA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49" y="4028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7" name="path-1362">
            <a:extLst xmlns:a="http://schemas.openxmlformats.org/drawingml/2006/main">
              <a:ext uri="{FF2B5EF4-FFF2-40B4-BE49-F238E27FC236}">
                <a16:creationId xmlns:a16="http://schemas.microsoft.com/office/drawing/2014/main" id="{1D014DAE-B200-4DEF-A881-2445136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237" y="40862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8" name="path-1363">
            <a:extLst xmlns:a="http://schemas.openxmlformats.org/drawingml/2006/main">
              <a:ext uri="{FF2B5EF4-FFF2-40B4-BE49-F238E27FC236}">
                <a16:creationId xmlns:a16="http://schemas.microsoft.com/office/drawing/2014/main" id="{9A048F3F-0797-4E97-86F3-1F8AD875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46" y="4050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9" name="path-1364">
            <a:extLst xmlns:a="http://schemas.openxmlformats.org/drawingml/2006/main">
              <a:ext uri="{FF2B5EF4-FFF2-40B4-BE49-F238E27FC236}">
                <a16:creationId xmlns:a16="http://schemas.microsoft.com/office/drawing/2014/main" id="{8EEEACCE-5168-44B2-8633-6809CA4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531" y="40679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0" name="path-1365">
            <a:extLst xmlns:a="http://schemas.openxmlformats.org/drawingml/2006/main">
              <a:ext uri="{FF2B5EF4-FFF2-40B4-BE49-F238E27FC236}">
                <a16:creationId xmlns:a16="http://schemas.microsoft.com/office/drawing/2014/main" id="{E6739CAD-6377-43AD-BB30-5614D21F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647" y="40470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1" name="path-1366">
            <a:extLst xmlns:a="http://schemas.openxmlformats.org/drawingml/2006/main">
              <a:ext uri="{FF2B5EF4-FFF2-40B4-BE49-F238E27FC236}">
                <a16:creationId xmlns:a16="http://schemas.microsoft.com/office/drawing/2014/main" id="{B6824FB4-8E47-4136-8F0E-005A5FE9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394" y="40660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2" name="path-1367">
            <a:extLst xmlns:a="http://schemas.openxmlformats.org/drawingml/2006/main">
              <a:ext uri="{FF2B5EF4-FFF2-40B4-BE49-F238E27FC236}">
                <a16:creationId xmlns:a16="http://schemas.microsoft.com/office/drawing/2014/main" id="{CCC56FAC-9637-41A1-BF76-D19C6B20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838" y="40477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3" name="path-1368">
            <a:extLst xmlns:a="http://schemas.openxmlformats.org/drawingml/2006/main">
              <a:ext uri="{FF2B5EF4-FFF2-40B4-BE49-F238E27FC236}">
                <a16:creationId xmlns:a16="http://schemas.microsoft.com/office/drawing/2014/main" id="{6F91BFD0-397F-4A6A-9114-28EF66EE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02" y="4035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4" name="path-1369">
            <a:extLst xmlns:a="http://schemas.openxmlformats.org/drawingml/2006/main">
              <a:ext uri="{FF2B5EF4-FFF2-40B4-BE49-F238E27FC236}">
                <a16:creationId xmlns:a16="http://schemas.microsoft.com/office/drawing/2014/main" id="{CDAE26B3-CA4A-456D-A915-D7F82F3F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9215" y="40262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5" name="path-1370">
            <a:extLst xmlns:a="http://schemas.openxmlformats.org/drawingml/2006/main">
              <a:ext uri="{FF2B5EF4-FFF2-40B4-BE49-F238E27FC236}">
                <a16:creationId xmlns:a16="http://schemas.microsoft.com/office/drawing/2014/main" id="{CC0B02D0-AAC4-42CF-888A-5BBF9AD4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2" y="40750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6" name="path-1371">
            <a:extLst xmlns:a="http://schemas.openxmlformats.org/drawingml/2006/main">
              <a:ext uri="{FF2B5EF4-FFF2-40B4-BE49-F238E27FC236}">
                <a16:creationId xmlns:a16="http://schemas.microsoft.com/office/drawing/2014/main" id="{E22F722C-8B68-460F-B405-952FB256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857" y="4007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7" name="path-1372">
            <a:extLst xmlns:a="http://schemas.openxmlformats.org/drawingml/2006/main">
              <a:ext uri="{FF2B5EF4-FFF2-40B4-BE49-F238E27FC236}">
                <a16:creationId xmlns:a16="http://schemas.microsoft.com/office/drawing/2014/main" id="{1BB3FC52-C410-489E-9366-C951788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3640" y="40610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8" name="path-1373">
            <a:extLst xmlns:a="http://schemas.openxmlformats.org/drawingml/2006/main">
              <a:ext uri="{FF2B5EF4-FFF2-40B4-BE49-F238E27FC236}">
                <a16:creationId xmlns:a16="http://schemas.microsoft.com/office/drawing/2014/main" id="{5164D794-8629-48CD-B00B-407E71DA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848" y="4009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9" name="path-1374">
            <a:extLst xmlns:a="http://schemas.openxmlformats.org/drawingml/2006/main">
              <a:ext uri="{FF2B5EF4-FFF2-40B4-BE49-F238E27FC236}">
                <a16:creationId xmlns:a16="http://schemas.microsoft.com/office/drawing/2014/main" id="{69DEDF67-2622-4393-B715-E4D86518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326" y="40402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0" name="path-1375">
            <a:extLst xmlns:a="http://schemas.openxmlformats.org/drawingml/2006/main">
              <a:ext uri="{FF2B5EF4-FFF2-40B4-BE49-F238E27FC236}">
                <a16:creationId xmlns:a16="http://schemas.microsoft.com/office/drawing/2014/main" id="{5A8FEC0C-C518-4820-9EB0-6490353A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021" y="40715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1" name="path-1376">
            <a:extLst xmlns:a="http://schemas.openxmlformats.org/drawingml/2006/main">
              <a:ext uri="{FF2B5EF4-FFF2-40B4-BE49-F238E27FC236}">
                <a16:creationId xmlns:a16="http://schemas.microsoft.com/office/drawing/2014/main" id="{5FD474E2-852C-4278-BFDF-D4F20DE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839" y="4005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2" name="path-1377">
            <a:extLst xmlns:a="http://schemas.openxmlformats.org/drawingml/2006/main">
              <a:ext uri="{FF2B5EF4-FFF2-40B4-BE49-F238E27FC236}">
                <a16:creationId xmlns:a16="http://schemas.microsoft.com/office/drawing/2014/main" id="{1CE1C540-003F-4909-A0D0-239DA21B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468" y="40507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3" name="path-1378">
            <a:extLst xmlns:a="http://schemas.openxmlformats.org/drawingml/2006/main">
              <a:ext uri="{FF2B5EF4-FFF2-40B4-BE49-F238E27FC236}">
                <a16:creationId xmlns:a16="http://schemas.microsoft.com/office/drawing/2014/main" id="{4E678588-C9AD-4BD8-B39E-C4F08147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921" y="40635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4" name="path-1379">
            <a:extLst xmlns:a="http://schemas.openxmlformats.org/drawingml/2006/main">
              <a:ext uri="{FF2B5EF4-FFF2-40B4-BE49-F238E27FC236}">
                <a16:creationId xmlns:a16="http://schemas.microsoft.com/office/drawing/2014/main" id="{C378A23E-0121-4779-89A0-8359DC83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589" y="4061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5" name="path-1380">
            <a:extLst xmlns:a="http://schemas.openxmlformats.org/drawingml/2006/main">
              <a:ext uri="{FF2B5EF4-FFF2-40B4-BE49-F238E27FC236}">
                <a16:creationId xmlns:a16="http://schemas.microsoft.com/office/drawing/2014/main" id="{F07C3AEA-FA9B-4ACA-B8AE-CDBF19B9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14" y="40606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6" name="path-1381">
            <a:extLst xmlns:a="http://schemas.openxmlformats.org/drawingml/2006/main">
              <a:ext uri="{FF2B5EF4-FFF2-40B4-BE49-F238E27FC236}">
                <a16:creationId xmlns:a16="http://schemas.microsoft.com/office/drawing/2014/main" id="{151DD489-0845-4CF0-8D65-78AAD9ED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72" y="40409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7" name="path-1382">
            <a:extLst xmlns:a="http://schemas.openxmlformats.org/drawingml/2006/main">
              <a:ext uri="{FF2B5EF4-FFF2-40B4-BE49-F238E27FC236}">
                <a16:creationId xmlns:a16="http://schemas.microsoft.com/office/drawing/2014/main" id="{C38BD6E6-4D47-4EA2-B2C4-155A2886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692" y="40588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8" name="path-1383">
            <a:extLst xmlns:a="http://schemas.openxmlformats.org/drawingml/2006/main">
              <a:ext uri="{FF2B5EF4-FFF2-40B4-BE49-F238E27FC236}">
                <a16:creationId xmlns:a16="http://schemas.microsoft.com/office/drawing/2014/main" id="{2C07723F-AE96-43FE-960E-32ABFABC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655" y="40532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9" name="path-1384">
            <a:extLst xmlns:a="http://schemas.openxmlformats.org/drawingml/2006/main">
              <a:ext uri="{FF2B5EF4-FFF2-40B4-BE49-F238E27FC236}">
                <a16:creationId xmlns:a16="http://schemas.microsoft.com/office/drawing/2014/main" id="{8A6AFCD4-7808-41D7-996F-2723094D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254" y="40269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0" name="path-1385">
            <a:extLst xmlns:a="http://schemas.openxmlformats.org/drawingml/2006/main">
              <a:ext uri="{FF2B5EF4-FFF2-40B4-BE49-F238E27FC236}">
                <a16:creationId xmlns:a16="http://schemas.microsoft.com/office/drawing/2014/main" id="{01EB7F32-55F2-4C2E-BF97-0B9EBA0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96" y="40379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1" name="path-1386">
            <a:extLst xmlns:a="http://schemas.openxmlformats.org/drawingml/2006/main">
              <a:ext uri="{FF2B5EF4-FFF2-40B4-BE49-F238E27FC236}">
                <a16:creationId xmlns:a16="http://schemas.microsoft.com/office/drawing/2014/main" id="{52FD43C6-E742-4781-9B7C-1428F86B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5" y="4024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2" name="path-1387">
            <a:extLst xmlns:a="http://schemas.openxmlformats.org/drawingml/2006/main">
              <a:ext uri="{FF2B5EF4-FFF2-40B4-BE49-F238E27FC236}">
                <a16:creationId xmlns:a16="http://schemas.microsoft.com/office/drawing/2014/main" id="{B808321C-A422-4745-ACC2-1EF8EA34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215" y="40501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3" name="path-1388">
            <a:extLst xmlns:a="http://schemas.openxmlformats.org/drawingml/2006/main">
              <a:ext uri="{FF2B5EF4-FFF2-40B4-BE49-F238E27FC236}">
                <a16:creationId xmlns:a16="http://schemas.microsoft.com/office/drawing/2014/main" id="{1FFB3516-4D15-476B-960D-98D749B6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879" y="4019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4" name="path-1389">
            <a:extLst xmlns:a="http://schemas.openxmlformats.org/drawingml/2006/main">
              <a:ext uri="{FF2B5EF4-FFF2-40B4-BE49-F238E27FC236}">
                <a16:creationId xmlns:a16="http://schemas.microsoft.com/office/drawing/2014/main" id="{ED171F37-A376-4694-A513-BB52EE82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121" y="40649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5" name="path-1390">
            <a:extLst xmlns:a="http://schemas.openxmlformats.org/drawingml/2006/main">
              <a:ext uri="{FF2B5EF4-FFF2-40B4-BE49-F238E27FC236}">
                <a16:creationId xmlns:a16="http://schemas.microsoft.com/office/drawing/2014/main" id="{80D46C66-338D-4F5C-B34E-FE417158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878" y="40370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6" name="path-1391">
            <a:extLst xmlns:a="http://schemas.openxmlformats.org/drawingml/2006/main">
              <a:ext uri="{FF2B5EF4-FFF2-40B4-BE49-F238E27FC236}">
                <a16:creationId xmlns:a16="http://schemas.microsoft.com/office/drawing/2014/main" id="{6AD2F39F-8B34-474A-88EA-2F061DC5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795" y="40373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7" name="path-1392">
            <a:extLst xmlns:a="http://schemas.openxmlformats.org/drawingml/2006/main">
              <a:ext uri="{FF2B5EF4-FFF2-40B4-BE49-F238E27FC236}">
                <a16:creationId xmlns:a16="http://schemas.microsoft.com/office/drawing/2014/main" id="{F47919ED-BB4A-4909-B352-86F8BF8F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966" y="40414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8" name="path-1393">
            <a:extLst xmlns:a="http://schemas.openxmlformats.org/drawingml/2006/main">
              <a:ext uri="{FF2B5EF4-FFF2-40B4-BE49-F238E27FC236}">
                <a16:creationId xmlns:a16="http://schemas.microsoft.com/office/drawing/2014/main" id="{2A6604E2-0988-4516-AFBA-C33A975E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82" y="40352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9" name="path-1394">
            <a:extLst xmlns:a="http://schemas.openxmlformats.org/drawingml/2006/main">
              <a:ext uri="{FF2B5EF4-FFF2-40B4-BE49-F238E27FC236}">
                <a16:creationId xmlns:a16="http://schemas.microsoft.com/office/drawing/2014/main" id="{CD4797F9-1AAF-473C-BCA0-51EA4B81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557" y="4028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0" name="path-1395">
            <a:extLst xmlns:a="http://schemas.openxmlformats.org/drawingml/2006/main">
              <a:ext uri="{FF2B5EF4-FFF2-40B4-BE49-F238E27FC236}">
                <a16:creationId xmlns:a16="http://schemas.microsoft.com/office/drawing/2014/main" id="{4AFC072D-C90F-47AB-8B3A-98FF30AB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1009" y="40544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1" name="path-1396">
            <a:extLst xmlns:a="http://schemas.openxmlformats.org/drawingml/2006/main">
              <a:ext uri="{FF2B5EF4-FFF2-40B4-BE49-F238E27FC236}">
                <a16:creationId xmlns:a16="http://schemas.microsoft.com/office/drawing/2014/main" id="{2E9D1B36-F44B-47B3-8F50-38632EF1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172" y="4046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2" name="path-1397">
            <a:extLst xmlns:a="http://schemas.openxmlformats.org/drawingml/2006/main">
              <a:ext uri="{FF2B5EF4-FFF2-40B4-BE49-F238E27FC236}">
                <a16:creationId xmlns:a16="http://schemas.microsoft.com/office/drawing/2014/main" id="{B7C0BC30-774C-413F-97BB-BA4E9700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496" y="40625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3" name="path-1398">
            <a:extLst xmlns:a="http://schemas.openxmlformats.org/drawingml/2006/main">
              <a:ext uri="{FF2B5EF4-FFF2-40B4-BE49-F238E27FC236}">
                <a16:creationId xmlns:a16="http://schemas.microsoft.com/office/drawing/2014/main" id="{063F33A6-B74F-448F-8731-248686BA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0539" y="40496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4" name="path-1399">
            <a:extLst xmlns:a="http://schemas.openxmlformats.org/drawingml/2006/main">
              <a:ext uri="{FF2B5EF4-FFF2-40B4-BE49-F238E27FC236}">
                <a16:creationId xmlns:a16="http://schemas.microsoft.com/office/drawing/2014/main" id="{18A5C280-D94D-443D-BC2A-9830E619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82" y="40376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5" name="path-1400">
            <a:extLst xmlns:a="http://schemas.openxmlformats.org/drawingml/2006/main">
              <a:ext uri="{FF2B5EF4-FFF2-40B4-BE49-F238E27FC236}">
                <a16:creationId xmlns:a16="http://schemas.microsoft.com/office/drawing/2014/main" id="{00A55B12-9D43-40D7-B63A-B3CE5BF4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547" y="4043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6" name="path-1401">
            <a:extLst xmlns:a="http://schemas.openxmlformats.org/drawingml/2006/main">
              <a:ext uri="{FF2B5EF4-FFF2-40B4-BE49-F238E27FC236}">
                <a16:creationId xmlns:a16="http://schemas.microsoft.com/office/drawing/2014/main" id="{BF50E902-AC9B-44E8-A856-BA6826E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01" y="40522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7" name="path-1402">
            <a:extLst xmlns:a="http://schemas.openxmlformats.org/drawingml/2006/main">
              <a:ext uri="{FF2B5EF4-FFF2-40B4-BE49-F238E27FC236}">
                <a16:creationId xmlns:a16="http://schemas.microsoft.com/office/drawing/2014/main" id="{6166B329-E977-44EA-AE7D-31176E8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5" y="40331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8" name="path-1403">
            <a:extLst xmlns:a="http://schemas.openxmlformats.org/drawingml/2006/main">
              <a:ext uri="{FF2B5EF4-FFF2-40B4-BE49-F238E27FC236}">
                <a16:creationId xmlns:a16="http://schemas.microsoft.com/office/drawing/2014/main" id="{DC41E938-914F-4273-9287-076B5A82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94" y="40333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9" name="path-1404">
            <a:extLst xmlns:a="http://schemas.openxmlformats.org/drawingml/2006/main">
              <a:ext uri="{FF2B5EF4-FFF2-40B4-BE49-F238E27FC236}">
                <a16:creationId xmlns:a16="http://schemas.microsoft.com/office/drawing/2014/main" id="{49F36F6C-BCEF-4E6D-AE21-1CF36B9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043" y="4041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0" name="path-1405">
            <a:extLst xmlns:a="http://schemas.openxmlformats.org/drawingml/2006/main">
              <a:ext uri="{FF2B5EF4-FFF2-40B4-BE49-F238E27FC236}">
                <a16:creationId xmlns:a16="http://schemas.microsoft.com/office/drawing/2014/main" id="{6FEFA0E0-D017-4236-954F-E710CDE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891" y="4049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1" name="path-1406">
            <a:extLst xmlns:a="http://schemas.openxmlformats.org/drawingml/2006/main">
              <a:ext uri="{FF2B5EF4-FFF2-40B4-BE49-F238E27FC236}">
                <a16:creationId xmlns:a16="http://schemas.microsoft.com/office/drawing/2014/main" id="{FC3D056A-2316-45A3-86B7-CD93B753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188" y="4042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2" name="path-1407">
            <a:extLst xmlns:a="http://schemas.openxmlformats.org/drawingml/2006/main">
              <a:ext uri="{FF2B5EF4-FFF2-40B4-BE49-F238E27FC236}">
                <a16:creationId xmlns:a16="http://schemas.microsoft.com/office/drawing/2014/main" id="{33DEB30D-7CCB-40FC-AD4D-F71EF3F4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26" y="40309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3" name="path-1408">
            <a:extLst xmlns:a="http://schemas.openxmlformats.org/drawingml/2006/main">
              <a:ext uri="{FF2B5EF4-FFF2-40B4-BE49-F238E27FC236}">
                <a16:creationId xmlns:a16="http://schemas.microsoft.com/office/drawing/2014/main" id="{9151CC5A-8174-45DF-B99E-63C1A55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331" y="40595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4" name="path-1409">
            <a:extLst xmlns:a="http://schemas.openxmlformats.org/drawingml/2006/main">
              <a:ext uri="{FF2B5EF4-FFF2-40B4-BE49-F238E27FC236}">
                <a16:creationId xmlns:a16="http://schemas.microsoft.com/office/drawing/2014/main" id="{EF335023-5E47-4F77-8FB2-404C4432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458" y="40245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5" name="path-1410">
            <a:extLst xmlns:a="http://schemas.openxmlformats.org/drawingml/2006/main">
              <a:ext uri="{FF2B5EF4-FFF2-40B4-BE49-F238E27FC236}">
                <a16:creationId xmlns:a16="http://schemas.microsoft.com/office/drawing/2014/main" id="{419CF85B-8842-4A29-8FE3-74A2AF57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850" y="40725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6" name="path-1411">
            <a:extLst xmlns:a="http://schemas.openxmlformats.org/drawingml/2006/main">
              <a:ext uri="{FF2B5EF4-FFF2-40B4-BE49-F238E27FC236}">
                <a16:creationId xmlns:a16="http://schemas.microsoft.com/office/drawing/2014/main" id="{98FF96C5-801C-4D00-AB47-A83E4BE1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582" y="40186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7" name="path-1412">
            <a:extLst xmlns:a="http://schemas.openxmlformats.org/drawingml/2006/main">
              <a:ext uri="{FF2B5EF4-FFF2-40B4-BE49-F238E27FC236}">
                <a16:creationId xmlns:a16="http://schemas.microsoft.com/office/drawing/2014/main" id="{C2A177D9-1E06-4DF5-B9CF-112AA9D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13" y="40448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8" name="path-1413">
            <a:extLst xmlns:a="http://schemas.openxmlformats.org/drawingml/2006/main">
              <a:ext uri="{FF2B5EF4-FFF2-40B4-BE49-F238E27FC236}">
                <a16:creationId xmlns:a16="http://schemas.microsoft.com/office/drawing/2014/main" id="{F0A09F2B-F35D-47A7-A257-A45B54BB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264" y="4044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9" name="path-1414">
            <a:extLst xmlns:a="http://schemas.openxmlformats.org/drawingml/2006/main">
              <a:ext uri="{FF2B5EF4-FFF2-40B4-BE49-F238E27FC236}">
                <a16:creationId xmlns:a16="http://schemas.microsoft.com/office/drawing/2014/main" id="{51DA432D-B2FE-4D65-837C-FE09FCEC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751" y="4047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0" name="path-1415">
            <a:extLst xmlns:a="http://schemas.openxmlformats.org/drawingml/2006/main">
              <a:ext uri="{FF2B5EF4-FFF2-40B4-BE49-F238E27FC236}">
                <a16:creationId xmlns:a16="http://schemas.microsoft.com/office/drawing/2014/main" id="{9EDE96CD-A04C-43CC-857A-19D92BB0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7" y="4037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1" name="path-1416">
            <a:extLst xmlns:a="http://schemas.openxmlformats.org/drawingml/2006/main">
              <a:ext uri="{FF2B5EF4-FFF2-40B4-BE49-F238E27FC236}">
                <a16:creationId xmlns:a16="http://schemas.microsoft.com/office/drawing/2014/main" id="{0D626D90-9192-46B8-ABBF-E372DB2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584" y="40520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2" name="path-1417">
            <a:extLst xmlns:a="http://schemas.openxmlformats.org/drawingml/2006/main">
              <a:ext uri="{FF2B5EF4-FFF2-40B4-BE49-F238E27FC236}">
                <a16:creationId xmlns:a16="http://schemas.microsoft.com/office/drawing/2014/main" id="{81A311CE-2310-4E84-932A-472AE9F6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115" y="40154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3" name="path-1418">
            <a:extLst xmlns:a="http://schemas.openxmlformats.org/drawingml/2006/main">
              <a:ext uri="{FF2B5EF4-FFF2-40B4-BE49-F238E27FC236}">
                <a16:creationId xmlns:a16="http://schemas.microsoft.com/office/drawing/2014/main" id="{E50DC541-D444-4B18-BA94-9DFA63CE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12" y="40371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4" name="path-1419">
            <a:extLst xmlns:a="http://schemas.openxmlformats.org/drawingml/2006/main">
              <a:ext uri="{FF2B5EF4-FFF2-40B4-BE49-F238E27FC236}">
                <a16:creationId xmlns:a16="http://schemas.microsoft.com/office/drawing/2014/main" id="{B0CAF137-545E-4E54-BD0A-59683D64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240" y="4092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5" name="path-1420">
            <a:extLst xmlns:a="http://schemas.openxmlformats.org/drawingml/2006/main">
              <a:ext uri="{FF2B5EF4-FFF2-40B4-BE49-F238E27FC236}">
                <a16:creationId xmlns:a16="http://schemas.microsoft.com/office/drawing/2014/main" id="{B7503233-8D4A-4CB9-A402-B49C0750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817" y="4009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6" name="path-1421">
            <a:extLst xmlns:a="http://schemas.openxmlformats.org/drawingml/2006/main">
              <a:ext uri="{FF2B5EF4-FFF2-40B4-BE49-F238E27FC236}">
                <a16:creationId xmlns:a16="http://schemas.microsoft.com/office/drawing/2014/main" id="{09F5D0E8-BF7D-4A71-9D8A-0E42839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93" y="4083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7" name="path-1422">
            <a:extLst xmlns:a="http://schemas.openxmlformats.org/drawingml/2006/main">
              <a:ext uri="{FF2B5EF4-FFF2-40B4-BE49-F238E27FC236}">
                <a16:creationId xmlns:a16="http://schemas.microsoft.com/office/drawing/2014/main" id="{5956E2DB-86B3-476D-B8E3-54F3FD53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527" y="40593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8" name="path-1423">
            <a:extLst xmlns:a="http://schemas.openxmlformats.org/drawingml/2006/main">
              <a:ext uri="{FF2B5EF4-FFF2-40B4-BE49-F238E27FC236}">
                <a16:creationId xmlns:a16="http://schemas.microsoft.com/office/drawing/2014/main" id="{2D18205B-605A-46E6-BD3B-C49C1A1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785" y="40169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9" name="path-1424">
            <a:extLst xmlns:a="http://schemas.openxmlformats.org/drawingml/2006/main">
              <a:ext uri="{FF2B5EF4-FFF2-40B4-BE49-F238E27FC236}">
                <a16:creationId xmlns:a16="http://schemas.microsoft.com/office/drawing/2014/main" id="{B2D1CE63-22C6-44A8-813D-58BDDDAB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256" y="4033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0" name="path-1425">
            <a:extLst xmlns:a="http://schemas.openxmlformats.org/drawingml/2006/main">
              <a:ext uri="{FF2B5EF4-FFF2-40B4-BE49-F238E27FC236}">
                <a16:creationId xmlns:a16="http://schemas.microsoft.com/office/drawing/2014/main" id="{C6E0C598-D356-49E5-B831-25740194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835" y="40315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1" name="path-1426">
            <a:extLst xmlns:a="http://schemas.openxmlformats.org/drawingml/2006/main">
              <a:ext uri="{FF2B5EF4-FFF2-40B4-BE49-F238E27FC236}">
                <a16:creationId xmlns:a16="http://schemas.microsoft.com/office/drawing/2014/main" id="{F0D7AEC2-14DE-4B13-B792-124C4E42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731" y="4056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2" name="path-1427">
            <a:extLst xmlns:a="http://schemas.openxmlformats.org/drawingml/2006/main">
              <a:ext uri="{FF2B5EF4-FFF2-40B4-BE49-F238E27FC236}">
                <a16:creationId xmlns:a16="http://schemas.microsoft.com/office/drawing/2014/main" id="{4FCFFD89-0894-48C6-8E98-2F8B5D4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567" y="4063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3" name="path-1428">
            <a:extLst xmlns:a="http://schemas.openxmlformats.org/drawingml/2006/main">
              <a:ext uri="{FF2B5EF4-FFF2-40B4-BE49-F238E27FC236}">
                <a16:creationId xmlns:a16="http://schemas.microsoft.com/office/drawing/2014/main" id="{B699F6FA-21B3-493D-914D-4E50444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073" y="40381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4" name="path-1429">
            <a:extLst xmlns:a="http://schemas.openxmlformats.org/drawingml/2006/main">
              <a:ext uri="{FF2B5EF4-FFF2-40B4-BE49-F238E27FC236}">
                <a16:creationId xmlns:a16="http://schemas.microsoft.com/office/drawing/2014/main" id="{92B3301E-5B7B-4E46-A480-12FC08B1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453" y="40435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5" name="path-1430">
            <a:extLst xmlns:a="http://schemas.openxmlformats.org/drawingml/2006/main">
              <a:ext uri="{FF2B5EF4-FFF2-40B4-BE49-F238E27FC236}">
                <a16:creationId xmlns:a16="http://schemas.microsoft.com/office/drawing/2014/main" id="{026EF5A9-243A-403A-B01E-5BE5FD2F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189" y="40435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6" name="path-1431">
            <a:extLst xmlns:a="http://schemas.openxmlformats.org/drawingml/2006/main">
              <a:ext uri="{FF2B5EF4-FFF2-40B4-BE49-F238E27FC236}">
                <a16:creationId xmlns:a16="http://schemas.microsoft.com/office/drawing/2014/main" id="{627CB222-3B8F-41D0-BD76-8065A8F2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73" y="4024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7" name="path-1432">
            <a:extLst xmlns:a="http://schemas.openxmlformats.org/drawingml/2006/main">
              <a:ext uri="{FF2B5EF4-FFF2-40B4-BE49-F238E27FC236}">
                <a16:creationId xmlns:a16="http://schemas.microsoft.com/office/drawing/2014/main" id="{E230C274-8618-49E6-AFD7-AC0E0AB2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425" y="4027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8" name="path-1433">
            <a:extLst xmlns:a="http://schemas.openxmlformats.org/drawingml/2006/main">
              <a:ext uri="{FF2B5EF4-FFF2-40B4-BE49-F238E27FC236}">
                <a16:creationId xmlns:a16="http://schemas.microsoft.com/office/drawing/2014/main" id="{2C0CED5B-2004-454C-AF57-11413692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660" y="40347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9" name="path-1434">
            <a:extLst xmlns:a="http://schemas.openxmlformats.org/drawingml/2006/main">
              <a:ext uri="{FF2B5EF4-FFF2-40B4-BE49-F238E27FC236}">
                <a16:creationId xmlns:a16="http://schemas.microsoft.com/office/drawing/2014/main" id="{198DBD72-F6FA-4900-AA97-5A8E7697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069" y="4045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0" name="path-1435">
            <a:extLst xmlns:a="http://schemas.openxmlformats.org/drawingml/2006/main">
              <a:ext uri="{FF2B5EF4-FFF2-40B4-BE49-F238E27FC236}">
                <a16:creationId xmlns:a16="http://schemas.microsoft.com/office/drawing/2014/main" id="{D1A7889C-C690-4FE4-BB33-A59B6736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853" y="40495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1" name="path-1436">
            <a:extLst xmlns:a="http://schemas.openxmlformats.org/drawingml/2006/main">
              <a:ext uri="{FF2B5EF4-FFF2-40B4-BE49-F238E27FC236}">
                <a16:creationId xmlns:a16="http://schemas.microsoft.com/office/drawing/2014/main" id="{CAB41D0C-3FC3-4FEF-8F92-411ED87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877" y="40550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2" name="path-1437">
            <a:extLst xmlns:a="http://schemas.openxmlformats.org/drawingml/2006/main">
              <a:ext uri="{FF2B5EF4-FFF2-40B4-BE49-F238E27FC236}">
                <a16:creationId xmlns:a16="http://schemas.microsoft.com/office/drawing/2014/main" id="{CB1DB840-5709-4985-91B5-B008D06D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50" y="40601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3" name="path-1438">
            <a:extLst xmlns:a="http://schemas.openxmlformats.org/drawingml/2006/main">
              <a:ext uri="{FF2B5EF4-FFF2-40B4-BE49-F238E27FC236}">
                <a16:creationId xmlns:a16="http://schemas.microsoft.com/office/drawing/2014/main" id="{1099A507-26F6-4C65-B586-1FE46AE2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48" y="40575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4" name="path-1439">
            <a:extLst xmlns:a="http://schemas.openxmlformats.org/drawingml/2006/main">
              <a:ext uri="{FF2B5EF4-FFF2-40B4-BE49-F238E27FC236}">
                <a16:creationId xmlns:a16="http://schemas.microsoft.com/office/drawing/2014/main" id="{E9679CBA-DAB7-4BA7-975B-06A09C3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586" y="40431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5" name="path-1440">
            <a:extLst xmlns:a="http://schemas.openxmlformats.org/drawingml/2006/main">
              <a:ext uri="{FF2B5EF4-FFF2-40B4-BE49-F238E27FC236}">
                <a16:creationId xmlns:a16="http://schemas.microsoft.com/office/drawing/2014/main" id="{84257A4F-51A7-41EA-ADEA-6C2819F9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9692" y="4038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6" name="path-1441">
            <a:extLst xmlns:a="http://schemas.openxmlformats.org/drawingml/2006/main">
              <a:ext uri="{FF2B5EF4-FFF2-40B4-BE49-F238E27FC236}">
                <a16:creationId xmlns:a16="http://schemas.microsoft.com/office/drawing/2014/main" id="{0B799A87-0203-450E-802A-1EFB9446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938" y="4027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7" name="path-1442">
            <a:extLst xmlns:a="http://schemas.openxmlformats.org/drawingml/2006/main">
              <a:ext uri="{FF2B5EF4-FFF2-40B4-BE49-F238E27FC236}">
                <a16:creationId xmlns:a16="http://schemas.microsoft.com/office/drawing/2014/main" id="{24435219-EA5F-4C8E-A4AC-66686326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31" y="4044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8" name="path-1443">
            <a:extLst xmlns:a="http://schemas.openxmlformats.org/drawingml/2006/main">
              <a:ext uri="{FF2B5EF4-FFF2-40B4-BE49-F238E27FC236}">
                <a16:creationId xmlns:a16="http://schemas.microsoft.com/office/drawing/2014/main" id="{473F6CD4-61B1-4FE3-8243-287F695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343" y="40466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9" name="path-1444">
            <a:extLst xmlns:a="http://schemas.openxmlformats.org/drawingml/2006/main">
              <a:ext uri="{FF2B5EF4-FFF2-40B4-BE49-F238E27FC236}">
                <a16:creationId xmlns:a16="http://schemas.microsoft.com/office/drawing/2014/main" id="{F9D510F7-796A-4F4C-94E2-DC102992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011" y="40580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0" name="path-1445">
            <a:extLst xmlns:a="http://schemas.openxmlformats.org/drawingml/2006/main">
              <a:ext uri="{FF2B5EF4-FFF2-40B4-BE49-F238E27FC236}">
                <a16:creationId xmlns:a16="http://schemas.microsoft.com/office/drawing/2014/main" id="{475F3352-DC95-4A97-85ED-41996770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187" y="40395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1" name="path-1446">
            <a:extLst xmlns:a="http://schemas.openxmlformats.org/drawingml/2006/main">
              <a:ext uri="{FF2B5EF4-FFF2-40B4-BE49-F238E27FC236}">
                <a16:creationId xmlns:a16="http://schemas.microsoft.com/office/drawing/2014/main" id="{2F1A0CFB-F334-41F8-920D-65D4A4D1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088" y="4052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2" name="path-1447">
            <a:extLst xmlns:a="http://schemas.openxmlformats.org/drawingml/2006/main">
              <a:ext uri="{FF2B5EF4-FFF2-40B4-BE49-F238E27FC236}">
                <a16:creationId xmlns:a16="http://schemas.microsoft.com/office/drawing/2014/main" id="{204ABEF8-0E74-42EA-B97B-0B56F725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113" y="4038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3" name="path-1448">
            <a:extLst xmlns:a="http://schemas.openxmlformats.org/drawingml/2006/main">
              <a:ext uri="{FF2B5EF4-FFF2-40B4-BE49-F238E27FC236}">
                <a16:creationId xmlns:a16="http://schemas.microsoft.com/office/drawing/2014/main" id="{282DBD88-CDE0-4780-BDD0-2585545E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730" y="40633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4" name="path-1449">
            <a:extLst xmlns:a="http://schemas.openxmlformats.org/drawingml/2006/main">
              <a:ext uri="{FF2B5EF4-FFF2-40B4-BE49-F238E27FC236}">
                <a16:creationId xmlns:a16="http://schemas.microsoft.com/office/drawing/2014/main" id="{77E24990-2F78-490A-A9B5-A032E165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801" y="40479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5" name="path-1450">
            <a:extLst xmlns:a="http://schemas.openxmlformats.org/drawingml/2006/main">
              <a:ext uri="{FF2B5EF4-FFF2-40B4-BE49-F238E27FC236}">
                <a16:creationId xmlns:a16="http://schemas.microsoft.com/office/drawing/2014/main" id="{FFD43499-C8BA-41FB-A06D-4A732811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24" y="4028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6" name="path-1451">
            <a:extLst xmlns:a="http://schemas.openxmlformats.org/drawingml/2006/main">
              <a:ext uri="{FF2B5EF4-FFF2-40B4-BE49-F238E27FC236}">
                <a16:creationId xmlns:a16="http://schemas.microsoft.com/office/drawing/2014/main" id="{1A49EF3A-31C3-4CDA-94FD-ADFE72B0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133" y="40396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7" name="path-1452">
            <a:extLst xmlns:a="http://schemas.openxmlformats.org/drawingml/2006/main">
              <a:ext uri="{FF2B5EF4-FFF2-40B4-BE49-F238E27FC236}">
                <a16:creationId xmlns:a16="http://schemas.microsoft.com/office/drawing/2014/main" id="{E6E19409-6D4D-49CE-A391-43CC176B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323" y="40498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8" name="path-1453">
            <a:extLst xmlns:a="http://schemas.openxmlformats.org/drawingml/2006/main">
              <a:ext uri="{FF2B5EF4-FFF2-40B4-BE49-F238E27FC236}">
                <a16:creationId xmlns:a16="http://schemas.microsoft.com/office/drawing/2014/main" id="{A1EA2861-ED49-4404-BA6E-7ED9834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109" y="40533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9" name="path-1454">
            <a:extLst xmlns:a="http://schemas.openxmlformats.org/drawingml/2006/main">
              <a:ext uri="{FF2B5EF4-FFF2-40B4-BE49-F238E27FC236}">
                <a16:creationId xmlns:a16="http://schemas.microsoft.com/office/drawing/2014/main" id="{54DDCC08-F103-485C-A43A-FCEF60BE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672" y="4059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0" name="path-1455">
            <a:extLst xmlns:a="http://schemas.openxmlformats.org/drawingml/2006/main">
              <a:ext uri="{FF2B5EF4-FFF2-40B4-BE49-F238E27FC236}">
                <a16:creationId xmlns:a16="http://schemas.microsoft.com/office/drawing/2014/main" id="{06827018-1A1A-49C8-A783-D54556C9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310" y="4051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1" name="path-1456">
            <a:extLst xmlns:a="http://schemas.openxmlformats.org/drawingml/2006/main">
              <a:ext uri="{FF2B5EF4-FFF2-40B4-BE49-F238E27FC236}">
                <a16:creationId xmlns:a16="http://schemas.microsoft.com/office/drawing/2014/main" id="{AF23A8C4-06E9-4C2D-A0CC-F6A4ECE4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528" y="4049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2" name="path-1457">
            <a:extLst xmlns:a="http://schemas.openxmlformats.org/drawingml/2006/main">
              <a:ext uri="{FF2B5EF4-FFF2-40B4-BE49-F238E27FC236}">
                <a16:creationId xmlns:a16="http://schemas.microsoft.com/office/drawing/2014/main" id="{16CCC873-F930-4E15-9FDB-D3D72809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671" y="40066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3" name="path-1458">
            <a:extLst xmlns:a="http://schemas.openxmlformats.org/drawingml/2006/main">
              <a:ext uri="{FF2B5EF4-FFF2-40B4-BE49-F238E27FC236}">
                <a16:creationId xmlns:a16="http://schemas.microsoft.com/office/drawing/2014/main" id="{87CFD2C8-5F7E-4F61-92C4-4FA001B0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6704" y="40803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4" name="path-1459">
            <a:extLst xmlns:a="http://schemas.openxmlformats.org/drawingml/2006/main">
              <a:ext uri="{FF2B5EF4-FFF2-40B4-BE49-F238E27FC236}">
                <a16:creationId xmlns:a16="http://schemas.microsoft.com/office/drawing/2014/main" id="{18B5DCAE-2D6E-4688-9564-76B8DA1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465" y="4043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5" name="path-1460">
            <a:extLst xmlns:a="http://schemas.openxmlformats.org/drawingml/2006/main">
              <a:ext uri="{FF2B5EF4-FFF2-40B4-BE49-F238E27FC236}">
                <a16:creationId xmlns:a16="http://schemas.microsoft.com/office/drawing/2014/main" id="{2A42DE13-8B3E-4200-8EA3-ADC634D5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61" y="40605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6" name="path-1461">
            <a:extLst xmlns:a="http://schemas.openxmlformats.org/drawingml/2006/main">
              <a:ext uri="{FF2B5EF4-FFF2-40B4-BE49-F238E27FC236}">
                <a16:creationId xmlns:a16="http://schemas.microsoft.com/office/drawing/2014/main" id="{BDA6C5E6-0925-4438-AE30-62C4B01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36" y="4014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7" name="path-1462">
            <a:extLst xmlns:a="http://schemas.openxmlformats.org/drawingml/2006/main">
              <a:ext uri="{FF2B5EF4-FFF2-40B4-BE49-F238E27FC236}">
                <a16:creationId xmlns:a16="http://schemas.microsoft.com/office/drawing/2014/main" id="{FD8646CB-5EDB-4F89-8C68-1B832F0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0731" y="40437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8" name="path-1463">
            <a:extLst xmlns:a="http://schemas.openxmlformats.org/drawingml/2006/main">
              <a:ext uri="{FF2B5EF4-FFF2-40B4-BE49-F238E27FC236}">
                <a16:creationId xmlns:a16="http://schemas.microsoft.com/office/drawing/2014/main" id="{60ED8625-9EFE-4580-AA73-F6BE0B25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904" y="40715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9" name="path-1464">
            <a:extLst xmlns:a="http://schemas.openxmlformats.org/drawingml/2006/main">
              <a:ext uri="{FF2B5EF4-FFF2-40B4-BE49-F238E27FC236}">
                <a16:creationId xmlns:a16="http://schemas.microsoft.com/office/drawing/2014/main" id="{C042F838-8D8D-4FEB-96A1-A9A48E4C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247" y="40634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0" name="path-1465">
            <a:extLst xmlns:a="http://schemas.openxmlformats.org/drawingml/2006/main">
              <a:ext uri="{FF2B5EF4-FFF2-40B4-BE49-F238E27FC236}">
                <a16:creationId xmlns:a16="http://schemas.microsoft.com/office/drawing/2014/main" id="{8A6E5790-3927-47A6-91E8-A2678846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335" y="40402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1" name="path-1466">
            <a:extLst xmlns:a="http://schemas.openxmlformats.org/drawingml/2006/main">
              <a:ext uri="{FF2B5EF4-FFF2-40B4-BE49-F238E27FC236}">
                <a16:creationId xmlns:a16="http://schemas.microsoft.com/office/drawing/2014/main" id="{CDF15BD5-A1CC-4A60-A730-D4E11F95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1" y="40177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2" name="path-1467">
            <a:extLst xmlns:a="http://schemas.openxmlformats.org/drawingml/2006/main">
              <a:ext uri="{FF2B5EF4-FFF2-40B4-BE49-F238E27FC236}">
                <a16:creationId xmlns:a16="http://schemas.microsoft.com/office/drawing/2014/main" id="{250EA319-67C5-4ED4-A38E-B2C07072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81" y="40597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3" name="path-1468">
            <a:extLst xmlns:a="http://schemas.openxmlformats.org/drawingml/2006/main">
              <a:ext uri="{FF2B5EF4-FFF2-40B4-BE49-F238E27FC236}">
                <a16:creationId xmlns:a16="http://schemas.microsoft.com/office/drawing/2014/main" id="{221FFAA0-C5C7-4836-B3EA-46BF0163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443" y="39937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4" name="path-1469">
            <a:extLst xmlns:a="http://schemas.openxmlformats.org/drawingml/2006/main">
              <a:ext uri="{FF2B5EF4-FFF2-40B4-BE49-F238E27FC236}">
                <a16:creationId xmlns:a16="http://schemas.microsoft.com/office/drawing/2014/main" id="{1D93D037-F56B-4392-8534-A17F03C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967" y="40377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5" name="path-1470">
            <a:extLst xmlns:a="http://schemas.openxmlformats.org/drawingml/2006/main">
              <a:ext uri="{FF2B5EF4-FFF2-40B4-BE49-F238E27FC236}">
                <a16:creationId xmlns:a16="http://schemas.microsoft.com/office/drawing/2014/main" id="{32BD8677-C0E5-4AD7-B09C-0367197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340" y="4039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6" name="path-1471">
            <a:extLst xmlns:a="http://schemas.openxmlformats.org/drawingml/2006/main">
              <a:ext uri="{FF2B5EF4-FFF2-40B4-BE49-F238E27FC236}">
                <a16:creationId xmlns:a16="http://schemas.microsoft.com/office/drawing/2014/main" id="{9F1EF12B-52A4-42B1-81AD-CD2A2C3E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4674" y="40756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7" name="path-1472">
            <a:extLst xmlns:a="http://schemas.openxmlformats.org/drawingml/2006/main">
              <a:ext uri="{FF2B5EF4-FFF2-40B4-BE49-F238E27FC236}">
                <a16:creationId xmlns:a16="http://schemas.microsoft.com/office/drawing/2014/main" id="{71FEFE60-D5E6-499C-BB5A-B13DA074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5104" y="40566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8" name="path-1473">
            <a:extLst xmlns:a="http://schemas.openxmlformats.org/drawingml/2006/main">
              <a:ext uri="{FF2B5EF4-FFF2-40B4-BE49-F238E27FC236}">
                <a16:creationId xmlns:a16="http://schemas.microsoft.com/office/drawing/2014/main" id="{31D481EB-A310-4FEA-B0DC-3104E681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32" y="40490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9" name="path-1474">
            <a:extLst xmlns:a="http://schemas.openxmlformats.org/drawingml/2006/main">
              <a:ext uri="{FF2B5EF4-FFF2-40B4-BE49-F238E27FC236}">
                <a16:creationId xmlns:a16="http://schemas.microsoft.com/office/drawing/2014/main" id="{EFAD83D1-8A96-47FB-9C12-C8A776F8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174" y="4072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0" name="path-1475">
            <a:extLst xmlns:a="http://schemas.openxmlformats.org/drawingml/2006/main">
              <a:ext uri="{FF2B5EF4-FFF2-40B4-BE49-F238E27FC236}">
                <a16:creationId xmlns:a16="http://schemas.microsoft.com/office/drawing/2014/main" id="{B90AAEDA-CAA2-46CD-89E9-B0961A3F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118" y="4048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1" name="path-1476">
            <a:extLst xmlns:a="http://schemas.openxmlformats.org/drawingml/2006/main">
              <a:ext uri="{FF2B5EF4-FFF2-40B4-BE49-F238E27FC236}">
                <a16:creationId xmlns:a16="http://schemas.microsoft.com/office/drawing/2014/main" id="{A157DF65-C1F7-4221-B2FD-5A76281D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178" y="40567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2" name="path-1477">
            <a:extLst xmlns:a="http://schemas.openxmlformats.org/drawingml/2006/main">
              <a:ext uri="{FF2B5EF4-FFF2-40B4-BE49-F238E27FC236}">
                <a16:creationId xmlns:a16="http://schemas.microsoft.com/office/drawing/2014/main" id="{D1DE4329-E95A-4AA5-9767-AD3A030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811" y="40166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3" name="path-1478">
            <a:extLst xmlns:a="http://schemas.openxmlformats.org/drawingml/2006/main">
              <a:ext uri="{FF2B5EF4-FFF2-40B4-BE49-F238E27FC236}">
                <a16:creationId xmlns:a16="http://schemas.microsoft.com/office/drawing/2014/main" id="{7D0EF687-C6FF-41C1-A1DB-86402B65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96" y="4035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4" name="path-1479">
            <a:extLst xmlns:a="http://schemas.openxmlformats.org/drawingml/2006/main">
              <a:ext uri="{FF2B5EF4-FFF2-40B4-BE49-F238E27FC236}">
                <a16:creationId xmlns:a16="http://schemas.microsoft.com/office/drawing/2014/main" id="{AE3EE59D-88E8-46AC-9B44-FE61223A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931" y="40523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5" name="path-1480">
            <a:extLst xmlns:a="http://schemas.openxmlformats.org/drawingml/2006/main">
              <a:ext uri="{FF2B5EF4-FFF2-40B4-BE49-F238E27FC236}">
                <a16:creationId xmlns:a16="http://schemas.microsoft.com/office/drawing/2014/main" id="{C124829F-544D-4E70-9165-75CF5089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174" y="4068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6" name="path-1481">
            <a:extLst xmlns:a="http://schemas.openxmlformats.org/drawingml/2006/main">
              <a:ext uri="{FF2B5EF4-FFF2-40B4-BE49-F238E27FC236}">
                <a16:creationId xmlns:a16="http://schemas.microsoft.com/office/drawing/2014/main" id="{35F23973-B8AE-4777-9436-B56BD8A1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47" y="40723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7" name="path-1482">
            <a:extLst xmlns:a="http://schemas.openxmlformats.org/drawingml/2006/main">
              <a:ext uri="{FF2B5EF4-FFF2-40B4-BE49-F238E27FC236}">
                <a16:creationId xmlns:a16="http://schemas.microsoft.com/office/drawing/2014/main" id="{6E55BEAD-066C-4530-A681-F23CC252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909" y="4034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8" name="path-1483">
            <a:extLst xmlns:a="http://schemas.openxmlformats.org/drawingml/2006/main">
              <a:ext uri="{FF2B5EF4-FFF2-40B4-BE49-F238E27FC236}">
                <a16:creationId xmlns:a16="http://schemas.microsoft.com/office/drawing/2014/main" id="{B7471F07-BCB5-4EC8-98CE-5A07CE59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76" y="40327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9" name="path-1484">
            <a:extLst xmlns:a="http://schemas.openxmlformats.org/drawingml/2006/main">
              <a:ext uri="{FF2B5EF4-FFF2-40B4-BE49-F238E27FC236}">
                <a16:creationId xmlns:a16="http://schemas.microsoft.com/office/drawing/2014/main" id="{F11197DE-B011-4C1B-96D9-D2F7C8A2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12" y="40493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0" name="path-1485">
            <a:extLst xmlns:a="http://schemas.openxmlformats.org/drawingml/2006/main">
              <a:ext uri="{FF2B5EF4-FFF2-40B4-BE49-F238E27FC236}">
                <a16:creationId xmlns:a16="http://schemas.microsoft.com/office/drawing/2014/main" id="{65A93A3A-7800-4493-8B9D-250D7660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765" y="40433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1" name="path-1486">
            <a:extLst xmlns:a="http://schemas.openxmlformats.org/drawingml/2006/main">
              <a:ext uri="{FF2B5EF4-FFF2-40B4-BE49-F238E27FC236}">
                <a16:creationId xmlns:a16="http://schemas.microsoft.com/office/drawing/2014/main" id="{BB2F5313-1EED-4DFC-A705-51DB74C1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506" y="4034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2" name="path-1487">
            <a:extLst xmlns:a="http://schemas.openxmlformats.org/drawingml/2006/main">
              <a:ext uri="{FF2B5EF4-FFF2-40B4-BE49-F238E27FC236}">
                <a16:creationId xmlns:a16="http://schemas.microsoft.com/office/drawing/2014/main" id="{A24AF6D4-5F60-4905-A41A-6656D30F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027" y="40619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3" name="path-1488">
            <a:extLst xmlns:a="http://schemas.openxmlformats.org/drawingml/2006/main">
              <a:ext uri="{FF2B5EF4-FFF2-40B4-BE49-F238E27FC236}">
                <a16:creationId xmlns:a16="http://schemas.microsoft.com/office/drawing/2014/main" id="{D94561EB-8E29-40B0-A476-CDF82974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916" y="4033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4" name="path-1489">
            <a:extLst xmlns:a="http://schemas.openxmlformats.org/drawingml/2006/main">
              <a:ext uri="{FF2B5EF4-FFF2-40B4-BE49-F238E27FC236}">
                <a16:creationId xmlns:a16="http://schemas.microsoft.com/office/drawing/2014/main" id="{318E1B1A-59FF-4C99-9F09-4A6AFB9D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5812" y="4060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5" name="path-1490">
            <a:extLst xmlns:a="http://schemas.openxmlformats.org/drawingml/2006/main">
              <a:ext uri="{FF2B5EF4-FFF2-40B4-BE49-F238E27FC236}">
                <a16:creationId xmlns:a16="http://schemas.microsoft.com/office/drawing/2014/main" id="{BB1894D3-7F91-418F-94F5-DC7070F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976" y="40223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6" name="path-1491">
            <a:extLst xmlns:a="http://schemas.openxmlformats.org/drawingml/2006/main">
              <a:ext uri="{FF2B5EF4-FFF2-40B4-BE49-F238E27FC236}">
                <a16:creationId xmlns:a16="http://schemas.microsoft.com/office/drawing/2014/main" id="{F80BAD83-B849-4FB1-9FFD-BFB1DE44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39" y="40320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7" name="path-1492">
            <a:extLst xmlns:a="http://schemas.openxmlformats.org/drawingml/2006/main">
              <a:ext uri="{FF2B5EF4-FFF2-40B4-BE49-F238E27FC236}">
                <a16:creationId xmlns:a16="http://schemas.microsoft.com/office/drawing/2014/main" id="{C84F7AE3-D566-4C9F-A5AF-63352D1A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718" y="40468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8" name="path-1493">
            <a:extLst xmlns:a="http://schemas.openxmlformats.org/drawingml/2006/main">
              <a:ext uri="{FF2B5EF4-FFF2-40B4-BE49-F238E27FC236}">
                <a16:creationId xmlns:a16="http://schemas.microsoft.com/office/drawing/2014/main" id="{F6CF90A3-D517-40C7-9C40-B34A27A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578" y="4034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9" name="path-1494">
            <a:extLst xmlns:a="http://schemas.openxmlformats.org/drawingml/2006/main">
              <a:ext uri="{FF2B5EF4-FFF2-40B4-BE49-F238E27FC236}">
                <a16:creationId xmlns:a16="http://schemas.microsoft.com/office/drawing/2014/main" id="{BDE1B8C2-1EBC-4644-84FD-AD4B4118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072" y="4052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0" name="path-1495">
            <a:extLst xmlns:a="http://schemas.openxmlformats.org/drawingml/2006/main">
              <a:ext uri="{FF2B5EF4-FFF2-40B4-BE49-F238E27FC236}">
                <a16:creationId xmlns:a16="http://schemas.microsoft.com/office/drawing/2014/main" id="{F11B4442-56D1-463E-95CA-95DB2BD5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709" y="40493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1" name="path-1496">
            <a:extLst xmlns:a="http://schemas.openxmlformats.org/drawingml/2006/main">
              <a:ext uri="{FF2B5EF4-FFF2-40B4-BE49-F238E27FC236}">
                <a16:creationId xmlns:a16="http://schemas.microsoft.com/office/drawing/2014/main" id="{13D63312-EF3F-4D57-8299-9D15C18B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7153" y="40213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2" name="path-1497">
            <a:extLst xmlns:a="http://schemas.openxmlformats.org/drawingml/2006/main">
              <a:ext uri="{FF2B5EF4-FFF2-40B4-BE49-F238E27FC236}">
                <a16:creationId xmlns:a16="http://schemas.microsoft.com/office/drawing/2014/main" id="{CCD8C237-CC66-41BC-92A2-7295CBC7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250" y="4050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3" name="path-1498">
            <a:extLst xmlns:a="http://schemas.openxmlformats.org/drawingml/2006/main">
              <a:ext uri="{FF2B5EF4-FFF2-40B4-BE49-F238E27FC236}">
                <a16:creationId xmlns:a16="http://schemas.microsoft.com/office/drawing/2014/main" id="{1A5FAB83-52DD-40EE-8878-93ED1505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826" y="4028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4" name="path-1499">
            <a:extLst xmlns:a="http://schemas.openxmlformats.org/drawingml/2006/main">
              <a:ext uri="{FF2B5EF4-FFF2-40B4-BE49-F238E27FC236}">
                <a16:creationId xmlns:a16="http://schemas.microsoft.com/office/drawing/2014/main" id="{F8EC9BB1-8517-4E19-9D28-89730E75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606" y="40364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5" name="path-1500">
            <a:extLst xmlns:a="http://schemas.openxmlformats.org/drawingml/2006/main">
              <a:ext uri="{FF2B5EF4-FFF2-40B4-BE49-F238E27FC236}">
                <a16:creationId xmlns:a16="http://schemas.microsoft.com/office/drawing/2014/main" id="{0F1488AB-E86B-4113-B9E1-804256E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32" y="4051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6" name="path-1501">
            <a:extLst xmlns:a="http://schemas.openxmlformats.org/drawingml/2006/main">
              <a:ext uri="{FF2B5EF4-FFF2-40B4-BE49-F238E27FC236}">
                <a16:creationId xmlns:a16="http://schemas.microsoft.com/office/drawing/2014/main" id="{74063B6B-7EED-421D-B05A-BEAFA032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432" y="40407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7" name="path-1502">
            <a:extLst xmlns:a="http://schemas.openxmlformats.org/drawingml/2006/main">
              <a:ext uri="{FF2B5EF4-FFF2-40B4-BE49-F238E27FC236}">
                <a16:creationId xmlns:a16="http://schemas.microsoft.com/office/drawing/2014/main" id="{40AFE771-3BBF-46D5-84F4-07A6883B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897" y="4042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8" name="path-1503">
            <a:extLst xmlns:a="http://schemas.openxmlformats.org/drawingml/2006/main">
              <a:ext uri="{FF2B5EF4-FFF2-40B4-BE49-F238E27FC236}">
                <a16:creationId xmlns:a16="http://schemas.microsoft.com/office/drawing/2014/main" id="{52921337-9684-4643-ACDE-64D02589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872" y="4041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9" name="path-1504">
            <a:extLst xmlns:a="http://schemas.openxmlformats.org/drawingml/2006/main">
              <a:ext uri="{FF2B5EF4-FFF2-40B4-BE49-F238E27FC236}">
                <a16:creationId xmlns:a16="http://schemas.microsoft.com/office/drawing/2014/main" id="{251E0123-F34E-4F11-B347-F0BFFA5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933" y="4039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0" name="path-1505">
            <a:extLst xmlns:a="http://schemas.openxmlformats.org/drawingml/2006/main">
              <a:ext uri="{FF2B5EF4-FFF2-40B4-BE49-F238E27FC236}">
                <a16:creationId xmlns:a16="http://schemas.microsoft.com/office/drawing/2014/main" id="{320D9F06-85B8-4039-B7A9-99D48251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369" y="4055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1" name="path-1506">
            <a:extLst xmlns:a="http://schemas.openxmlformats.org/drawingml/2006/main">
              <a:ext uri="{FF2B5EF4-FFF2-40B4-BE49-F238E27FC236}">
                <a16:creationId xmlns:a16="http://schemas.microsoft.com/office/drawing/2014/main" id="{F147C187-303B-4C15-B76C-A4A24B91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9604" y="40154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2" name="path-1507">
            <a:extLst xmlns:a="http://schemas.openxmlformats.org/drawingml/2006/main">
              <a:ext uri="{FF2B5EF4-FFF2-40B4-BE49-F238E27FC236}">
                <a16:creationId xmlns:a16="http://schemas.microsoft.com/office/drawing/2014/main" id="{E90D97A7-56D9-4671-913B-6905DC38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578" y="4053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3" name="path-1508">
            <a:extLst xmlns:a="http://schemas.openxmlformats.org/drawingml/2006/main">
              <a:ext uri="{FF2B5EF4-FFF2-40B4-BE49-F238E27FC236}">
                <a16:creationId xmlns:a16="http://schemas.microsoft.com/office/drawing/2014/main" id="{2F203FDA-CA21-4CAD-A171-FA05161D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783" y="40630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4" name="path-1509">
            <a:extLst xmlns:a="http://schemas.openxmlformats.org/drawingml/2006/main">
              <a:ext uri="{FF2B5EF4-FFF2-40B4-BE49-F238E27FC236}">
                <a16:creationId xmlns:a16="http://schemas.microsoft.com/office/drawing/2014/main" id="{7C3A2121-2647-42FE-B911-7507C4B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902" y="40196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5" name="path-1510">
            <a:extLst xmlns:a="http://schemas.openxmlformats.org/drawingml/2006/main">
              <a:ext uri="{FF2B5EF4-FFF2-40B4-BE49-F238E27FC236}">
                <a16:creationId xmlns:a16="http://schemas.microsoft.com/office/drawing/2014/main" id="{369481E7-AE64-4CEB-82F0-D644255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262" y="40325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6" name="path-1511">
            <a:extLst xmlns:a="http://schemas.openxmlformats.org/drawingml/2006/main">
              <a:ext uri="{FF2B5EF4-FFF2-40B4-BE49-F238E27FC236}">
                <a16:creationId xmlns:a16="http://schemas.microsoft.com/office/drawing/2014/main" id="{3677D1D1-BB9E-4643-850C-B7FF0154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34" y="4072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7" name="path-1512">
            <a:extLst xmlns:a="http://schemas.openxmlformats.org/drawingml/2006/main">
              <a:ext uri="{FF2B5EF4-FFF2-40B4-BE49-F238E27FC236}">
                <a16:creationId xmlns:a16="http://schemas.microsoft.com/office/drawing/2014/main" id="{F36BE63B-298D-49DE-9ADD-8C0282A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631" y="40665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8" name="path-1513">
            <a:extLst xmlns:a="http://schemas.openxmlformats.org/drawingml/2006/main">
              <a:ext uri="{FF2B5EF4-FFF2-40B4-BE49-F238E27FC236}">
                <a16:creationId xmlns:a16="http://schemas.microsoft.com/office/drawing/2014/main" id="{CBACAEF0-0FBB-4F45-A69B-56B7E56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287" y="4042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9" name="path-1514">
            <a:extLst xmlns:a="http://schemas.openxmlformats.org/drawingml/2006/main">
              <a:ext uri="{FF2B5EF4-FFF2-40B4-BE49-F238E27FC236}">
                <a16:creationId xmlns:a16="http://schemas.microsoft.com/office/drawing/2014/main" id="{F2163D65-7B34-4145-A2AB-2F4F7F37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590" y="4028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0" name="path-1515">
            <a:extLst xmlns:a="http://schemas.openxmlformats.org/drawingml/2006/main">
              <a:ext uri="{FF2B5EF4-FFF2-40B4-BE49-F238E27FC236}">
                <a16:creationId xmlns:a16="http://schemas.microsoft.com/office/drawing/2014/main" id="{8A54C041-CA95-4881-A8BE-9CFD8154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928" y="4069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1" name="path-1516">
            <a:extLst xmlns:a="http://schemas.openxmlformats.org/drawingml/2006/main">
              <a:ext uri="{FF2B5EF4-FFF2-40B4-BE49-F238E27FC236}">
                <a16:creationId xmlns:a16="http://schemas.microsoft.com/office/drawing/2014/main" id="{F12028CC-4CB5-4003-9964-76BC63A8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68" y="40647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2" name="path-1517">
            <a:extLst xmlns:a="http://schemas.openxmlformats.org/drawingml/2006/main">
              <a:ext uri="{FF2B5EF4-FFF2-40B4-BE49-F238E27FC236}">
                <a16:creationId xmlns:a16="http://schemas.microsoft.com/office/drawing/2014/main" id="{F4B35D3B-0EC7-4204-85EC-FC4BD715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035" y="40458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3" name="path-1518">
            <a:extLst xmlns:a="http://schemas.openxmlformats.org/drawingml/2006/main">
              <a:ext uri="{FF2B5EF4-FFF2-40B4-BE49-F238E27FC236}">
                <a16:creationId xmlns:a16="http://schemas.microsoft.com/office/drawing/2014/main" id="{CC07C9CD-1226-42AF-8F2A-CC1C8B2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495" y="4032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4" name="path-1519">
            <a:extLst xmlns:a="http://schemas.openxmlformats.org/drawingml/2006/main">
              <a:ext uri="{FF2B5EF4-FFF2-40B4-BE49-F238E27FC236}">
                <a16:creationId xmlns:a16="http://schemas.microsoft.com/office/drawing/2014/main" id="{BB9EE421-3333-491D-9EFA-2ECA550A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81" y="40618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5" name="path-1520">
            <a:extLst xmlns:a="http://schemas.openxmlformats.org/drawingml/2006/main">
              <a:ext uri="{FF2B5EF4-FFF2-40B4-BE49-F238E27FC236}">
                <a16:creationId xmlns:a16="http://schemas.microsoft.com/office/drawing/2014/main" id="{5D87CAB1-0D6F-4F5C-B188-3D1E997C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231" y="40641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6" name="path-1521">
            <a:extLst xmlns:a="http://schemas.openxmlformats.org/drawingml/2006/main">
              <a:ext uri="{FF2B5EF4-FFF2-40B4-BE49-F238E27FC236}">
                <a16:creationId xmlns:a16="http://schemas.microsoft.com/office/drawing/2014/main" id="{3D34442B-2402-40AB-8B02-3E71269D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167" y="4039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7" name="path-1522">
            <a:extLst xmlns:a="http://schemas.openxmlformats.org/drawingml/2006/main">
              <a:ext uri="{FF2B5EF4-FFF2-40B4-BE49-F238E27FC236}">
                <a16:creationId xmlns:a16="http://schemas.microsoft.com/office/drawing/2014/main" id="{E40A58B5-73A2-4A1F-A8D8-7032406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389" y="4076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8" name="path-1523">
            <a:extLst xmlns:a="http://schemas.openxmlformats.org/drawingml/2006/main">
              <a:ext uri="{FF2B5EF4-FFF2-40B4-BE49-F238E27FC236}">
                <a16:creationId xmlns:a16="http://schemas.microsoft.com/office/drawing/2014/main" id="{948CAFE7-62CD-4726-8FB7-8A73B5AA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250" y="40267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9" name="path-1524">
            <a:extLst xmlns:a="http://schemas.openxmlformats.org/drawingml/2006/main">
              <a:ext uri="{FF2B5EF4-FFF2-40B4-BE49-F238E27FC236}">
                <a16:creationId xmlns:a16="http://schemas.microsoft.com/office/drawing/2014/main" id="{08573DF8-1EA2-438F-8114-3942C4A4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722" y="4058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0" name="path-1525">
            <a:extLst xmlns:a="http://schemas.openxmlformats.org/drawingml/2006/main">
              <a:ext uri="{FF2B5EF4-FFF2-40B4-BE49-F238E27FC236}">
                <a16:creationId xmlns:a16="http://schemas.microsoft.com/office/drawing/2014/main" id="{DC7107FD-92FC-4BC6-9A73-C11BC87B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639" y="40550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1" name="path-1526">
            <a:extLst xmlns:a="http://schemas.openxmlformats.org/drawingml/2006/main">
              <a:ext uri="{FF2B5EF4-FFF2-40B4-BE49-F238E27FC236}">
                <a16:creationId xmlns:a16="http://schemas.microsoft.com/office/drawing/2014/main" id="{94A84F1C-469D-4E68-A113-CCCF1BFE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787" y="40626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2" name="path-1527">
            <a:extLst xmlns:a="http://schemas.openxmlformats.org/drawingml/2006/main">
              <a:ext uri="{FF2B5EF4-FFF2-40B4-BE49-F238E27FC236}">
                <a16:creationId xmlns:a16="http://schemas.microsoft.com/office/drawing/2014/main" id="{DB3D4182-6C76-43EF-85A9-D99B65B0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49" y="40586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3" name="path-1528">
            <a:extLst xmlns:a="http://schemas.openxmlformats.org/drawingml/2006/main">
              <a:ext uri="{FF2B5EF4-FFF2-40B4-BE49-F238E27FC236}">
                <a16:creationId xmlns:a16="http://schemas.microsoft.com/office/drawing/2014/main" id="{4157E01D-4137-4191-8804-B606BD09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275" y="40163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4" name="path-1529">
            <a:extLst xmlns:a="http://schemas.openxmlformats.org/drawingml/2006/main">
              <a:ext uri="{FF2B5EF4-FFF2-40B4-BE49-F238E27FC236}">
                <a16:creationId xmlns:a16="http://schemas.microsoft.com/office/drawing/2014/main" id="{4C841159-F20E-46FB-9DD5-1AAE121C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817" y="40073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5" name="path-1530">
            <a:extLst xmlns:a="http://schemas.openxmlformats.org/drawingml/2006/main">
              <a:ext uri="{FF2B5EF4-FFF2-40B4-BE49-F238E27FC236}">
                <a16:creationId xmlns:a16="http://schemas.microsoft.com/office/drawing/2014/main" id="{A57D04B8-E16B-45A3-968E-30ECB6B9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397" y="4049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6" name="path-1531">
            <a:extLst xmlns:a="http://schemas.openxmlformats.org/drawingml/2006/main">
              <a:ext uri="{FF2B5EF4-FFF2-40B4-BE49-F238E27FC236}">
                <a16:creationId xmlns:a16="http://schemas.microsoft.com/office/drawing/2014/main" id="{E4F07338-B5A9-488F-9290-CFD0093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964" y="4046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7" name="path-1532">
            <a:extLst xmlns:a="http://schemas.openxmlformats.org/drawingml/2006/main">
              <a:ext uri="{FF2B5EF4-FFF2-40B4-BE49-F238E27FC236}">
                <a16:creationId xmlns:a16="http://schemas.microsoft.com/office/drawing/2014/main" id="{7488DB90-EC5E-4B48-9136-11A881CE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980" y="4036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8" name="path-1533">
            <a:extLst xmlns:a="http://schemas.openxmlformats.org/drawingml/2006/main">
              <a:ext uri="{FF2B5EF4-FFF2-40B4-BE49-F238E27FC236}">
                <a16:creationId xmlns:a16="http://schemas.microsoft.com/office/drawing/2014/main" id="{178FA67F-BDDE-40E6-8B72-7A728D0B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334" y="4054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9" name="path-1534">
            <a:extLst xmlns:a="http://schemas.openxmlformats.org/drawingml/2006/main">
              <a:ext uri="{FF2B5EF4-FFF2-40B4-BE49-F238E27FC236}">
                <a16:creationId xmlns:a16="http://schemas.microsoft.com/office/drawing/2014/main" id="{345F3D0C-5E7D-4AB1-97E8-5263A8D7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48" y="40566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0" name="path-1535">
            <a:extLst xmlns:a="http://schemas.openxmlformats.org/drawingml/2006/main">
              <a:ext uri="{FF2B5EF4-FFF2-40B4-BE49-F238E27FC236}">
                <a16:creationId xmlns:a16="http://schemas.microsoft.com/office/drawing/2014/main" id="{E473FE74-BFF4-4AA5-A2E5-7B4EE69C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48" y="40443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1" name="path-1536">
            <a:extLst xmlns:a="http://schemas.openxmlformats.org/drawingml/2006/main">
              <a:ext uri="{FF2B5EF4-FFF2-40B4-BE49-F238E27FC236}">
                <a16:creationId xmlns:a16="http://schemas.microsoft.com/office/drawing/2014/main" id="{811DFB45-7F55-4DA7-A5B2-0987CE84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354" y="4041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2" name="path-1537">
            <a:extLst xmlns:a="http://schemas.openxmlformats.org/drawingml/2006/main">
              <a:ext uri="{FF2B5EF4-FFF2-40B4-BE49-F238E27FC236}">
                <a16:creationId xmlns:a16="http://schemas.microsoft.com/office/drawing/2014/main" id="{D9C15422-BA54-4B34-8CC9-69A1C133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704" y="40585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3" name="path-1538">
            <a:extLst xmlns:a="http://schemas.openxmlformats.org/drawingml/2006/main">
              <a:ext uri="{FF2B5EF4-FFF2-40B4-BE49-F238E27FC236}">
                <a16:creationId xmlns:a16="http://schemas.microsoft.com/office/drawing/2014/main" id="{A88D6B26-A3F4-4887-A9E0-A194AB49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40" y="40544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4" name="path-1539">
            <a:extLst xmlns:a="http://schemas.openxmlformats.org/drawingml/2006/main">
              <a:ext uri="{FF2B5EF4-FFF2-40B4-BE49-F238E27FC236}">
                <a16:creationId xmlns:a16="http://schemas.microsoft.com/office/drawing/2014/main" id="{B8200FBC-9ADE-4967-8B3E-3FD39D86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306" y="40618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5" name="path-1540">
            <a:extLst xmlns:a="http://schemas.openxmlformats.org/drawingml/2006/main">
              <a:ext uri="{FF2B5EF4-FFF2-40B4-BE49-F238E27FC236}">
                <a16:creationId xmlns:a16="http://schemas.microsoft.com/office/drawing/2014/main" id="{45E8020D-735C-4557-8988-2CE7648A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088" y="40446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6" name="path-1541">
            <a:extLst xmlns:a="http://schemas.openxmlformats.org/drawingml/2006/main">
              <a:ext uri="{FF2B5EF4-FFF2-40B4-BE49-F238E27FC236}">
                <a16:creationId xmlns:a16="http://schemas.microsoft.com/office/drawing/2014/main" id="{A8D19B53-F4CA-4B89-9936-9FBD62D2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992" y="40206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7" name="path-1542">
            <a:extLst xmlns:a="http://schemas.openxmlformats.org/drawingml/2006/main">
              <a:ext uri="{FF2B5EF4-FFF2-40B4-BE49-F238E27FC236}">
                <a16:creationId xmlns:a16="http://schemas.microsoft.com/office/drawing/2014/main" id="{84C8441F-DCD1-47A8-9183-47AF0184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586" y="40474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8" name="path-1543">
            <a:extLst xmlns:a="http://schemas.openxmlformats.org/drawingml/2006/main">
              <a:ext uri="{FF2B5EF4-FFF2-40B4-BE49-F238E27FC236}">
                <a16:creationId xmlns:a16="http://schemas.microsoft.com/office/drawing/2014/main" id="{1BD7C5AD-ADBD-454A-A609-6F8D66DC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975" y="40353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9" name="path-1544">
            <a:extLst xmlns:a="http://schemas.openxmlformats.org/drawingml/2006/main">
              <a:ext uri="{FF2B5EF4-FFF2-40B4-BE49-F238E27FC236}">
                <a16:creationId xmlns:a16="http://schemas.microsoft.com/office/drawing/2014/main" id="{30FC2C02-A6E6-477F-9B7B-0F0239A7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339" y="40551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0" name="path-1545">
            <a:extLst xmlns:a="http://schemas.openxmlformats.org/drawingml/2006/main">
              <a:ext uri="{FF2B5EF4-FFF2-40B4-BE49-F238E27FC236}">
                <a16:creationId xmlns:a16="http://schemas.microsoft.com/office/drawing/2014/main" id="{D5434287-E004-455F-8097-EDCD3658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31" y="4019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1" name="path-1546">
            <a:extLst xmlns:a="http://schemas.openxmlformats.org/drawingml/2006/main">
              <a:ext uri="{FF2B5EF4-FFF2-40B4-BE49-F238E27FC236}">
                <a16:creationId xmlns:a16="http://schemas.microsoft.com/office/drawing/2014/main" id="{12BA8D31-1564-464E-A087-E2CED7A8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608" y="4064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2" name="path-1547">
            <a:extLst xmlns:a="http://schemas.openxmlformats.org/drawingml/2006/main">
              <a:ext uri="{FF2B5EF4-FFF2-40B4-BE49-F238E27FC236}">
                <a16:creationId xmlns:a16="http://schemas.microsoft.com/office/drawing/2014/main" id="{B66D79A4-634B-4A47-9C65-92DF98C6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284" y="40212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3" name="path-1548">
            <a:extLst xmlns:a="http://schemas.openxmlformats.org/drawingml/2006/main">
              <a:ext uri="{FF2B5EF4-FFF2-40B4-BE49-F238E27FC236}">
                <a16:creationId xmlns:a16="http://schemas.microsoft.com/office/drawing/2014/main" id="{2CD4AFE7-3AD0-40E8-B6E2-5FAFBFDD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173" y="4025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4" name="path-1549">
            <a:extLst xmlns:a="http://schemas.openxmlformats.org/drawingml/2006/main">
              <a:ext uri="{FF2B5EF4-FFF2-40B4-BE49-F238E27FC236}">
                <a16:creationId xmlns:a16="http://schemas.microsoft.com/office/drawing/2014/main" id="{492D5B3A-B749-421E-B38F-71EF0962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100" y="4018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5" name="path-1550">
            <a:extLst xmlns:a="http://schemas.openxmlformats.org/drawingml/2006/main">
              <a:ext uri="{FF2B5EF4-FFF2-40B4-BE49-F238E27FC236}">
                <a16:creationId xmlns:a16="http://schemas.microsoft.com/office/drawing/2014/main" id="{6CF6B038-E7B5-43CE-B885-C519C7E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605" y="40656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6" name="path-1551">
            <a:extLst xmlns:a="http://schemas.openxmlformats.org/drawingml/2006/main">
              <a:ext uri="{FF2B5EF4-FFF2-40B4-BE49-F238E27FC236}">
                <a16:creationId xmlns:a16="http://schemas.microsoft.com/office/drawing/2014/main" id="{08719CB8-9856-4FC6-8852-FDE5A500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887" y="40368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7" name="path-1552">
            <a:extLst xmlns:a="http://schemas.openxmlformats.org/drawingml/2006/main">
              <a:ext uri="{FF2B5EF4-FFF2-40B4-BE49-F238E27FC236}">
                <a16:creationId xmlns:a16="http://schemas.microsoft.com/office/drawing/2014/main" id="{4670C201-BE0A-4729-A5A5-4B0494C2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3117" y="4039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8" name="path-1553">
            <a:extLst xmlns:a="http://schemas.openxmlformats.org/drawingml/2006/main">
              <a:ext uri="{FF2B5EF4-FFF2-40B4-BE49-F238E27FC236}">
                <a16:creationId xmlns:a16="http://schemas.microsoft.com/office/drawing/2014/main" id="{0AC47B2B-22F5-4E95-BDDC-9F540085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547" y="4044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9" name="path-1554">
            <a:extLst xmlns:a="http://schemas.openxmlformats.org/drawingml/2006/main">
              <a:ext uri="{FF2B5EF4-FFF2-40B4-BE49-F238E27FC236}">
                <a16:creationId xmlns:a16="http://schemas.microsoft.com/office/drawing/2014/main" id="{389DA635-E07F-490A-AFA7-790A295B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61" y="40273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0" name="path-1555">
            <a:extLst xmlns:a="http://schemas.openxmlformats.org/drawingml/2006/main">
              <a:ext uri="{FF2B5EF4-FFF2-40B4-BE49-F238E27FC236}">
                <a16:creationId xmlns:a16="http://schemas.microsoft.com/office/drawing/2014/main" id="{9503F14F-5E6E-4780-9679-CA5FA354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96" y="40182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1" name="path-1556">
            <a:extLst xmlns:a="http://schemas.openxmlformats.org/drawingml/2006/main">
              <a:ext uri="{FF2B5EF4-FFF2-40B4-BE49-F238E27FC236}">
                <a16:creationId xmlns:a16="http://schemas.microsoft.com/office/drawing/2014/main" id="{9F892465-2206-4505-829C-A9517645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525" y="40450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2" name="path-1557">
            <a:extLst xmlns:a="http://schemas.openxmlformats.org/drawingml/2006/main">
              <a:ext uri="{FF2B5EF4-FFF2-40B4-BE49-F238E27FC236}">
                <a16:creationId xmlns:a16="http://schemas.microsoft.com/office/drawing/2014/main" id="{EE585995-07FD-4817-9EA0-1F958A76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78" y="4069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3" name="path-1558">
            <a:extLst xmlns:a="http://schemas.openxmlformats.org/drawingml/2006/main">
              <a:ext uri="{FF2B5EF4-FFF2-40B4-BE49-F238E27FC236}">
                <a16:creationId xmlns:a16="http://schemas.microsoft.com/office/drawing/2014/main" id="{935B7814-3EC0-41A4-A4E0-86A036AE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5" y="40412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4" name="path-1559">
            <a:extLst xmlns:a="http://schemas.openxmlformats.org/drawingml/2006/main">
              <a:ext uri="{FF2B5EF4-FFF2-40B4-BE49-F238E27FC236}">
                <a16:creationId xmlns:a16="http://schemas.microsoft.com/office/drawing/2014/main" id="{2C66AB01-DD4B-4B4E-8210-356BD99D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160" y="4032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5" name="path-1560">
            <a:extLst xmlns:a="http://schemas.openxmlformats.org/drawingml/2006/main">
              <a:ext uri="{FF2B5EF4-FFF2-40B4-BE49-F238E27FC236}">
                <a16:creationId xmlns:a16="http://schemas.microsoft.com/office/drawing/2014/main" id="{905764AA-FACA-409C-95EA-EAAC219D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935" y="40365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6" name="path-1561">
            <a:extLst xmlns:a="http://schemas.openxmlformats.org/drawingml/2006/main">
              <a:ext uri="{FF2B5EF4-FFF2-40B4-BE49-F238E27FC236}">
                <a16:creationId xmlns:a16="http://schemas.microsoft.com/office/drawing/2014/main" id="{7F424799-B644-478C-8C63-990E775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44" y="4053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7" name="path-1562">
            <a:extLst xmlns:a="http://schemas.openxmlformats.org/drawingml/2006/main">
              <a:ext uri="{FF2B5EF4-FFF2-40B4-BE49-F238E27FC236}">
                <a16:creationId xmlns:a16="http://schemas.microsoft.com/office/drawing/2014/main" id="{DF6A9C54-0F54-46BA-8294-4DBE587F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641" y="40552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8" name="path-1563">
            <a:extLst xmlns:a="http://schemas.openxmlformats.org/drawingml/2006/main">
              <a:ext uri="{FF2B5EF4-FFF2-40B4-BE49-F238E27FC236}">
                <a16:creationId xmlns:a16="http://schemas.microsoft.com/office/drawing/2014/main" id="{C25D14C9-66FE-42ED-A38F-644BB9D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348" y="40225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9" name="path-1564">
            <a:extLst xmlns:a="http://schemas.openxmlformats.org/drawingml/2006/main">
              <a:ext uri="{FF2B5EF4-FFF2-40B4-BE49-F238E27FC236}">
                <a16:creationId xmlns:a16="http://schemas.microsoft.com/office/drawing/2014/main" id="{CFBA3F55-A4B5-4D70-8112-F15909A5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010" y="4070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0" name="path-1565">
            <a:extLst xmlns:a="http://schemas.openxmlformats.org/drawingml/2006/main">
              <a:ext uri="{FF2B5EF4-FFF2-40B4-BE49-F238E27FC236}">
                <a16:creationId xmlns:a16="http://schemas.microsoft.com/office/drawing/2014/main" id="{EB4B0D77-FAA5-44A1-8051-1FBBE6E8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46" y="40492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1" name="path-1566">
            <a:extLst xmlns:a="http://schemas.openxmlformats.org/drawingml/2006/main">
              <a:ext uri="{FF2B5EF4-FFF2-40B4-BE49-F238E27FC236}">
                <a16:creationId xmlns:a16="http://schemas.microsoft.com/office/drawing/2014/main" id="{C6592D65-9006-4641-ACE8-207857A0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57" y="40372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2" name="path-1567">
            <a:extLst xmlns:a="http://schemas.openxmlformats.org/drawingml/2006/main">
              <a:ext uri="{FF2B5EF4-FFF2-40B4-BE49-F238E27FC236}">
                <a16:creationId xmlns:a16="http://schemas.microsoft.com/office/drawing/2014/main" id="{94D0373A-2D2B-403C-8487-BF2B96D5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392" y="4036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3" name="path-1568">
            <a:extLst xmlns:a="http://schemas.openxmlformats.org/drawingml/2006/main">
              <a:ext uri="{FF2B5EF4-FFF2-40B4-BE49-F238E27FC236}">
                <a16:creationId xmlns:a16="http://schemas.microsoft.com/office/drawing/2014/main" id="{BE6B1591-F723-4009-A08B-C8794BC9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149" y="4041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4" name="path-1569">
            <a:extLst xmlns:a="http://schemas.openxmlformats.org/drawingml/2006/main">
              <a:ext uri="{FF2B5EF4-FFF2-40B4-BE49-F238E27FC236}">
                <a16:creationId xmlns:a16="http://schemas.microsoft.com/office/drawing/2014/main" id="{05B5EE35-1560-4470-B9A5-23F3550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491" y="4009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5" name="path-1570">
            <a:extLst xmlns:a="http://schemas.openxmlformats.org/drawingml/2006/main">
              <a:ext uri="{FF2B5EF4-FFF2-40B4-BE49-F238E27FC236}">
                <a16:creationId xmlns:a16="http://schemas.microsoft.com/office/drawing/2014/main" id="{D9D6B565-7961-44BF-BF7C-6B494F05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007" y="40259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6" name="path-1571">
            <a:extLst xmlns:a="http://schemas.openxmlformats.org/drawingml/2006/main">
              <a:ext uri="{FF2B5EF4-FFF2-40B4-BE49-F238E27FC236}">
                <a16:creationId xmlns:a16="http://schemas.microsoft.com/office/drawing/2014/main" id="{8F8BA5A8-09FA-4067-9962-1384A92E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21" y="40578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7" name="path-1572">
            <a:extLst xmlns:a="http://schemas.openxmlformats.org/drawingml/2006/main">
              <a:ext uri="{FF2B5EF4-FFF2-40B4-BE49-F238E27FC236}">
                <a16:creationId xmlns:a16="http://schemas.microsoft.com/office/drawing/2014/main" id="{B011B724-A3E7-44D9-A940-C6B6D6A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022" y="4070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8" name="path-1573">
            <a:extLst xmlns:a="http://schemas.openxmlformats.org/drawingml/2006/main">
              <a:ext uri="{FF2B5EF4-FFF2-40B4-BE49-F238E27FC236}">
                <a16:creationId xmlns:a16="http://schemas.microsoft.com/office/drawing/2014/main" id="{6EA645E5-1B33-410F-B69D-C06FE94C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207" y="40110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9" name="path-1574">
            <a:extLst xmlns:a="http://schemas.openxmlformats.org/drawingml/2006/main">
              <a:ext uri="{FF2B5EF4-FFF2-40B4-BE49-F238E27FC236}">
                <a16:creationId xmlns:a16="http://schemas.microsoft.com/office/drawing/2014/main" id="{B98A1B1A-9AD0-4759-BEB2-2C89708B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414" y="40434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0" name="path-1575">
            <a:extLst xmlns:a="http://schemas.openxmlformats.org/drawingml/2006/main">
              <a:ext uri="{FF2B5EF4-FFF2-40B4-BE49-F238E27FC236}">
                <a16:creationId xmlns:a16="http://schemas.microsoft.com/office/drawing/2014/main" id="{7668CF2D-D83D-476A-A907-6FBC9206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50" y="40680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1" name="path-1576">
            <a:extLst xmlns:a="http://schemas.openxmlformats.org/drawingml/2006/main">
              <a:ext uri="{FF2B5EF4-FFF2-40B4-BE49-F238E27FC236}">
                <a16:creationId xmlns:a16="http://schemas.microsoft.com/office/drawing/2014/main" id="{B12EDA1A-4059-4DB0-9452-B66C295E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697" y="4031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2" name="path-1577">
            <a:extLst xmlns:a="http://schemas.openxmlformats.org/drawingml/2006/main">
              <a:ext uri="{FF2B5EF4-FFF2-40B4-BE49-F238E27FC236}">
                <a16:creationId xmlns:a16="http://schemas.microsoft.com/office/drawing/2014/main" id="{24549A0A-D283-4662-828F-7B9E39DF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04" y="4042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3" name="path-1578">
            <a:extLst xmlns:a="http://schemas.openxmlformats.org/drawingml/2006/main">
              <a:ext uri="{FF2B5EF4-FFF2-40B4-BE49-F238E27FC236}">
                <a16:creationId xmlns:a16="http://schemas.microsoft.com/office/drawing/2014/main" id="{2CE6AFD1-99E3-4B55-8812-C44A9E0D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602" y="40600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4" name="path-1579">
            <a:extLst xmlns:a="http://schemas.openxmlformats.org/drawingml/2006/main">
              <a:ext uri="{FF2B5EF4-FFF2-40B4-BE49-F238E27FC236}">
                <a16:creationId xmlns:a16="http://schemas.microsoft.com/office/drawing/2014/main" id="{3526C4DB-7504-40FB-B2DA-08B3AF40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26" y="39962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5" name="path-1580">
            <a:extLst xmlns:a="http://schemas.openxmlformats.org/drawingml/2006/main">
              <a:ext uri="{FF2B5EF4-FFF2-40B4-BE49-F238E27FC236}">
                <a16:creationId xmlns:a16="http://schemas.microsoft.com/office/drawing/2014/main" id="{61A245FB-C15F-437E-890F-B808CB78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547" y="40645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6" name="path-1581">
            <a:extLst xmlns:a="http://schemas.openxmlformats.org/drawingml/2006/main">
              <a:ext uri="{FF2B5EF4-FFF2-40B4-BE49-F238E27FC236}">
                <a16:creationId xmlns:a16="http://schemas.microsoft.com/office/drawing/2014/main" id="{AAFD440F-EA5F-4FC0-BF14-6363AB6D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245" y="4041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7" name="path-1582">
            <a:extLst xmlns:a="http://schemas.openxmlformats.org/drawingml/2006/main">
              <a:ext uri="{FF2B5EF4-FFF2-40B4-BE49-F238E27FC236}">
                <a16:creationId xmlns:a16="http://schemas.microsoft.com/office/drawing/2014/main" id="{68FCFBCC-A47D-493C-8D37-6E1713D8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642" y="40215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8" name="path-1583">
            <a:extLst xmlns:a="http://schemas.openxmlformats.org/drawingml/2006/main">
              <a:ext uri="{FF2B5EF4-FFF2-40B4-BE49-F238E27FC236}">
                <a16:creationId xmlns:a16="http://schemas.microsoft.com/office/drawing/2014/main" id="{B330F509-9610-4438-BDAE-95A80E96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783" y="40631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9" name="path-1584">
            <a:extLst xmlns:a="http://schemas.openxmlformats.org/drawingml/2006/main">
              <a:ext uri="{FF2B5EF4-FFF2-40B4-BE49-F238E27FC236}">
                <a16:creationId xmlns:a16="http://schemas.microsoft.com/office/drawing/2014/main" id="{E7AEF7A3-AF8B-442F-B1B0-A8032A70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970" y="40711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0" name="path-1585">
            <a:extLst xmlns:a="http://schemas.openxmlformats.org/drawingml/2006/main">
              <a:ext uri="{FF2B5EF4-FFF2-40B4-BE49-F238E27FC236}">
                <a16:creationId xmlns:a16="http://schemas.microsoft.com/office/drawing/2014/main" id="{894DDD1D-36B1-4B89-B1D1-9B062D41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628" y="40533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1" name="path-1586">
            <a:extLst xmlns:a="http://schemas.openxmlformats.org/drawingml/2006/main">
              <a:ext uri="{FF2B5EF4-FFF2-40B4-BE49-F238E27FC236}">
                <a16:creationId xmlns:a16="http://schemas.microsoft.com/office/drawing/2014/main" id="{0889B71F-42A5-4034-99E4-5CB5FB2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675" y="40444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2" name="path-1587">
            <a:extLst xmlns:a="http://schemas.openxmlformats.org/drawingml/2006/main">
              <a:ext uri="{FF2B5EF4-FFF2-40B4-BE49-F238E27FC236}">
                <a16:creationId xmlns:a16="http://schemas.microsoft.com/office/drawing/2014/main" id="{4DB762EA-F3CB-46E8-A042-6E20470E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298" y="4017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3" name="path-1588">
            <a:extLst xmlns:a="http://schemas.openxmlformats.org/drawingml/2006/main">
              <a:ext uri="{FF2B5EF4-FFF2-40B4-BE49-F238E27FC236}">
                <a16:creationId xmlns:a16="http://schemas.microsoft.com/office/drawing/2014/main" id="{2D79639F-0D7F-4FCE-8841-B17B424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112" y="4061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4" name="path-1589">
            <a:extLst xmlns:a="http://schemas.openxmlformats.org/drawingml/2006/main">
              <a:ext uri="{FF2B5EF4-FFF2-40B4-BE49-F238E27FC236}">
                <a16:creationId xmlns:a16="http://schemas.microsoft.com/office/drawing/2014/main" id="{0281DDA0-D561-4F01-92A3-FFFA26C1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938" y="40477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5" name="path-1590">
            <a:extLst xmlns:a="http://schemas.openxmlformats.org/drawingml/2006/main">
              <a:ext uri="{FF2B5EF4-FFF2-40B4-BE49-F238E27FC236}">
                <a16:creationId xmlns:a16="http://schemas.microsoft.com/office/drawing/2014/main" id="{C2582FC5-3E46-476D-95FE-262F436B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629" y="4020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6" name="path-1591">
            <a:extLst xmlns:a="http://schemas.openxmlformats.org/drawingml/2006/main">
              <a:ext uri="{FF2B5EF4-FFF2-40B4-BE49-F238E27FC236}">
                <a16:creationId xmlns:a16="http://schemas.microsoft.com/office/drawing/2014/main" id="{DC720FBE-1114-4392-A39B-ACCF08F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123" y="40284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7" name="path-1592">
            <a:extLst xmlns:a="http://schemas.openxmlformats.org/drawingml/2006/main">
              <a:ext uri="{FF2B5EF4-FFF2-40B4-BE49-F238E27FC236}">
                <a16:creationId xmlns:a16="http://schemas.microsoft.com/office/drawing/2014/main" id="{F8928F70-DEF5-4E6C-9551-2890BB3B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07" y="40196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8" name="path-1593">
            <a:extLst xmlns:a="http://schemas.openxmlformats.org/drawingml/2006/main">
              <a:ext uri="{FF2B5EF4-FFF2-40B4-BE49-F238E27FC236}">
                <a16:creationId xmlns:a16="http://schemas.microsoft.com/office/drawing/2014/main" id="{85EBF9DC-E868-4CB9-8D73-3F92AE21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425" y="4025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9" name="path-1594">
            <a:extLst xmlns:a="http://schemas.openxmlformats.org/drawingml/2006/main">
              <a:ext uri="{FF2B5EF4-FFF2-40B4-BE49-F238E27FC236}">
                <a16:creationId xmlns:a16="http://schemas.microsoft.com/office/drawing/2014/main" id="{DF48C5E5-9D8C-4778-BEE2-DD6FEE1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44" y="4013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0" name="path-1595">
            <a:extLst xmlns:a="http://schemas.openxmlformats.org/drawingml/2006/main">
              <a:ext uri="{FF2B5EF4-FFF2-40B4-BE49-F238E27FC236}">
                <a16:creationId xmlns:a16="http://schemas.microsoft.com/office/drawing/2014/main" id="{ABFD5D31-4AD4-42D3-8F26-1D8C57E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88" y="40812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1" name="path-1596">
            <a:extLst xmlns:a="http://schemas.openxmlformats.org/drawingml/2006/main">
              <a:ext uri="{FF2B5EF4-FFF2-40B4-BE49-F238E27FC236}">
                <a16:creationId xmlns:a16="http://schemas.microsoft.com/office/drawing/2014/main" id="{4E4FFD71-9B28-4EFD-8EEB-D07A6442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390" y="4042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2" name="path-1597">
            <a:extLst xmlns:a="http://schemas.openxmlformats.org/drawingml/2006/main">
              <a:ext uri="{FF2B5EF4-FFF2-40B4-BE49-F238E27FC236}">
                <a16:creationId xmlns:a16="http://schemas.microsoft.com/office/drawing/2014/main" id="{866FB8F3-EF0A-4907-A7CC-D72A522F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910" y="40696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3" name="path-1598">
            <a:extLst xmlns:a="http://schemas.openxmlformats.org/drawingml/2006/main">
              <a:ext uri="{FF2B5EF4-FFF2-40B4-BE49-F238E27FC236}">
                <a16:creationId xmlns:a16="http://schemas.microsoft.com/office/drawing/2014/main" id="{9FFECC9F-4303-46BF-9157-6214129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800" y="40519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4" name="path-1599">
            <a:extLst xmlns:a="http://schemas.openxmlformats.org/drawingml/2006/main">
              <a:ext uri="{FF2B5EF4-FFF2-40B4-BE49-F238E27FC236}">
                <a16:creationId xmlns:a16="http://schemas.microsoft.com/office/drawing/2014/main" id="{8C119AF6-4380-47C5-8A4C-30F095F4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58" y="40606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5" name="path-1600">
            <a:extLst xmlns:a="http://schemas.openxmlformats.org/drawingml/2006/main">
              <a:ext uri="{FF2B5EF4-FFF2-40B4-BE49-F238E27FC236}">
                <a16:creationId xmlns:a16="http://schemas.microsoft.com/office/drawing/2014/main" id="{2E47F42D-7A0A-44B0-9ECF-257E1B2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262" y="4064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6" name="path-1601">
            <a:extLst xmlns:a="http://schemas.openxmlformats.org/drawingml/2006/main">
              <a:ext uri="{FF2B5EF4-FFF2-40B4-BE49-F238E27FC236}">
                <a16:creationId xmlns:a16="http://schemas.microsoft.com/office/drawing/2014/main" id="{A556B358-FF20-41A5-936E-0E88001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1" y="40482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7" name="path-1602">
            <a:extLst xmlns:a="http://schemas.openxmlformats.org/drawingml/2006/main">
              <a:ext uri="{FF2B5EF4-FFF2-40B4-BE49-F238E27FC236}">
                <a16:creationId xmlns:a16="http://schemas.microsoft.com/office/drawing/2014/main" id="{9E554990-45F6-4362-B2B9-E1CBCAA0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444" y="40624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8" name="path-1603">
            <a:extLst xmlns:a="http://schemas.openxmlformats.org/drawingml/2006/main">
              <a:ext uri="{FF2B5EF4-FFF2-40B4-BE49-F238E27FC236}">
                <a16:creationId xmlns:a16="http://schemas.microsoft.com/office/drawing/2014/main" id="{64636AF8-C726-4A42-8E6D-1543DA23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1" y="40387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9" name="path-1604">
            <a:extLst xmlns:a="http://schemas.openxmlformats.org/drawingml/2006/main">
              <a:ext uri="{FF2B5EF4-FFF2-40B4-BE49-F238E27FC236}">
                <a16:creationId xmlns:a16="http://schemas.microsoft.com/office/drawing/2014/main" id="{DDBF4A25-4A05-403D-A04D-5DADD253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314" y="40526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0" name="path-1605">
            <a:extLst xmlns:a="http://schemas.openxmlformats.org/drawingml/2006/main">
              <a:ext uri="{FF2B5EF4-FFF2-40B4-BE49-F238E27FC236}">
                <a16:creationId xmlns:a16="http://schemas.microsoft.com/office/drawing/2014/main" id="{58A233FF-326B-4D42-9861-8065D4C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252" y="4054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1" name="path-1606">
            <a:extLst xmlns:a="http://schemas.openxmlformats.org/drawingml/2006/main">
              <a:ext uri="{FF2B5EF4-FFF2-40B4-BE49-F238E27FC236}">
                <a16:creationId xmlns:a16="http://schemas.microsoft.com/office/drawing/2014/main" id="{69952983-760E-4D64-A098-41F355B5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87" y="4029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2" name="path-1607">
            <a:extLst xmlns:a="http://schemas.openxmlformats.org/drawingml/2006/main">
              <a:ext uri="{FF2B5EF4-FFF2-40B4-BE49-F238E27FC236}">
                <a16:creationId xmlns:a16="http://schemas.microsoft.com/office/drawing/2014/main" id="{D21E3F38-E76F-427B-9B84-64F9C71D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370" y="40061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3" name="path-1608">
            <a:extLst xmlns:a="http://schemas.openxmlformats.org/drawingml/2006/main">
              <a:ext uri="{FF2B5EF4-FFF2-40B4-BE49-F238E27FC236}">
                <a16:creationId xmlns:a16="http://schemas.microsoft.com/office/drawing/2014/main" id="{934C19A1-A1EA-4AE3-87C9-A3D1AE6A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97" y="40542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4" name="path-1609">
            <a:extLst xmlns:a="http://schemas.openxmlformats.org/drawingml/2006/main">
              <a:ext uri="{FF2B5EF4-FFF2-40B4-BE49-F238E27FC236}">
                <a16:creationId xmlns:a16="http://schemas.microsoft.com/office/drawing/2014/main" id="{863F2319-B61B-4F70-9711-ACE05B4F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920" y="40324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5" name="path-1610">
            <a:extLst xmlns:a="http://schemas.openxmlformats.org/drawingml/2006/main">
              <a:ext uri="{FF2B5EF4-FFF2-40B4-BE49-F238E27FC236}">
                <a16:creationId xmlns:a16="http://schemas.microsoft.com/office/drawing/2014/main" id="{4658C953-8256-484D-A13C-D382BA77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03" y="4028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6" name="path-1611">
            <a:extLst xmlns:a="http://schemas.openxmlformats.org/drawingml/2006/main">
              <a:ext uri="{FF2B5EF4-FFF2-40B4-BE49-F238E27FC236}">
                <a16:creationId xmlns:a16="http://schemas.microsoft.com/office/drawing/2014/main" id="{B22586F1-AAF9-4614-8641-3E86C480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59" y="40233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7" name="path-1612">
            <a:extLst xmlns:a="http://schemas.openxmlformats.org/drawingml/2006/main">
              <a:ext uri="{FF2B5EF4-FFF2-40B4-BE49-F238E27FC236}">
                <a16:creationId xmlns:a16="http://schemas.microsoft.com/office/drawing/2014/main" id="{5272E578-2715-4BAC-9C80-9511102F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369" y="40303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8" name="path-1613">
            <a:extLst xmlns:a="http://schemas.openxmlformats.org/drawingml/2006/main">
              <a:ext uri="{FF2B5EF4-FFF2-40B4-BE49-F238E27FC236}">
                <a16:creationId xmlns:a16="http://schemas.microsoft.com/office/drawing/2014/main" id="{991E835B-EE6F-4FA8-81E0-87CC79C2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681" y="40531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9" name="path-1614">
            <a:extLst xmlns:a="http://schemas.openxmlformats.org/drawingml/2006/main">
              <a:ext uri="{FF2B5EF4-FFF2-40B4-BE49-F238E27FC236}">
                <a16:creationId xmlns:a16="http://schemas.microsoft.com/office/drawing/2014/main" id="{96381682-4F2B-43A0-8F92-149D35A9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287" y="4073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0" name="path-1615">
            <a:extLst xmlns:a="http://schemas.openxmlformats.org/drawingml/2006/main">
              <a:ext uri="{FF2B5EF4-FFF2-40B4-BE49-F238E27FC236}">
                <a16:creationId xmlns:a16="http://schemas.microsoft.com/office/drawing/2014/main" id="{F140D277-878C-4598-AFFF-279DA56B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69" y="40297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1" name="path-1616">
            <a:extLst xmlns:a="http://schemas.openxmlformats.org/drawingml/2006/main">
              <a:ext uri="{FF2B5EF4-FFF2-40B4-BE49-F238E27FC236}">
                <a16:creationId xmlns:a16="http://schemas.microsoft.com/office/drawing/2014/main" id="{44AE5689-FE04-494B-B055-7F4E2F0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747" y="40488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2" name="path-1617">
            <a:extLst xmlns:a="http://schemas.openxmlformats.org/drawingml/2006/main">
              <a:ext uri="{FF2B5EF4-FFF2-40B4-BE49-F238E27FC236}">
                <a16:creationId xmlns:a16="http://schemas.microsoft.com/office/drawing/2014/main" id="{01642A10-0050-48DC-B57B-F29781A5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78" y="40491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3" name="path-1618">
            <a:extLst xmlns:a="http://schemas.openxmlformats.org/drawingml/2006/main">
              <a:ext uri="{FF2B5EF4-FFF2-40B4-BE49-F238E27FC236}">
                <a16:creationId xmlns:a16="http://schemas.microsoft.com/office/drawing/2014/main" id="{D24DFC95-63DC-4BB1-A0A2-CE2D15A3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1343" y="40482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4" name="path-1619">
            <a:extLst xmlns:a="http://schemas.openxmlformats.org/drawingml/2006/main">
              <a:ext uri="{FF2B5EF4-FFF2-40B4-BE49-F238E27FC236}">
                <a16:creationId xmlns:a16="http://schemas.microsoft.com/office/drawing/2014/main" id="{FD1A7F99-5287-4AC6-AAAE-9C3EF2B2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2" y="40374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5" name="path-1620">
            <a:extLst xmlns:a="http://schemas.openxmlformats.org/drawingml/2006/main">
              <a:ext uri="{FF2B5EF4-FFF2-40B4-BE49-F238E27FC236}">
                <a16:creationId xmlns:a16="http://schemas.microsoft.com/office/drawing/2014/main" id="{A2CA54E8-0FE5-4B55-9B6F-C96C985E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609" y="40609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6" name="path-1621">
            <a:extLst xmlns:a="http://schemas.openxmlformats.org/drawingml/2006/main">
              <a:ext uri="{FF2B5EF4-FFF2-40B4-BE49-F238E27FC236}">
                <a16:creationId xmlns:a16="http://schemas.microsoft.com/office/drawing/2014/main" id="{2BE674C8-7500-4A05-B284-0491B883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892" y="4078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7" name="path-1622">
            <a:extLst xmlns:a="http://schemas.openxmlformats.org/drawingml/2006/main">
              <a:ext uri="{FF2B5EF4-FFF2-40B4-BE49-F238E27FC236}">
                <a16:creationId xmlns:a16="http://schemas.microsoft.com/office/drawing/2014/main" id="{5E94AE3F-D5AF-4A64-926B-ACA143B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4008" y="4037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8" name="path-1623">
            <a:extLst xmlns:a="http://schemas.openxmlformats.org/drawingml/2006/main">
              <a:ext uri="{FF2B5EF4-FFF2-40B4-BE49-F238E27FC236}">
                <a16:creationId xmlns:a16="http://schemas.microsoft.com/office/drawing/2014/main" id="{E3F6F0A9-F2C4-4A81-8A6F-F5BB7DC1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538" y="40763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9" name="path-1624">
            <a:extLst xmlns:a="http://schemas.openxmlformats.org/drawingml/2006/main">
              <a:ext uri="{FF2B5EF4-FFF2-40B4-BE49-F238E27FC236}">
                <a16:creationId xmlns:a16="http://schemas.microsoft.com/office/drawing/2014/main" id="{8671484A-59DB-4783-AB47-C8EABEE9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217" y="4052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0" name="path-1625">
            <a:extLst xmlns:a="http://schemas.openxmlformats.org/drawingml/2006/main">
              <a:ext uri="{FF2B5EF4-FFF2-40B4-BE49-F238E27FC236}">
                <a16:creationId xmlns:a16="http://schemas.microsoft.com/office/drawing/2014/main" id="{934E196C-20CB-4A2F-A07A-2751E88E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590" y="4065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1" name="path-1626">
            <a:extLst xmlns:a="http://schemas.openxmlformats.org/drawingml/2006/main">
              <a:ext uri="{FF2B5EF4-FFF2-40B4-BE49-F238E27FC236}">
                <a16:creationId xmlns:a16="http://schemas.microsoft.com/office/drawing/2014/main" id="{18E293F9-7E83-4A1E-A9EA-3B0DDC4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769" y="4035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2" name="path-1627">
            <a:extLst xmlns:a="http://schemas.openxmlformats.org/drawingml/2006/main">
              <a:ext uri="{FF2B5EF4-FFF2-40B4-BE49-F238E27FC236}">
                <a16:creationId xmlns:a16="http://schemas.microsoft.com/office/drawing/2014/main" id="{B412BFC5-752A-4421-9794-F51C802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190" y="40532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3" name="path-1628">
            <a:extLst xmlns:a="http://schemas.openxmlformats.org/drawingml/2006/main">
              <a:ext uri="{FF2B5EF4-FFF2-40B4-BE49-F238E27FC236}">
                <a16:creationId xmlns:a16="http://schemas.microsoft.com/office/drawing/2014/main" id="{1CAF96A6-62DC-4798-92FD-18BFB791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2140" y="4075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4" name="path-1629">
            <a:extLst xmlns:a="http://schemas.openxmlformats.org/drawingml/2006/main">
              <a:ext uri="{FF2B5EF4-FFF2-40B4-BE49-F238E27FC236}">
                <a16:creationId xmlns:a16="http://schemas.microsoft.com/office/drawing/2014/main" id="{F87445D5-1BB7-4781-A4A9-308B64F6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14" y="40573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5" name="path-1630">
            <a:extLst xmlns:a="http://schemas.openxmlformats.org/drawingml/2006/main">
              <a:ext uri="{FF2B5EF4-FFF2-40B4-BE49-F238E27FC236}">
                <a16:creationId xmlns:a16="http://schemas.microsoft.com/office/drawing/2014/main" id="{7CFC44A2-C156-4978-86E6-DF34294F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491" y="40433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6" name="path-1631">
            <a:extLst xmlns:a="http://schemas.openxmlformats.org/drawingml/2006/main">
              <a:ext uri="{FF2B5EF4-FFF2-40B4-BE49-F238E27FC236}">
                <a16:creationId xmlns:a16="http://schemas.microsoft.com/office/drawing/2014/main" id="{834007DD-C9E1-4841-82A8-F2D92C43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542" y="4065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7" name="path-1632">
            <a:extLst xmlns:a="http://schemas.openxmlformats.org/drawingml/2006/main">
              <a:ext uri="{FF2B5EF4-FFF2-40B4-BE49-F238E27FC236}">
                <a16:creationId xmlns:a16="http://schemas.microsoft.com/office/drawing/2014/main" id="{290D5550-B380-4FB4-886C-8C2620AF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841" y="4062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8" name="path-1633">
            <a:extLst xmlns:a="http://schemas.openxmlformats.org/drawingml/2006/main">
              <a:ext uri="{FF2B5EF4-FFF2-40B4-BE49-F238E27FC236}">
                <a16:creationId xmlns:a16="http://schemas.microsoft.com/office/drawing/2014/main" id="{73EA3CBC-FE07-4FA1-B56D-52B34AB7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42" y="4022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9" name="path-1634">
            <a:extLst xmlns:a="http://schemas.openxmlformats.org/drawingml/2006/main">
              <a:ext uri="{FF2B5EF4-FFF2-40B4-BE49-F238E27FC236}">
                <a16:creationId xmlns:a16="http://schemas.microsoft.com/office/drawing/2014/main" id="{782BFDA1-9661-451D-A506-8A1841E6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178" y="4027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0" name="path-1635">
            <a:extLst xmlns:a="http://schemas.openxmlformats.org/drawingml/2006/main">
              <a:ext uri="{FF2B5EF4-FFF2-40B4-BE49-F238E27FC236}">
                <a16:creationId xmlns:a16="http://schemas.microsoft.com/office/drawing/2014/main" id="{C306F601-90AD-42E7-A778-0427699D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3118" y="4051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1" name="path-1636">
            <a:extLst xmlns:a="http://schemas.openxmlformats.org/drawingml/2006/main">
              <a:ext uri="{FF2B5EF4-FFF2-40B4-BE49-F238E27FC236}">
                <a16:creationId xmlns:a16="http://schemas.microsoft.com/office/drawing/2014/main" id="{2D778074-85FC-4413-BCF7-D2CDFD1A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46" y="40846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2" name="path-1637">
            <a:extLst xmlns:a="http://schemas.openxmlformats.org/drawingml/2006/main">
              <a:ext uri="{FF2B5EF4-FFF2-40B4-BE49-F238E27FC236}">
                <a16:creationId xmlns:a16="http://schemas.microsoft.com/office/drawing/2014/main" id="{D29B5A54-2957-443B-8FDF-7389D183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810" y="40446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3" name="path-1638">
            <a:extLst xmlns:a="http://schemas.openxmlformats.org/drawingml/2006/main">
              <a:ext uri="{FF2B5EF4-FFF2-40B4-BE49-F238E27FC236}">
                <a16:creationId xmlns:a16="http://schemas.microsoft.com/office/drawing/2014/main" id="{B4C4264A-CF7E-4E6C-BE33-B742F34A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064" y="40338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4" name="path-1639">
            <a:extLst xmlns:a="http://schemas.openxmlformats.org/drawingml/2006/main">
              <a:ext uri="{FF2B5EF4-FFF2-40B4-BE49-F238E27FC236}">
                <a16:creationId xmlns:a16="http://schemas.microsoft.com/office/drawing/2014/main" id="{C6F43FF4-DB69-4A74-8DB5-DC077D6E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105" y="40531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5" name="path-1640">
            <a:extLst xmlns:a="http://schemas.openxmlformats.org/drawingml/2006/main">
              <a:ext uri="{FF2B5EF4-FFF2-40B4-BE49-F238E27FC236}">
                <a16:creationId xmlns:a16="http://schemas.microsoft.com/office/drawing/2014/main" id="{DAAD6FA1-0279-402E-A6C8-2CD71DBB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140" y="4011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6" name="path-1641">
            <a:extLst xmlns:a="http://schemas.openxmlformats.org/drawingml/2006/main">
              <a:ext uri="{FF2B5EF4-FFF2-40B4-BE49-F238E27FC236}">
                <a16:creationId xmlns:a16="http://schemas.microsoft.com/office/drawing/2014/main" id="{B33CF700-52FF-4BA1-BB21-9F220937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272" y="40480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7" name="path-1642">
            <a:extLst xmlns:a="http://schemas.openxmlformats.org/drawingml/2006/main">
              <a:ext uri="{FF2B5EF4-FFF2-40B4-BE49-F238E27FC236}">
                <a16:creationId xmlns:a16="http://schemas.microsoft.com/office/drawing/2014/main" id="{0782C032-C826-482B-92DF-68A5008A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417" y="40503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8" name="path-1643">
            <a:extLst xmlns:a="http://schemas.openxmlformats.org/drawingml/2006/main">
              <a:ext uri="{FF2B5EF4-FFF2-40B4-BE49-F238E27FC236}">
                <a16:creationId xmlns:a16="http://schemas.microsoft.com/office/drawing/2014/main" id="{1A89F6D7-1174-431A-8827-E1A2DE63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480" y="40810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9" name="path-1644">
            <a:extLst xmlns:a="http://schemas.openxmlformats.org/drawingml/2006/main">
              <a:ext uri="{FF2B5EF4-FFF2-40B4-BE49-F238E27FC236}">
                <a16:creationId xmlns:a16="http://schemas.microsoft.com/office/drawing/2014/main" id="{776AE32E-6B0D-4960-8046-7B2D7BAE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457" y="4045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0" name="path-1645">
            <a:extLst xmlns:a="http://schemas.openxmlformats.org/drawingml/2006/main">
              <a:ext uri="{FF2B5EF4-FFF2-40B4-BE49-F238E27FC236}">
                <a16:creationId xmlns:a16="http://schemas.microsoft.com/office/drawing/2014/main" id="{8AD398A9-60B5-4AF4-8D5F-3896DFA0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818" y="4043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1" name="path-1646">
            <a:extLst xmlns:a="http://schemas.openxmlformats.org/drawingml/2006/main">
              <a:ext uri="{FF2B5EF4-FFF2-40B4-BE49-F238E27FC236}">
                <a16:creationId xmlns:a16="http://schemas.microsoft.com/office/drawing/2014/main" id="{F0CD20E4-5E8E-4444-8663-E6AA9487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089" y="40549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2" name="path-1647">
            <a:extLst xmlns:a="http://schemas.openxmlformats.org/drawingml/2006/main">
              <a:ext uri="{FF2B5EF4-FFF2-40B4-BE49-F238E27FC236}">
                <a16:creationId xmlns:a16="http://schemas.microsoft.com/office/drawing/2014/main" id="{B2E15CE7-6504-41CF-9804-EFEA8C99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48" y="40245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3" name="path-1648">
            <a:extLst xmlns:a="http://schemas.openxmlformats.org/drawingml/2006/main">
              <a:ext uri="{FF2B5EF4-FFF2-40B4-BE49-F238E27FC236}">
                <a16:creationId xmlns:a16="http://schemas.microsoft.com/office/drawing/2014/main" id="{934591B5-5816-4856-AE22-80C7D4B7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674" y="40456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4" name="path-1649">
            <a:extLst xmlns:a="http://schemas.openxmlformats.org/drawingml/2006/main">
              <a:ext uri="{FF2B5EF4-FFF2-40B4-BE49-F238E27FC236}">
                <a16:creationId xmlns:a16="http://schemas.microsoft.com/office/drawing/2014/main" id="{A7562B3E-8DF6-4800-8DB2-3F14307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8884" y="40486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5" name="path-1650">
            <a:extLst xmlns:a="http://schemas.openxmlformats.org/drawingml/2006/main">
              <a:ext uri="{FF2B5EF4-FFF2-40B4-BE49-F238E27FC236}">
                <a16:creationId xmlns:a16="http://schemas.microsoft.com/office/drawing/2014/main" id="{AC087503-DD5E-4435-B341-92D4CAED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7" y="40183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6" name="path-1651">
            <a:extLst xmlns:a="http://schemas.openxmlformats.org/drawingml/2006/main">
              <a:ext uri="{FF2B5EF4-FFF2-40B4-BE49-F238E27FC236}">
                <a16:creationId xmlns:a16="http://schemas.microsoft.com/office/drawing/2014/main" id="{595F04AC-D30F-4E2C-8F91-C335DDB1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861" y="40174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7" name="path-1652">
            <a:extLst xmlns:a="http://schemas.openxmlformats.org/drawingml/2006/main">
              <a:ext uri="{FF2B5EF4-FFF2-40B4-BE49-F238E27FC236}">
                <a16:creationId xmlns:a16="http://schemas.microsoft.com/office/drawing/2014/main" id="{1E0A0E12-3AA3-4206-BA4C-2E7A4AB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115" y="4035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8" name="path-1653">
            <a:extLst xmlns:a="http://schemas.openxmlformats.org/drawingml/2006/main">
              <a:ext uri="{FF2B5EF4-FFF2-40B4-BE49-F238E27FC236}">
                <a16:creationId xmlns:a16="http://schemas.microsoft.com/office/drawing/2014/main" id="{A207C20C-4C31-42E1-B15E-1F80F726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501" y="40588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9" name="path-1654">
            <a:extLst xmlns:a="http://schemas.openxmlformats.org/drawingml/2006/main">
              <a:ext uri="{FF2B5EF4-FFF2-40B4-BE49-F238E27FC236}">
                <a16:creationId xmlns:a16="http://schemas.microsoft.com/office/drawing/2014/main" id="{4738F4E5-C31A-4CE2-AFD5-DF8023C0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8888" y="40334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0" name="path-1655">
            <a:extLst xmlns:a="http://schemas.openxmlformats.org/drawingml/2006/main">
              <a:ext uri="{FF2B5EF4-FFF2-40B4-BE49-F238E27FC236}">
                <a16:creationId xmlns:a16="http://schemas.microsoft.com/office/drawing/2014/main" id="{838984C5-CE68-40BA-8A47-BFD634D7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101" y="40599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1" name="path-1656">
            <a:extLst xmlns:a="http://schemas.openxmlformats.org/drawingml/2006/main">
              <a:ext uri="{FF2B5EF4-FFF2-40B4-BE49-F238E27FC236}">
                <a16:creationId xmlns:a16="http://schemas.microsoft.com/office/drawing/2014/main" id="{FC42B947-F0B0-4241-8391-835A9169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5" y="40240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2" name="path-1657">
            <a:extLst xmlns:a="http://schemas.openxmlformats.org/drawingml/2006/main">
              <a:ext uri="{FF2B5EF4-FFF2-40B4-BE49-F238E27FC236}">
                <a16:creationId xmlns:a16="http://schemas.microsoft.com/office/drawing/2014/main" id="{8D3834B0-C889-4A1A-9449-D0DFFB5B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820" y="4051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3" name="path-1658">
            <a:extLst xmlns:a="http://schemas.openxmlformats.org/drawingml/2006/main">
              <a:ext uri="{FF2B5EF4-FFF2-40B4-BE49-F238E27FC236}">
                <a16:creationId xmlns:a16="http://schemas.microsoft.com/office/drawing/2014/main" id="{578B3521-0AD8-4B12-8C0F-3F3FD846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949" y="4030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4" name="path-1659">
            <a:extLst xmlns:a="http://schemas.openxmlformats.org/drawingml/2006/main">
              <a:ext uri="{FF2B5EF4-FFF2-40B4-BE49-F238E27FC236}">
                <a16:creationId xmlns:a16="http://schemas.microsoft.com/office/drawing/2014/main" id="{7ABEC90B-E4B2-4537-8DC5-FF1D238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515" y="4059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5" name="path-1660">
            <a:extLst xmlns:a="http://schemas.openxmlformats.org/drawingml/2006/main">
              <a:ext uri="{FF2B5EF4-FFF2-40B4-BE49-F238E27FC236}">
                <a16:creationId xmlns:a16="http://schemas.microsoft.com/office/drawing/2014/main" id="{EFD60622-AE99-4F36-8F23-61276628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050" y="40406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6" name="path-1661">
            <a:extLst xmlns:a="http://schemas.openxmlformats.org/drawingml/2006/main">
              <a:ext uri="{FF2B5EF4-FFF2-40B4-BE49-F238E27FC236}">
                <a16:creationId xmlns:a16="http://schemas.microsoft.com/office/drawing/2014/main" id="{5A0A041B-9D9D-4AEF-A1F0-BB529865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63" y="4044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7" name="path-1662">
            <a:extLst xmlns:a="http://schemas.openxmlformats.org/drawingml/2006/main">
              <a:ext uri="{FF2B5EF4-FFF2-40B4-BE49-F238E27FC236}">
                <a16:creationId xmlns:a16="http://schemas.microsoft.com/office/drawing/2014/main" id="{C0F0D061-75EE-404F-8F19-6AC9CF2B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890" y="4038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8" name="path-1663">
            <a:extLst xmlns:a="http://schemas.openxmlformats.org/drawingml/2006/main">
              <a:ext uri="{FF2B5EF4-FFF2-40B4-BE49-F238E27FC236}">
                <a16:creationId xmlns:a16="http://schemas.microsoft.com/office/drawing/2014/main" id="{E0EECE9D-6A3A-4903-BC0F-E0A60787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93" y="40385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9" name="path-1664">
            <a:extLst xmlns:a="http://schemas.openxmlformats.org/drawingml/2006/main">
              <a:ext uri="{FF2B5EF4-FFF2-40B4-BE49-F238E27FC236}">
                <a16:creationId xmlns:a16="http://schemas.microsoft.com/office/drawing/2014/main" id="{40B64679-7AB7-49F2-8B98-86E29A86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415" y="40302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0" name="path-1665">
            <a:extLst xmlns:a="http://schemas.openxmlformats.org/drawingml/2006/main">
              <a:ext uri="{FF2B5EF4-FFF2-40B4-BE49-F238E27FC236}">
                <a16:creationId xmlns:a16="http://schemas.microsoft.com/office/drawing/2014/main" id="{136EF177-68F9-4A13-A6D4-1696053C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124" y="40631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1" name="path-1666">
            <a:extLst xmlns:a="http://schemas.openxmlformats.org/drawingml/2006/main">
              <a:ext uri="{FF2B5EF4-FFF2-40B4-BE49-F238E27FC236}">
                <a16:creationId xmlns:a16="http://schemas.microsoft.com/office/drawing/2014/main" id="{AD8AD8BA-1E16-40C9-9128-85CC88FB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65" y="40682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2" name="path-1667">
            <a:extLst xmlns:a="http://schemas.openxmlformats.org/drawingml/2006/main">
              <a:ext uri="{FF2B5EF4-FFF2-40B4-BE49-F238E27FC236}">
                <a16:creationId xmlns:a16="http://schemas.microsoft.com/office/drawing/2014/main" id="{88BBA8F5-BA11-4816-AD79-52B6AE0A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84" y="4026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3" name="path-1668">
            <a:extLst xmlns:a="http://schemas.openxmlformats.org/drawingml/2006/main">
              <a:ext uri="{FF2B5EF4-FFF2-40B4-BE49-F238E27FC236}">
                <a16:creationId xmlns:a16="http://schemas.microsoft.com/office/drawing/2014/main" id="{710CBD7D-2E03-4F3F-8613-999878B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616" y="40459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4" name="path-1669">
            <a:extLst xmlns:a="http://schemas.openxmlformats.org/drawingml/2006/main">
              <a:ext uri="{FF2B5EF4-FFF2-40B4-BE49-F238E27FC236}">
                <a16:creationId xmlns:a16="http://schemas.microsoft.com/office/drawing/2014/main" id="{A5857EE4-3260-4C20-98BD-47596F59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306" y="4057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5" name="path-1670">
            <a:extLst xmlns:a="http://schemas.openxmlformats.org/drawingml/2006/main">
              <a:ext uri="{FF2B5EF4-FFF2-40B4-BE49-F238E27FC236}">
                <a16:creationId xmlns:a16="http://schemas.microsoft.com/office/drawing/2014/main" id="{B225E7FB-F92D-41AC-B498-2E0D987B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030" y="40359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6" name="path-1671">
            <a:extLst xmlns:a="http://schemas.openxmlformats.org/drawingml/2006/main">
              <a:ext uri="{FF2B5EF4-FFF2-40B4-BE49-F238E27FC236}">
                <a16:creationId xmlns:a16="http://schemas.microsoft.com/office/drawing/2014/main" id="{2BB2487B-2F93-456F-AD0C-B7A64763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451" y="4025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7" name="path-1672">
            <a:extLst xmlns:a="http://schemas.openxmlformats.org/drawingml/2006/main">
              <a:ext uri="{FF2B5EF4-FFF2-40B4-BE49-F238E27FC236}">
                <a16:creationId xmlns:a16="http://schemas.microsoft.com/office/drawing/2014/main" id="{267C49E5-FD24-47FA-A784-399534EE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466" y="39993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8" name="path-1673">
            <a:extLst xmlns:a="http://schemas.openxmlformats.org/drawingml/2006/main">
              <a:ext uri="{FF2B5EF4-FFF2-40B4-BE49-F238E27FC236}">
                <a16:creationId xmlns:a16="http://schemas.microsoft.com/office/drawing/2014/main" id="{86DBBB35-54BC-4496-B7D2-4A89F3FB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368" y="4036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9" name="path-1674">
            <a:extLst xmlns:a="http://schemas.openxmlformats.org/drawingml/2006/main">
              <a:ext uri="{FF2B5EF4-FFF2-40B4-BE49-F238E27FC236}">
                <a16:creationId xmlns:a16="http://schemas.microsoft.com/office/drawing/2014/main" id="{2694A939-47B8-4B0A-AB9C-A2E3A0D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858" y="40253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0" name="path-1675">
            <a:extLst xmlns:a="http://schemas.openxmlformats.org/drawingml/2006/main">
              <a:ext uri="{FF2B5EF4-FFF2-40B4-BE49-F238E27FC236}">
                <a16:creationId xmlns:a16="http://schemas.microsoft.com/office/drawing/2014/main" id="{EB2B9CBF-B287-4FFA-9B0E-FC9563DE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681" y="40327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1" name="path-1676">
            <a:extLst xmlns:a="http://schemas.openxmlformats.org/drawingml/2006/main">
              <a:ext uri="{FF2B5EF4-FFF2-40B4-BE49-F238E27FC236}">
                <a16:creationId xmlns:a16="http://schemas.microsoft.com/office/drawing/2014/main" id="{1829F0E0-10D4-4FB7-88D3-FAB694A1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521" y="4033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2" name="path-1677">
            <a:extLst xmlns:a="http://schemas.openxmlformats.org/drawingml/2006/main">
              <a:ext uri="{FF2B5EF4-FFF2-40B4-BE49-F238E27FC236}">
                <a16:creationId xmlns:a16="http://schemas.microsoft.com/office/drawing/2014/main" id="{989D0F42-684A-4C08-95C2-3514832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792" y="40338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3" name="path-1678">
            <a:extLst xmlns:a="http://schemas.openxmlformats.org/drawingml/2006/main">
              <a:ext uri="{FF2B5EF4-FFF2-40B4-BE49-F238E27FC236}">
                <a16:creationId xmlns:a16="http://schemas.microsoft.com/office/drawing/2014/main" id="{14656CF4-4F15-456A-BFFE-13627693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214" y="40705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4" name="path-1679">
            <a:extLst xmlns:a="http://schemas.openxmlformats.org/drawingml/2006/main">
              <a:ext uri="{FF2B5EF4-FFF2-40B4-BE49-F238E27FC236}">
                <a16:creationId xmlns:a16="http://schemas.microsoft.com/office/drawing/2014/main" id="{10995657-5395-4461-8E22-0F9BB5B4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990" y="40441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5" name="path-1680">
            <a:extLst xmlns:a="http://schemas.openxmlformats.org/drawingml/2006/main">
              <a:ext uri="{FF2B5EF4-FFF2-40B4-BE49-F238E27FC236}">
                <a16:creationId xmlns:a16="http://schemas.microsoft.com/office/drawing/2014/main" id="{EF0C3EC2-30F1-478A-8E54-9FCBC77B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808" y="40584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6" name="path-1681">
            <a:extLst xmlns:a="http://schemas.openxmlformats.org/drawingml/2006/main">
              <a:ext uri="{FF2B5EF4-FFF2-40B4-BE49-F238E27FC236}">
                <a16:creationId xmlns:a16="http://schemas.microsoft.com/office/drawing/2014/main" id="{3CE5DE2F-B45B-4970-9010-11CCE905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032" y="40346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7" name="path-1682">
            <a:extLst xmlns:a="http://schemas.openxmlformats.org/drawingml/2006/main">
              <a:ext uri="{FF2B5EF4-FFF2-40B4-BE49-F238E27FC236}">
                <a16:creationId xmlns:a16="http://schemas.microsoft.com/office/drawing/2014/main" id="{CEA9FAAD-CE94-48B5-93FE-EDEFE61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072" y="40715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8" name="path-1683">
            <a:extLst xmlns:a="http://schemas.openxmlformats.org/drawingml/2006/main">
              <a:ext uri="{FF2B5EF4-FFF2-40B4-BE49-F238E27FC236}">
                <a16:creationId xmlns:a16="http://schemas.microsoft.com/office/drawing/2014/main" id="{1969563E-F443-4588-9B09-B66B50C2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8692" y="40402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9" name="path-1684">
            <a:extLst xmlns:a="http://schemas.openxmlformats.org/drawingml/2006/main">
              <a:ext uri="{FF2B5EF4-FFF2-40B4-BE49-F238E27FC236}">
                <a16:creationId xmlns:a16="http://schemas.microsoft.com/office/drawing/2014/main" id="{95F3AE04-C498-433B-B4A8-07CEEAA2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933" y="40333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0" name="path-1685">
            <a:extLst xmlns:a="http://schemas.openxmlformats.org/drawingml/2006/main">
              <a:ext uri="{FF2B5EF4-FFF2-40B4-BE49-F238E27FC236}">
                <a16:creationId xmlns:a16="http://schemas.microsoft.com/office/drawing/2014/main" id="{13C9BFC7-0504-40F7-B56B-BBE2F200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51" y="40348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1" name="path-1686">
            <a:extLst xmlns:a="http://schemas.openxmlformats.org/drawingml/2006/main">
              <a:ext uri="{FF2B5EF4-FFF2-40B4-BE49-F238E27FC236}">
                <a16:creationId xmlns:a16="http://schemas.microsoft.com/office/drawing/2014/main" id="{74F27AB1-1C6F-49DB-B3C0-862C2F03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22" y="4026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2" name="path-1687">
            <a:extLst xmlns:a="http://schemas.openxmlformats.org/drawingml/2006/main">
              <a:ext uri="{FF2B5EF4-FFF2-40B4-BE49-F238E27FC236}">
                <a16:creationId xmlns:a16="http://schemas.microsoft.com/office/drawing/2014/main" id="{71319609-FC26-4DD7-9DCE-8D4CC3C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60" y="4049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3" name="path-1688">
            <a:extLst xmlns:a="http://schemas.openxmlformats.org/drawingml/2006/main">
              <a:ext uri="{FF2B5EF4-FFF2-40B4-BE49-F238E27FC236}">
                <a16:creationId xmlns:a16="http://schemas.microsoft.com/office/drawing/2014/main" id="{67B24AB6-9E65-4D30-A07B-1A323329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431" y="40296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4" name="path-1689">
            <a:extLst xmlns:a="http://schemas.openxmlformats.org/drawingml/2006/main">
              <a:ext uri="{FF2B5EF4-FFF2-40B4-BE49-F238E27FC236}">
                <a16:creationId xmlns:a16="http://schemas.microsoft.com/office/drawing/2014/main" id="{D863DB74-5FCA-403A-BE18-A7A7F111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407" y="40806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5" name="path-1690">
            <a:extLst xmlns:a="http://schemas.openxmlformats.org/drawingml/2006/main">
              <a:ext uri="{FF2B5EF4-FFF2-40B4-BE49-F238E27FC236}">
                <a16:creationId xmlns:a16="http://schemas.microsoft.com/office/drawing/2014/main" id="{8D0868D1-8239-4A15-B440-6769985D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272" y="40403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6" name="path-1691">
            <a:extLst xmlns:a="http://schemas.openxmlformats.org/drawingml/2006/main">
              <a:ext uri="{FF2B5EF4-FFF2-40B4-BE49-F238E27FC236}">
                <a16:creationId xmlns:a16="http://schemas.microsoft.com/office/drawing/2014/main" id="{581E0D02-83A4-4C88-97C2-CA68BC35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8" y="40320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7" name="path-1692">
            <a:extLst xmlns:a="http://schemas.openxmlformats.org/drawingml/2006/main">
              <a:ext uri="{FF2B5EF4-FFF2-40B4-BE49-F238E27FC236}">
                <a16:creationId xmlns:a16="http://schemas.microsoft.com/office/drawing/2014/main" id="{CF3A1F1C-F6A4-4D33-9671-6EEA1733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511" y="4037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8" name="path-1693">
            <a:extLst xmlns:a="http://schemas.openxmlformats.org/drawingml/2006/main">
              <a:ext uri="{FF2B5EF4-FFF2-40B4-BE49-F238E27FC236}">
                <a16:creationId xmlns:a16="http://schemas.microsoft.com/office/drawing/2014/main" id="{92146941-2515-438B-9AB7-D951C6C1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294" y="40676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9" name="path-1694">
            <a:extLst xmlns:a="http://schemas.openxmlformats.org/drawingml/2006/main">
              <a:ext uri="{FF2B5EF4-FFF2-40B4-BE49-F238E27FC236}">
                <a16:creationId xmlns:a16="http://schemas.microsoft.com/office/drawing/2014/main" id="{6338B212-904D-4D61-BEB5-E0C0788E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13" y="4039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0" name="path-1695">
            <a:extLst xmlns:a="http://schemas.openxmlformats.org/drawingml/2006/main">
              <a:ext uri="{FF2B5EF4-FFF2-40B4-BE49-F238E27FC236}">
                <a16:creationId xmlns:a16="http://schemas.microsoft.com/office/drawing/2014/main" id="{26CF3084-BDC1-4001-B4E0-8A1432DA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093" y="4059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1" name="path-1696">
            <a:extLst xmlns:a="http://schemas.openxmlformats.org/drawingml/2006/main">
              <a:ext uri="{FF2B5EF4-FFF2-40B4-BE49-F238E27FC236}">
                <a16:creationId xmlns:a16="http://schemas.microsoft.com/office/drawing/2014/main" id="{89A469A5-8819-4086-B08D-A63BB0A4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022" y="40245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2" name="path-1697">
            <a:extLst xmlns:a="http://schemas.openxmlformats.org/drawingml/2006/main">
              <a:ext uri="{FF2B5EF4-FFF2-40B4-BE49-F238E27FC236}">
                <a16:creationId xmlns:a16="http://schemas.microsoft.com/office/drawing/2014/main" id="{FE568143-42D4-4C9E-8139-2CC0B0EE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400" y="40198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3" name="path-1698">
            <a:extLst xmlns:a="http://schemas.openxmlformats.org/drawingml/2006/main">
              <a:ext uri="{FF2B5EF4-FFF2-40B4-BE49-F238E27FC236}">
                <a16:creationId xmlns:a16="http://schemas.microsoft.com/office/drawing/2014/main" id="{8E469E09-4FD4-4F72-AF0C-AAA27910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53" y="40525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4" name="path-1699">
            <a:extLst xmlns:a="http://schemas.openxmlformats.org/drawingml/2006/main">
              <a:ext uri="{FF2B5EF4-FFF2-40B4-BE49-F238E27FC236}">
                <a16:creationId xmlns:a16="http://schemas.microsoft.com/office/drawing/2014/main" id="{3EACFE53-D3DF-4A9B-B7B2-CE1B929B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747" y="40434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5" name="path-1700">
            <a:extLst xmlns:a="http://schemas.openxmlformats.org/drawingml/2006/main">
              <a:ext uri="{FF2B5EF4-FFF2-40B4-BE49-F238E27FC236}">
                <a16:creationId xmlns:a16="http://schemas.microsoft.com/office/drawing/2014/main" id="{56773E93-3E5E-4BC8-BDBC-4BA89AE2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46" y="4057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6" name="path-1701">
            <a:extLst xmlns:a="http://schemas.openxmlformats.org/drawingml/2006/main">
              <a:ext uri="{FF2B5EF4-FFF2-40B4-BE49-F238E27FC236}">
                <a16:creationId xmlns:a16="http://schemas.microsoft.com/office/drawing/2014/main" id="{8C889FE7-BA9E-4BA9-83A8-8B56550F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218" y="40600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7" name="path-1702">
            <a:extLst xmlns:a="http://schemas.openxmlformats.org/drawingml/2006/main">
              <a:ext uri="{FF2B5EF4-FFF2-40B4-BE49-F238E27FC236}">
                <a16:creationId xmlns:a16="http://schemas.microsoft.com/office/drawing/2014/main" id="{5608992F-F417-4C9A-9CF0-E09D172F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065" y="40442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8" name="path-1703">
            <a:extLst xmlns:a="http://schemas.openxmlformats.org/drawingml/2006/main">
              <a:ext uri="{FF2B5EF4-FFF2-40B4-BE49-F238E27FC236}">
                <a16:creationId xmlns:a16="http://schemas.microsoft.com/office/drawing/2014/main" id="{7B2C7112-6C21-4E4A-8BE3-8068E8C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03" y="4049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9" name="path-1704">
            <a:extLst xmlns:a="http://schemas.openxmlformats.org/drawingml/2006/main">
              <a:ext uri="{FF2B5EF4-FFF2-40B4-BE49-F238E27FC236}">
                <a16:creationId xmlns:a16="http://schemas.microsoft.com/office/drawing/2014/main" id="{4AEA03B4-D81E-4CBE-80E9-6B8C859E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855" y="40390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0" name="path-1705">
            <a:extLst xmlns:a="http://schemas.openxmlformats.org/drawingml/2006/main">
              <a:ext uri="{FF2B5EF4-FFF2-40B4-BE49-F238E27FC236}">
                <a16:creationId xmlns:a16="http://schemas.microsoft.com/office/drawing/2014/main" id="{117FA151-6252-402E-AAA7-0DA2373E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19" y="40284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1" name="path-1706">
            <a:extLst xmlns:a="http://schemas.openxmlformats.org/drawingml/2006/main">
              <a:ext uri="{FF2B5EF4-FFF2-40B4-BE49-F238E27FC236}">
                <a16:creationId xmlns:a16="http://schemas.microsoft.com/office/drawing/2014/main" id="{C00B481C-7B93-428C-9D70-73310C67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848" y="3999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2" name="path-1707">
            <a:extLst xmlns:a="http://schemas.openxmlformats.org/drawingml/2006/main">
              <a:ext uri="{FF2B5EF4-FFF2-40B4-BE49-F238E27FC236}">
                <a16:creationId xmlns:a16="http://schemas.microsoft.com/office/drawing/2014/main" id="{D99B557E-B362-4484-B68F-A87554D7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699" y="40566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3" name="path-1708">
            <a:extLst xmlns:a="http://schemas.openxmlformats.org/drawingml/2006/main">
              <a:ext uri="{FF2B5EF4-FFF2-40B4-BE49-F238E27FC236}">
                <a16:creationId xmlns:a16="http://schemas.microsoft.com/office/drawing/2014/main" id="{6CCA1868-A981-40ED-A71D-FDA2A849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708" y="40824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4" name="path-1709">
            <a:extLst xmlns:a="http://schemas.openxmlformats.org/drawingml/2006/main">
              <a:ext uri="{FF2B5EF4-FFF2-40B4-BE49-F238E27FC236}">
                <a16:creationId xmlns:a16="http://schemas.microsoft.com/office/drawing/2014/main" id="{21E90E20-44C1-4E59-8E0C-A0895122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058" y="40433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5" name="path-1710">
            <a:extLst xmlns:a="http://schemas.openxmlformats.org/drawingml/2006/main">
              <a:ext uri="{FF2B5EF4-FFF2-40B4-BE49-F238E27FC236}">
                <a16:creationId xmlns:a16="http://schemas.microsoft.com/office/drawing/2014/main" id="{0CE30D25-6248-4BCC-A66B-167350BD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367" y="40482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6" name="path-1711">
            <a:extLst xmlns:a="http://schemas.openxmlformats.org/drawingml/2006/main">
              <a:ext uri="{FF2B5EF4-FFF2-40B4-BE49-F238E27FC236}">
                <a16:creationId xmlns:a16="http://schemas.microsoft.com/office/drawing/2014/main" id="{8E8612F0-F44F-42EC-9BCC-8DA197FF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705" y="40527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7" name="path-1712">
            <a:extLst xmlns:a="http://schemas.openxmlformats.org/drawingml/2006/main">
              <a:ext uri="{FF2B5EF4-FFF2-40B4-BE49-F238E27FC236}">
                <a16:creationId xmlns:a16="http://schemas.microsoft.com/office/drawing/2014/main" id="{EC3C3C0B-F616-4810-9DAF-84114CEF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722" y="4046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8" name="path-1713">
            <a:extLst xmlns:a="http://schemas.openxmlformats.org/drawingml/2006/main">
              <a:ext uri="{FF2B5EF4-FFF2-40B4-BE49-F238E27FC236}">
                <a16:creationId xmlns:a16="http://schemas.microsoft.com/office/drawing/2014/main" id="{4DEF259B-166A-4CFD-9918-65480EE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996" y="40418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9" name="path-1714">
            <a:extLst xmlns:a="http://schemas.openxmlformats.org/drawingml/2006/main">
              <a:ext uri="{FF2B5EF4-FFF2-40B4-BE49-F238E27FC236}">
                <a16:creationId xmlns:a16="http://schemas.microsoft.com/office/drawing/2014/main" id="{F44E6ED1-CC4B-499E-B232-EC10D0B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659" y="4027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0" name="path-1715">
            <a:extLst xmlns:a="http://schemas.openxmlformats.org/drawingml/2006/main">
              <a:ext uri="{FF2B5EF4-FFF2-40B4-BE49-F238E27FC236}">
                <a16:creationId xmlns:a16="http://schemas.microsoft.com/office/drawing/2014/main" id="{10D4F27B-D360-40FB-A811-45AC4A16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23" y="4039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1" name="path-1716">
            <a:extLst xmlns:a="http://schemas.openxmlformats.org/drawingml/2006/main">
              <a:ext uri="{FF2B5EF4-FFF2-40B4-BE49-F238E27FC236}">
                <a16:creationId xmlns:a16="http://schemas.microsoft.com/office/drawing/2014/main" id="{B7230A3C-B0AD-47DF-8890-B2435AAD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37" y="40515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2" name="path-1717">
            <a:extLst xmlns:a="http://schemas.openxmlformats.org/drawingml/2006/main">
              <a:ext uri="{FF2B5EF4-FFF2-40B4-BE49-F238E27FC236}">
                <a16:creationId xmlns:a16="http://schemas.microsoft.com/office/drawing/2014/main" id="{5E8E6027-09F1-46DA-99BE-DF8CFEB5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313" y="4032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3" name="path-1718">
            <a:extLst xmlns:a="http://schemas.openxmlformats.org/drawingml/2006/main">
              <a:ext uri="{FF2B5EF4-FFF2-40B4-BE49-F238E27FC236}">
                <a16:creationId xmlns:a16="http://schemas.microsoft.com/office/drawing/2014/main" id="{029855A9-598A-4598-9FFB-A4B9E842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14" y="40541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4" name="path-1719">
            <a:extLst xmlns:a="http://schemas.openxmlformats.org/drawingml/2006/main">
              <a:ext uri="{FF2B5EF4-FFF2-40B4-BE49-F238E27FC236}">
                <a16:creationId xmlns:a16="http://schemas.microsoft.com/office/drawing/2014/main" id="{D4E05C69-AAF5-4A42-A6B5-F10E4A9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669" y="40263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5" name="path-1720">
            <a:extLst xmlns:a="http://schemas.openxmlformats.org/drawingml/2006/main">
              <a:ext uri="{FF2B5EF4-FFF2-40B4-BE49-F238E27FC236}">
                <a16:creationId xmlns:a16="http://schemas.microsoft.com/office/drawing/2014/main" id="{982C9816-79CD-4557-9912-F708BD36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206" y="40370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6" name="path-1721">
            <a:extLst xmlns:a="http://schemas.openxmlformats.org/drawingml/2006/main">
              <a:ext uri="{FF2B5EF4-FFF2-40B4-BE49-F238E27FC236}">
                <a16:creationId xmlns:a16="http://schemas.microsoft.com/office/drawing/2014/main" id="{D282FBA5-AEA8-45FD-AFA8-93DC530B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01" y="40413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7" name="path-1722">
            <a:extLst xmlns:a="http://schemas.openxmlformats.org/drawingml/2006/main">
              <a:ext uri="{FF2B5EF4-FFF2-40B4-BE49-F238E27FC236}">
                <a16:creationId xmlns:a16="http://schemas.microsoft.com/office/drawing/2014/main" id="{CE177785-E8AE-4A75-A787-66AC712C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271" y="4044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8" name="path-1723">
            <a:extLst xmlns:a="http://schemas.openxmlformats.org/drawingml/2006/main">
              <a:ext uri="{FF2B5EF4-FFF2-40B4-BE49-F238E27FC236}">
                <a16:creationId xmlns:a16="http://schemas.microsoft.com/office/drawing/2014/main" id="{45608ED6-45BB-49BC-BAD6-23E1F7CA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36" y="40376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9" name="path-1724">
            <a:extLst xmlns:a="http://schemas.openxmlformats.org/drawingml/2006/main">
              <a:ext uri="{FF2B5EF4-FFF2-40B4-BE49-F238E27FC236}">
                <a16:creationId xmlns:a16="http://schemas.microsoft.com/office/drawing/2014/main" id="{1C088BD0-8BEE-40B9-8432-96D35EB4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343" y="40549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0" name="path-1725">
            <a:extLst xmlns:a="http://schemas.openxmlformats.org/drawingml/2006/main">
              <a:ext uri="{FF2B5EF4-FFF2-40B4-BE49-F238E27FC236}">
                <a16:creationId xmlns:a16="http://schemas.microsoft.com/office/drawing/2014/main" id="{B7C2A75D-941E-4F4B-B438-E08C393A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731" y="40748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1" name="path-1726">
            <a:extLst xmlns:a="http://schemas.openxmlformats.org/drawingml/2006/main">
              <a:ext uri="{FF2B5EF4-FFF2-40B4-BE49-F238E27FC236}">
                <a16:creationId xmlns:a16="http://schemas.microsoft.com/office/drawing/2014/main" id="{1B0D5FF4-9ADF-4CD8-9C42-17D44FD3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046" y="4054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2" name="path-1727">
            <a:extLst xmlns:a="http://schemas.openxmlformats.org/drawingml/2006/main">
              <a:ext uri="{FF2B5EF4-FFF2-40B4-BE49-F238E27FC236}">
                <a16:creationId xmlns:a16="http://schemas.microsoft.com/office/drawing/2014/main" id="{6D972484-AB7E-4205-8ECB-AE17C9A0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007" y="40574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3" name="path-1728">
            <a:extLst xmlns:a="http://schemas.openxmlformats.org/drawingml/2006/main">
              <a:ext uri="{FF2B5EF4-FFF2-40B4-BE49-F238E27FC236}">
                <a16:creationId xmlns:a16="http://schemas.microsoft.com/office/drawing/2014/main" id="{1078F6F4-DD21-48BA-9119-F5873556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674" y="40269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4" name="path-1729">
            <a:extLst xmlns:a="http://schemas.openxmlformats.org/drawingml/2006/main">
              <a:ext uri="{FF2B5EF4-FFF2-40B4-BE49-F238E27FC236}">
                <a16:creationId xmlns:a16="http://schemas.microsoft.com/office/drawing/2014/main" id="{79C4A4C3-1468-49B1-AFA1-9003C5C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137" y="40391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5" name="path-1730">
            <a:extLst xmlns:a="http://schemas.openxmlformats.org/drawingml/2006/main">
              <a:ext uri="{FF2B5EF4-FFF2-40B4-BE49-F238E27FC236}">
                <a16:creationId xmlns:a16="http://schemas.microsoft.com/office/drawing/2014/main" id="{BE0DEE6C-D8C5-432A-8A7F-D765FB8A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944" y="40194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6" name="path-1731">
            <a:extLst xmlns:a="http://schemas.openxmlformats.org/drawingml/2006/main">
              <a:ext uri="{FF2B5EF4-FFF2-40B4-BE49-F238E27FC236}">
                <a16:creationId xmlns:a16="http://schemas.microsoft.com/office/drawing/2014/main" id="{32BA4AFB-F67B-4875-A6CE-85133A90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4679" y="4035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7" name="path-1732">
            <a:extLst xmlns:a="http://schemas.openxmlformats.org/drawingml/2006/main">
              <a:ext uri="{FF2B5EF4-FFF2-40B4-BE49-F238E27FC236}">
                <a16:creationId xmlns:a16="http://schemas.microsoft.com/office/drawing/2014/main" id="{44EBA7DB-007E-4F1A-86A9-4F99C8C7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74" y="40228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8" name="path-1733">
            <a:extLst xmlns:a="http://schemas.openxmlformats.org/drawingml/2006/main">
              <a:ext uri="{FF2B5EF4-FFF2-40B4-BE49-F238E27FC236}">
                <a16:creationId xmlns:a16="http://schemas.microsoft.com/office/drawing/2014/main" id="{BAFFB59B-210A-45D1-B2FA-D1C455A4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40" y="40487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9" name="path-1734">
            <a:extLst xmlns:a="http://schemas.openxmlformats.org/drawingml/2006/main">
              <a:ext uri="{FF2B5EF4-FFF2-40B4-BE49-F238E27FC236}">
                <a16:creationId xmlns:a16="http://schemas.microsoft.com/office/drawing/2014/main" id="{75935C18-8653-4F62-9AB7-CAB32421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139" y="4047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0" name="path-1735">
            <a:extLst xmlns:a="http://schemas.openxmlformats.org/drawingml/2006/main">
              <a:ext uri="{FF2B5EF4-FFF2-40B4-BE49-F238E27FC236}">
                <a16:creationId xmlns:a16="http://schemas.microsoft.com/office/drawing/2014/main" id="{80351CE7-DF11-47D1-A710-AA05EC1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89" y="4034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1" name="path-1736">
            <a:extLst xmlns:a="http://schemas.openxmlformats.org/drawingml/2006/main">
              <a:ext uri="{FF2B5EF4-FFF2-40B4-BE49-F238E27FC236}">
                <a16:creationId xmlns:a16="http://schemas.microsoft.com/office/drawing/2014/main" id="{1EACBF80-2E7C-4F75-B6D9-E72C87B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17" y="39883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2" name="path-1737">
            <a:extLst xmlns:a="http://schemas.openxmlformats.org/drawingml/2006/main">
              <a:ext uri="{FF2B5EF4-FFF2-40B4-BE49-F238E27FC236}">
                <a16:creationId xmlns:a16="http://schemas.microsoft.com/office/drawing/2014/main" id="{C6319578-A360-4933-AA2C-B913E043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827" y="40654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3" name="path-1738">
            <a:extLst xmlns:a="http://schemas.openxmlformats.org/drawingml/2006/main">
              <a:ext uri="{FF2B5EF4-FFF2-40B4-BE49-F238E27FC236}">
                <a16:creationId xmlns:a16="http://schemas.microsoft.com/office/drawing/2014/main" id="{4521756E-70D0-4A0D-9F78-305B82D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400" y="4053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4" name="path-1739">
            <a:extLst xmlns:a="http://schemas.openxmlformats.org/drawingml/2006/main">
              <a:ext uri="{FF2B5EF4-FFF2-40B4-BE49-F238E27FC236}">
                <a16:creationId xmlns:a16="http://schemas.microsoft.com/office/drawing/2014/main" id="{D66BC846-BAE7-4514-ACA9-505CDD42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030" y="40316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5" name="path-1740">
            <a:extLst xmlns:a="http://schemas.openxmlformats.org/drawingml/2006/main">
              <a:ext uri="{FF2B5EF4-FFF2-40B4-BE49-F238E27FC236}">
                <a16:creationId xmlns:a16="http://schemas.microsoft.com/office/drawing/2014/main" id="{378CF85C-19B2-4D60-AB60-350CF3F3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527" y="4060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6" name="path-1741">
            <a:extLst xmlns:a="http://schemas.openxmlformats.org/drawingml/2006/main">
              <a:ext uri="{FF2B5EF4-FFF2-40B4-BE49-F238E27FC236}">
                <a16:creationId xmlns:a16="http://schemas.microsoft.com/office/drawing/2014/main" id="{FA1722AA-0D53-4549-AA99-1F8A44CD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653" y="4033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7" name="path-1742">
            <a:extLst xmlns:a="http://schemas.openxmlformats.org/drawingml/2006/main">
              <a:ext uri="{FF2B5EF4-FFF2-40B4-BE49-F238E27FC236}">
                <a16:creationId xmlns:a16="http://schemas.microsoft.com/office/drawing/2014/main" id="{AED224F4-D699-4E08-BB01-EE5FF1F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567" y="40545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8" name="path-1743">
            <a:extLst xmlns:a="http://schemas.openxmlformats.org/drawingml/2006/main">
              <a:ext uri="{FF2B5EF4-FFF2-40B4-BE49-F238E27FC236}">
                <a16:creationId xmlns:a16="http://schemas.microsoft.com/office/drawing/2014/main" id="{A84D4BDC-15B6-44A3-8938-0B2139A0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211" y="40645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9" name="path-1744">
            <a:extLst xmlns:a="http://schemas.openxmlformats.org/drawingml/2006/main">
              <a:ext uri="{FF2B5EF4-FFF2-40B4-BE49-F238E27FC236}">
                <a16:creationId xmlns:a16="http://schemas.microsoft.com/office/drawing/2014/main" id="{C372858C-C262-4682-8CCF-3CC1688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382" y="4054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0" name="path-1745">
            <a:extLst xmlns:a="http://schemas.openxmlformats.org/drawingml/2006/main">
              <a:ext uri="{FF2B5EF4-FFF2-40B4-BE49-F238E27FC236}">
                <a16:creationId xmlns:a16="http://schemas.microsoft.com/office/drawing/2014/main" id="{80CECC8C-A3F1-4CD5-9B5A-355AA77F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628" y="4036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" name="path-1746">
            <a:extLst xmlns:a="http://schemas.openxmlformats.org/drawingml/2006/main">
              <a:ext uri="{FF2B5EF4-FFF2-40B4-BE49-F238E27FC236}">
                <a16:creationId xmlns:a16="http://schemas.microsoft.com/office/drawing/2014/main" id="{CE0BC0B1-0D64-4BC3-AB0C-3B8F10DD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56" y="40754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" name="path-1747">
            <a:extLst xmlns:a="http://schemas.openxmlformats.org/drawingml/2006/main">
              <a:ext uri="{FF2B5EF4-FFF2-40B4-BE49-F238E27FC236}">
                <a16:creationId xmlns:a16="http://schemas.microsoft.com/office/drawing/2014/main" id="{CFD76C61-6547-4B7C-B9BE-7285EEF4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750" y="40433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3" name="path-1748">
            <a:extLst xmlns:a="http://schemas.openxmlformats.org/drawingml/2006/main">
              <a:ext uri="{FF2B5EF4-FFF2-40B4-BE49-F238E27FC236}">
                <a16:creationId xmlns:a16="http://schemas.microsoft.com/office/drawing/2014/main" id="{B27B5B4F-36D8-4F23-A507-08CCD38E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586" y="4041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4" name="path-1749">
            <a:extLst xmlns:a="http://schemas.openxmlformats.org/drawingml/2006/main">
              <a:ext uri="{FF2B5EF4-FFF2-40B4-BE49-F238E27FC236}">
                <a16:creationId xmlns:a16="http://schemas.microsoft.com/office/drawing/2014/main" id="{EB9B8B32-B8D2-43CC-BFBA-D7BD4E1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194" y="40365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5" name="path-1750">
            <a:extLst xmlns:a="http://schemas.openxmlformats.org/drawingml/2006/main">
              <a:ext uri="{FF2B5EF4-FFF2-40B4-BE49-F238E27FC236}">
                <a16:creationId xmlns:a16="http://schemas.microsoft.com/office/drawing/2014/main" id="{2BAA1D08-44C9-4079-8A20-27C266A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467" y="4041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6" name="path-1751">
            <a:extLst xmlns:a="http://schemas.openxmlformats.org/drawingml/2006/main">
              <a:ext uri="{FF2B5EF4-FFF2-40B4-BE49-F238E27FC236}">
                <a16:creationId xmlns:a16="http://schemas.microsoft.com/office/drawing/2014/main" id="{60E1D23F-EBD3-4DB1-9495-CD5EEBC6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462" y="40299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7" name="path-1752">
            <a:extLst xmlns:a="http://schemas.openxmlformats.org/drawingml/2006/main">
              <a:ext uri="{FF2B5EF4-FFF2-40B4-BE49-F238E27FC236}">
                <a16:creationId xmlns:a16="http://schemas.microsoft.com/office/drawing/2014/main" id="{0A110479-924C-4FD1-868D-6A3D0E37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8" y="40384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8" name="path-1753">
            <a:extLst xmlns:a="http://schemas.openxmlformats.org/drawingml/2006/main">
              <a:ext uri="{FF2B5EF4-FFF2-40B4-BE49-F238E27FC236}">
                <a16:creationId xmlns:a16="http://schemas.microsoft.com/office/drawing/2014/main" id="{0DE09D46-B074-4D9E-809B-360B3E84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151" y="40304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9" name="path-1754">
            <a:extLst xmlns:a="http://schemas.openxmlformats.org/drawingml/2006/main">
              <a:ext uri="{FF2B5EF4-FFF2-40B4-BE49-F238E27FC236}">
                <a16:creationId xmlns:a16="http://schemas.microsoft.com/office/drawing/2014/main" id="{C5768034-8FCC-4F99-BBA4-2A8E688C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256" y="4054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0" name="path-1755">
            <a:extLst xmlns:a="http://schemas.openxmlformats.org/drawingml/2006/main">
              <a:ext uri="{FF2B5EF4-FFF2-40B4-BE49-F238E27FC236}">
                <a16:creationId xmlns:a16="http://schemas.microsoft.com/office/drawing/2014/main" id="{9AD199D4-A5F8-42CF-B3D9-B5649F53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40" y="4028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1" name="path-1756">
            <a:extLst xmlns:a="http://schemas.openxmlformats.org/drawingml/2006/main">
              <a:ext uri="{FF2B5EF4-FFF2-40B4-BE49-F238E27FC236}">
                <a16:creationId xmlns:a16="http://schemas.microsoft.com/office/drawing/2014/main" id="{3B87D27F-481B-456D-8A53-17703050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052" y="40444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2" name="path-1757">
            <a:extLst xmlns:a="http://schemas.openxmlformats.org/drawingml/2006/main">
              <a:ext uri="{FF2B5EF4-FFF2-40B4-BE49-F238E27FC236}">
                <a16:creationId xmlns:a16="http://schemas.microsoft.com/office/drawing/2014/main" id="{6FB5B0C1-3802-4887-90C2-37B142D9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391" y="40601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3" name="path-1758">
            <a:extLst xmlns:a="http://schemas.openxmlformats.org/drawingml/2006/main">
              <a:ext uri="{FF2B5EF4-FFF2-40B4-BE49-F238E27FC236}">
                <a16:creationId xmlns:a16="http://schemas.microsoft.com/office/drawing/2014/main" id="{8C7DFA9B-5833-4332-BA8B-5688F34B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69" y="40437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4" name="path-1759">
            <a:extLst xmlns:a="http://schemas.openxmlformats.org/drawingml/2006/main">
              <a:ext uri="{FF2B5EF4-FFF2-40B4-BE49-F238E27FC236}">
                <a16:creationId xmlns:a16="http://schemas.microsoft.com/office/drawing/2014/main" id="{2C35B4A7-65C2-4364-8A05-3B3CF4BF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158" y="4056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5" name="path-1760">
            <a:extLst xmlns:a="http://schemas.openxmlformats.org/drawingml/2006/main">
              <a:ext uri="{FF2B5EF4-FFF2-40B4-BE49-F238E27FC236}">
                <a16:creationId xmlns:a16="http://schemas.microsoft.com/office/drawing/2014/main" id="{DAF5E7DF-F406-4FA4-A864-287BA678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258" y="40675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6" name="path-1761">
            <a:extLst xmlns:a="http://schemas.openxmlformats.org/drawingml/2006/main">
              <a:ext uri="{FF2B5EF4-FFF2-40B4-BE49-F238E27FC236}">
                <a16:creationId xmlns:a16="http://schemas.microsoft.com/office/drawing/2014/main" id="{F25A9190-74B0-460D-922C-4E194146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72" y="4030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7" name="path-1762">
            <a:extLst xmlns:a="http://schemas.openxmlformats.org/drawingml/2006/main">
              <a:ext uri="{FF2B5EF4-FFF2-40B4-BE49-F238E27FC236}">
                <a16:creationId xmlns:a16="http://schemas.microsoft.com/office/drawing/2014/main" id="{88B1BE4C-0373-4E99-B3CC-5A58A06F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164" y="4025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8" name="path-1763">
            <a:extLst xmlns:a="http://schemas.openxmlformats.org/drawingml/2006/main">
              <a:ext uri="{FF2B5EF4-FFF2-40B4-BE49-F238E27FC236}">
                <a16:creationId xmlns:a16="http://schemas.microsoft.com/office/drawing/2014/main" id="{53D27CD5-E7C2-44AF-97F3-882D3A56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42" y="4033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9" name="path-1764">
            <a:extLst xmlns:a="http://schemas.openxmlformats.org/drawingml/2006/main">
              <a:ext uri="{FF2B5EF4-FFF2-40B4-BE49-F238E27FC236}">
                <a16:creationId xmlns:a16="http://schemas.microsoft.com/office/drawing/2014/main" id="{E800D295-31A7-4228-A30C-10F2039A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158" y="40654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0" name="path-1765">
            <a:extLst xmlns:a="http://schemas.openxmlformats.org/drawingml/2006/main">
              <a:ext uri="{FF2B5EF4-FFF2-40B4-BE49-F238E27FC236}">
                <a16:creationId xmlns:a16="http://schemas.microsoft.com/office/drawing/2014/main" id="{98A8434D-4BD5-4813-BC2B-F3243933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419" y="4062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1" name="path-1766">
            <a:extLst xmlns:a="http://schemas.openxmlformats.org/drawingml/2006/main">
              <a:ext uri="{FF2B5EF4-FFF2-40B4-BE49-F238E27FC236}">
                <a16:creationId xmlns:a16="http://schemas.microsoft.com/office/drawing/2014/main" id="{97F1D824-73D9-4F8E-B766-61BCB5B8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65" y="40649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2" name="path-1767">
            <a:extLst xmlns:a="http://schemas.openxmlformats.org/drawingml/2006/main">
              <a:ext uri="{FF2B5EF4-FFF2-40B4-BE49-F238E27FC236}">
                <a16:creationId xmlns:a16="http://schemas.microsoft.com/office/drawing/2014/main" id="{07F0BA8E-A644-45CB-ABB6-7952416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787" y="40248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3" name="path-1768">
            <a:extLst xmlns:a="http://schemas.openxmlformats.org/drawingml/2006/main">
              <a:ext uri="{FF2B5EF4-FFF2-40B4-BE49-F238E27FC236}">
                <a16:creationId xmlns:a16="http://schemas.microsoft.com/office/drawing/2014/main" id="{A916F7C0-D7BC-449D-89A0-5106D710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969" y="4025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4" name="path-1769">
            <a:extLst xmlns:a="http://schemas.openxmlformats.org/drawingml/2006/main">
              <a:ext uri="{FF2B5EF4-FFF2-40B4-BE49-F238E27FC236}">
                <a16:creationId xmlns:a16="http://schemas.microsoft.com/office/drawing/2014/main" id="{7BEAF437-DDC1-41AE-B007-79C43304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811" y="4064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5" name="path-1770">
            <a:extLst xmlns:a="http://schemas.openxmlformats.org/drawingml/2006/main">
              <a:ext uri="{FF2B5EF4-FFF2-40B4-BE49-F238E27FC236}">
                <a16:creationId xmlns:a16="http://schemas.microsoft.com/office/drawing/2014/main" id="{71C02176-2AF5-466C-9613-974EE1A8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341" y="40678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6" name="path-1771">
            <a:extLst xmlns:a="http://schemas.openxmlformats.org/drawingml/2006/main">
              <a:ext uri="{FF2B5EF4-FFF2-40B4-BE49-F238E27FC236}">
                <a16:creationId xmlns:a16="http://schemas.microsoft.com/office/drawing/2014/main" id="{945DCA83-DD7C-4614-91BC-C75D149E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57" y="40342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7" name="path-1772">
            <a:extLst xmlns:a="http://schemas.openxmlformats.org/drawingml/2006/main">
              <a:ext uri="{FF2B5EF4-FFF2-40B4-BE49-F238E27FC236}">
                <a16:creationId xmlns:a16="http://schemas.microsoft.com/office/drawing/2014/main" id="{0251DF07-70B2-484C-8BFD-E3F41FC9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265" y="4036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8" name="path-1773">
            <a:extLst xmlns:a="http://schemas.openxmlformats.org/drawingml/2006/main">
              <a:ext uri="{FF2B5EF4-FFF2-40B4-BE49-F238E27FC236}">
                <a16:creationId xmlns:a16="http://schemas.microsoft.com/office/drawing/2014/main" id="{53E3531D-31D5-481D-BBC1-F3853DCD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84" y="40582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9" name="path-1774">
            <a:extLst xmlns:a="http://schemas.openxmlformats.org/drawingml/2006/main">
              <a:ext uri="{FF2B5EF4-FFF2-40B4-BE49-F238E27FC236}">
                <a16:creationId xmlns:a16="http://schemas.microsoft.com/office/drawing/2014/main" id="{948FD4A9-17D1-49C7-A916-9585E7F8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108" y="40372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0" name="path-1775">
            <a:extLst xmlns:a="http://schemas.openxmlformats.org/drawingml/2006/main">
              <a:ext uri="{FF2B5EF4-FFF2-40B4-BE49-F238E27FC236}">
                <a16:creationId xmlns:a16="http://schemas.microsoft.com/office/drawing/2014/main" id="{E3DCAF6E-3BD4-4BA4-8C53-555D5FA1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984" y="40343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1" name="path-1776">
            <a:extLst xmlns:a="http://schemas.openxmlformats.org/drawingml/2006/main">
              <a:ext uri="{FF2B5EF4-FFF2-40B4-BE49-F238E27FC236}">
                <a16:creationId xmlns:a16="http://schemas.microsoft.com/office/drawing/2014/main" id="{E24D77E7-00E7-4B87-9D3B-45D08D61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258" y="40541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2" name="path-1777">
            <a:extLst xmlns:a="http://schemas.openxmlformats.org/drawingml/2006/main">
              <a:ext uri="{FF2B5EF4-FFF2-40B4-BE49-F238E27FC236}">
                <a16:creationId xmlns:a16="http://schemas.microsoft.com/office/drawing/2014/main" id="{05AF6306-1E68-43F5-8C2C-24894F4D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469" y="4054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3" name="path-1778">
            <a:extLst xmlns:a="http://schemas.openxmlformats.org/drawingml/2006/main">
              <a:ext uri="{FF2B5EF4-FFF2-40B4-BE49-F238E27FC236}">
                <a16:creationId xmlns:a16="http://schemas.microsoft.com/office/drawing/2014/main" id="{B3DAEC69-931A-47FD-AC85-AF6150A3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770" y="40380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4" name="path-1779">
            <a:extLst xmlns:a="http://schemas.openxmlformats.org/drawingml/2006/main">
              <a:ext uri="{FF2B5EF4-FFF2-40B4-BE49-F238E27FC236}">
                <a16:creationId xmlns:a16="http://schemas.microsoft.com/office/drawing/2014/main" id="{AA28C614-39F5-491E-B552-C2ECA0FF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34" y="40725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5" name="path-1780">
            <a:extLst xmlns:a="http://schemas.openxmlformats.org/drawingml/2006/main">
              <a:ext uri="{FF2B5EF4-FFF2-40B4-BE49-F238E27FC236}">
                <a16:creationId xmlns:a16="http://schemas.microsoft.com/office/drawing/2014/main" id="{874697CF-D9D8-4AFE-8312-0B7C7532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38" y="40314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6" name="path-1781">
            <a:extLst xmlns:a="http://schemas.openxmlformats.org/drawingml/2006/main">
              <a:ext uri="{FF2B5EF4-FFF2-40B4-BE49-F238E27FC236}">
                <a16:creationId xmlns:a16="http://schemas.microsoft.com/office/drawing/2014/main" id="{F3C9CB3D-C58D-4AF2-B8E1-F98DC6B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55" y="40704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7" name="path-1782">
            <a:extLst xmlns:a="http://schemas.openxmlformats.org/drawingml/2006/main">
              <a:ext uri="{FF2B5EF4-FFF2-40B4-BE49-F238E27FC236}">
                <a16:creationId xmlns:a16="http://schemas.microsoft.com/office/drawing/2014/main" id="{C3DAF50B-7FFB-47FD-B26D-2A7114D9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172" y="40288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8" name="path-1783">
            <a:extLst xmlns:a="http://schemas.openxmlformats.org/drawingml/2006/main">
              <a:ext uri="{FF2B5EF4-FFF2-40B4-BE49-F238E27FC236}">
                <a16:creationId xmlns:a16="http://schemas.microsoft.com/office/drawing/2014/main" id="{2010F634-A109-400B-BCDA-48CFC407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587" y="40522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9" name="path-1784">
            <a:extLst xmlns:a="http://schemas.openxmlformats.org/drawingml/2006/main">
              <a:ext uri="{FF2B5EF4-FFF2-40B4-BE49-F238E27FC236}">
                <a16:creationId xmlns:a16="http://schemas.microsoft.com/office/drawing/2014/main" id="{9B4FD982-12C1-4047-BEBA-9E55EDC4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795" y="40492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0" name="path-1785">
            <a:extLst xmlns:a="http://schemas.openxmlformats.org/drawingml/2006/main">
              <a:ext uri="{FF2B5EF4-FFF2-40B4-BE49-F238E27FC236}">
                <a16:creationId xmlns:a16="http://schemas.microsoft.com/office/drawing/2014/main" id="{AEF4F91B-BAB8-4DF5-9B65-EBC788DA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621" y="40617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1" name="path-1786">
            <a:extLst xmlns:a="http://schemas.openxmlformats.org/drawingml/2006/main">
              <a:ext uri="{FF2B5EF4-FFF2-40B4-BE49-F238E27FC236}">
                <a16:creationId xmlns:a16="http://schemas.microsoft.com/office/drawing/2014/main" id="{526BB8B2-A14F-4FBF-9423-CC15388B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9741" y="40277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2" name="path-1787">
            <a:extLst xmlns:a="http://schemas.openxmlformats.org/drawingml/2006/main">
              <a:ext uri="{FF2B5EF4-FFF2-40B4-BE49-F238E27FC236}">
                <a16:creationId xmlns:a16="http://schemas.microsoft.com/office/drawing/2014/main" id="{A4519FBB-9E62-41FE-9BD8-C214E5B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846" y="40386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3" name="path-1788">
            <a:extLst xmlns:a="http://schemas.openxmlformats.org/drawingml/2006/main">
              <a:ext uri="{FF2B5EF4-FFF2-40B4-BE49-F238E27FC236}">
                <a16:creationId xmlns:a16="http://schemas.microsoft.com/office/drawing/2014/main" id="{79195DE0-E232-42AD-9940-6CE72B30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910" y="4059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4" name="path-1789">
            <a:extLst xmlns:a="http://schemas.openxmlformats.org/drawingml/2006/main">
              <a:ext uri="{FF2B5EF4-FFF2-40B4-BE49-F238E27FC236}">
                <a16:creationId xmlns:a16="http://schemas.microsoft.com/office/drawing/2014/main" id="{93C48057-4EDE-48A2-B0CB-3317AFF8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010" y="40879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5" name="path-1790">
            <a:extLst xmlns:a="http://schemas.openxmlformats.org/drawingml/2006/main">
              <a:ext uri="{FF2B5EF4-FFF2-40B4-BE49-F238E27FC236}">
                <a16:creationId xmlns:a16="http://schemas.microsoft.com/office/drawing/2014/main" id="{67D05F38-3A52-41A9-86E8-40B52842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255" y="40538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6" name="path-1791">
            <a:extLst xmlns:a="http://schemas.openxmlformats.org/drawingml/2006/main">
              <a:ext uri="{FF2B5EF4-FFF2-40B4-BE49-F238E27FC236}">
                <a16:creationId xmlns:a16="http://schemas.microsoft.com/office/drawing/2014/main" id="{0BB078CB-E9C7-4BFF-A80D-F4B4DC6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595" y="4044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7" name="path-1792">
            <a:extLst xmlns:a="http://schemas.openxmlformats.org/drawingml/2006/main">
              <a:ext uri="{FF2B5EF4-FFF2-40B4-BE49-F238E27FC236}">
                <a16:creationId xmlns:a16="http://schemas.microsoft.com/office/drawing/2014/main" id="{C077F8E2-7337-4670-9327-F36C109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315" y="40332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8" name="path-1793">
            <a:extLst xmlns:a="http://schemas.openxmlformats.org/drawingml/2006/main">
              <a:ext uri="{FF2B5EF4-FFF2-40B4-BE49-F238E27FC236}">
                <a16:creationId xmlns:a16="http://schemas.microsoft.com/office/drawing/2014/main" id="{1CE79640-C356-4448-8951-51088FE9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957" y="4034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9" name="path-1794">
            <a:extLst xmlns:a="http://schemas.openxmlformats.org/drawingml/2006/main">
              <a:ext uri="{FF2B5EF4-FFF2-40B4-BE49-F238E27FC236}">
                <a16:creationId xmlns:a16="http://schemas.microsoft.com/office/drawing/2014/main" id="{5BB505C6-1BAE-419B-9DFC-CEE1BA5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553" y="4045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0" name="path-1795">
            <a:extLst xmlns:a="http://schemas.openxmlformats.org/drawingml/2006/main">
              <a:ext uri="{FF2B5EF4-FFF2-40B4-BE49-F238E27FC236}">
                <a16:creationId xmlns:a16="http://schemas.microsoft.com/office/drawing/2014/main" id="{E5D353F2-D24E-426D-9FF1-B2FCFD84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786" y="40468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1" name="path-1796">
            <a:extLst xmlns:a="http://schemas.openxmlformats.org/drawingml/2006/main">
              <a:ext uri="{FF2B5EF4-FFF2-40B4-BE49-F238E27FC236}">
                <a16:creationId xmlns:a16="http://schemas.microsoft.com/office/drawing/2014/main" id="{DA4411F6-201D-4EE7-B976-D02F8E56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1448" y="40445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2" name="path-1797">
            <a:extLst xmlns:a="http://schemas.openxmlformats.org/drawingml/2006/main">
              <a:ext uri="{FF2B5EF4-FFF2-40B4-BE49-F238E27FC236}">
                <a16:creationId xmlns:a16="http://schemas.microsoft.com/office/drawing/2014/main" id="{55DA9E0A-D73C-4E26-91B3-F817B519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6" y="40394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3" name="path-1798">
            <a:extLst xmlns:a="http://schemas.openxmlformats.org/drawingml/2006/main">
              <a:ext uri="{FF2B5EF4-FFF2-40B4-BE49-F238E27FC236}">
                <a16:creationId xmlns:a16="http://schemas.microsoft.com/office/drawing/2014/main" id="{2095D280-EDD5-4321-842E-CE1D3D5D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743" y="4044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4" name="path-1799">
            <a:extLst xmlns:a="http://schemas.openxmlformats.org/drawingml/2006/main">
              <a:ext uri="{FF2B5EF4-FFF2-40B4-BE49-F238E27FC236}">
                <a16:creationId xmlns:a16="http://schemas.microsoft.com/office/drawing/2014/main" id="{120172EE-8202-4963-BAF8-684E22A7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926" y="4042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5" name="path-1800">
            <a:extLst xmlns:a="http://schemas.openxmlformats.org/drawingml/2006/main">
              <a:ext uri="{FF2B5EF4-FFF2-40B4-BE49-F238E27FC236}">
                <a16:creationId xmlns:a16="http://schemas.microsoft.com/office/drawing/2014/main" id="{5C4E7663-DDFF-4D6F-B3DA-7A033144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293" y="40716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6" name="path-1801">
            <a:extLst xmlns:a="http://schemas.openxmlformats.org/drawingml/2006/main">
              <a:ext uri="{FF2B5EF4-FFF2-40B4-BE49-F238E27FC236}">
                <a16:creationId xmlns:a16="http://schemas.microsoft.com/office/drawing/2014/main" id="{5AE0C86E-72AB-446E-85C7-FB6DEFF8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237" y="40709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7" name="path-1802">
            <a:extLst xmlns:a="http://schemas.openxmlformats.org/drawingml/2006/main">
              <a:ext uri="{FF2B5EF4-FFF2-40B4-BE49-F238E27FC236}">
                <a16:creationId xmlns:a16="http://schemas.microsoft.com/office/drawing/2014/main" id="{C390C482-61AC-49BA-A9F8-F67C9B9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813" y="40574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8" name="path-1803">
            <a:extLst xmlns:a="http://schemas.openxmlformats.org/drawingml/2006/main">
              <a:ext uri="{FF2B5EF4-FFF2-40B4-BE49-F238E27FC236}">
                <a16:creationId xmlns:a16="http://schemas.microsoft.com/office/drawing/2014/main" id="{49FB3FBE-AE9F-452C-A07A-C5FD0FD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318" y="40477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9" name="path-1804">
            <a:extLst xmlns:a="http://schemas.openxmlformats.org/drawingml/2006/main">
              <a:ext uri="{FF2B5EF4-FFF2-40B4-BE49-F238E27FC236}">
                <a16:creationId xmlns:a16="http://schemas.microsoft.com/office/drawing/2014/main" id="{E4E46B80-E081-4812-AE71-0394F43E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557" y="40505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0" name="path-1805">
            <a:extLst xmlns:a="http://schemas.openxmlformats.org/drawingml/2006/main">
              <a:ext uri="{FF2B5EF4-FFF2-40B4-BE49-F238E27FC236}">
                <a16:creationId xmlns:a16="http://schemas.microsoft.com/office/drawing/2014/main" id="{EA41A3CA-62E9-4D0F-97A5-2C931244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433" y="40262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1" name="path-1806">
            <a:extLst xmlns:a="http://schemas.openxmlformats.org/drawingml/2006/main">
              <a:ext uri="{FF2B5EF4-FFF2-40B4-BE49-F238E27FC236}">
                <a16:creationId xmlns:a16="http://schemas.microsoft.com/office/drawing/2014/main" id="{F007AC2C-98FF-4A19-9FEB-0AB388A9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13" y="40504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2" name="path-1807">
            <a:extLst xmlns:a="http://schemas.openxmlformats.org/drawingml/2006/main">
              <a:ext uri="{FF2B5EF4-FFF2-40B4-BE49-F238E27FC236}">
                <a16:creationId xmlns:a16="http://schemas.microsoft.com/office/drawing/2014/main" id="{CE3F03B7-7B9C-47FC-98C7-A0656407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78" y="40719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3" name="path-1808">
            <a:extLst xmlns:a="http://schemas.openxmlformats.org/drawingml/2006/main">
              <a:ext uri="{FF2B5EF4-FFF2-40B4-BE49-F238E27FC236}">
                <a16:creationId xmlns:a16="http://schemas.microsoft.com/office/drawing/2014/main" id="{6E6C8E95-742D-4E9C-B844-2EFD0EEB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355" y="4047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4" name="path-1809">
            <a:extLst xmlns:a="http://schemas.openxmlformats.org/drawingml/2006/main">
              <a:ext uri="{FF2B5EF4-FFF2-40B4-BE49-F238E27FC236}">
                <a16:creationId xmlns:a16="http://schemas.microsoft.com/office/drawing/2014/main" id="{6E1D2D01-7389-462E-A435-AFBC0BAF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347" y="40482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5" name="path-1810">
            <a:extLst xmlns:a="http://schemas.openxmlformats.org/drawingml/2006/main">
              <a:ext uri="{FF2B5EF4-FFF2-40B4-BE49-F238E27FC236}">
                <a16:creationId xmlns:a16="http://schemas.microsoft.com/office/drawing/2014/main" id="{9505FAD2-37F9-4359-8496-36168ACD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30" y="40235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6" name="path-1811">
            <a:extLst xmlns:a="http://schemas.openxmlformats.org/drawingml/2006/main">
              <a:ext uri="{FF2B5EF4-FFF2-40B4-BE49-F238E27FC236}">
                <a16:creationId xmlns:a16="http://schemas.microsoft.com/office/drawing/2014/main" id="{3467119F-FA6C-4015-86C4-DE9A28BB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365" y="40322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7" name="path-1812">
            <a:extLst xmlns:a="http://schemas.openxmlformats.org/drawingml/2006/main">
              <a:ext uri="{FF2B5EF4-FFF2-40B4-BE49-F238E27FC236}">
                <a16:creationId xmlns:a16="http://schemas.microsoft.com/office/drawing/2014/main" id="{67AE3CC0-D417-4BBB-A175-3FD4FE5A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866" y="40617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8" name="path-1813">
            <a:extLst xmlns:a="http://schemas.openxmlformats.org/drawingml/2006/main">
              <a:ext uri="{FF2B5EF4-FFF2-40B4-BE49-F238E27FC236}">
                <a16:creationId xmlns:a16="http://schemas.microsoft.com/office/drawing/2014/main" id="{341A6636-7862-406A-816A-ECA3B5F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1732" y="40194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9" name="path-1814">
            <a:extLst xmlns:a="http://schemas.openxmlformats.org/drawingml/2006/main">
              <a:ext uri="{FF2B5EF4-FFF2-40B4-BE49-F238E27FC236}">
                <a16:creationId xmlns:a16="http://schemas.microsoft.com/office/drawing/2014/main" id="{C6F13BE0-684B-455A-A3AB-BD806B66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279" y="40508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0" name="path-1815">
            <a:extLst xmlns:a="http://schemas.openxmlformats.org/drawingml/2006/main">
              <a:ext uri="{FF2B5EF4-FFF2-40B4-BE49-F238E27FC236}">
                <a16:creationId xmlns:a16="http://schemas.microsoft.com/office/drawing/2014/main" id="{FEB9CD7A-F83C-40FE-90C8-DDC0EF5D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288" y="40646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1" name="path-1816">
            <a:extLst xmlns:a="http://schemas.openxmlformats.org/drawingml/2006/main">
              <a:ext uri="{FF2B5EF4-FFF2-40B4-BE49-F238E27FC236}">
                <a16:creationId xmlns:a16="http://schemas.microsoft.com/office/drawing/2014/main" id="{474C346E-A533-49F3-B623-1A37DC8C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25" y="4041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2" name="path-1817">
            <a:extLst xmlns:a="http://schemas.openxmlformats.org/drawingml/2006/main">
              <a:ext uri="{FF2B5EF4-FFF2-40B4-BE49-F238E27FC236}">
                <a16:creationId xmlns:a16="http://schemas.microsoft.com/office/drawing/2014/main" id="{32524905-4C04-4030-9E2C-9C97AFB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433" y="40449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3" name="path-1818">
            <a:extLst xmlns:a="http://schemas.openxmlformats.org/drawingml/2006/main">
              <a:ext uri="{FF2B5EF4-FFF2-40B4-BE49-F238E27FC236}">
                <a16:creationId xmlns:a16="http://schemas.microsoft.com/office/drawing/2014/main" id="{7B018B6D-D85C-4AD6-910E-CF7E8A7D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820" y="4062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4" name="path-1819">
            <a:extLst xmlns:a="http://schemas.openxmlformats.org/drawingml/2006/main">
              <a:ext uri="{FF2B5EF4-FFF2-40B4-BE49-F238E27FC236}">
                <a16:creationId xmlns:a16="http://schemas.microsoft.com/office/drawing/2014/main" id="{B1151CF0-46B1-4952-9E36-C57364C5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774" y="40843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5" name="path-1820">
            <a:extLst xmlns:a="http://schemas.openxmlformats.org/drawingml/2006/main">
              <a:ext uri="{FF2B5EF4-FFF2-40B4-BE49-F238E27FC236}">
                <a16:creationId xmlns:a16="http://schemas.microsoft.com/office/drawing/2014/main" id="{34341AAC-0CBA-4892-A8B2-FFE801E5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565" y="4042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6" name="path-1821">
            <a:extLst xmlns:a="http://schemas.openxmlformats.org/drawingml/2006/main">
              <a:ext uri="{FF2B5EF4-FFF2-40B4-BE49-F238E27FC236}">
                <a16:creationId xmlns:a16="http://schemas.microsoft.com/office/drawing/2014/main" id="{EAB29ED4-163F-4C6E-85F0-276CCE0E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928" y="40343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7" name="path-1822">
            <a:extLst xmlns:a="http://schemas.openxmlformats.org/drawingml/2006/main">
              <a:ext uri="{FF2B5EF4-FFF2-40B4-BE49-F238E27FC236}">
                <a16:creationId xmlns:a16="http://schemas.microsoft.com/office/drawing/2014/main" id="{7A0EB0CC-A4E7-4412-A6C0-56EF6D6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889" y="40574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8" name="path-1823">
            <a:extLst xmlns:a="http://schemas.openxmlformats.org/drawingml/2006/main">
              <a:ext uri="{FF2B5EF4-FFF2-40B4-BE49-F238E27FC236}">
                <a16:creationId xmlns:a16="http://schemas.microsoft.com/office/drawing/2014/main" id="{3A761073-40FA-4C6F-92B8-52716F04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178" y="4048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9" name="path-1824">
            <a:extLst xmlns:a="http://schemas.openxmlformats.org/drawingml/2006/main">
              <a:ext uri="{FF2B5EF4-FFF2-40B4-BE49-F238E27FC236}">
                <a16:creationId xmlns:a16="http://schemas.microsoft.com/office/drawing/2014/main" id="{94C0BC76-DE6D-45F6-A5A1-0CA5D5D7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518" y="4044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0" name="path-1825">
            <a:extLst xmlns:a="http://schemas.openxmlformats.org/drawingml/2006/main">
              <a:ext uri="{FF2B5EF4-FFF2-40B4-BE49-F238E27FC236}">
                <a16:creationId xmlns:a16="http://schemas.microsoft.com/office/drawing/2014/main" id="{E5A66F54-8FFC-4446-B30D-AA29A013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797" y="40340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1" name="path-1826">
            <a:extLst xmlns:a="http://schemas.openxmlformats.org/drawingml/2006/main">
              <a:ext uri="{FF2B5EF4-FFF2-40B4-BE49-F238E27FC236}">
                <a16:creationId xmlns:a16="http://schemas.microsoft.com/office/drawing/2014/main" id="{2FCC5ED4-5D24-4E5F-865B-8C498744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849" y="40425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2" name="path-1827">
            <a:extLst xmlns:a="http://schemas.openxmlformats.org/drawingml/2006/main">
              <a:ext uri="{FF2B5EF4-FFF2-40B4-BE49-F238E27FC236}">
                <a16:creationId xmlns:a16="http://schemas.microsoft.com/office/drawing/2014/main" id="{C3D0BB88-33BE-4264-B6EA-46227E98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383" y="40538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3" name="path-1828">
            <a:extLst xmlns:a="http://schemas.openxmlformats.org/drawingml/2006/main">
              <a:ext uri="{FF2B5EF4-FFF2-40B4-BE49-F238E27FC236}">
                <a16:creationId xmlns:a16="http://schemas.microsoft.com/office/drawing/2014/main" id="{850C9C82-942B-4FA2-A4A0-DD48EE5F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078" y="4025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4" name="path-1829">
            <a:extLst xmlns:a="http://schemas.openxmlformats.org/drawingml/2006/main">
              <a:ext uri="{FF2B5EF4-FFF2-40B4-BE49-F238E27FC236}">
                <a16:creationId xmlns:a16="http://schemas.microsoft.com/office/drawing/2014/main" id="{F53A17F3-B98F-48BD-80AC-5E989341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439" y="40329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5" name="path-1830">
            <a:extLst xmlns:a="http://schemas.openxmlformats.org/drawingml/2006/main">
              <a:ext uri="{FF2B5EF4-FFF2-40B4-BE49-F238E27FC236}">
                <a16:creationId xmlns:a16="http://schemas.microsoft.com/office/drawing/2014/main" id="{CDE1AB7A-70E7-45A1-9A4D-70EA8FF3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90" y="4065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6" name="path-1831">
            <a:extLst xmlns:a="http://schemas.openxmlformats.org/drawingml/2006/main">
              <a:ext uri="{FF2B5EF4-FFF2-40B4-BE49-F238E27FC236}">
                <a16:creationId xmlns:a16="http://schemas.microsoft.com/office/drawing/2014/main" id="{E1F5B86E-4B8C-4B15-95F9-BFD0E851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568" y="40453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7" name="path-1832">
            <a:extLst xmlns:a="http://schemas.openxmlformats.org/drawingml/2006/main">
              <a:ext uri="{FF2B5EF4-FFF2-40B4-BE49-F238E27FC236}">
                <a16:creationId xmlns:a16="http://schemas.microsoft.com/office/drawing/2014/main" id="{AA8F8C42-98CA-4851-9D15-4B6181BD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06" y="40714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8" name="path-1833">
            <a:extLst xmlns:a="http://schemas.openxmlformats.org/drawingml/2006/main">
              <a:ext uri="{FF2B5EF4-FFF2-40B4-BE49-F238E27FC236}">
                <a16:creationId xmlns:a16="http://schemas.microsoft.com/office/drawing/2014/main" id="{4B208292-D602-45AF-A351-7EF9B3BB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518" y="40813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9" name="path-1834">
            <a:extLst xmlns:a="http://schemas.openxmlformats.org/drawingml/2006/main">
              <a:ext uri="{FF2B5EF4-FFF2-40B4-BE49-F238E27FC236}">
                <a16:creationId xmlns:a16="http://schemas.microsoft.com/office/drawing/2014/main" id="{E27383BE-7556-45FC-8AFC-8A50C93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522" y="4058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0" name="path-1835">
            <a:extLst xmlns:a="http://schemas.openxmlformats.org/drawingml/2006/main">
              <a:ext uri="{FF2B5EF4-FFF2-40B4-BE49-F238E27FC236}">
                <a16:creationId xmlns:a16="http://schemas.microsoft.com/office/drawing/2014/main" id="{ECB53302-335E-4EB4-A996-07B2EA9C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536" y="40406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1" name="path-1836">
            <a:extLst xmlns:a="http://schemas.openxmlformats.org/drawingml/2006/main">
              <a:ext uri="{FF2B5EF4-FFF2-40B4-BE49-F238E27FC236}">
                <a16:creationId xmlns:a16="http://schemas.microsoft.com/office/drawing/2014/main" id="{F76C0621-67F9-4B50-A32C-53223768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155" y="40356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2" name="path-1837">
            <a:extLst xmlns:a="http://schemas.openxmlformats.org/drawingml/2006/main">
              <a:ext uri="{FF2B5EF4-FFF2-40B4-BE49-F238E27FC236}">
                <a16:creationId xmlns:a16="http://schemas.microsoft.com/office/drawing/2014/main" id="{63731C72-E07E-4381-A54F-FDEADE8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488" y="40612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3" name="path-1838">
            <a:extLst xmlns:a="http://schemas.openxmlformats.org/drawingml/2006/main">
              <a:ext uri="{FF2B5EF4-FFF2-40B4-BE49-F238E27FC236}">
                <a16:creationId xmlns:a16="http://schemas.microsoft.com/office/drawing/2014/main" id="{B854E45F-0D4B-4804-A628-F848EF70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933" y="40208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4" name="path-1839">
            <a:extLst xmlns:a="http://schemas.openxmlformats.org/drawingml/2006/main">
              <a:ext uri="{FF2B5EF4-FFF2-40B4-BE49-F238E27FC236}">
                <a16:creationId xmlns:a16="http://schemas.microsoft.com/office/drawing/2014/main" id="{2E3A4823-BEB7-4154-BB90-B613B186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0" y="40345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5" name="path-1840">
            <a:extLst xmlns:a="http://schemas.openxmlformats.org/drawingml/2006/main">
              <a:ext uri="{FF2B5EF4-FFF2-40B4-BE49-F238E27FC236}">
                <a16:creationId xmlns:a16="http://schemas.microsoft.com/office/drawing/2014/main" id="{523B44E9-2230-4E2D-A5E8-92A656AF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503" y="40586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6" name="path-1841">
            <a:extLst xmlns:a="http://schemas.openxmlformats.org/drawingml/2006/main">
              <a:ext uri="{FF2B5EF4-FFF2-40B4-BE49-F238E27FC236}">
                <a16:creationId xmlns:a16="http://schemas.microsoft.com/office/drawing/2014/main" id="{33D920E8-2BA0-49A0-BB79-AB30FEB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607" y="4068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7" name="path-1842">
            <a:extLst xmlns:a="http://schemas.openxmlformats.org/drawingml/2006/main">
              <a:ext uri="{FF2B5EF4-FFF2-40B4-BE49-F238E27FC236}">
                <a16:creationId xmlns:a16="http://schemas.microsoft.com/office/drawing/2014/main" id="{620297BB-6942-4C3D-B7DE-0AB37D5F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29" y="40457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8" name="path-1843">
            <a:extLst xmlns:a="http://schemas.openxmlformats.org/drawingml/2006/main">
              <a:ext uri="{FF2B5EF4-FFF2-40B4-BE49-F238E27FC236}">
                <a16:creationId xmlns:a16="http://schemas.microsoft.com/office/drawing/2014/main" id="{663B5474-34CB-4F4A-995B-D615845C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546" y="40759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9" name="path-1844">
            <a:extLst xmlns:a="http://schemas.openxmlformats.org/drawingml/2006/main">
              <a:ext uri="{FF2B5EF4-FFF2-40B4-BE49-F238E27FC236}">
                <a16:creationId xmlns:a16="http://schemas.microsoft.com/office/drawing/2014/main" id="{07408D5F-56C0-424E-80D6-63C32277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186" y="40490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0" name="path-1845">
            <a:extLst xmlns:a="http://schemas.openxmlformats.org/drawingml/2006/main">
              <a:ext uri="{FF2B5EF4-FFF2-40B4-BE49-F238E27FC236}">
                <a16:creationId xmlns:a16="http://schemas.microsoft.com/office/drawing/2014/main" id="{4F68155E-8D10-463D-B419-3D21FBB8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96" y="40292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1" name="path-1846">
            <a:extLst xmlns:a="http://schemas.openxmlformats.org/drawingml/2006/main">
              <a:ext uri="{FF2B5EF4-FFF2-40B4-BE49-F238E27FC236}">
                <a16:creationId xmlns:a16="http://schemas.microsoft.com/office/drawing/2014/main" id="{2142B5E5-0CAB-401C-8245-145282AE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89" y="4039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2" name="path-1847">
            <a:extLst xmlns:a="http://schemas.openxmlformats.org/drawingml/2006/main">
              <a:ext uri="{FF2B5EF4-FFF2-40B4-BE49-F238E27FC236}">
                <a16:creationId xmlns:a16="http://schemas.microsoft.com/office/drawing/2014/main" id="{0DBA64E1-F5AA-46BC-A14E-0F472AF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612" y="40552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3" name="path-1848">
            <a:extLst xmlns:a="http://schemas.openxmlformats.org/drawingml/2006/main">
              <a:ext uri="{FF2B5EF4-FFF2-40B4-BE49-F238E27FC236}">
                <a16:creationId xmlns:a16="http://schemas.microsoft.com/office/drawing/2014/main" id="{9CD61AC9-1F42-4FD2-9E9B-548BD34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72" y="4040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4" name="path-1849">
            <a:extLst xmlns:a="http://schemas.openxmlformats.org/drawingml/2006/main">
              <a:ext uri="{FF2B5EF4-FFF2-40B4-BE49-F238E27FC236}">
                <a16:creationId xmlns:a16="http://schemas.microsoft.com/office/drawing/2014/main" id="{7EE8DE9D-B656-4EA1-8E68-DEED3819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637" y="40523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5" name="path-1850">
            <a:extLst xmlns:a="http://schemas.openxmlformats.org/drawingml/2006/main">
              <a:ext uri="{FF2B5EF4-FFF2-40B4-BE49-F238E27FC236}">
                <a16:creationId xmlns:a16="http://schemas.microsoft.com/office/drawing/2014/main" id="{33A3A830-EC14-4516-8428-2F16BFA4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426" y="40602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6" name="path-1851">
            <a:extLst xmlns:a="http://schemas.openxmlformats.org/drawingml/2006/main">
              <a:ext uri="{FF2B5EF4-FFF2-40B4-BE49-F238E27FC236}">
                <a16:creationId xmlns:a16="http://schemas.microsoft.com/office/drawing/2014/main" id="{68F25FBA-4B2A-41B4-B878-B24958A1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895" y="40526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7" name="path-1852">
            <a:extLst xmlns:a="http://schemas.openxmlformats.org/drawingml/2006/main">
              <a:ext uri="{FF2B5EF4-FFF2-40B4-BE49-F238E27FC236}">
                <a16:creationId xmlns:a16="http://schemas.microsoft.com/office/drawing/2014/main" id="{9DE07AD5-E611-4A0E-BB23-5B5DEA8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113" y="4059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8" name="path-1853">
            <a:extLst xmlns:a="http://schemas.openxmlformats.org/drawingml/2006/main">
              <a:ext uri="{FF2B5EF4-FFF2-40B4-BE49-F238E27FC236}">
                <a16:creationId xmlns:a16="http://schemas.microsoft.com/office/drawing/2014/main" id="{E9A7B20C-1DE9-4CCB-A9BC-728D11E0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225" y="40627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9" name="path-1854">
            <a:extLst xmlns:a="http://schemas.openxmlformats.org/drawingml/2006/main">
              <a:ext uri="{FF2B5EF4-FFF2-40B4-BE49-F238E27FC236}">
                <a16:creationId xmlns:a16="http://schemas.microsoft.com/office/drawing/2014/main" id="{647C9A1A-C0A3-4794-80E5-F87FBC46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985" y="40592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0" name="path-1855">
            <a:extLst xmlns:a="http://schemas.openxmlformats.org/drawingml/2006/main">
              <a:ext uri="{FF2B5EF4-FFF2-40B4-BE49-F238E27FC236}">
                <a16:creationId xmlns:a16="http://schemas.microsoft.com/office/drawing/2014/main" id="{35CB4BAC-86BB-4A39-A9A7-A095E09E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362" y="40362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1" name="path-1856">
            <a:extLst xmlns:a="http://schemas.openxmlformats.org/drawingml/2006/main">
              <a:ext uri="{FF2B5EF4-FFF2-40B4-BE49-F238E27FC236}">
                <a16:creationId xmlns:a16="http://schemas.microsoft.com/office/drawing/2014/main" id="{5BAF03A7-F6BC-499B-992A-8516F5B0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500" y="40523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2" name="path-1857">
            <a:extLst xmlns:a="http://schemas.openxmlformats.org/drawingml/2006/main">
              <a:ext uri="{FF2B5EF4-FFF2-40B4-BE49-F238E27FC236}">
                <a16:creationId xmlns:a16="http://schemas.microsoft.com/office/drawing/2014/main" id="{87FB37FA-3884-4EA1-BA31-F369167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962" y="40737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3" name="path-1858">
            <a:extLst xmlns:a="http://schemas.openxmlformats.org/drawingml/2006/main">
              <a:ext uri="{FF2B5EF4-FFF2-40B4-BE49-F238E27FC236}">
                <a16:creationId xmlns:a16="http://schemas.microsoft.com/office/drawing/2014/main" id="{789691C2-82A8-4C06-9272-A21FB74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463" y="4052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4" name="path-1859">
            <a:extLst xmlns:a="http://schemas.openxmlformats.org/drawingml/2006/main">
              <a:ext uri="{FF2B5EF4-FFF2-40B4-BE49-F238E27FC236}">
                <a16:creationId xmlns:a16="http://schemas.microsoft.com/office/drawing/2014/main" id="{3CEE59C1-6B5A-4544-AA75-F275BB0F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839" y="40495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5" name="path-1860">
            <a:extLst xmlns:a="http://schemas.openxmlformats.org/drawingml/2006/main">
              <a:ext uri="{FF2B5EF4-FFF2-40B4-BE49-F238E27FC236}">
                <a16:creationId xmlns:a16="http://schemas.microsoft.com/office/drawing/2014/main" id="{C3CE0653-7A82-4CE4-86B9-BBDB659E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391" y="4084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6" name="path-1861">
            <a:extLst xmlns:a="http://schemas.openxmlformats.org/drawingml/2006/main">
              <a:ext uri="{FF2B5EF4-FFF2-40B4-BE49-F238E27FC236}">
                <a16:creationId xmlns:a16="http://schemas.microsoft.com/office/drawing/2014/main" id="{EDDBDE65-F436-4BD7-B4F5-52FB7DD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387" y="40046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7" name="path-1862">
            <a:extLst xmlns:a="http://schemas.openxmlformats.org/drawingml/2006/main">
              <a:ext uri="{FF2B5EF4-FFF2-40B4-BE49-F238E27FC236}">
                <a16:creationId xmlns:a16="http://schemas.microsoft.com/office/drawing/2014/main" id="{8E86A185-5742-43B2-A6DB-6E30491B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35" y="40531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8" name="path-1863">
            <a:extLst xmlns:a="http://schemas.openxmlformats.org/drawingml/2006/main">
              <a:ext uri="{FF2B5EF4-FFF2-40B4-BE49-F238E27FC236}">
                <a16:creationId xmlns:a16="http://schemas.microsoft.com/office/drawing/2014/main" id="{B4965F3A-A8CD-4BAA-9635-A8F8D935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583" y="4028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9" name="path-1864">
            <a:extLst xmlns:a="http://schemas.openxmlformats.org/drawingml/2006/main">
              <a:ext uri="{FF2B5EF4-FFF2-40B4-BE49-F238E27FC236}">
                <a16:creationId xmlns:a16="http://schemas.microsoft.com/office/drawing/2014/main" id="{CCFE2DFB-C5DC-43F7-A1BB-E0126BE4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804" y="40378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0" name="path-1865">
            <a:extLst xmlns:a="http://schemas.openxmlformats.org/drawingml/2006/main">
              <a:ext uri="{FF2B5EF4-FFF2-40B4-BE49-F238E27FC236}">
                <a16:creationId xmlns:a16="http://schemas.microsoft.com/office/drawing/2014/main" id="{DB154DCE-FFEB-4E64-A77D-9770A53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36" y="40865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1" name="path-1866">
            <a:extLst xmlns:a="http://schemas.openxmlformats.org/drawingml/2006/main">
              <a:ext uri="{FF2B5EF4-FFF2-40B4-BE49-F238E27FC236}">
                <a16:creationId xmlns:a16="http://schemas.microsoft.com/office/drawing/2014/main" id="{C47FBC5D-1B58-4295-B075-76DD592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622" y="40260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2" name="path-1867">
            <a:extLst xmlns:a="http://schemas.openxmlformats.org/drawingml/2006/main">
              <a:ext uri="{FF2B5EF4-FFF2-40B4-BE49-F238E27FC236}">
                <a16:creationId xmlns:a16="http://schemas.microsoft.com/office/drawing/2014/main" id="{CD05269D-B8BD-4A55-94D2-67136E8F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4514" y="40624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3" name="path-1868">
            <a:extLst xmlns:a="http://schemas.openxmlformats.org/drawingml/2006/main">
              <a:ext uri="{FF2B5EF4-FFF2-40B4-BE49-F238E27FC236}">
                <a16:creationId xmlns:a16="http://schemas.microsoft.com/office/drawing/2014/main" id="{0E46D022-8E30-4F53-B0B4-F2014A7B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881" y="40375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4" name="path-1869">
            <a:extLst xmlns:a="http://schemas.openxmlformats.org/drawingml/2006/main">
              <a:ext uri="{FF2B5EF4-FFF2-40B4-BE49-F238E27FC236}">
                <a16:creationId xmlns:a16="http://schemas.microsoft.com/office/drawing/2014/main" id="{6A1F8363-6624-4841-8EE0-F8F5C049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685" y="40396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5" name="path-1870">
            <a:extLst xmlns:a="http://schemas.openxmlformats.org/drawingml/2006/main">
              <a:ext uri="{FF2B5EF4-FFF2-40B4-BE49-F238E27FC236}">
                <a16:creationId xmlns:a16="http://schemas.microsoft.com/office/drawing/2014/main" id="{9F16133C-0BE8-4591-A2D2-7C6E542E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045" y="40157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6" name="path-1871">
            <a:extLst xmlns:a="http://schemas.openxmlformats.org/drawingml/2006/main">
              <a:ext uri="{FF2B5EF4-FFF2-40B4-BE49-F238E27FC236}">
                <a16:creationId xmlns:a16="http://schemas.microsoft.com/office/drawing/2014/main" id="{DCFF36E6-889C-439C-849B-64146187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216" y="4051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7" name="path-1872">
            <a:extLst xmlns:a="http://schemas.openxmlformats.org/drawingml/2006/main">
              <a:ext uri="{FF2B5EF4-FFF2-40B4-BE49-F238E27FC236}">
                <a16:creationId xmlns:a16="http://schemas.microsoft.com/office/drawing/2014/main" id="{672E6807-60D6-43CC-A935-893D2A3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928" y="4028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8" name="path-1873">
            <a:extLst xmlns:a="http://schemas.openxmlformats.org/drawingml/2006/main">
              <a:ext uri="{FF2B5EF4-FFF2-40B4-BE49-F238E27FC236}">
                <a16:creationId xmlns:a16="http://schemas.microsoft.com/office/drawing/2014/main" id="{F23A6DBB-C3BF-403C-A589-7D34DB3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455" y="4015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9" name="path-1874">
            <a:extLst xmlns:a="http://schemas.openxmlformats.org/drawingml/2006/main">
              <a:ext uri="{FF2B5EF4-FFF2-40B4-BE49-F238E27FC236}">
                <a16:creationId xmlns:a16="http://schemas.microsoft.com/office/drawing/2014/main" id="{EC1D7A80-5DA2-4E73-81AA-ADB8A0D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915" y="4047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0" name="path-1875">
            <a:extLst xmlns:a="http://schemas.openxmlformats.org/drawingml/2006/main">
              <a:ext uri="{FF2B5EF4-FFF2-40B4-BE49-F238E27FC236}">
                <a16:creationId xmlns:a16="http://schemas.microsoft.com/office/drawing/2014/main" id="{8F16D272-4C05-4E88-9814-262D5E3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346" y="40369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1" name="path-1876">
            <a:extLst xmlns:a="http://schemas.openxmlformats.org/drawingml/2006/main">
              <a:ext uri="{FF2B5EF4-FFF2-40B4-BE49-F238E27FC236}">
                <a16:creationId xmlns:a16="http://schemas.microsoft.com/office/drawing/2014/main" id="{167A86DE-21E8-4C81-A297-DD8E8D17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85" y="40477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2" name="path-1877">
            <a:extLst xmlns:a="http://schemas.openxmlformats.org/drawingml/2006/main">
              <a:ext uri="{FF2B5EF4-FFF2-40B4-BE49-F238E27FC236}">
                <a16:creationId xmlns:a16="http://schemas.microsoft.com/office/drawing/2014/main" id="{5EA4D4D6-A96D-4106-B2BE-B6DDD0B1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9171" y="4057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3" name="path-1878">
            <a:extLst xmlns:a="http://schemas.openxmlformats.org/drawingml/2006/main">
              <a:ext uri="{FF2B5EF4-FFF2-40B4-BE49-F238E27FC236}">
                <a16:creationId xmlns:a16="http://schemas.microsoft.com/office/drawing/2014/main" id="{93A9F5A7-50AB-4456-84C5-7D051B79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620" y="4066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4" name="path-1879">
            <a:extLst xmlns:a="http://schemas.openxmlformats.org/drawingml/2006/main">
              <a:ext uri="{FF2B5EF4-FFF2-40B4-BE49-F238E27FC236}">
                <a16:creationId xmlns:a16="http://schemas.microsoft.com/office/drawing/2014/main" id="{A864EBB3-524E-4DFB-8333-4205AAC7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096" y="40817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5" name="path-1880">
            <a:extLst xmlns:a="http://schemas.openxmlformats.org/drawingml/2006/main">
              <a:ext uri="{FF2B5EF4-FFF2-40B4-BE49-F238E27FC236}">
                <a16:creationId xmlns:a16="http://schemas.microsoft.com/office/drawing/2014/main" id="{8D134DCA-65BD-4258-8915-591F7733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65" y="40029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6" name="path-1881">
            <a:extLst xmlns:a="http://schemas.openxmlformats.org/drawingml/2006/main">
              <a:ext uri="{FF2B5EF4-FFF2-40B4-BE49-F238E27FC236}">
                <a16:creationId xmlns:a16="http://schemas.microsoft.com/office/drawing/2014/main" id="{0ECAE395-5A86-4A78-82BD-CDEA781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386" y="40348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7" name="path-1882">
            <a:extLst xmlns:a="http://schemas.openxmlformats.org/drawingml/2006/main">
              <a:ext uri="{FF2B5EF4-FFF2-40B4-BE49-F238E27FC236}">
                <a16:creationId xmlns:a16="http://schemas.microsoft.com/office/drawing/2014/main" id="{A43F22EF-4894-4015-82DB-70922DC2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343" y="40161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8" name="path-1883">
            <a:extLst xmlns:a="http://schemas.openxmlformats.org/drawingml/2006/main">
              <a:ext uri="{FF2B5EF4-FFF2-40B4-BE49-F238E27FC236}">
                <a16:creationId xmlns:a16="http://schemas.microsoft.com/office/drawing/2014/main" id="{73129919-D44D-42DB-9452-8E392A8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167" y="40295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9" name="path-1884">
            <a:extLst xmlns:a="http://schemas.openxmlformats.org/drawingml/2006/main">
              <a:ext uri="{FF2B5EF4-FFF2-40B4-BE49-F238E27FC236}">
                <a16:creationId xmlns:a16="http://schemas.microsoft.com/office/drawing/2014/main" id="{A04B3C85-0346-40BF-A943-7664CB58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450" y="40145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0" name="path-1885">
            <a:extLst xmlns:a="http://schemas.openxmlformats.org/drawingml/2006/main">
              <a:ext uri="{FF2B5EF4-FFF2-40B4-BE49-F238E27FC236}">
                <a16:creationId xmlns:a16="http://schemas.microsoft.com/office/drawing/2014/main" id="{CD4CED82-76F4-4CF0-A74F-5A6C55D9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940" y="4042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1" name="path-1886">
            <a:extLst xmlns:a="http://schemas.openxmlformats.org/drawingml/2006/main">
              <a:ext uri="{FF2B5EF4-FFF2-40B4-BE49-F238E27FC236}">
                <a16:creationId xmlns:a16="http://schemas.microsoft.com/office/drawing/2014/main" id="{056F093E-FAFC-4828-8936-630BB783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04" y="4070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2" name="path-1887">
            <a:extLst xmlns:a="http://schemas.openxmlformats.org/drawingml/2006/main">
              <a:ext uri="{FF2B5EF4-FFF2-40B4-BE49-F238E27FC236}">
                <a16:creationId xmlns:a16="http://schemas.microsoft.com/office/drawing/2014/main" id="{898F5DE6-9D9C-4B8F-8A0B-90C044D7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006" y="40601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3" name="path-1888">
            <a:extLst xmlns:a="http://schemas.openxmlformats.org/drawingml/2006/main">
              <a:ext uri="{FF2B5EF4-FFF2-40B4-BE49-F238E27FC236}">
                <a16:creationId xmlns:a16="http://schemas.microsoft.com/office/drawing/2014/main" id="{A48C0F19-70D8-4807-8E10-7997E37B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894" y="40423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4" name="path-1889">
            <a:extLst xmlns:a="http://schemas.openxmlformats.org/drawingml/2006/main">
              <a:ext uri="{FF2B5EF4-FFF2-40B4-BE49-F238E27FC236}">
                <a16:creationId xmlns:a16="http://schemas.microsoft.com/office/drawing/2014/main" id="{83AC727C-48F6-44C5-9BBC-BF5995DD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100" y="40215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5" name="path-1890">
            <a:extLst xmlns:a="http://schemas.openxmlformats.org/drawingml/2006/main">
              <a:ext uri="{FF2B5EF4-FFF2-40B4-BE49-F238E27FC236}">
                <a16:creationId xmlns:a16="http://schemas.microsoft.com/office/drawing/2014/main" id="{0ADB53E7-0C89-4011-8A89-19D4C7E0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92" y="4058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6" name="path-1891">
            <a:extLst xmlns:a="http://schemas.openxmlformats.org/drawingml/2006/main">
              <a:ext uri="{FF2B5EF4-FFF2-40B4-BE49-F238E27FC236}">
                <a16:creationId xmlns:a16="http://schemas.microsoft.com/office/drawing/2014/main" id="{CBD2CD32-B8D2-4CE7-B745-21DB8FE8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434" y="40569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7" name="path-1892">
            <a:extLst xmlns:a="http://schemas.openxmlformats.org/drawingml/2006/main">
              <a:ext uri="{FF2B5EF4-FFF2-40B4-BE49-F238E27FC236}">
                <a16:creationId xmlns:a16="http://schemas.microsoft.com/office/drawing/2014/main" id="{5A23CEF2-9DE5-4431-B00B-DC4C8DF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296" y="40447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8" name="path-1893">
            <a:extLst xmlns:a="http://schemas.openxmlformats.org/drawingml/2006/main">
              <a:ext uri="{FF2B5EF4-FFF2-40B4-BE49-F238E27FC236}">
                <a16:creationId xmlns:a16="http://schemas.microsoft.com/office/drawing/2014/main" id="{72AD2B92-1084-4663-AEC0-592B6322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033" y="40525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9" name="path-1894">
            <a:extLst xmlns:a="http://schemas.openxmlformats.org/drawingml/2006/main">
              <a:ext uri="{FF2B5EF4-FFF2-40B4-BE49-F238E27FC236}">
                <a16:creationId xmlns:a16="http://schemas.microsoft.com/office/drawing/2014/main" id="{E459C90A-1065-4263-9B86-8A84CA2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599" y="40422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0" name="path-1895">
            <a:extLst xmlns:a="http://schemas.openxmlformats.org/drawingml/2006/main">
              <a:ext uri="{FF2B5EF4-FFF2-40B4-BE49-F238E27FC236}">
                <a16:creationId xmlns:a16="http://schemas.microsoft.com/office/drawing/2014/main" id="{525D44BB-7D42-433D-8642-FDB06201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5" y="40347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1" name="path-1896">
            <a:extLst xmlns:a="http://schemas.openxmlformats.org/drawingml/2006/main">
              <a:ext uri="{FF2B5EF4-FFF2-40B4-BE49-F238E27FC236}">
                <a16:creationId xmlns:a16="http://schemas.microsoft.com/office/drawing/2014/main" id="{28D31620-1E92-48CA-9E70-5C193F7D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466" y="40268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2" name="path-1897">
            <a:extLst xmlns:a="http://schemas.openxmlformats.org/drawingml/2006/main">
              <a:ext uri="{FF2B5EF4-FFF2-40B4-BE49-F238E27FC236}">
                <a16:creationId xmlns:a16="http://schemas.microsoft.com/office/drawing/2014/main" id="{A078A6BA-E0D7-488D-9DA3-9E0C4DA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565" y="4041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3" name="path-1898">
            <a:extLst xmlns:a="http://schemas.openxmlformats.org/drawingml/2006/main">
              <a:ext uri="{FF2B5EF4-FFF2-40B4-BE49-F238E27FC236}">
                <a16:creationId xmlns:a16="http://schemas.microsoft.com/office/drawing/2014/main" id="{CB17B3DA-8D6E-41C3-A0C1-101A6155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72" y="40368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4" name="path-1899">
            <a:extLst xmlns:a="http://schemas.openxmlformats.org/drawingml/2006/main">
              <a:ext uri="{FF2B5EF4-FFF2-40B4-BE49-F238E27FC236}">
                <a16:creationId xmlns:a16="http://schemas.microsoft.com/office/drawing/2014/main" id="{27AC06A4-CC22-4F7C-9B0A-26366674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4350" y="4059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5" name="path-1900">
            <a:extLst xmlns:a="http://schemas.openxmlformats.org/drawingml/2006/main">
              <a:ext uri="{FF2B5EF4-FFF2-40B4-BE49-F238E27FC236}">
                <a16:creationId xmlns:a16="http://schemas.microsoft.com/office/drawing/2014/main" id="{BEEB462C-7CCD-4A84-BFC9-B6692849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104" y="40399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6" name="path-1901">
            <a:extLst xmlns:a="http://schemas.openxmlformats.org/drawingml/2006/main">
              <a:ext uri="{FF2B5EF4-FFF2-40B4-BE49-F238E27FC236}">
                <a16:creationId xmlns:a16="http://schemas.microsoft.com/office/drawing/2014/main" id="{3C688B11-7A21-4724-9F2F-8E03316D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897" y="40497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7" name="path-1902">
            <a:extLst xmlns:a="http://schemas.openxmlformats.org/drawingml/2006/main">
              <a:ext uri="{FF2B5EF4-FFF2-40B4-BE49-F238E27FC236}">
                <a16:creationId xmlns:a16="http://schemas.microsoft.com/office/drawing/2014/main" id="{D8CDF328-55B4-4649-B71E-817EE345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828" y="40520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8" name="path-1903">
            <a:extLst xmlns:a="http://schemas.openxmlformats.org/drawingml/2006/main">
              <a:ext uri="{FF2B5EF4-FFF2-40B4-BE49-F238E27FC236}">
                <a16:creationId xmlns:a16="http://schemas.microsoft.com/office/drawing/2014/main" id="{EB854BED-2523-48E0-A8FD-7BDA9B8E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1" y="4053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9" name="path-1904">
            <a:extLst xmlns:a="http://schemas.openxmlformats.org/drawingml/2006/main">
              <a:ext uri="{FF2B5EF4-FFF2-40B4-BE49-F238E27FC236}">
                <a16:creationId xmlns:a16="http://schemas.microsoft.com/office/drawing/2014/main" id="{883C3D31-E941-4BCC-ACC9-E13678D9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942" y="40412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0" name="path-1905">
            <a:extLst xmlns:a="http://schemas.openxmlformats.org/drawingml/2006/main">
              <a:ext uri="{FF2B5EF4-FFF2-40B4-BE49-F238E27FC236}">
                <a16:creationId xmlns:a16="http://schemas.microsoft.com/office/drawing/2014/main" id="{C0F2263C-2E6D-4E2F-A2AC-66AD9A75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165" y="40251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1" name="path-1906">
            <a:extLst xmlns:a="http://schemas.openxmlformats.org/drawingml/2006/main">
              <a:ext uri="{FF2B5EF4-FFF2-40B4-BE49-F238E27FC236}">
                <a16:creationId xmlns:a16="http://schemas.microsoft.com/office/drawing/2014/main" id="{55DFD726-5CA3-438E-BA2B-1C3D270B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60" y="4038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2" name="path-1907">
            <a:extLst xmlns:a="http://schemas.openxmlformats.org/drawingml/2006/main">
              <a:ext uri="{FF2B5EF4-FFF2-40B4-BE49-F238E27FC236}">
                <a16:creationId xmlns:a16="http://schemas.microsoft.com/office/drawing/2014/main" id="{B3EB3A43-A9E7-415B-9062-F36A2A85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742" y="40674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3" name="path-1908">
            <a:extLst xmlns:a="http://schemas.openxmlformats.org/drawingml/2006/main">
              <a:ext uri="{FF2B5EF4-FFF2-40B4-BE49-F238E27FC236}">
                <a16:creationId xmlns:a16="http://schemas.microsoft.com/office/drawing/2014/main" id="{4F3CC10C-CF39-4F23-A4B5-C881588E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985" y="40380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4" name="path-1909">
            <a:extLst xmlns:a="http://schemas.openxmlformats.org/drawingml/2006/main">
              <a:ext uri="{FF2B5EF4-FFF2-40B4-BE49-F238E27FC236}">
                <a16:creationId xmlns:a16="http://schemas.microsoft.com/office/drawing/2014/main" id="{C56E61B3-F339-4E51-AD15-74C3411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11" y="4024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5" name="path-1910">
            <a:extLst xmlns:a="http://schemas.openxmlformats.org/drawingml/2006/main">
              <a:ext uri="{FF2B5EF4-FFF2-40B4-BE49-F238E27FC236}">
                <a16:creationId xmlns:a16="http://schemas.microsoft.com/office/drawing/2014/main" id="{25F8B1D5-FF90-434F-96BC-7E5A432B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759" y="40506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6" name="path-1911">
            <a:extLst xmlns:a="http://schemas.openxmlformats.org/drawingml/2006/main">
              <a:ext uri="{FF2B5EF4-FFF2-40B4-BE49-F238E27FC236}">
                <a16:creationId xmlns:a16="http://schemas.microsoft.com/office/drawing/2014/main" id="{9D26DFF4-FCBD-4E8E-A802-12D42A7B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030" y="4040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7" name="path-1912">
            <a:extLst xmlns:a="http://schemas.openxmlformats.org/drawingml/2006/main">
              <a:ext uri="{FF2B5EF4-FFF2-40B4-BE49-F238E27FC236}">
                <a16:creationId xmlns:a16="http://schemas.microsoft.com/office/drawing/2014/main" id="{E52128C7-ADCC-42D7-B33D-7714CEB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433" y="40326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8" name="path-1913">
            <a:extLst xmlns:a="http://schemas.openxmlformats.org/drawingml/2006/main">
              <a:ext uri="{FF2B5EF4-FFF2-40B4-BE49-F238E27FC236}">
                <a16:creationId xmlns:a16="http://schemas.microsoft.com/office/drawing/2014/main" id="{D2C7BA52-D084-46B9-BBA4-9AF4C3B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527" y="40463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9" name="path-1914">
            <a:extLst xmlns:a="http://schemas.openxmlformats.org/drawingml/2006/main">
              <a:ext uri="{FF2B5EF4-FFF2-40B4-BE49-F238E27FC236}">
                <a16:creationId xmlns:a16="http://schemas.microsoft.com/office/drawing/2014/main" id="{10DF0112-2BC5-4BA9-BA01-FE21508E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620" y="4103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0" name="path-1915">
            <a:extLst xmlns:a="http://schemas.openxmlformats.org/drawingml/2006/main">
              <a:ext uri="{FF2B5EF4-FFF2-40B4-BE49-F238E27FC236}">
                <a16:creationId xmlns:a16="http://schemas.microsoft.com/office/drawing/2014/main" id="{A8ABDF04-66CD-41E2-994E-E2640EB4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480" y="40194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1" name="path-1916">
            <a:extLst xmlns:a="http://schemas.openxmlformats.org/drawingml/2006/main">
              <a:ext uri="{FF2B5EF4-FFF2-40B4-BE49-F238E27FC236}">
                <a16:creationId xmlns:a16="http://schemas.microsoft.com/office/drawing/2014/main" id="{D965C315-EECE-4D4C-98B9-9CD6726A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16" y="4060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2" name="path-1917">
            <a:extLst xmlns:a="http://schemas.openxmlformats.org/drawingml/2006/main">
              <a:ext uri="{FF2B5EF4-FFF2-40B4-BE49-F238E27FC236}">
                <a16:creationId xmlns:a16="http://schemas.microsoft.com/office/drawing/2014/main" id="{C4B0C452-7284-4C57-9132-B34BD856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981" y="40672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3" name="path-1918">
            <a:extLst xmlns:a="http://schemas.openxmlformats.org/drawingml/2006/main">
              <a:ext uri="{FF2B5EF4-FFF2-40B4-BE49-F238E27FC236}">
                <a16:creationId xmlns:a16="http://schemas.microsoft.com/office/drawing/2014/main" id="{29AAA94B-0973-4181-8CBA-B4FC4CEB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1" y="40392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4" name="path-1919">
            <a:extLst xmlns:a="http://schemas.openxmlformats.org/drawingml/2006/main">
              <a:ext uri="{FF2B5EF4-FFF2-40B4-BE49-F238E27FC236}">
                <a16:creationId xmlns:a16="http://schemas.microsoft.com/office/drawing/2014/main" id="{78319660-AC4F-46A3-82B0-0BC10879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5985" y="40403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5" name="path-1920">
            <a:extLst xmlns:a="http://schemas.openxmlformats.org/drawingml/2006/main">
              <a:ext uri="{FF2B5EF4-FFF2-40B4-BE49-F238E27FC236}">
                <a16:creationId xmlns:a16="http://schemas.microsoft.com/office/drawing/2014/main" id="{B820388A-1640-4501-B7F8-A0E14411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65" y="4034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6" name="path-1921">
            <a:extLst xmlns:a="http://schemas.openxmlformats.org/drawingml/2006/main">
              <a:ext uri="{FF2B5EF4-FFF2-40B4-BE49-F238E27FC236}">
                <a16:creationId xmlns:a16="http://schemas.microsoft.com/office/drawing/2014/main" id="{6C76B9A7-CDEC-48C8-801E-FFBD34A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61" y="40506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7" name="path-1922">
            <a:extLst xmlns:a="http://schemas.openxmlformats.org/drawingml/2006/main">
              <a:ext uri="{FF2B5EF4-FFF2-40B4-BE49-F238E27FC236}">
                <a16:creationId xmlns:a16="http://schemas.microsoft.com/office/drawing/2014/main" id="{5D4ECE7B-7583-43B0-80BF-2EB82C30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464" y="40608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8" name="path-1923">
            <a:extLst xmlns:a="http://schemas.openxmlformats.org/drawingml/2006/main">
              <a:ext uri="{FF2B5EF4-FFF2-40B4-BE49-F238E27FC236}">
                <a16:creationId xmlns:a16="http://schemas.microsoft.com/office/drawing/2014/main" id="{5377DAC2-C908-4645-A082-6FE7F463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133" y="40569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9" name="path-1924">
            <a:extLst xmlns:a="http://schemas.openxmlformats.org/drawingml/2006/main">
              <a:ext uri="{FF2B5EF4-FFF2-40B4-BE49-F238E27FC236}">
                <a16:creationId xmlns:a16="http://schemas.microsoft.com/office/drawing/2014/main" id="{380C6C26-2A82-4AB7-9B1A-AFE285C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157" y="40350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0" name="path-1925">
            <a:extLst xmlns:a="http://schemas.openxmlformats.org/drawingml/2006/main">
              <a:ext uri="{FF2B5EF4-FFF2-40B4-BE49-F238E27FC236}">
                <a16:creationId xmlns:a16="http://schemas.microsoft.com/office/drawing/2014/main" id="{D176F6F7-C063-4403-BDC8-C0C2EC0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127" y="40420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1" name="path-1926">
            <a:extLst xmlns:a="http://schemas.openxmlformats.org/drawingml/2006/main">
              <a:ext uri="{FF2B5EF4-FFF2-40B4-BE49-F238E27FC236}">
                <a16:creationId xmlns:a16="http://schemas.microsoft.com/office/drawing/2014/main" id="{AF3FA078-9753-446A-B415-7130E60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716" y="40576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2" name="path-1927">
            <a:extLst xmlns:a="http://schemas.openxmlformats.org/drawingml/2006/main">
              <a:ext uri="{FF2B5EF4-FFF2-40B4-BE49-F238E27FC236}">
                <a16:creationId xmlns:a16="http://schemas.microsoft.com/office/drawing/2014/main" id="{75C0D20D-3C19-4538-BDAB-819E1DC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36" y="40493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3" name="path-1928">
            <a:extLst xmlns:a="http://schemas.openxmlformats.org/drawingml/2006/main">
              <a:ext uri="{FF2B5EF4-FFF2-40B4-BE49-F238E27FC236}">
                <a16:creationId xmlns:a16="http://schemas.microsoft.com/office/drawing/2014/main" id="{FF18DA2A-2E11-41BD-A177-CE1586B3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917" y="4040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4" name="path-1929">
            <a:extLst xmlns:a="http://schemas.openxmlformats.org/drawingml/2006/main">
              <a:ext uri="{FF2B5EF4-FFF2-40B4-BE49-F238E27FC236}">
                <a16:creationId xmlns:a16="http://schemas.microsoft.com/office/drawing/2014/main" id="{C5AD5A11-3D05-43D8-B166-3BFF9E3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678" y="40602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5" name="path-1930">
            <a:extLst xmlns:a="http://schemas.openxmlformats.org/drawingml/2006/main">
              <a:ext uri="{FF2B5EF4-FFF2-40B4-BE49-F238E27FC236}">
                <a16:creationId xmlns:a16="http://schemas.microsoft.com/office/drawing/2014/main" id="{B161EDD9-AD27-4D68-B87F-415A616D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703" y="40664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6" name="path-1931">
            <a:extLst xmlns:a="http://schemas.openxmlformats.org/drawingml/2006/main">
              <a:ext uri="{FF2B5EF4-FFF2-40B4-BE49-F238E27FC236}">
                <a16:creationId xmlns:a16="http://schemas.microsoft.com/office/drawing/2014/main" id="{4669ED94-8C32-4203-AF1A-5F1C68FE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27" y="40424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7" name="path-1932">
            <a:extLst xmlns:a="http://schemas.openxmlformats.org/drawingml/2006/main">
              <a:ext uri="{FF2B5EF4-FFF2-40B4-BE49-F238E27FC236}">
                <a16:creationId xmlns:a16="http://schemas.microsoft.com/office/drawing/2014/main" id="{767A9E65-450E-4A8E-88FD-1BCE261C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575" y="40584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8" name="path-1933">
            <a:extLst xmlns:a="http://schemas.openxmlformats.org/drawingml/2006/main">
              <a:ext uri="{FF2B5EF4-FFF2-40B4-BE49-F238E27FC236}">
                <a16:creationId xmlns:a16="http://schemas.microsoft.com/office/drawing/2014/main" id="{F66EA15B-1313-4001-BF3F-280021E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065" y="40387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9" name="path-1934">
            <a:extLst xmlns:a="http://schemas.openxmlformats.org/drawingml/2006/main">
              <a:ext uri="{FF2B5EF4-FFF2-40B4-BE49-F238E27FC236}">
                <a16:creationId xmlns:a16="http://schemas.microsoft.com/office/drawing/2014/main" id="{976B4CE8-1CE5-428A-AE6D-AA667119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975" y="4042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0" name="path-1935">
            <a:extLst xmlns:a="http://schemas.openxmlformats.org/drawingml/2006/main">
              <a:ext uri="{FF2B5EF4-FFF2-40B4-BE49-F238E27FC236}">
                <a16:creationId xmlns:a16="http://schemas.microsoft.com/office/drawing/2014/main" id="{8449E1DE-8865-41CE-B523-B3E46BF0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267" y="4050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1" name="path-1936">
            <a:extLst xmlns:a="http://schemas.openxmlformats.org/drawingml/2006/main">
              <a:ext uri="{FF2B5EF4-FFF2-40B4-BE49-F238E27FC236}">
                <a16:creationId xmlns:a16="http://schemas.microsoft.com/office/drawing/2014/main" id="{69D0702E-E20C-488D-BD9E-7BC57B14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061" y="4067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2" name="path-1937">
            <a:extLst xmlns:a="http://schemas.openxmlformats.org/drawingml/2006/main">
              <a:ext uri="{FF2B5EF4-FFF2-40B4-BE49-F238E27FC236}">
                <a16:creationId xmlns:a16="http://schemas.microsoft.com/office/drawing/2014/main" id="{9F01F7A4-427A-4030-AF83-F130826B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088" y="40232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3" name="path-1938">
            <a:extLst xmlns:a="http://schemas.openxmlformats.org/drawingml/2006/main">
              <a:ext uri="{FF2B5EF4-FFF2-40B4-BE49-F238E27FC236}">
                <a16:creationId xmlns:a16="http://schemas.microsoft.com/office/drawing/2014/main" id="{A9B10CAA-DC62-4DD3-97B1-47313230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691" y="40542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4" name="path-1939">
            <a:extLst xmlns:a="http://schemas.openxmlformats.org/drawingml/2006/main">
              <a:ext uri="{FF2B5EF4-FFF2-40B4-BE49-F238E27FC236}">
                <a16:creationId xmlns:a16="http://schemas.microsoft.com/office/drawing/2014/main" id="{9C8F78B1-9392-47C6-B377-5766F0D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374" y="40431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5" name="path-1940">
            <a:extLst xmlns:a="http://schemas.openxmlformats.org/drawingml/2006/main">
              <a:ext uri="{FF2B5EF4-FFF2-40B4-BE49-F238E27FC236}">
                <a16:creationId xmlns:a16="http://schemas.microsoft.com/office/drawing/2014/main" id="{CB4CD485-B941-4603-B9B9-5BC656C2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775" y="40662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6" name="path-1941">
            <a:extLst xmlns:a="http://schemas.openxmlformats.org/drawingml/2006/main">
              <a:ext uri="{FF2B5EF4-FFF2-40B4-BE49-F238E27FC236}">
                <a16:creationId xmlns:a16="http://schemas.microsoft.com/office/drawing/2014/main" id="{5ADE1E0F-8D06-40DD-8824-55ED3795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007" y="40798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7" name="path-1942">
            <a:extLst xmlns:a="http://schemas.openxmlformats.org/drawingml/2006/main">
              <a:ext uri="{FF2B5EF4-FFF2-40B4-BE49-F238E27FC236}">
                <a16:creationId xmlns:a16="http://schemas.microsoft.com/office/drawing/2014/main" id="{DC6BCD5A-E493-436C-A153-71625DA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89" y="4064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8" name="path-1943">
            <a:extLst xmlns:a="http://schemas.openxmlformats.org/drawingml/2006/main">
              <a:ext uri="{FF2B5EF4-FFF2-40B4-BE49-F238E27FC236}">
                <a16:creationId xmlns:a16="http://schemas.microsoft.com/office/drawing/2014/main" id="{BF14E310-64FC-4704-9D2F-62D9970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83" y="4035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9" name="path-1944">
            <a:extLst xmlns:a="http://schemas.openxmlformats.org/drawingml/2006/main">
              <a:ext uri="{FF2B5EF4-FFF2-40B4-BE49-F238E27FC236}">
                <a16:creationId xmlns:a16="http://schemas.microsoft.com/office/drawing/2014/main" id="{C553C88B-ED28-47E9-A09F-1C057F05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978" y="40417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0" name="path-1945">
            <a:extLst xmlns:a="http://schemas.openxmlformats.org/drawingml/2006/main">
              <a:ext uri="{FF2B5EF4-FFF2-40B4-BE49-F238E27FC236}">
                <a16:creationId xmlns:a16="http://schemas.microsoft.com/office/drawing/2014/main" id="{08CFA465-F2E8-47E8-9AEA-C7FED9A7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867" y="40657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1" name="path-1946">
            <a:extLst xmlns:a="http://schemas.openxmlformats.org/drawingml/2006/main">
              <a:ext uri="{FF2B5EF4-FFF2-40B4-BE49-F238E27FC236}">
                <a16:creationId xmlns:a16="http://schemas.microsoft.com/office/drawing/2014/main" id="{DF82EBB0-A244-4959-9166-C3264885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113" y="40302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2" name="path-1947">
            <a:extLst xmlns:a="http://schemas.openxmlformats.org/drawingml/2006/main">
              <a:ext uri="{FF2B5EF4-FFF2-40B4-BE49-F238E27FC236}">
                <a16:creationId xmlns:a16="http://schemas.microsoft.com/office/drawing/2014/main" id="{AE843770-7839-4709-86FD-D7817243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11" y="4042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3" name="path-1948">
            <a:extLst xmlns:a="http://schemas.openxmlformats.org/drawingml/2006/main">
              <a:ext uri="{FF2B5EF4-FFF2-40B4-BE49-F238E27FC236}">
                <a16:creationId xmlns:a16="http://schemas.microsoft.com/office/drawing/2014/main" id="{FBFE15D1-828A-4C1C-8AA7-CB319EB4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361" y="4076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4" name="path-1949">
            <a:extLst xmlns:a="http://schemas.openxmlformats.org/drawingml/2006/main">
              <a:ext uri="{FF2B5EF4-FFF2-40B4-BE49-F238E27FC236}">
                <a16:creationId xmlns:a16="http://schemas.microsoft.com/office/drawing/2014/main" id="{C1DA4FA1-B1CE-4476-A1D5-84322146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731" y="40311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5" name="path-1950">
            <a:extLst xmlns:a="http://schemas.openxmlformats.org/drawingml/2006/main">
              <a:ext uri="{FF2B5EF4-FFF2-40B4-BE49-F238E27FC236}">
                <a16:creationId xmlns:a16="http://schemas.microsoft.com/office/drawing/2014/main" id="{70459F27-39E4-4A32-93A7-25588832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611" y="4024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6" name="path-1951">
            <a:extLst xmlns:a="http://schemas.openxmlformats.org/drawingml/2006/main">
              <a:ext uri="{FF2B5EF4-FFF2-40B4-BE49-F238E27FC236}">
                <a16:creationId xmlns:a16="http://schemas.microsoft.com/office/drawing/2014/main" id="{75FB7E6D-FC97-4AD4-8919-C8BA664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043" y="4009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7" name="path-1952">
            <a:extLst xmlns:a="http://schemas.openxmlformats.org/drawingml/2006/main">
              <a:ext uri="{FF2B5EF4-FFF2-40B4-BE49-F238E27FC236}">
                <a16:creationId xmlns:a16="http://schemas.microsoft.com/office/drawing/2014/main" id="{866A4328-7E42-403F-BB31-B7512AE4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866" y="40573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8" name="path-1953">
            <a:extLst xmlns:a="http://schemas.openxmlformats.org/drawingml/2006/main">
              <a:ext uri="{FF2B5EF4-FFF2-40B4-BE49-F238E27FC236}">
                <a16:creationId xmlns:a16="http://schemas.microsoft.com/office/drawing/2014/main" id="{A022C70F-0A8C-481F-BF62-D8C7B948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037" y="40230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9" name="path-1954">
            <a:extLst xmlns:a="http://schemas.openxmlformats.org/drawingml/2006/main">
              <a:ext uri="{FF2B5EF4-FFF2-40B4-BE49-F238E27FC236}">
                <a16:creationId xmlns:a16="http://schemas.microsoft.com/office/drawing/2014/main" id="{F2B9425A-0F07-48FB-B7C3-C25F50BA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303" y="40571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0" name="path-1955">
            <a:extLst xmlns:a="http://schemas.openxmlformats.org/drawingml/2006/main">
              <a:ext uri="{FF2B5EF4-FFF2-40B4-BE49-F238E27FC236}">
                <a16:creationId xmlns:a16="http://schemas.microsoft.com/office/drawing/2014/main" id="{FF07BE64-31F0-41A9-84DA-C3B0D64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815" y="4050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1" name="path-1956">
            <a:extLst xmlns:a="http://schemas.openxmlformats.org/drawingml/2006/main">
              <a:ext uri="{FF2B5EF4-FFF2-40B4-BE49-F238E27FC236}">
                <a16:creationId xmlns:a16="http://schemas.microsoft.com/office/drawing/2014/main" id="{CC66BE4A-8F1A-4018-B595-BB107A1E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288" y="4002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2" name="path-1957">
            <a:extLst xmlns:a="http://schemas.openxmlformats.org/drawingml/2006/main">
              <a:ext uri="{FF2B5EF4-FFF2-40B4-BE49-F238E27FC236}">
                <a16:creationId xmlns:a16="http://schemas.microsoft.com/office/drawing/2014/main" id="{82EC5527-F715-400F-BE28-633BF263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592" y="40362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3" name="path-1958">
            <a:extLst xmlns:a="http://schemas.openxmlformats.org/drawingml/2006/main">
              <a:ext uri="{FF2B5EF4-FFF2-40B4-BE49-F238E27FC236}">
                <a16:creationId xmlns:a16="http://schemas.microsoft.com/office/drawing/2014/main" id="{5324C550-5FC5-49F2-8A75-6563C2A4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86" y="4041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4" name="path-1959">
            <a:extLst xmlns:a="http://schemas.openxmlformats.org/drawingml/2006/main">
              <a:ext uri="{FF2B5EF4-FFF2-40B4-BE49-F238E27FC236}">
                <a16:creationId xmlns:a16="http://schemas.microsoft.com/office/drawing/2014/main" id="{B63FCC3E-D535-416B-8832-EF00983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109" y="40419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5" name="path-1960">
            <a:extLst xmlns:a="http://schemas.openxmlformats.org/drawingml/2006/main">
              <a:ext uri="{FF2B5EF4-FFF2-40B4-BE49-F238E27FC236}">
                <a16:creationId xmlns:a16="http://schemas.microsoft.com/office/drawing/2014/main" id="{D6A38026-7744-4CB6-8CD6-E90199E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24" y="4058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6" name="path-1961">
            <a:extLst xmlns:a="http://schemas.openxmlformats.org/drawingml/2006/main">
              <a:ext uri="{FF2B5EF4-FFF2-40B4-BE49-F238E27FC236}">
                <a16:creationId xmlns:a16="http://schemas.microsoft.com/office/drawing/2014/main" id="{8D792FF7-E1FD-42C6-992B-A8FECD4A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47" y="4048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7" name="path-1962">
            <a:extLst xmlns:a="http://schemas.openxmlformats.org/drawingml/2006/main">
              <a:ext uri="{FF2B5EF4-FFF2-40B4-BE49-F238E27FC236}">
                <a16:creationId xmlns:a16="http://schemas.microsoft.com/office/drawing/2014/main" id="{4DEBAE64-4F4F-421D-A297-7F73CFC5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612" y="40784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8" name="path-1963">
            <a:extLst xmlns:a="http://schemas.openxmlformats.org/drawingml/2006/main">
              <a:ext uri="{FF2B5EF4-FFF2-40B4-BE49-F238E27FC236}">
                <a16:creationId xmlns:a16="http://schemas.microsoft.com/office/drawing/2014/main" id="{B5464D77-B76D-4C19-958A-218EB18B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09" y="4050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9" name="path-1964">
            <a:extLst xmlns:a="http://schemas.openxmlformats.org/drawingml/2006/main">
              <a:ext uri="{FF2B5EF4-FFF2-40B4-BE49-F238E27FC236}">
                <a16:creationId xmlns:a16="http://schemas.microsoft.com/office/drawing/2014/main" id="{C649951C-6D8D-4094-8A8C-7443DAE2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2962" y="40445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0" name="path-1965">
            <a:extLst xmlns:a="http://schemas.openxmlformats.org/drawingml/2006/main">
              <a:ext uri="{FF2B5EF4-FFF2-40B4-BE49-F238E27FC236}">
                <a16:creationId xmlns:a16="http://schemas.microsoft.com/office/drawing/2014/main" id="{EF8389C0-4716-4D42-ABD9-EB075C63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981" y="4050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1" name="path-1966">
            <a:extLst xmlns:a="http://schemas.openxmlformats.org/drawingml/2006/main">
              <a:ext uri="{FF2B5EF4-FFF2-40B4-BE49-F238E27FC236}">
                <a16:creationId xmlns:a16="http://schemas.microsoft.com/office/drawing/2014/main" id="{143F96BC-123D-4972-A35B-098D81B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136" y="40465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2" name="path-1967">
            <a:extLst xmlns:a="http://schemas.openxmlformats.org/drawingml/2006/main">
              <a:ext uri="{FF2B5EF4-FFF2-40B4-BE49-F238E27FC236}">
                <a16:creationId xmlns:a16="http://schemas.microsoft.com/office/drawing/2014/main" id="{FFABC237-0EDB-4CB1-B24B-10F6E52D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698" y="4053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3" name="path-1968">
            <a:extLst xmlns:a="http://schemas.openxmlformats.org/drawingml/2006/main">
              <a:ext uri="{FF2B5EF4-FFF2-40B4-BE49-F238E27FC236}">
                <a16:creationId xmlns:a16="http://schemas.microsoft.com/office/drawing/2014/main" id="{4F37160F-30C0-4223-9116-318B4D05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405" y="40659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4" name="path-1969">
            <a:extLst xmlns:a="http://schemas.openxmlformats.org/drawingml/2006/main">
              <a:ext uri="{FF2B5EF4-FFF2-40B4-BE49-F238E27FC236}">
                <a16:creationId xmlns:a16="http://schemas.microsoft.com/office/drawing/2014/main" id="{B00BD6FA-314C-4E44-975F-55CFFFFF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869" y="4056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5" name="path-1970">
            <a:extLst xmlns:a="http://schemas.openxmlformats.org/drawingml/2006/main">
              <a:ext uri="{FF2B5EF4-FFF2-40B4-BE49-F238E27FC236}">
                <a16:creationId xmlns:a16="http://schemas.microsoft.com/office/drawing/2014/main" id="{328C9BDD-5A5B-4DEF-92AB-CD17E91D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699" y="40486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6" name="path-1971">
            <a:extLst xmlns:a="http://schemas.openxmlformats.org/drawingml/2006/main">
              <a:ext uri="{FF2B5EF4-FFF2-40B4-BE49-F238E27FC236}">
                <a16:creationId xmlns:a16="http://schemas.microsoft.com/office/drawing/2014/main" id="{C63B065A-A258-49D3-A437-A3FA580D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285" y="40099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7" name="path-1972">
            <a:extLst xmlns:a="http://schemas.openxmlformats.org/drawingml/2006/main">
              <a:ext uri="{FF2B5EF4-FFF2-40B4-BE49-F238E27FC236}">
                <a16:creationId xmlns:a16="http://schemas.microsoft.com/office/drawing/2014/main" id="{BC55BE5B-03C9-4570-8B94-35F55642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869" y="40288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8" name="path-1973">
            <a:extLst xmlns:a="http://schemas.openxmlformats.org/drawingml/2006/main">
              <a:ext uri="{FF2B5EF4-FFF2-40B4-BE49-F238E27FC236}">
                <a16:creationId xmlns:a16="http://schemas.microsoft.com/office/drawing/2014/main" id="{9471D70C-ED9F-402E-B2F6-9EA45E6F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07" y="40450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9" name="path-1974">
            <a:extLst xmlns:a="http://schemas.openxmlformats.org/drawingml/2006/main">
              <a:ext uri="{FF2B5EF4-FFF2-40B4-BE49-F238E27FC236}">
                <a16:creationId xmlns:a16="http://schemas.microsoft.com/office/drawing/2014/main" id="{9A086EA2-5AA4-4911-8197-915C46CE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481" y="40616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0" name="path-1975">
            <a:extLst xmlns:a="http://schemas.openxmlformats.org/drawingml/2006/main">
              <a:ext uri="{FF2B5EF4-FFF2-40B4-BE49-F238E27FC236}">
                <a16:creationId xmlns:a16="http://schemas.microsoft.com/office/drawing/2014/main" id="{32F82989-B449-4D5E-B996-61E4D6CC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647" y="4040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1" name="path-1976">
            <a:extLst xmlns:a="http://schemas.openxmlformats.org/drawingml/2006/main">
              <a:ext uri="{FF2B5EF4-FFF2-40B4-BE49-F238E27FC236}">
                <a16:creationId xmlns:a16="http://schemas.microsoft.com/office/drawing/2014/main" id="{684FA0E4-DDC1-4608-A201-60EEACDF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645" y="4014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2" name="path-1977">
            <a:extLst xmlns:a="http://schemas.openxmlformats.org/drawingml/2006/main">
              <a:ext uri="{FF2B5EF4-FFF2-40B4-BE49-F238E27FC236}">
                <a16:creationId xmlns:a16="http://schemas.microsoft.com/office/drawing/2014/main" id="{506EFE78-C4C9-4B82-A236-1901E5DE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063" y="4055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3" name="path-1978">
            <a:extLst xmlns:a="http://schemas.openxmlformats.org/drawingml/2006/main">
              <a:ext uri="{FF2B5EF4-FFF2-40B4-BE49-F238E27FC236}">
                <a16:creationId xmlns:a16="http://schemas.microsoft.com/office/drawing/2014/main" id="{26167A16-82D0-4471-8E8B-4FBE36CC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6627" y="40101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4" name="path-1979">
            <a:extLst xmlns:a="http://schemas.openxmlformats.org/drawingml/2006/main">
              <a:ext uri="{FF2B5EF4-FFF2-40B4-BE49-F238E27FC236}">
                <a16:creationId xmlns:a16="http://schemas.microsoft.com/office/drawing/2014/main" id="{A3BD93F7-8619-4A0A-A3C1-FE3B8879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752" y="4042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5" name="path-1980">
            <a:extLst xmlns:a="http://schemas.openxmlformats.org/drawingml/2006/main">
              <a:ext uri="{FF2B5EF4-FFF2-40B4-BE49-F238E27FC236}">
                <a16:creationId xmlns:a16="http://schemas.microsoft.com/office/drawing/2014/main" id="{04B6B0F5-6E77-40C0-B0E0-3865628C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167" y="40184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6" name="path-1981">
            <a:extLst xmlns:a="http://schemas.openxmlformats.org/drawingml/2006/main">
              <a:ext uri="{FF2B5EF4-FFF2-40B4-BE49-F238E27FC236}">
                <a16:creationId xmlns:a16="http://schemas.microsoft.com/office/drawing/2014/main" id="{90A9C82E-2D8F-4AA6-BAF4-6881855F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956" y="40234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7" name="path-1982">
            <a:extLst xmlns:a="http://schemas.openxmlformats.org/drawingml/2006/main">
              <a:ext uri="{FF2B5EF4-FFF2-40B4-BE49-F238E27FC236}">
                <a16:creationId xmlns:a16="http://schemas.microsoft.com/office/drawing/2014/main" id="{977BE87D-2D3F-4F1B-B30C-EC94EA18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513" y="40658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8" name="path-1983">
            <a:extLst xmlns:a="http://schemas.openxmlformats.org/drawingml/2006/main">
              <a:ext uri="{FF2B5EF4-FFF2-40B4-BE49-F238E27FC236}">
                <a16:creationId xmlns:a16="http://schemas.microsoft.com/office/drawing/2014/main" id="{3F096817-3E57-44F5-8E7C-006C938F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232" y="4025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9" name="path-1984">
            <a:extLst xmlns:a="http://schemas.openxmlformats.org/drawingml/2006/main">
              <a:ext uri="{FF2B5EF4-FFF2-40B4-BE49-F238E27FC236}">
                <a16:creationId xmlns:a16="http://schemas.microsoft.com/office/drawing/2014/main" id="{BBEEAB51-E090-45F4-91FE-013B831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260" y="4068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0" name="path-1985">
            <a:extLst xmlns:a="http://schemas.openxmlformats.org/drawingml/2006/main">
              <a:ext uri="{FF2B5EF4-FFF2-40B4-BE49-F238E27FC236}">
                <a16:creationId xmlns:a16="http://schemas.microsoft.com/office/drawing/2014/main" id="{99B885F3-9BA7-449D-986B-830F739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607" y="40208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1" name="path-1986">
            <a:extLst xmlns:a="http://schemas.openxmlformats.org/drawingml/2006/main">
              <a:ext uri="{FF2B5EF4-FFF2-40B4-BE49-F238E27FC236}">
                <a16:creationId xmlns:a16="http://schemas.microsoft.com/office/drawing/2014/main" id="{01B863D6-FCAD-4D4C-953A-E9546568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703" y="40290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2" name="path-1987">
            <a:extLst xmlns:a="http://schemas.openxmlformats.org/drawingml/2006/main">
              <a:ext uri="{FF2B5EF4-FFF2-40B4-BE49-F238E27FC236}">
                <a16:creationId xmlns:a16="http://schemas.microsoft.com/office/drawing/2014/main" id="{07A434B0-79C4-4702-93BA-7E7B1A57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95" y="4044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3" name="path-1988">
            <a:extLst xmlns:a="http://schemas.openxmlformats.org/drawingml/2006/main">
              <a:ext uri="{FF2B5EF4-FFF2-40B4-BE49-F238E27FC236}">
                <a16:creationId xmlns:a16="http://schemas.microsoft.com/office/drawing/2014/main" id="{31EC0A03-7620-4610-8C61-3A958B6E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026" y="40275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4" name="path-1989">
            <a:extLst xmlns:a="http://schemas.openxmlformats.org/drawingml/2006/main">
              <a:ext uri="{FF2B5EF4-FFF2-40B4-BE49-F238E27FC236}">
                <a16:creationId xmlns:a16="http://schemas.microsoft.com/office/drawing/2014/main" id="{BCCE8CD0-23CB-4B15-A3F3-2F7AE88E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754" y="4079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5" name="path-1990">
            <a:extLst xmlns:a="http://schemas.openxmlformats.org/drawingml/2006/main">
              <a:ext uri="{FF2B5EF4-FFF2-40B4-BE49-F238E27FC236}">
                <a16:creationId xmlns:a16="http://schemas.microsoft.com/office/drawing/2014/main" id="{24F26DAE-E228-47DF-BF2A-78C1E3AB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249" y="4049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6" name="path-1991">
            <a:extLst xmlns:a="http://schemas.openxmlformats.org/drawingml/2006/main">
              <a:ext uri="{FF2B5EF4-FFF2-40B4-BE49-F238E27FC236}">
                <a16:creationId xmlns:a16="http://schemas.microsoft.com/office/drawing/2014/main" id="{19171D7A-3B65-44BC-B743-68C8B94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256" y="40534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7" name="path-1992">
            <a:extLst xmlns:a="http://schemas.openxmlformats.org/drawingml/2006/main">
              <a:ext uri="{FF2B5EF4-FFF2-40B4-BE49-F238E27FC236}">
                <a16:creationId xmlns:a16="http://schemas.microsoft.com/office/drawing/2014/main" id="{105FF879-6D7D-4BB1-846A-E8DC885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07" y="40367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8" name="path-1993">
            <a:extLst xmlns:a="http://schemas.openxmlformats.org/drawingml/2006/main">
              <a:ext uri="{FF2B5EF4-FFF2-40B4-BE49-F238E27FC236}">
                <a16:creationId xmlns:a16="http://schemas.microsoft.com/office/drawing/2014/main" id="{CF101530-1998-4E8A-880C-47CA439F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097" y="40552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9" name="path-1994">
            <a:extLst xmlns:a="http://schemas.openxmlformats.org/drawingml/2006/main">
              <a:ext uri="{FF2B5EF4-FFF2-40B4-BE49-F238E27FC236}">
                <a16:creationId xmlns:a16="http://schemas.microsoft.com/office/drawing/2014/main" id="{2E5B27CC-042B-4589-B14E-EED41207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226" y="40675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0" name="path-1995">
            <a:extLst xmlns:a="http://schemas.openxmlformats.org/drawingml/2006/main">
              <a:ext uri="{FF2B5EF4-FFF2-40B4-BE49-F238E27FC236}">
                <a16:creationId xmlns:a16="http://schemas.microsoft.com/office/drawing/2014/main" id="{8FBFD300-7BD3-401B-88A6-2AE7280A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39" y="40726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1" name="path-1996">
            <a:extLst xmlns:a="http://schemas.openxmlformats.org/drawingml/2006/main">
              <a:ext uri="{FF2B5EF4-FFF2-40B4-BE49-F238E27FC236}">
                <a16:creationId xmlns:a16="http://schemas.microsoft.com/office/drawing/2014/main" id="{DCAA6D14-32F6-45DE-AFF4-5E72EFFC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53" y="40228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2" name="path-1997">
            <a:extLst xmlns:a="http://schemas.openxmlformats.org/drawingml/2006/main">
              <a:ext uri="{FF2B5EF4-FFF2-40B4-BE49-F238E27FC236}">
                <a16:creationId xmlns:a16="http://schemas.microsoft.com/office/drawing/2014/main" id="{2B1CD8CD-8CA4-49B4-9B7A-9200CDF3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472" y="40385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3" name="path-1998">
            <a:extLst xmlns:a="http://schemas.openxmlformats.org/drawingml/2006/main">
              <a:ext uri="{FF2B5EF4-FFF2-40B4-BE49-F238E27FC236}">
                <a16:creationId xmlns:a16="http://schemas.microsoft.com/office/drawing/2014/main" id="{B22094B0-D34F-4E80-A5BE-56007AF1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317" y="40247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4" name="path-1999">
            <a:extLst xmlns:a="http://schemas.openxmlformats.org/drawingml/2006/main">
              <a:ext uri="{FF2B5EF4-FFF2-40B4-BE49-F238E27FC236}">
                <a16:creationId xmlns:a16="http://schemas.microsoft.com/office/drawing/2014/main" id="{158B0AA9-2A85-4578-9CB8-1E0FA1A3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468" y="40684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5" name="path-2000">
            <a:extLst xmlns:a="http://schemas.openxmlformats.org/drawingml/2006/main">
              <a:ext uri="{FF2B5EF4-FFF2-40B4-BE49-F238E27FC236}">
                <a16:creationId xmlns:a16="http://schemas.microsoft.com/office/drawing/2014/main" id="{54173ADF-2FBB-4A3C-B9D5-593E3363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53" y="40689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6" name="path-2001">
            <a:extLst xmlns:a="http://schemas.openxmlformats.org/drawingml/2006/main">
              <a:ext uri="{FF2B5EF4-FFF2-40B4-BE49-F238E27FC236}">
                <a16:creationId xmlns:a16="http://schemas.microsoft.com/office/drawing/2014/main" id="{88648AB2-0750-4B50-8D82-12A7D246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889" y="40239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7" name="path-2002">
            <a:extLst xmlns:a="http://schemas.openxmlformats.org/drawingml/2006/main">
              <a:ext uri="{FF2B5EF4-FFF2-40B4-BE49-F238E27FC236}">
                <a16:creationId xmlns:a16="http://schemas.microsoft.com/office/drawing/2014/main" id="{44FDD747-4CF2-4DD5-8462-4A6496F6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551" y="4052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8" name="path-2003">
            <a:extLst xmlns:a="http://schemas.openxmlformats.org/drawingml/2006/main">
              <a:ext uri="{FF2B5EF4-FFF2-40B4-BE49-F238E27FC236}">
                <a16:creationId xmlns:a16="http://schemas.microsoft.com/office/drawing/2014/main" id="{777DEB04-C41D-455B-8D55-6D60B01B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654" y="40503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9" name="path-2004">
            <a:extLst xmlns:a="http://schemas.openxmlformats.org/drawingml/2006/main">
              <a:ext uri="{FF2B5EF4-FFF2-40B4-BE49-F238E27FC236}">
                <a16:creationId xmlns:a16="http://schemas.microsoft.com/office/drawing/2014/main" id="{AC4757C2-5D2C-4248-9919-09591939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14" y="40585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0" name="path-2005">
            <a:extLst xmlns:a="http://schemas.openxmlformats.org/drawingml/2006/main">
              <a:ext uri="{FF2B5EF4-FFF2-40B4-BE49-F238E27FC236}">
                <a16:creationId xmlns:a16="http://schemas.microsoft.com/office/drawing/2014/main" id="{C8D4BB63-CA98-45D3-B853-7C429792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5" y="40373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1" name="path-2006">
            <a:extLst xmlns:a="http://schemas.openxmlformats.org/drawingml/2006/main">
              <a:ext uri="{FF2B5EF4-FFF2-40B4-BE49-F238E27FC236}">
                <a16:creationId xmlns:a16="http://schemas.microsoft.com/office/drawing/2014/main" id="{137817D1-AFA7-46C9-9FE6-D72FDA05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908" y="4035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2" name="path-2007">
            <a:extLst xmlns:a="http://schemas.openxmlformats.org/drawingml/2006/main">
              <a:ext uri="{FF2B5EF4-FFF2-40B4-BE49-F238E27FC236}">
                <a16:creationId xmlns:a16="http://schemas.microsoft.com/office/drawing/2014/main" id="{434A1EB5-33E9-4C42-9F54-367BE43C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446" y="40179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3" name="path-2008">
            <a:extLst xmlns:a="http://schemas.openxmlformats.org/drawingml/2006/main">
              <a:ext uri="{FF2B5EF4-FFF2-40B4-BE49-F238E27FC236}">
                <a16:creationId xmlns:a16="http://schemas.microsoft.com/office/drawing/2014/main" id="{87059CE8-08A0-4ED8-9ADC-B0B43A2E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960" y="40486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4" name="path-2009">
            <a:extLst xmlns:a="http://schemas.openxmlformats.org/drawingml/2006/main">
              <a:ext uri="{FF2B5EF4-FFF2-40B4-BE49-F238E27FC236}">
                <a16:creationId xmlns:a16="http://schemas.microsoft.com/office/drawing/2014/main" id="{4B535219-5454-4C48-86AB-FBC4A8A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876" y="40646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5" name="path-2010">
            <a:extLst xmlns:a="http://schemas.openxmlformats.org/drawingml/2006/main">
              <a:ext uri="{FF2B5EF4-FFF2-40B4-BE49-F238E27FC236}">
                <a16:creationId xmlns:a16="http://schemas.microsoft.com/office/drawing/2014/main" id="{124433F0-B9BB-47F7-8A69-A61C320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984" y="40422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6" name="path-2011">
            <a:extLst xmlns:a="http://schemas.openxmlformats.org/drawingml/2006/main">
              <a:ext uri="{FF2B5EF4-FFF2-40B4-BE49-F238E27FC236}">
                <a16:creationId xmlns:a16="http://schemas.microsoft.com/office/drawing/2014/main" id="{1D948D51-4E06-42C9-8AFB-DE73F8DD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895" y="4061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7" name="path-2012">
            <a:extLst xmlns:a="http://schemas.openxmlformats.org/drawingml/2006/main">
              <a:ext uri="{FF2B5EF4-FFF2-40B4-BE49-F238E27FC236}">
                <a16:creationId xmlns:a16="http://schemas.microsoft.com/office/drawing/2014/main" id="{52191571-50A4-4568-A7C4-73F3D008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400" y="40487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8" name="path-2013">
            <a:extLst xmlns:a="http://schemas.openxmlformats.org/drawingml/2006/main">
              <a:ext uri="{FF2B5EF4-FFF2-40B4-BE49-F238E27FC236}">
                <a16:creationId xmlns:a16="http://schemas.microsoft.com/office/drawing/2014/main" id="{EEF04E94-5C5A-4907-A566-1653CB91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5803" y="4032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9" name="path-2014">
            <a:extLst xmlns:a="http://schemas.openxmlformats.org/drawingml/2006/main">
              <a:ext uri="{FF2B5EF4-FFF2-40B4-BE49-F238E27FC236}">
                <a16:creationId xmlns:a16="http://schemas.microsoft.com/office/drawing/2014/main" id="{ABED7C3A-00FA-4038-9966-B04BFBEB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552" y="40456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0" name="path-2015">
            <a:extLst xmlns:a="http://schemas.openxmlformats.org/drawingml/2006/main">
              <a:ext uri="{FF2B5EF4-FFF2-40B4-BE49-F238E27FC236}">
                <a16:creationId xmlns:a16="http://schemas.microsoft.com/office/drawing/2014/main" id="{A5998F4A-C63F-4F49-AFAA-78E329B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353" y="40353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1" name="path-2016">
            <a:extLst xmlns:a="http://schemas.openxmlformats.org/drawingml/2006/main">
              <a:ext uri="{FF2B5EF4-FFF2-40B4-BE49-F238E27FC236}">
                <a16:creationId xmlns:a16="http://schemas.microsoft.com/office/drawing/2014/main" id="{F42B03FE-A729-47EF-AB6E-C103F5C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139" y="4047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2" name="path-2017">
            <a:extLst xmlns:a="http://schemas.openxmlformats.org/drawingml/2006/main">
              <a:ext uri="{FF2B5EF4-FFF2-40B4-BE49-F238E27FC236}">
                <a16:creationId xmlns:a16="http://schemas.microsoft.com/office/drawing/2014/main" id="{6D9F0BD2-D67F-4433-9E59-CB4EC41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195" y="4026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3" name="path-2018">
            <a:extLst xmlns:a="http://schemas.openxmlformats.org/drawingml/2006/main">
              <a:ext uri="{FF2B5EF4-FFF2-40B4-BE49-F238E27FC236}">
                <a16:creationId xmlns:a16="http://schemas.microsoft.com/office/drawing/2014/main" id="{8C16C774-35F3-48F3-B809-A42162C2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69" y="40627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4" name="path-2019">
            <a:extLst xmlns:a="http://schemas.openxmlformats.org/drawingml/2006/main">
              <a:ext uri="{FF2B5EF4-FFF2-40B4-BE49-F238E27FC236}">
                <a16:creationId xmlns:a16="http://schemas.microsoft.com/office/drawing/2014/main" id="{4154382E-3B3C-4D27-84B4-22C0EAE4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420" y="40281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5" name="path-2020">
            <a:extLst xmlns:a="http://schemas.openxmlformats.org/drawingml/2006/main">
              <a:ext uri="{FF2B5EF4-FFF2-40B4-BE49-F238E27FC236}">
                <a16:creationId xmlns:a16="http://schemas.microsoft.com/office/drawing/2014/main" id="{AD178F73-A13B-4EAE-8DD5-064EA91E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59" y="40394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6" name="path-2021">
            <a:extLst xmlns:a="http://schemas.openxmlformats.org/drawingml/2006/main">
              <a:ext uri="{FF2B5EF4-FFF2-40B4-BE49-F238E27FC236}">
                <a16:creationId xmlns:a16="http://schemas.microsoft.com/office/drawing/2014/main" id="{C90BB869-E333-4D5E-8303-D7A265C4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235" y="40605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7" name="path-2022">
            <a:extLst xmlns:a="http://schemas.openxmlformats.org/drawingml/2006/main">
              <a:ext uri="{FF2B5EF4-FFF2-40B4-BE49-F238E27FC236}">
                <a16:creationId xmlns:a16="http://schemas.microsoft.com/office/drawing/2014/main" id="{D04DA51C-308D-40F2-BCEC-3685A236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246" y="40731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8" name="path-2023">
            <a:extLst xmlns:a="http://schemas.openxmlformats.org/drawingml/2006/main">
              <a:ext uri="{FF2B5EF4-FFF2-40B4-BE49-F238E27FC236}">
                <a16:creationId xmlns:a16="http://schemas.microsoft.com/office/drawing/2014/main" id="{0F86640A-3614-4A1C-A53C-8EE7BDF5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84" y="40198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9" name="path-2024">
            <a:extLst xmlns:a="http://schemas.openxmlformats.org/drawingml/2006/main">
              <a:ext uri="{FF2B5EF4-FFF2-40B4-BE49-F238E27FC236}">
                <a16:creationId xmlns:a16="http://schemas.microsoft.com/office/drawing/2014/main" id="{A790D1BB-BBB2-483A-B817-04AF0A8E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044" y="40587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0" name="path-2025">
            <a:extLst xmlns:a="http://schemas.openxmlformats.org/drawingml/2006/main">
              <a:ext uri="{FF2B5EF4-FFF2-40B4-BE49-F238E27FC236}">
                <a16:creationId xmlns:a16="http://schemas.microsoft.com/office/drawing/2014/main" id="{87450211-9A9C-4B3D-91A4-97417951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318" y="4050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1" name="path-2026">
            <a:extLst xmlns:a="http://schemas.openxmlformats.org/drawingml/2006/main">
              <a:ext uri="{FF2B5EF4-FFF2-40B4-BE49-F238E27FC236}">
                <a16:creationId xmlns:a16="http://schemas.microsoft.com/office/drawing/2014/main" id="{C4D4E847-A278-4706-88D8-C014B5C5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0" y="4045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2" name="path-2027">
            <a:extLst xmlns:a="http://schemas.openxmlformats.org/drawingml/2006/main">
              <a:ext uri="{FF2B5EF4-FFF2-40B4-BE49-F238E27FC236}">
                <a16:creationId xmlns:a16="http://schemas.microsoft.com/office/drawing/2014/main" id="{84469B34-410A-4976-A9E2-CEB985CF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129" y="40583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3" name="path-2028">
            <a:extLst xmlns:a="http://schemas.openxmlformats.org/drawingml/2006/main">
              <a:ext uri="{FF2B5EF4-FFF2-40B4-BE49-F238E27FC236}">
                <a16:creationId xmlns:a16="http://schemas.microsoft.com/office/drawing/2014/main" id="{ED169383-BB1E-4955-BF1E-295F86E4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06" y="4053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4" name="path-2029">
            <a:extLst xmlns:a="http://schemas.openxmlformats.org/drawingml/2006/main">
              <a:ext uri="{FF2B5EF4-FFF2-40B4-BE49-F238E27FC236}">
                <a16:creationId xmlns:a16="http://schemas.microsoft.com/office/drawing/2014/main" id="{5D363B9B-557D-427D-BE6F-E5C219BA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382" y="40256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5" name="path-2030">
            <a:extLst xmlns:a="http://schemas.openxmlformats.org/drawingml/2006/main">
              <a:ext uri="{FF2B5EF4-FFF2-40B4-BE49-F238E27FC236}">
                <a16:creationId xmlns:a16="http://schemas.microsoft.com/office/drawing/2014/main" id="{BADB2A51-C57B-435F-B88B-855FF0A4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08" y="40541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6" name="path-2031">
            <a:extLst xmlns:a="http://schemas.openxmlformats.org/drawingml/2006/main">
              <a:ext uri="{FF2B5EF4-FFF2-40B4-BE49-F238E27FC236}">
                <a16:creationId xmlns:a16="http://schemas.microsoft.com/office/drawing/2014/main" id="{479069B4-043F-47A8-913D-D3282F75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703" y="40253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7" name="path-2032">
            <a:extLst xmlns:a="http://schemas.openxmlformats.org/drawingml/2006/main">
              <a:ext uri="{FF2B5EF4-FFF2-40B4-BE49-F238E27FC236}">
                <a16:creationId xmlns:a16="http://schemas.microsoft.com/office/drawing/2014/main" id="{5D76EA99-7B07-4358-B828-BF2297E2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12" y="40792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8" name="path-2033">
            <a:extLst xmlns:a="http://schemas.openxmlformats.org/drawingml/2006/main">
              <a:ext uri="{FF2B5EF4-FFF2-40B4-BE49-F238E27FC236}">
                <a16:creationId xmlns:a16="http://schemas.microsoft.com/office/drawing/2014/main" id="{8AE46AD8-735E-4C6B-98C2-1D0A9638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392" y="4057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9" name="path-2034">
            <a:extLst xmlns:a="http://schemas.openxmlformats.org/drawingml/2006/main">
              <a:ext uri="{FF2B5EF4-FFF2-40B4-BE49-F238E27FC236}">
                <a16:creationId xmlns:a16="http://schemas.microsoft.com/office/drawing/2014/main" id="{EDD55BF0-70AE-435A-A5E8-A1D64794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88" y="40752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0" name="path-2035">
            <a:extLst xmlns:a="http://schemas.openxmlformats.org/drawingml/2006/main">
              <a:ext uri="{FF2B5EF4-FFF2-40B4-BE49-F238E27FC236}">
                <a16:creationId xmlns:a16="http://schemas.microsoft.com/office/drawing/2014/main" id="{686F0832-9F7D-4571-A207-897A507B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079" y="40350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1" name="path-2036">
            <a:extLst xmlns:a="http://schemas.openxmlformats.org/drawingml/2006/main">
              <a:ext uri="{FF2B5EF4-FFF2-40B4-BE49-F238E27FC236}">
                <a16:creationId xmlns:a16="http://schemas.microsoft.com/office/drawing/2014/main" id="{63E36874-09CB-4289-8100-6FDD3AF5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629" y="40313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2" name="path-2037">
            <a:extLst xmlns:a="http://schemas.openxmlformats.org/drawingml/2006/main">
              <a:ext uri="{FF2B5EF4-FFF2-40B4-BE49-F238E27FC236}">
                <a16:creationId xmlns:a16="http://schemas.microsoft.com/office/drawing/2014/main" id="{8F80010F-F4DC-4F31-A0A6-24F9EFF1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136" y="40564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3" name="path-2038">
            <a:extLst xmlns:a="http://schemas.openxmlformats.org/drawingml/2006/main">
              <a:ext uri="{FF2B5EF4-FFF2-40B4-BE49-F238E27FC236}">
                <a16:creationId xmlns:a16="http://schemas.microsoft.com/office/drawing/2014/main" id="{8D33FE93-6385-432B-AA28-85AC7208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58" y="4033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4" name="path-2039">
            <a:extLst xmlns:a="http://schemas.openxmlformats.org/drawingml/2006/main">
              <a:ext uri="{FF2B5EF4-FFF2-40B4-BE49-F238E27FC236}">
                <a16:creationId xmlns:a16="http://schemas.microsoft.com/office/drawing/2014/main" id="{E871641A-7C87-4A8D-BF75-653DCF16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347" y="40717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5" name="path-2040">
            <a:extLst xmlns:a="http://schemas.openxmlformats.org/drawingml/2006/main">
              <a:ext uri="{FF2B5EF4-FFF2-40B4-BE49-F238E27FC236}">
                <a16:creationId xmlns:a16="http://schemas.microsoft.com/office/drawing/2014/main" id="{806494BB-6696-4A18-8FB7-AAE49128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82" y="4047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6" name="path-2041">
            <a:extLst xmlns:a="http://schemas.openxmlformats.org/drawingml/2006/main">
              <a:ext uri="{FF2B5EF4-FFF2-40B4-BE49-F238E27FC236}">
                <a16:creationId xmlns:a16="http://schemas.microsoft.com/office/drawing/2014/main" id="{B249C8C3-9114-4B51-A6CD-EE9F262C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922" y="40640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7" name="path-2042">
            <a:extLst xmlns:a="http://schemas.openxmlformats.org/drawingml/2006/main">
              <a:ext uri="{FF2B5EF4-FFF2-40B4-BE49-F238E27FC236}">
                <a16:creationId xmlns:a16="http://schemas.microsoft.com/office/drawing/2014/main" id="{41FB0BDF-E94C-45CC-B723-CB4D597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473" y="40640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8" name="path-2043">
            <a:extLst xmlns:a="http://schemas.openxmlformats.org/drawingml/2006/main">
              <a:ext uri="{FF2B5EF4-FFF2-40B4-BE49-F238E27FC236}">
                <a16:creationId xmlns:a16="http://schemas.microsoft.com/office/drawing/2014/main" id="{D748FCA3-ABC8-4FFF-AE02-96C411F2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548" y="40411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9" name="path-2044">
            <a:extLst xmlns:a="http://schemas.openxmlformats.org/drawingml/2006/main">
              <a:ext uri="{FF2B5EF4-FFF2-40B4-BE49-F238E27FC236}">
                <a16:creationId xmlns:a16="http://schemas.microsoft.com/office/drawing/2014/main" id="{9FE6A5F4-C00D-4D0C-A8AB-962B74A4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217" y="4042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0" name="path-2045">
            <a:extLst xmlns:a="http://schemas.openxmlformats.org/drawingml/2006/main">
              <a:ext uri="{FF2B5EF4-FFF2-40B4-BE49-F238E27FC236}">
                <a16:creationId xmlns:a16="http://schemas.microsoft.com/office/drawing/2014/main" id="{D84A9BB4-6A7D-40C8-BFF0-B8E1AFD8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93" y="4047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1" name="path-2046">
            <a:extLst xmlns:a="http://schemas.openxmlformats.org/drawingml/2006/main">
              <a:ext uri="{FF2B5EF4-FFF2-40B4-BE49-F238E27FC236}">
                <a16:creationId xmlns:a16="http://schemas.microsoft.com/office/drawing/2014/main" id="{4B26772F-34CB-4B52-9542-38C2E96C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443" y="40608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2" name="path-2047">
            <a:extLst xmlns:a="http://schemas.openxmlformats.org/drawingml/2006/main">
              <a:ext uri="{FF2B5EF4-FFF2-40B4-BE49-F238E27FC236}">
                <a16:creationId xmlns:a16="http://schemas.microsoft.com/office/drawing/2014/main" id="{27A64C70-4B52-42F0-9C7B-972509AD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863" y="4037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3" name="path-2048">
            <a:extLst xmlns:a="http://schemas.openxmlformats.org/drawingml/2006/main">
              <a:ext uri="{FF2B5EF4-FFF2-40B4-BE49-F238E27FC236}">
                <a16:creationId xmlns:a16="http://schemas.microsoft.com/office/drawing/2014/main" id="{B18BFD84-4E3D-46AB-BD09-FB5C6A59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63" y="4034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4" name="path-2049">
            <a:extLst xmlns:a="http://schemas.openxmlformats.org/drawingml/2006/main">
              <a:ext uri="{FF2B5EF4-FFF2-40B4-BE49-F238E27FC236}">
                <a16:creationId xmlns:a16="http://schemas.microsoft.com/office/drawing/2014/main" id="{B85050E6-176F-4681-95FF-10986ADD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92" y="40317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5" name="path-2050">
            <a:extLst xmlns:a="http://schemas.openxmlformats.org/drawingml/2006/main">
              <a:ext uri="{FF2B5EF4-FFF2-40B4-BE49-F238E27FC236}">
                <a16:creationId xmlns:a16="http://schemas.microsoft.com/office/drawing/2014/main" id="{1D64C94D-42CF-4BDD-A8B7-BA294A0D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589" y="40464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6" name="path-2051">
            <a:extLst xmlns:a="http://schemas.openxmlformats.org/drawingml/2006/main">
              <a:ext uri="{FF2B5EF4-FFF2-40B4-BE49-F238E27FC236}">
                <a16:creationId xmlns:a16="http://schemas.microsoft.com/office/drawing/2014/main" id="{D2C7953C-3E98-4651-A70D-50ADCEF6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145" y="40443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7" name="path-2052">
            <a:extLst xmlns:a="http://schemas.openxmlformats.org/drawingml/2006/main">
              <a:ext uri="{FF2B5EF4-FFF2-40B4-BE49-F238E27FC236}">
                <a16:creationId xmlns:a16="http://schemas.microsoft.com/office/drawing/2014/main" id="{85C7D33A-BE23-42C6-8A0D-67CF653C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35" y="40440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8" name="path-2053">
            <a:extLst xmlns:a="http://schemas.openxmlformats.org/drawingml/2006/main">
              <a:ext uri="{FF2B5EF4-FFF2-40B4-BE49-F238E27FC236}">
                <a16:creationId xmlns:a16="http://schemas.microsoft.com/office/drawing/2014/main" id="{133FAEBD-C3B5-4D79-AFAA-018D94D4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529" y="4054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9" name="path-2054">
            <a:extLst xmlns:a="http://schemas.openxmlformats.org/drawingml/2006/main">
              <a:ext uri="{FF2B5EF4-FFF2-40B4-BE49-F238E27FC236}">
                <a16:creationId xmlns:a16="http://schemas.microsoft.com/office/drawing/2014/main" id="{6DB933F2-2A69-41AF-8C70-A3B1FD54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640" y="40695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0" name="path-2055">
            <a:extLst xmlns:a="http://schemas.openxmlformats.org/drawingml/2006/main">
              <a:ext uri="{FF2B5EF4-FFF2-40B4-BE49-F238E27FC236}">
                <a16:creationId xmlns:a16="http://schemas.microsoft.com/office/drawing/2014/main" id="{5B6C91BE-8D15-4B10-B43D-32CD952C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714" y="4023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1" name="path-2056">
            <a:extLst xmlns:a="http://schemas.openxmlformats.org/drawingml/2006/main">
              <a:ext uri="{FF2B5EF4-FFF2-40B4-BE49-F238E27FC236}">
                <a16:creationId xmlns:a16="http://schemas.microsoft.com/office/drawing/2014/main" id="{BF760977-C80E-4F12-BB4F-FC3CA83C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40" y="40416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2" name="path-2057">
            <a:extLst xmlns:a="http://schemas.openxmlformats.org/drawingml/2006/main">
              <a:ext uri="{FF2B5EF4-FFF2-40B4-BE49-F238E27FC236}">
                <a16:creationId xmlns:a16="http://schemas.microsoft.com/office/drawing/2014/main" id="{A5F7FD24-6DF4-44E6-8A2E-540547E0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42" y="4068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3" name="path-2058">
            <a:extLst xmlns:a="http://schemas.openxmlformats.org/drawingml/2006/main">
              <a:ext uri="{FF2B5EF4-FFF2-40B4-BE49-F238E27FC236}">
                <a16:creationId xmlns:a16="http://schemas.microsoft.com/office/drawing/2014/main" id="{FFA97AE6-31B8-4302-B03B-2DA484E4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18" y="4023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4" name="path-2059">
            <a:extLst xmlns:a="http://schemas.openxmlformats.org/drawingml/2006/main">
              <a:ext uri="{FF2B5EF4-FFF2-40B4-BE49-F238E27FC236}">
                <a16:creationId xmlns:a16="http://schemas.microsoft.com/office/drawing/2014/main" id="{21398159-FBF9-4AAB-BF45-E9208A3A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871" y="4050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5" name="path-2060">
            <a:extLst xmlns:a="http://schemas.openxmlformats.org/drawingml/2006/main">
              <a:ext uri="{FF2B5EF4-FFF2-40B4-BE49-F238E27FC236}">
                <a16:creationId xmlns:a16="http://schemas.microsoft.com/office/drawing/2014/main" id="{037A48BE-A13F-4C49-8D88-743F2545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93" y="40536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6" name="path-2061">
            <a:extLst xmlns:a="http://schemas.openxmlformats.org/drawingml/2006/main">
              <a:ext uri="{FF2B5EF4-FFF2-40B4-BE49-F238E27FC236}">
                <a16:creationId xmlns:a16="http://schemas.microsoft.com/office/drawing/2014/main" id="{73218CD9-CD77-4355-9900-44BCB462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901" y="4041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7" name="path-2062">
            <a:extLst xmlns:a="http://schemas.openxmlformats.org/drawingml/2006/main">
              <a:ext uri="{FF2B5EF4-FFF2-40B4-BE49-F238E27FC236}">
                <a16:creationId xmlns:a16="http://schemas.microsoft.com/office/drawing/2014/main" id="{7D568C83-093E-4FF4-86D0-F955EA48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5" y="40410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8" name="path-2063">
            <a:extLst xmlns:a="http://schemas.openxmlformats.org/drawingml/2006/main">
              <a:ext uri="{FF2B5EF4-FFF2-40B4-BE49-F238E27FC236}">
                <a16:creationId xmlns:a16="http://schemas.microsoft.com/office/drawing/2014/main" id="{9BD0035B-35FD-4020-987F-24C76B5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936" y="40221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9" name="path-2064">
            <a:extLst xmlns:a="http://schemas.openxmlformats.org/drawingml/2006/main">
              <a:ext uri="{FF2B5EF4-FFF2-40B4-BE49-F238E27FC236}">
                <a16:creationId xmlns:a16="http://schemas.microsoft.com/office/drawing/2014/main" id="{DCC1D8B0-5363-4066-836F-0E7AFE8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41" y="40319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0" name="path-2065">
            <a:extLst xmlns:a="http://schemas.openxmlformats.org/drawingml/2006/main">
              <a:ext uri="{FF2B5EF4-FFF2-40B4-BE49-F238E27FC236}">
                <a16:creationId xmlns:a16="http://schemas.microsoft.com/office/drawing/2014/main" id="{614F7358-D439-43DB-8DD8-B9A72FD0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033" y="4052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1" name="path-2066">
            <a:extLst xmlns:a="http://schemas.openxmlformats.org/drawingml/2006/main">
              <a:ext uri="{FF2B5EF4-FFF2-40B4-BE49-F238E27FC236}">
                <a16:creationId xmlns:a16="http://schemas.microsoft.com/office/drawing/2014/main" id="{FAED1606-6435-4851-96EC-53B25998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926" y="4042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2" name="path-2067">
            <a:extLst xmlns:a="http://schemas.openxmlformats.org/drawingml/2006/main">
              <a:ext uri="{FF2B5EF4-FFF2-40B4-BE49-F238E27FC236}">
                <a16:creationId xmlns:a16="http://schemas.microsoft.com/office/drawing/2014/main" id="{C209E064-4CB4-4A85-934B-07A4C1A4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382" y="40444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3" name="path-2068">
            <a:extLst xmlns:a="http://schemas.openxmlformats.org/drawingml/2006/main">
              <a:ext uri="{FF2B5EF4-FFF2-40B4-BE49-F238E27FC236}">
                <a16:creationId xmlns:a16="http://schemas.microsoft.com/office/drawing/2014/main" id="{40626E26-F8A3-47A0-BC9A-4F4E10C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098" y="40557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4" name="path-2069">
            <a:extLst xmlns:a="http://schemas.openxmlformats.org/drawingml/2006/main">
              <a:ext uri="{FF2B5EF4-FFF2-40B4-BE49-F238E27FC236}">
                <a16:creationId xmlns:a16="http://schemas.microsoft.com/office/drawing/2014/main" id="{897B55A8-DC94-4B12-84F8-7F11C7FA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23" y="4030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5" name="path-2070">
            <a:extLst xmlns:a="http://schemas.openxmlformats.org/drawingml/2006/main">
              <a:ext uri="{FF2B5EF4-FFF2-40B4-BE49-F238E27FC236}">
                <a16:creationId xmlns:a16="http://schemas.microsoft.com/office/drawing/2014/main" id="{6FF6FD9D-CEE8-4EC2-BF02-BC9CA9EE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01" y="40297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6" name="path-2071">
            <a:extLst xmlns:a="http://schemas.openxmlformats.org/drawingml/2006/main">
              <a:ext uri="{FF2B5EF4-FFF2-40B4-BE49-F238E27FC236}">
                <a16:creationId xmlns:a16="http://schemas.microsoft.com/office/drawing/2014/main" id="{E7D9D982-C997-4DE0-A190-0F009F3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079" y="4067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7" name="path-2072">
            <a:extLst xmlns:a="http://schemas.openxmlformats.org/drawingml/2006/main">
              <a:ext uri="{FF2B5EF4-FFF2-40B4-BE49-F238E27FC236}">
                <a16:creationId xmlns:a16="http://schemas.microsoft.com/office/drawing/2014/main" id="{24094ACE-E77E-478F-BD61-F83EAE9D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419" y="40735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8" name="path-2073">
            <a:extLst xmlns:a="http://schemas.openxmlformats.org/drawingml/2006/main">
              <a:ext uri="{FF2B5EF4-FFF2-40B4-BE49-F238E27FC236}">
                <a16:creationId xmlns:a16="http://schemas.microsoft.com/office/drawing/2014/main" id="{6A66A035-CE55-48F6-8B3E-5BC39C53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3" y="40426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9" name="path-2074">
            <a:extLst xmlns:a="http://schemas.openxmlformats.org/drawingml/2006/main">
              <a:ext uri="{FF2B5EF4-FFF2-40B4-BE49-F238E27FC236}">
                <a16:creationId xmlns:a16="http://schemas.microsoft.com/office/drawing/2014/main" id="{99E5B059-EF15-4A42-A98B-DD44CB93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559" y="4045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0" name="path-2075">
            <a:extLst xmlns:a="http://schemas.openxmlformats.org/drawingml/2006/main">
              <a:ext uri="{FF2B5EF4-FFF2-40B4-BE49-F238E27FC236}">
                <a16:creationId xmlns:a16="http://schemas.microsoft.com/office/drawing/2014/main" id="{A2A0C86C-6B1F-419D-8E5F-91E2BB46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998" y="40244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1" name="path-2076">
            <a:extLst xmlns:a="http://schemas.openxmlformats.org/drawingml/2006/main">
              <a:ext uri="{FF2B5EF4-FFF2-40B4-BE49-F238E27FC236}">
                <a16:creationId xmlns:a16="http://schemas.microsoft.com/office/drawing/2014/main" id="{EDA08C06-B2B7-458C-889F-E5167816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747" y="4041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2" name="path-2077">
            <a:extLst xmlns:a="http://schemas.openxmlformats.org/drawingml/2006/main">
              <a:ext uri="{FF2B5EF4-FFF2-40B4-BE49-F238E27FC236}">
                <a16:creationId xmlns:a16="http://schemas.microsoft.com/office/drawing/2014/main" id="{0D3677F7-0B55-4BA9-B10D-87F50497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303" y="40347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3" name="path-2078">
            <a:extLst xmlns:a="http://schemas.openxmlformats.org/drawingml/2006/main">
              <a:ext uri="{FF2B5EF4-FFF2-40B4-BE49-F238E27FC236}">
                <a16:creationId xmlns:a16="http://schemas.microsoft.com/office/drawing/2014/main" id="{78083404-263E-4037-96AB-DC069F03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453" y="40546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4" name="path-2079">
            <a:extLst xmlns:a="http://schemas.openxmlformats.org/drawingml/2006/main">
              <a:ext uri="{FF2B5EF4-FFF2-40B4-BE49-F238E27FC236}">
                <a16:creationId xmlns:a16="http://schemas.microsoft.com/office/drawing/2014/main" id="{B7F8EDE0-0890-4F5B-B9B7-36914ED2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418" y="4020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5" name="path-2080">
            <a:extLst xmlns:a="http://schemas.openxmlformats.org/drawingml/2006/main">
              <a:ext uri="{FF2B5EF4-FFF2-40B4-BE49-F238E27FC236}">
                <a16:creationId xmlns:a16="http://schemas.microsoft.com/office/drawing/2014/main" id="{80FF44C4-A691-4D66-999F-EEE72C31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776" y="40307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6" name="path-2081">
            <a:extLst xmlns:a="http://schemas.openxmlformats.org/drawingml/2006/main">
              <a:ext uri="{FF2B5EF4-FFF2-40B4-BE49-F238E27FC236}">
                <a16:creationId xmlns:a16="http://schemas.microsoft.com/office/drawing/2014/main" id="{70880ED9-F29D-46D8-89FC-4A5C2A75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23" y="4059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7" name="path-2082">
            <a:extLst xmlns:a="http://schemas.openxmlformats.org/drawingml/2006/main">
              <a:ext uri="{FF2B5EF4-FFF2-40B4-BE49-F238E27FC236}">
                <a16:creationId xmlns:a16="http://schemas.microsoft.com/office/drawing/2014/main" id="{CB449D22-2992-4F92-AA83-A34EB45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772" y="40246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8" name="path-2083">
            <a:extLst xmlns:a="http://schemas.openxmlformats.org/drawingml/2006/main">
              <a:ext uri="{FF2B5EF4-FFF2-40B4-BE49-F238E27FC236}">
                <a16:creationId xmlns:a16="http://schemas.microsoft.com/office/drawing/2014/main" id="{FBFB7EDE-441A-472B-B338-4B64C572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285" y="40401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9" name="path-2084">
            <a:extLst xmlns:a="http://schemas.openxmlformats.org/drawingml/2006/main">
              <a:ext uri="{FF2B5EF4-FFF2-40B4-BE49-F238E27FC236}">
                <a16:creationId xmlns:a16="http://schemas.microsoft.com/office/drawing/2014/main" id="{39DAD2A0-FE10-4EC1-92A8-441F37E3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640" y="4038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0" name="path-2085">
            <a:extLst xmlns:a="http://schemas.openxmlformats.org/drawingml/2006/main">
              <a:ext uri="{FF2B5EF4-FFF2-40B4-BE49-F238E27FC236}">
                <a16:creationId xmlns:a16="http://schemas.microsoft.com/office/drawing/2014/main" id="{15CD0E9D-B34F-4DBA-8D32-031A985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493" y="4052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1" name="path-2086">
            <a:extLst xmlns:a="http://schemas.openxmlformats.org/drawingml/2006/main">
              <a:ext uri="{FF2B5EF4-FFF2-40B4-BE49-F238E27FC236}">
                <a16:creationId xmlns:a16="http://schemas.microsoft.com/office/drawing/2014/main" id="{B6E71AF3-1BA4-4F27-9C5C-57ABBCF9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912" y="40592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2" name="path-2087">
            <a:extLst xmlns:a="http://schemas.openxmlformats.org/drawingml/2006/main">
              <a:ext uri="{FF2B5EF4-FFF2-40B4-BE49-F238E27FC236}">
                <a16:creationId xmlns:a16="http://schemas.microsoft.com/office/drawing/2014/main" id="{9C373857-EC06-46D3-8C95-49BAD253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26" y="40648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3" name="path-2088">
            <a:extLst xmlns:a="http://schemas.openxmlformats.org/drawingml/2006/main">
              <a:ext uri="{FF2B5EF4-FFF2-40B4-BE49-F238E27FC236}">
                <a16:creationId xmlns:a16="http://schemas.microsoft.com/office/drawing/2014/main" id="{74288B3F-6278-415E-A1C4-5A93658F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452" y="4066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4" name="path-2089">
            <a:extLst xmlns:a="http://schemas.openxmlformats.org/drawingml/2006/main">
              <a:ext uri="{FF2B5EF4-FFF2-40B4-BE49-F238E27FC236}">
                <a16:creationId xmlns:a16="http://schemas.microsoft.com/office/drawing/2014/main" id="{6BE34586-393B-4D8E-A94B-CE4EAB8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197" y="40502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5" name="path-2090">
            <a:extLst xmlns:a="http://schemas.openxmlformats.org/drawingml/2006/main">
              <a:ext uri="{FF2B5EF4-FFF2-40B4-BE49-F238E27FC236}">
                <a16:creationId xmlns:a16="http://schemas.microsoft.com/office/drawing/2014/main" id="{3A0F3C7D-817C-4539-8507-41DBA338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069" y="4068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6" name="path-2091">
            <a:extLst xmlns:a="http://schemas.openxmlformats.org/drawingml/2006/main">
              <a:ext uri="{FF2B5EF4-FFF2-40B4-BE49-F238E27FC236}">
                <a16:creationId xmlns:a16="http://schemas.microsoft.com/office/drawing/2014/main" id="{E6D1E3BA-276F-44B9-8E80-E97B2704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080" y="40613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7" name="path-2092">
            <a:extLst xmlns:a="http://schemas.openxmlformats.org/drawingml/2006/main">
              <a:ext uri="{FF2B5EF4-FFF2-40B4-BE49-F238E27FC236}">
                <a16:creationId xmlns:a16="http://schemas.microsoft.com/office/drawing/2014/main" id="{CB8816E4-32B4-4BDD-BF44-CA5E679A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98" y="40599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8" name="path-2093">
            <a:extLst xmlns:a="http://schemas.openxmlformats.org/drawingml/2006/main">
              <a:ext uri="{FF2B5EF4-FFF2-40B4-BE49-F238E27FC236}">
                <a16:creationId xmlns:a16="http://schemas.microsoft.com/office/drawing/2014/main" id="{5F63BFD0-9C2F-47D7-BCD2-61BF82F6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104" y="4063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9" name="path-2094">
            <a:extLst xmlns:a="http://schemas.openxmlformats.org/drawingml/2006/main">
              <a:ext uri="{FF2B5EF4-FFF2-40B4-BE49-F238E27FC236}">
                <a16:creationId xmlns:a16="http://schemas.microsoft.com/office/drawing/2014/main" id="{D96F1FC3-5CE8-43D0-B774-6B4DCFD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431" y="4059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0" name="path-2095">
            <a:extLst xmlns:a="http://schemas.openxmlformats.org/drawingml/2006/main">
              <a:ext uri="{FF2B5EF4-FFF2-40B4-BE49-F238E27FC236}">
                <a16:creationId xmlns:a16="http://schemas.microsoft.com/office/drawing/2014/main" id="{63CD280E-AEC0-49DC-8951-D9FB552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788" y="40244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1" name="path-2096">
            <a:extLst xmlns:a="http://schemas.openxmlformats.org/drawingml/2006/main">
              <a:ext uri="{FF2B5EF4-FFF2-40B4-BE49-F238E27FC236}">
                <a16:creationId xmlns:a16="http://schemas.microsoft.com/office/drawing/2014/main" id="{3A390202-9222-480D-9C51-EA169C4C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107" y="40294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2" name="path-2097">
            <a:extLst xmlns:a="http://schemas.openxmlformats.org/drawingml/2006/main">
              <a:ext uri="{FF2B5EF4-FFF2-40B4-BE49-F238E27FC236}">
                <a16:creationId xmlns:a16="http://schemas.microsoft.com/office/drawing/2014/main" id="{2B604A4F-00E4-4502-A091-E3ECDCEE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475" y="40310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3" name="path-2098">
            <a:extLst xmlns:a="http://schemas.openxmlformats.org/drawingml/2006/main">
              <a:ext uri="{FF2B5EF4-FFF2-40B4-BE49-F238E27FC236}">
                <a16:creationId xmlns:a16="http://schemas.microsoft.com/office/drawing/2014/main" id="{F970C437-BC96-4AC9-86B1-775AE76C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236" y="40474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4" name="path-2099">
            <a:extLst xmlns:a="http://schemas.openxmlformats.org/drawingml/2006/main">
              <a:ext uri="{FF2B5EF4-FFF2-40B4-BE49-F238E27FC236}">
                <a16:creationId xmlns:a16="http://schemas.microsoft.com/office/drawing/2014/main" id="{8A4A1D56-6725-4C9D-9B9F-7E91E3B2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232" y="40246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5" name="path-2100">
            <a:extLst xmlns:a="http://schemas.openxmlformats.org/drawingml/2006/main">
              <a:ext uri="{FF2B5EF4-FFF2-40B4-BE49-F238E27FC236}">
                <a16:creationId xmlns:a16="http://schemas.microsoft.com/office/drawing/2014/main" id="{FA017475-D743-4AE7-858C-A370956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441" y="4026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6" name="path-2101">
            <a:extLst xmlns:a="http://schemas.openxmlformats.org/drawingml/2006/main">
              <a:ext uri="{FF2B5EF4-FFF2-40B4-BE49-F238E27FC236}">
                <a16:creationId xmlns:a16="http://schemas.microsoft.com/office/drawing/2014/main" id="{51B005DA-86F6-451A-8B4A-6385A3C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065" y="40307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7" name="path-2102">
            <a:extLst xmlns:a="http://schemas.openxmlformats.org/drawingml/2006/main">
              <a:ext uri="{FF2B5EF4-FFF2-40B4-BE49-F238E27FC236}">
                <a16:creationId xmlns:a16="http://schemas.microsoft.com/office/drawing/2014/main" id="{6F656028-023D-42DA-A9F2-21F336D9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724" y="40356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8" name="path-2103">
            <a:extLst xmlns:a="http://schemas.openxmlformats.org/drawingml/2006/main">
              <a:ext uri="{FF2B5EF4-FFF2-40B4-BE49-F238E27FC236}">
                <a16:creationId xmlns:a16="http://schemas.microsoft.com/office/drawing/2014/main" id="{06F4DE8F-7A33-4867-A2FF-11D75EFE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736" y="40388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9" name="path-2104">
            <a:extLst xmlns:a="http://schemas.openxmlformats.org/drawingml/2006/main">
              <a:ext uri="{FF2B5EF4-FFF2-40B4-BE49-F238E27FC236}">
                <a16:creationId xmlns:a16="http://schemas.microsoft.com/office/drawing/2014/main" id="{5B939EFB-BA57-4847-8DAE-8635D077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04" y="40495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0" name="path-2105">
            <a:extLst xmlns:a="http://schemas.openxmlformats.org/drawingml/2006/main">
              <a:ext uri="{FF2B5EF4-FFF2-40B4-BE49-F238E27FC236}">
                <a16:creationId xmlns:a16="http://schemas.microsoft.com/office/drawing/2014/main" id="{673AF4C4-1CA5-4879-989C-D7066F6B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83" y="4047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1" name="path-2106">
            <a:extLst xmlns:a="http://schemas.openxmlformats.org/drawingml/2006/main">
              <a:ext uri="{FF2B5EF4-FFF2-40B4-BE49-F238E27FC236}">
                <a16:creationId xmlns:a16="http://schemas.microsoft.com/office/drawing/2014/main" id="{F9514CF6-3F92-4E24-8198-3AD937D9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113" y="40435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2" name="path-2107">
            <a:extLst xmlns:a="http://schemas.openxmlformats.org/drawingml/2006/main">
              <a:ext uri="{FF2B5EF4-FFF2-40B4-BE49-F238E27FC236}">
                <a16:creationId xmlns:a16="http://schemas.microsoft.com/office/drawing/2014/main" id="{F84DB970-ACAB-4386-BDEF-9BC0EFCC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970" y="4034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3" name="path-2108">
            <a:extLst xmlns:a="http://schemas.openxmlformats.org/drawingml/2006/main">
              <a:ext uri="{FF2B5EF4-FFF2-40B4-BE49-F238E27FC236}">
                <a16:creationId xmlns:a16="http://schemas.microsoft.com/office/drawing/2014/main" id="{4BC223BD-5A48-468E-A186-D1691529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223" y="40613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4" name="path-2109">
            <a:extLst xmlns:a="http://schemas.openxmlformats.org/drawingml/2006/main">
              <a:ext uri="{FF2B5EF4-FFF2-40B4-BE49-F238E27FC236}">
                <a16:creationId xmlns:a16="http://schemas.microsoft.com/office/drawing/2014/main" id="{CFEF9CDF-D7E1-4667-93F7-6413D612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649" y="40305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5" name="path-2110">
            <a:extLst xmlns:a="http://schemas.openxmlformats.org/drawingml/2006/main">
              <a:ext uri="{FF2B5EF4-FFF2-40B4-BE49-F238E27FC236}">
                <a16:creationId xmlns:a16="http://schemas.microsoft.com/office/drawing/2014/main" id="{67C6EF82-1644-4022-BAD9-311BA2D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892" y="4025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6" name="path-2111">
            <a:extLst xmlns:a="http://schemas.openxmlformats.org/drawingml/2006/main">
              <a:ext uri="{FF2B5EF4-FFF2-40B4-BE49-F238E27FC236}">
                <a16:creationId xmlns:a16="http://schemas.microsoft.com/office/drawing/2014/main" id="{5224A221-3D4C-45AA-86BC-123E8C4F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795" y="40407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7" name="path-2112">
            <a:extLst xmlns:a="http://schemas.openxmlformats.org/drawingml/2006/main">
              <a:ext uri="{FF2B5EF4-FFF2-40B4-BE49-F238E27FC236}">
                <a16:creationId xmlns:a16="http://schemas.microsoft.com/office/drawing/2014/main" id="{9136041F-6768-4C8C-BD23-27D6B252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444" y="40283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8" name="path-2113">
            <a:extLst xmlns:a="http://schemas.openxmlformats.org/drawingml/2006/main">
              <a:ext uri="{FF2B5EF4-FFF2-40B4-BE49-F238E27FC236}">
                <a16:creationId xmlns:a16="http://schemas.microsoft.com/office/drawing/2014/main" id="{A59D75F0-2F8F-49ED-85AF-E1BD0C1C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181" y="4048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9" name="path-2114">
            <a:extLst xmlns:a="http://schemas.openxmlformats.org/drawingml/2006/main">
              <a:ext uri="{FF2B5EF4-FFF2-40B4-BE49-F238E27FC236}">
                <a16:creationId xmlns:a16="http://schemas.microsoft.com/office/drawing/2014/main" id="{AB24E262-4BF7-46FD-8569-806F1CE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630" y="40248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0" name="path-2115">
            <a:extLst xmlns:a="http://schemas.openxmlformats.org/drawingml/2006/main">
              <a:ext uri="{FF2B5EF4-FFF2-40B4-BE49-F238E27FC236}">
                <a16:creationId xmlns:a16="http://schemas.microsoft.com/office/drawing/2014/main" id="{F21BADD6-9BB0-4D55-A9B0-9B9FA038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3" y="40434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1" name="path-2116">
            <a:extLst xmlns:a="http://schemas.openxmlformats.org/drawingml/2006/main">
              <a:ext uri="{FF2B5EF4-FFF2-40B4-BE49-F238E27FC236}">
                <a16:creationId xmlns:a16="http://schemas.microsoft.com/office/drawing/2014/main" id="{F85AFB39-598E-453D-B749-1C8AC019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433" y="40333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2" name="path-2117">
            <a:extLst xmlns:a="http://schemas.openxmlformats.org/drawingml/2006/main">
              <a:ext uri="{FF2B5EF4-FFF2-40B4-BE49-F238E27FC236}">
                <a16:creationId xmlns:a16="http://schemas.microsoft.com/office/drawing/2014/main" id="{EE03D3B8-5ADE-4F08-96F0-250F07EC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361" y="4020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3" name="path-2118">
            <a:extLst xmlns:a="http://schemas.openxmlformats.org/drawingml/2006/main">
              <a:ext uri="{FF2B5EF4-FFF2-40B4-BE49-F238E27FC236}">
                <a16:creationId xmlns:a16="http://schemas.microsoft.com/office/drawing/2014/main" id="{F563C52C-20B2-4552-A5FD-27AFFDDC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382" y="4047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4" name="path-2119">
            <a:extLst xmlns:a="http://schemas.openxmlformats.org/drawingml/2006/main">
              <a:ext uri="{FF2B5EF4-FFF2-40B4-BE49-F238E27FC236}">
                <a16:creationId xmlns:a16="http://schemas.microsoft.com/office/drawing/2014/main" id="{81FFFA25-ED8B-4C50-9548-23D05416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147" y="40160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5" name="path-2120">
            <a:extLst xmlns:a="http://schemas.openxmlformats.org/drawingml/2006/main">
              <a:ext uri="{FF2B5EF4-FFF2-40B4-BE49-F238E27FC236}">
                <a16:creationId xmlns:a16="http://schemas.microsoft.com/office/drawing/2014/main" id="{B5A18025-A348-4345-AB7E-61CD659D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751" y="40547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6" name="path-2121">
            <a:extLst xmlns:a="http://schemas.openxmlformats.org/drawingml/2006/main">
              <a:ext uri="{FF2B5EF4-FFF2-40B4-BE49-F238E27FC236}">
                <a16:creationId xmlns:a16="http://schemas.microsoft.com/office/drawing/2014/main" id="{DCB2A0FB-4124-4DC4-A3BA-67AC7D66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665" y="40265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7" name="path-2122">
            <a:extLst xmlns:a="http://schemas.openxmlformats.org/drawingml/2006/main">
              <a:ext uri="{FF2B5EF4-FFF2-40B4-BE49-F238E27FC236}">
                <a16:creationId xmlns:a16="http://schemas.microsoft.com/office/drawing/2014/main" id="{502B49FA-F864-4081-AEF0-38531F75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342" y="40665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8" name="path-2123">
            <a:extLst xmlns:a="http://schemas.openxmlformats.org/drawingml/2006/main">
              <a:ext uri="{FF2B5EF4-FFF2-40B4-BE49-F238E27FC236}">
                <a16:creationId xmlns:a16="http://schemas.microsoft.com/office/drawing/2014/main" id="{2A5D1435-0588-457E-A10B-A744B3BF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776" y="40502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9" name="path-2124">
            <a:extLst xmlns:a="http://schemas.openxmlformats.org/drawingml/2006/main">
              <a:ext uri="{FF2B5EF4-FFF2-40B4-BE49-F238E27FC236}">
                <a16:creationId xmlns:a16="http://schemas.microsoft.com/office/drawing/2014/main" id="{45416C96-01DF-45ED-9236-22E659EF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305" y="40610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0" name="path-2125">
            <a:extLst xmlns:a="http://schemas.openxmlformats.org/drawingml/2006/main">
              <a:ext uri="{FF2B5EF4-FFF2-40B4-BE49-F238E27FC236}">
                <a16:creationId xmlns:a16="http://schemas.microsoft.com/office/drawing/2014/main" id="{CDC5A074-B423-433C-97DB-4B69BD1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676" y="4038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1" name="path-2126">
            <a:extLst xmlns:a="http://schemas.openxmlformats.org/drawingml/2006/main">
              <a:ext uri="{FF2B5EF4-FFF2-40B4-BE49-F238E27FC236}">
                <a16:creationId xmlns:a16="http://schemas.microsoft.com/office/drawing/2014/main" id="{E8BF864C-7CA9-4F7D-B14E-22DABE9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644" y="4047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2" name="path-2127">
            <a:extLst xmlns:a="http://schemas.openxmlformats.org/drawingml/2006/main">
              <a:ext uri="{FF2B5EF4-FFF2-40B4-BE49-F238E27FC236}">
                <a16:creationId xmlns:a16="http://schemas.microsoft.com/office/drawing/2014/main" id="{1D0AB7A8-BD1B-4F34-9F26-24BE75C6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64" y="40351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3" name="path-2128">
            <a:extLst xmlns:a="http://schemas.openxmlformats.org/drawingml/2006/main">
              <a:ext uri="{FF2B5EF4-FFF2-40B4-BE49-F238E27FC236}">
                <a16:creationId xmlns:a16="http://schemas.microsoft.com/office/drawing/2014/main" id="{8E7C6C64-7FD4-4BC5-96BC-5E10EA53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11" y="4037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4" name="path-2129">
            <a:extLst xmlns:a="http://schemas.openxmlformats.org/drawingml/2006/main">
              <a:ext uri="{FF2B5EF4-FFF2-40B4-BE49-F238E27FC236}">
                <a16:creationId xmlns:a16="http://schemas.microsoft.com/office/drawing/2014/main" id="{BE5097E9-46C3-4C04-BE26-39587BE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554" y="4054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5" name="path-2130">
            <a:extLst xmlns:a="http://schemas.openxmlformats.org/drawingml/2006/main">
              <a:ext uri="{FF2B5EF4-FFF2-40B4-BE49-F238E27FC236}">
                <a16:creationId xmlns:a16="http://schemas.microsoft.com/office/drawing/2014/main" id="{4BE417A7-F64F-4F01-9865-F310DDBF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537" y="40380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6" name="path-2131">
            <a:extLst xmlns:a="http://schemas.openxmlformats.org/drawingml/2006/main">
              <a:ext uri="{FF2B5EF4-FFF2-40B4-BE49-F238E27FC236}">
                <a16:creationId xmlns:a16="http://schemas.microsoft.com/office/drawing/2014/main" id="{E7B81AA1-5DEB-4D7A-A0B6-2B98CB5F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405" y="40236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7" name="path-2132">
            <a:extLst xmlns:a="http://schemas.openxmlformats.org/drawingml/2006/main">
              <a:ext uri="{FF2B5EF4-FFF2-40B4-BE49-F238E27FC236}">
                <a16:creationId xmlns:a16="http://schemas.microsoft.com/office/drawing/2014/main" id="{3D822C47-9BAD-492A-B1A2-4223D4E0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890" y="40630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8" name="path-2133">
            <a:extLst xmlns:a="http://schemas.openxmlformats.org/drawingml/2006/main">
              <a:ext uri="{FF2B5EF4-FFF2-40B4-BE49-F238E27FC236}">
                <a16:creationId xmlns:a16="http://schemas.microsoft.com/office/drawing/2014/main" id="{3A6F8D25-FF0A-4FB7-80C0-F592F7F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3192" y="4028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9" name="path-2134">
            <a:extLst xmlns:a="http://schemas.openxmlformats.org/drawingml/2006/main">
              <a:ext uri="{FF2B5EF4-FFF2-40B4-BE49-F238E27FC236}">
                <a16:creationId xmlns:a16="http://schemas.microsoft.com/office/drawing/2014/main" id="{C80BE00B-CDBF-4D06-8BCF-D8451A86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4652" y="40440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0" name="path-2135">
            <a:extLst xmlns:a="http://schemas.openxmlformats.org/drawingml/2006/main">
              <a:ext uri="{FF2B5EF4-FFF2-40B4-BE49-F238E27FC236}">
                <a16:creationId xmlns:a16="http://schemas.microsoft.com/office/drawing/2014/main" id="{7ED6BFA1-10C0-485D-A70C-C6161380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286" y="40703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1" name="path-2136">
            <a:extLst xmlns:a="http://schemas.openxmlformats.org/drawingml/2006/main">
              <a:ext uri="{FF2B5EF4-FFF2-40B4-BE49-F238E27FC236}">
                <a16:creationId xmlns:a16="http://schemas.microsoft.com/office/drawing/2014/main" id="{6AF521D7-F4B3-4557-B0DE-F77FA2F3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19" y="4049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2" name="path-2137">
            <a:extLst xmlns:a="http://schemas.openxmlformats.org/drawingml/2006/main">
              <a:ext uri="{FF2B5EF4-FFF2-40B4-BE49-F238E27FC236}">
                <a16:creationId xmlns:a16="http://schemas.microsoft.com/office/drawing/2014/main" id="{8B3F3DF5-6750-4FBB-87AD-B6F81086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57" y="40373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3" name="path-2138">
            <a:extLst xmlns:a="http://schemas.openxmlformats.org/drawingml/2006/main">
              <a:ext uri="{FF2B5EF4-FFF2-40B4-BE49-F238E27FC236}">
                <a16:creationId xmlns:a16="http://schemas.microsoft.com/office/drawing/2014/main" id="{E56C77B8-8AF9-4024-9130-1DB42931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2504" y="40288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4" name="path-2139">
            <a:extLst xmlns:a="http://schemas.openxmlformats.org/drawingml/2006/main">
              <a:ext uri="{FF2B5EF4-FFF2-40B4-BE49-F238E27FC236}">
                <a16:creationId xmlns:a16="http://schemas.microsoft.com/office/drawing/2014/main" id="{F01A5547-DE91-4696-9482-3701B4EB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919" y="40169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5" name="path-2140">
            <a:extLst xmlns:a="http://schemas.openxmlformats.org/drawingml/2006/main">
              <a:ext uri="{FF2B5EF4-FFF2-40B4-BE49-F238E27FC236}">
                <a16:creationId xmlns:a16="http://schemas.microsoft.com/office/drawing/2014/main" id="{1EEA3E89-D2B9-4198-A87F-8D78B6D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982" y="4033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6" name="path-2141">
            <a:extLst xmlns:a="http://schemas.openxmlformats.org/drawingml/2006/main">
              <a:ext uri="{FF2B5EF4-FFF2-40B4-BE49-F238E27FC236}">
                <a16:creationId xmlns:a16="http://schemas.microsoft.com/office/drawing/2014/main" id="{BE8DF4D2-7EBA-4A1D-AB52-C3CD1018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6" y="4034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7" name="path-2142">
            <a:extLst xmlns:a="http://schemas.openxmlformats.org/drawingml/2006/main">
              <a:ext uri="{FF2B5EF4-FFF2-40B4-BE49-F238E27FC236}">
                <a16:creationId xmlns:a16="http://schemas.microsoft.com/office/drawing/2014/main" id="{0836EAA5-83F0-47A7-B971-AFAD8B7E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6230" y="4019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8" name="path-2143">
            <a:extLst xmlns:a="http://schemas.openxmlformats.org/drawingml/2006/main">
              <a:ext uri="{FF2B5EF4-FFF2-40B4-BE49-F238E27FC236}">
                <a16:creationId xmlns:a16="http://schemas.microsoft.com/office/drawing/2014/main" id="{6FA031D3-1F6E-43AD-94DF-7212F6D5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314" y="4027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9" name="path-2144">
            <a:extLst xmlns:a="http://schemas.openxmlformats.org/drawingml/2006/main">
              <a:ext uri="{FF2B5EF4-FFF2-40B4-BE49-F238E27FC236}">
                <a16:creationId xmlns:a16="http://schemas.microsoft.com/office/drawing/2014/main" id="{9F521CEE-5C37-45DE-800D-FC783E65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965" y="40629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0" name="path-2145">
            <a:extLst xmlns:a="http://schemas.openxmlformats.org/drawingml/2006/main">
              <a:ext uri="{FF2B5EF4-FFF2-40B4-BE49-F238E27FC236}">
                <a16:creationId xmlns:a16="http://schemas.microsoft.com/office/drawing/2014/main" id="{F71DBB5D-DAD7-4B87-AFE5-D9530BC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61" y="4069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1" name="path-2146">
            <a:extLst xmlns:a="http://schemas.openxmlformats.org/drawingml/2006/main">
              <a:ext uri="{FF2B5EF4-FFF2-40B4-BE49-F238E27FC236}">
                <a16:creationId xmlns:a16="http://schemas.microsoft.com/office/drawing/2014/main" id="{15AAE7E4-2FFB-4D8D-8ADF-829CCBD3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17" y="4050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2" name="path-2147">
            <a:extLst xmlns:a="http://schemas.openxmlformats.org/drawingml/2006/main">
              <a:ext uri="{FF2B5EF4-FFF2-40B4-BE49-F238E27FC236}">
                <a16:creationId xmlns:a16="http://schemas.microsoft.com/office/drawing/2014/main" id="{F29A9825-83F7-4B8D-88F2-458142F6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79" y="40382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3" name="path-2148">
            <a:extLst xmlns:a="http://schemas.openxmlformats.org/drawingml/2006/main">
              <a:ext uri="{FF2B5EF4-FFF2-40B4-BE49-F238E27FC236}">
                <a16:creationId xmlns:a16="http://schemas.microsoft.com/office/drawing/2014/main" id="{76097462-EF03-4D72-980E-D13A146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8553" y="40019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4" name="path-2149">
            <a:extLst xmlns:a="http://schemas.openxmlformats.org/drawingml/2006/main">
              <a:ext uri="{FF2B5EF4-FFF2-40B4-BE49-F238E27FC236}">
                <a16:creationId xmlns:a16="http://schemas.microsoft.com/office/drawing/2014/main" id="{9BB79CE3-EF38-4DFD-A767-C12FE5EA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171" y="4073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5" name="path-2150">
            <a:extLst xmlns:a="http://schemas.openxmlformats.org/drawingml/2006/main">
              <a:ext uri="{FF2B5EF4-FFF2-40B4-BE49-F238E27FC236}">
                <a16:creationId xmlns:a16="http://schemas.microsoft.com/office/drawing/2014/main" id="{E140043C-3E36-4800-A417-0AEB0258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2" y="4042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6" name="path-2151">
            <a:extLst xmlns:a="http://schemas.openxmlformats.org/drawingml/2006/main">
              <a:ext uri="{FF2B5EF4-FFF2-40B4-BE49-F238E27FC236}">
                <a16:creationId xmlns:a16="http://schemas.microsoft.com/office/drawing/2014/main" id="{2332AB6D-E501-4EC8-ACC2-7BB29EDD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477" y="4070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7" name="path-2152">
            <a:extLst xmlns:a="http://schemas.openxmlformats.org/drawingml/2006/main">
              <a:ext uri="{FF2B5EF4-FFF2-40B4-BE49-F238E27FC236}">
                <a16:creationId xmlns:a16="http://schemas.microsoft.com/office/drawing/2014/main" id="{E81E825C-ABB4-41D7-BE19-26D79626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1444" y="4065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8" name="path-2153">
            <a:extLst xmlns:a="http://schemas.openxmlformats.org/drawingml/2006/main">
              <a:ext uri="{FF2B5EF4-FFF2-40B4-BE49-F238E27FC236}">
                <a16:creationId xmlns:a16="http://schemas.microsoft.com/office/drawing/2014/main" id="{8310D8AF-7E00-462D-B6E3-F4E4760F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970" y="4058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9" name="path-2154">
            <a:extLst xmlns:a="http://schemas.openxmlformats.org/drawingml/2006/main">
              <a:ext uri="{FF2B5EF4-FFF2-40B4-BE49-F238E27FC236}">
                <a16:creationId xmlns:a16="http://schemas.microsoft.com/office/drawing/2014/main" id="{51590C2B-5274-43DF-AD00-3F96F114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04" y="4048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0" name="path-2155">
            <a:extLst xmlns:a="http://schemas.openxmlformats.org/drawingml/2006/main">
              <a:ext uri="{FF2B5EF4-FFF2-40B4-BE49-F238E27FC236}">
                <a16:creationId xmlns:a16="http://schemas.microsoft.com/office/drawing/2014/main" id="{931FA1CC-6195-4149-98CE-A001EAC9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134" y="4040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1" name="path-2156">
            <a:extLst xmlns:a="http://schemas.openxmlformats.org/drawingml/2006/main">
              <a:ext uri="{FF2B5EF4-FFF2-40B4-BE49-F238E27FC236}">
                <a16:creationId xmlns:a16="http://schemas.microsoft.com/office/drawing/2014/main" id="{29450E5B-1FF2-4A2D-9ED3-1F069064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374" y="40183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2" name="path-2157">
            <a:extLst xmlns:a="http://schemas.openxmlformats.org/drawingml/2006/main">
              <a:ext uri="{FF2B5EF4-FFF2-40B4-BE49-F238E27FC236}">
                <a16:creationId xmlns:a16="http://schemas.microsoft.com/office/drawing/2014/main" id="{2CF1EBC4-C552-4FFE-B0AA-AB9E9C5A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682" y="4047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3" name="path-2158">
            <a:extLst xmlns:a="http://schemas.openxmlformats.org/drawingml/2006/main">
              <a:ext uri="{FF2B5EF4-FFF2-40B4-BE49-F238E27FC236}">
                <a16:creationId xmlns:a16="http://schemas.microsoft.com/office/drawing/2014/main" id="{8EDC8A13-9272-45B4-91B2-F20B4736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48" y="40450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4" name="path-2159">
            <a:extLst xmlns:a="http://schemas.openxmlformats.org/drawingml/2006/main">
              <a:ext uri="{FF2B5EF4-FFF2-40B4-BE49-F238E27FC236}">
                <a16:creationId xmlns:a16="http://schemas.microsoft.com/office/drawing/2014/main" id="{CDE70BA8-7192-4CBF-B6EC-016B0D75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93" y="40221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5" name="path-2160">
            <a:extLst xmlns:a="http://schemas.openxmlformats.org/drawingml/2006/main">
              <a:ext uri="{FF2B5EF4-FFF2-40B4-BE49-F238E27FC236}">
                <a16:creationId xmlns:a16="http://schemas.microsoft.com/office/drawing/2014/main" id="{8371D81A-CCA2-4B56-9704-C7FED352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47" y="40507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6" name="path-2161">
            <a:extLst xmlns:a="http://schemas.openxmlformats.org/drawingml/2006/main">
              <a:ext uri="{FF2B5EF4-FFF2-40B4-BE49-F238E27FC236}">
                <a16:creationId xmlns:a16="http://schemas.microsoft.com/office/drawing/2014/main" id="{FF24B49D-DDED-4E94-8183-F3D6194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898" y="39989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7" name="path-2162">
            <a:extLst xmlns:a="http://schemas.openxmlformats.org/drawingml/2006/main">
              <a:ext uri="{FF2B5EF4-FFF2-40B4-BE49-F238E27FC236}">
                <a16:creationId xmlns:a16="http://schemas.microsoft.com/office/drawing/2014/main" id="{B2C4A034-486A-4FBE-ADB2-26243081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92" y="4059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8" name="path-2163">
            <a:extLst xmlns:a="http://schemas.openxmlformats.org/drawingml/2006/main">
              <a:ext uri="{FF2B5EF4-FFF2-40B4-BE49-F238E27FC236}">
                <a16:creationId xmlns:a16="http://schemas.microsoft.com/office/drawing/2014/main" id="{8F425C16-E302-4B46-A04F-D19FA33B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478" y="4044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9" name="path-2164">
            <a:extLst xmlns:a="http://schemas.openxmlformats.org/drawingml/2006/main">
              <a:ext uri="{FF2B5EF4-FFF2-40B4-BE49-F238E27FC236}">
                <a16:creationId xmlns:a16="http://schemas.microsoft.com/office/drawing/2014/main" id="{BC5C7744-BE2E-40EA-8667-5454BBCE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63" y="40731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0" name="path-2165">
            <a:extLst xmlns:a="http://schemas.openxmlformats.org/drawingml/2006/main">
              <a:ext uri="{FF2B5EF4-FFF2-40B4-BE49-F238E27FC236}">
                <a16:creationId xmlns:a16="http://schemas.microsoft.com/office/drawing/2014/main" id="{F6040365-4306-4131-8713-12883196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266" y="40446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1" name="path-2166">
            <a:extLst xmlns:a="http://schemas.openxmlformats.org/drawingml/2006/main">
              <a:ext uri="{FF2B5EF4-FFF2-40B4-BE49-F238E27FC236}">
                <a16:creationId xmlns:a16="http://schemas.microsoft.com/office/drawing/2014/main" id="{1077FA43-3E6D-4240-A2DF-7A1222F5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869" y="4068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2" name="path-2167">
            <a:extLst xmlns:a="http://schemas.openxmlformats.org/drawingml/2006/main">
              <a:ext uri="{FF2B5EF4-FFF2-40B4-BE49-F238E27FC236}">
                <a16:creationId xmlns:a16="http://schemas.microsoft.com/office/drawing/2014/main" id="{37BD80A6-C673-4DB8-9926-789DDA6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593" y="4046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3" name="path-2168">
            <a:extLst xmlns:a="http://schemas.openxmlformats.org/drawingml/2006/main">
              <a:ext uri="{FF2B5EF4-FFF2-40B4-BE49-F238E27FC236}">
                <a16:creationId xmlns:a16="http://schemas.microsoft.com/office/drawing/2014/main" id="{2F1F273E-434B-477E-A2BA-34B370DD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199" y="40394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4" name="path-2169">
            <a:extLst xmlns:a="http://schemas.openxmlformats.org/drawingml/2006/main">
              <a:ext uri="{FF2B5EF4-FFF2-40B4-BE49-F238E27FC236}">
                <a16:creationId xmlns:a16="http://schemas.microsoft.com/office/drawing/2014/main" id="{D5173ABD-9832-4FC1-92EA-B7D068CE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999" y="40402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5" name="path-2170">
            <a:extLst xmlns:a="http://schemas.openxmlformats.org/drawingml/2006/main">
              <a:ext uri="{FF2B5EF4-FFF2-40B4-BE49-F238E27FC236}">
                <a16:creationId xmlns:a16="http://schemas.microsoft.com/office/drawing/2014/main" id="{A0FC1060-E039-4630-B254-F0AF91FA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928" y="4032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6" name="path-2171">
            <a:extLst xmlns:a="http://schemas.openxmlformats.org/drawingml/2006/main">
              <a:ext uri="{FF2B5EF4-FFF2-40B4-BE49-F238E27FC236}">
                <a16:creationId xmlns:a16="http://schemas.microsoft.com/office/drawing/2014/main" id="{10275A37-A338-403B-82C1-60AE69C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86" y="40636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7" name="path-2172">
            <a:extLst xmlns:a="http://schemas.openxmlformats.org/drawingml/2006/main">
              <a:ext uri="{FF2B5EF4-FFF2-40B4-BE49-F238E27FC236}">
                <a16:creationId xmlns:a16="http://schemas.microsoft.com/office/drawing/2014/main" id="{DECF6AA0-AD43-4248-B66D-8A2D7F26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053" y="40490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8" name="path-2173">
            <a:extLst xmlns:a="http://schemas.openxmlformats.org/drawingml/2006/main">
              <a:ext uri="{FF2B5EF4-FFF2-40B4-BE49-F238E27FC236}">
                <a16:creationId xmlns:a16="http://schemas.microsoft.com/office/drawing/2014/main" id="{FE309E47-91DB-463A-9045-C74E2CA7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063" y="40384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9" name="path-2174">
            <a:extLst xmlns:a="http://schemas.openxmlformats.org/drawingml/2006/main">
              <a:ext uri="{FF2B5EF4-FFF2-40B4-BE49-F238E27FC236}">
                <a16:creationId xmlns:a16="http://schemas.microsoft.com/office/drawing/2014/main" id="{933D498E-6B8E-47A7-A750-C7E8F784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162" y="4066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0" name="path-2175">
            <a:extLst xmlns:a="http://schemas.openxmlformats.org/drawingml/2006/main">
              <a:ext uri="{FF2B5EF4-FFF2-40B4-BE49-F238E27FC236}">
                <a16:creationId xmlns:a16="http://schemas.microsoft.com/office/drawing/2014/main" id="{6D843BAC-4C8C-4645-A056-E4AC278D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738" y="40434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1" name="path-2176">
            <a:extLst xmlns:a="http://schemas.openxmlformats.org/drawingml/2006/main">
              <a:ext uri="{FF2B5EF4-FFF2-40B4-BE49-F238E27FC236}">
                <a16:creationId xmlns:a16="http://schemas.microsoft.com/office/drawing/2014/main" id="{EB2CBBA8-136C-4F6B-812B-4D76175D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832" y="40327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2" name="path-2177">
            <a:extLst xmlns:a="http://schemas.openxmlformats.org/drawingml/2006/main">
              <a:ext uri="{FF2B5EF4-FFF2-40B4-BE49-F238E27FC236}">
                <a16:creationId xmlns:a16="http://schemas.microsoft.com/office/drawing/2014/main" id="{069E75A4-FE97-4337-91B4-A65EAA43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023" y="40431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3" name="path-2178">
            <a:extLst xmlns:a="http://schemas.openxmlformats.org/drawingml/2006/main">
              <a:ext uri="{FF2B5EF4-FFF2-40B4-BE49-F238E27FC236}">
                <a16:creationId xmlns:a16="http://schemas.microsoft.com/office/drawing/2014/main" id="{8D444813-D227-4F9A-8B4C-0607ACB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286" y="4024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4" name="path-2179">
            <a:extLst xmlns:a="http://schemas.openxmlformats.org/drawingml/2006/main">
              <a:ext uri="{FF2B5EF4-FFF2-40B4-BE49-F238E27FC236}">
                <a16:creationId xmlns:a16="http://schemas.microsoft.com/office/drawing/2014/main" id="{5BA49BD3-706A-4A43-A956-24EBA2E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01" y="4084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5" name="path-2180">
            <a:extLst xmlns:a="http://schemas.openxmlformats.org/drawingml/2006/main">
              <a:ext uri="{FF2B5EF4-FFF2-40B4-BE49-F238E27FC236}">
                <a16:creationId xmlns:a16="http://schemas.microsoft.com/office/drawing/2014/main" id="{ED69C2E0-DCF4-4A3E-AC8B-9F19BE19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827" y="4018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6" name="path-2181">
            <a:extLst xmlns:a="http://schemas.openxmlformats.org/drawingml/2006/main">
              <a:ext uri="{FF2B5EF4-FFF2-40B4-BE49-F238E27FC236}">
                <a16:creationId xmlns:a16="http://schemas.microsoft.com/office/drawing/2014/main" id="{7A5B713B-42EF-4DCE-82F1-5025C9C5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95" y="40297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7" name="path-2182">
            <a:extLst xmlns:a="http://schemas.openxmlformats.org/drawingml/2006/main">
              <a:ext uri="{FF2B5EF4-FFF2-40B4-BE49-F238E27FC236}">
                <a16:creationId xmlns:a16="http://schemas.microsoft.com/office/drawing/2014/main" id="{08E140E3-911C-4B8D-AA5B-A73D0DE4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768" y="40234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8" name="path-2183">
            <a:extLst xmlns:a="http://schemas.openxmlformats.org/drawingml/2006/main">
              <a:ext uri="{FF2B5EF4-FFF2-40B4-BE49-F238E27FC236}">
                <a16:creationId xmlns:a16="http://schemas.microsoft.com/office/drawing/2014/main" id="{3DF4B0A8-84D1-4EF4-B037-788D5D34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117" y="4033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9" name="path-2184">
            <a:extLst xmlns:a="http://schemas.openxmlformats.org/drawingml/2006/main">
              <a:ext uri="{FF2B5EF4-FFF2-40B4-BE49-F238E27FC236}">
                <a16:creationId xmlns:a16="http://schemas.microsoft.com/office/drawing/2014/main" id="{01591F6A-5A30-406B-A3E2-D607217F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92" y="40032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0" name="path-2185">
            <a:extLst xmlns:a="http://schemas.openxmlformats.org/drawingml/2006/main">
              <a:ext uri="{FF2B5EF4-FFF2-40B4-BE49-F238E27FC236}">
                <a16:creationId xmlns:a16="http://schemas.microsoft.com/office/drawing/2014/main" id="{6D5607A5-3062-4D95-8FCD-B8F18BA2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655" y="4025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1" name="path-2186">
            <a:extLst xmlns:a="http://schemas.openxmlformats.org/drawingml/2006/main">
              <a:ext uri="{FF2B5EF4-FFF2-40B4-BE49-F238E27FC236}">
                <a16:creationId xmlns:a16="http://schemas.microsoft.com/office/drawing/2014/main" id="{F214662C-CFE4-4D95-B67C-27361449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863" y="40602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2" name="path-2187">
            <a:extLst xmlns:a="http://schemas.openxmlformats.org/drawingml/2006/main">
              <a:ext uri="{FF2B5EF4-FFF2-40B4-BE49-F238E27FC236}">
                <a16:creationId xmlns:a16="http://schemas.microsoft.com/office/drawing/2014/main" id="{D481C72D-68F1-4872-B4DD-7F2DBEF6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47" y="40512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3" name="path-2188">
            <a:extLst xmlns:a="http://schemas.openxmlformats.org/drawingml/2006/main">
              <a:ext uri="{FF2B5EF4-FFF2-40B4-BE49-F238E27FC236}">
                <a16:creationId xmlns:a16="http://schemas.microsoft.com/office/drawing/2014/main" id="{8EDFE50D-6BB5-4EB6-BB0C-C2E9C322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695" y="40216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4" name="path-2189">
            <a:extLst xmlns:a="http://schemas.openxmlformats.org/drawingml/2006/main">
              <a:ext uri="{FF2B5EF4-FFF2-40B4-BE49-F238E27FC236}">
                <a16:creationId xmlns:a16="http://schemas.microsoft.com/office/drawing/2014/main" id="{1781B0AC-F0B6-4AE8-BB6D-E3EE16D2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844" y="4054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5" name="path-2190">
            <a:extLst xmlns:a="http://schemas.openxmlformats.org/drawingml/2006/main">
              <a:ext uri="{FF2B5EF4-FFF2-40B4-BE49-F238E27FC236}">
                <a16:creationId xmlns:a16="http://schemas.microsoft.com/office/drawing/2014/main" id="{6C1EDA11-6A8A-4439-8D56-AD7ABB2B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4" y="3993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6" name="path-2191">
            <a:extLst xmlns:a="http://schemas.openxmlformats.org/drawingml/2006/main">
              <a:ext uri="{FF2B5EF4-FFF2-40B4-BE49-F238E27FC236}">
                <a16:creationId xmlns:a16="http://schemas.microsoft.com/office/drawing/2014/main" id="{153BC87C-5525-4B58-82D4-3119536C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756" y="40434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7" name="path-2192">
            <a:extLst xmlns:a="http://schemas.openxmlformats.org/drawingml/2006/main">
              <a:ext uri="{FF2B5EF4-FFF2-40B4-BE49-F238E27FC236}">
                <a16:creationId xmlns:a16="http://schemas.microsoft.com/office/drawing/2014/main" id="{0322A396-CA19-4C1A-91A4-6E76AC69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82" y="39957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8" name="path-2193">
            <a:extLst xmlns:a="http://schemas.openxmlformats.org/drawingml/2006/main">
              <a:ext uri="{FF2B5EF4-FFF2-40B4-BE49-F238E27FC236}">
                <a16:creationId xmlns:a16="http://schemas.microsoft.com/office/drawing/2014/main" id="{AE2B1023-0812-4B76-B65B-3560596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471" y="4018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9" name="path-2194">
            <a:extLst xmlns:a="http://schemas.openxmlformats.org/drawingml/2006/main">
              <a:ext uri="{FF2B5EF4-FFF2-40B4-BE49-F238E27FC236}">
                <a16:creationId xmlns:a16="http://schemas.microsoft.com/office/drawing/2014/main" id="{2F05C0BE-3DAE-4DBE-BCC6-C51961FF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971" y="40292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0" name="path-2195">
            <a:extLst xmlns:a="http://schemas.openxmlformats.org/drawingml/2006/main">
              <a:ext uri="{FF2B5EF4-FFF2-40B4-BE49-F238E27FC236}">
                <a16:creationId xmlns:a16="http://schemas.microsoft.com/office/drawing/2014/main" id="{E65BF35D-CB84-42B6-AB4E-A1711CA5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30" y="40142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1" name="path-2196">
            <a:extLst xmlns:a="http://schemas.openxmlformats.org/drawingml/2006/main">
              <a:ext uri="{FF2B5EF4-FFF2-40B4-BE49-F238E27FC236}">
                <a16:creationId xmlns:a16="http://schemas.microsoft.com/office/drawing/2014/main" id="{ABC4405A-EE17-4EE5-84AA-7A364E5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379" y="40347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2" name="path-2197">
            <a:extLst xmlns:a="http://schemas.openxmlformats.org/drawingml/2006/main">
              <a:ext uri="{FF2B5EF4-FFF2-40B4-BE49-F238E27FC236}">
                <a16:creationId xmlns:a16="http://schemas.microsoft.com/office/drawing/2014/main" id="{5A038422-34C1-403A-B9E4-C11EACB4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76" y="40645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3" name="path-2198">
            <a:extLst xmlns:a="http://schemas.openxmlformats.org/drawingml/2006/main">
              <a:ext uri="{FF2B5EF4-FFF2-40B4-BE49-F238E27FC236}">
                <a16:creationId xmlns:a16="http://schemas.microsoft.com/office/drawing/2014/main" id="{4880186B-9BDF-422C-8262-E5DD3C43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186" y="4039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4" name="path-2199">
            <a:extLst xmlns:a="http://schemas.openxmlformats.org/drawingml/2006/main">
              <a:ext uri="{FF2B5EF4-FFF2-40B4-BE49-F238E27FC236}">
                <a16:creationId xmlns:a16="http://schemas.microsoft.com/office/drawing/2014/main" id="{1A29BEC4-984A-41B8-9E63-14A404C9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69" y="40549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5" name="path-2200">
            <a:extLst xmlns:a="http://schemas.openxmlformats.org/drawingml/2006/main">
              <a:ext uri="{FF2B5EF4-FFF2-40B4-BE49-F238E27FC236}">
                <a16:creationId xmlns:a16="http://schemas.microsoft.com/office/drawing/2014/main" id="{60995C1E-544B-445C-A746-9197275E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96" y="40426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6" name="path-2201">
            <a:extLst xmlns:a="http://schemas.openxmlformats.org/drawingml/2006/main">
              <a:ext uri="{FF2B5EF4-FFF2-40B4-BE49-F238E27FC236}">
                <a16:creationId xmlns:a16="http://schemas.microsoft.com/office/drawing/2014/main" id="{9302844A-0DF5-4CAB-9461-8F85A2C0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726" y="4025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7" name="path-2202">
            <a:extLst xmlns:a="http://schemas.openxmlformats.org/drawingml/2006/main">
              <a:ext uri="{FF2B5EF4-FFF2-40B4-BE49-F238E27FC236}">
                <a16:creationId xmlns:a16="http://schemas.microsoft.com/office/drawing/2014/main" id="{519522F7-FF56-4008-B4FA-1FB83A62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652" y="4033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8" name="path-2203">
            <a:extLst xmlns:a="http://schemas.openxmlformats.org/drawingml/2006/main">
              <a:ext uri="{FF2B5EF4-FFF2-40B4-BE49-F238E27FC236}">
                <a16:creationId xmlns:a16="http://schemas.microsoft.com/office/drawing/2014/main" id="{1E5CD977-4447-4208-AEA2-2CD7F71F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36" y="4068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9" name="path-2204">
            <a:extLst xmlns:a="http://schemas.openxmlformats.org/drawingml/2006/main">
              <a:ext uri="{FF2B5EF4-FFF2-40B4-BE49-F238E27FC236}">
                <a16:creationId xmlns:a16="http://schemas.microsoft.com/office/drawing/2014/main" id="{1136873F-FB61-4AC2-B0BB-46F674CD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840" y="40756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0" name="path-2205">
            <a:extLst xmlns:a="http://schemas.openxmlformats.org/drawingml/2006/main">
              <a:ext uri="{FF2B5EF4-FFF2-40B4-BE49-F238E27FC236}">
                <a16:creationId xmlns:a16="http://schemas.microsoft.com/office/drawing/2014/main" id="{BA34C95E-5F8E-4B58-A82C-4C1533C6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281" y="40527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1" name="path-2206">
            <a:extLst xmlns:a="http://schemas.openxmlformats.org/drawingml/2006/main">
              <a:ext uri="{FF2B5EF4-FFF2-40B4-BE49-F238E27FC236}">
                <a16:creationId xmlns:a16="http://schemas.microsoft.com/office/drawing/2014/main" id="{66F0F0FC-FDBA-4F3C-80B0-89F8C067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079" y="4026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2" name="path-2207">
            <a:extLst xmlns:a="http://schemas.openxmlformats.org/drawingml/2006/main">
              <a:ext uri="{FF2B5EF4-FFF2-40B4-BE49-F238E27FC236}">
                <a16:creationId xmlns:a16="http://schemas.microsoft.com/office/drawing/2014/main" id="{826C0FD2-3AEF-4E01-9A42-E7CEAEE7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137" y="4027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3" name="path-2208">
            <a:extLst xmlns:a="http://schemas.openxmlformats.org/drawingml/2006/main">
              <a:ext uri="{FF2B5EF4-FFF2-40B4-BE49-F238E27FC236}">
                <a16:creationId xmlns:a16="http://schemas.microsoft.com/office/drawing/2014/main" id="{56C0DA97-18CE-4A98-AD42-713BF48A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522" y="4038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4" name="path-2209">
            <a:extLst xmlns:a="http://schemas.openxmlformats.org/drawingml/2006/main">
              <a:ext uri="{FF2B5EF4-FFF2-40B4-BE49-F238E27FC236}">
                <a16:creationId xmlns:a16="http://schemas.microsoft.com/office/drawing/2014/main" id="{D878E81C-64BE-41DD-A9E0-5EDB0C2A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969" y="40386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5" name="path-2210">
            <a:extLst xmlns:a="http://schemas.openxmlformats.org/drawingml/2006/main">
              <a:ext uri="{FF2B5EF4-FFF2-40B4-BE49-F238E27FC236}">
                <a16:creationId xmlns:a16="http://schemas.microsoft.com/office/drawing/2014/main" id="{5BE938D0-5342-4CA9-9611-2549F211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639" y="40647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6" name="path-2211">
            <a:extLst xmlns:a="http://schemas.openxmlformats.org/drawingml/2006/main">
              <a:ext uri="{FF2B5EF4-FFF2-40B4-BE49-F238E27FC236}">
                <a16:creationId xmlns:a16="http://schemas.microsoft.com/office/drawing/2014/main" id="{98D3566B-E34C-4E98-BCF3-A087A125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152" y="40604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7" name="path-2212">
            <a:extLst xmlns:a="http://schemas.openxmlformats.org/drawingml/2006/main">
              <a:ext uri="{FF2B5EF4-FFF2-40B4-BE49-F238E27FC236}">
                <a16:creationId xmlns:a16="http://schemas.microsoft.com/office/drawing/2014/main" id="{4E3F0666-EBD3-4DAD-A5AF-D7A07780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490" y="40668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8" name="path-2213">
            <a:extLst xmlns:a="http://schemas.openxmlformats.org/drawingml/2006/main">
              <a:ext uri="{FF2B5EF4-FFF2-40B4-BE49-F238E27FC236}">
                <a16:creationId xmlns:a16="http://schemas.microsoft.com/office/drawing/2014/main" id="{11E90216-F31C-42B2-BADE-A69354EB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523" y="3980749"/>
            <a:ext cx="217870" cy="217870"/>
          </a:xfrm>
          <a:custGeom xmlns:a="http://schemas.openxmlformats.org/drawingml/2006/main">
            <a:pathLst>
              <a:path w="186211" h="186211">
                <a:moveTo>
                  <a:pt x="0" y="186211"/>
                </a:moveTo>
                <a:lnTo>
                  <a:pt x="186211" y="186211"/>
                </a:lnTo>
                <a:lnTo>
                  <a:pt x="186211" y="0"/>
                </a:lnTo>
                <a:lnTo>
                  <a:pt x="0" y="0"/>
                </a:lnTo>
                <a:lnTo>
                  <a:pt x="0" y="186211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9" name="path-2214">
            <a:extLst xmlns:a="http://schemas.openxmlformats.org/drawingml/2006/main">
              <a:ext uri="{FF2B5EF4-FFF2-40B4-BE49-F238E27FC236}">
                <a16:creationId xmlns:a16="http://schemas.microsoft.com/office/drawing/2014/main" id="{C5F541C5-A2C2-485C-86AA-3885249A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157" y="3966383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0" name="path-2215">
            <a:extLst xmlns:a="http://schemas.openxmlformats.org/drawingml/2006/main">
              <a:ext uri="{FF2B5EF4-FFF2-40B4-BE49-F238E27FC236}">
                <a16:creationId xmlns:a16="http://schemas.microsoft.com/office/drawing/2014/main" id="{86B4DFF6-FC65-4A27-8667-64261690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654" y="3980749"/>
            <a:ext cx="217870" cy="217870"/>
          </a:xfrm>
          <a:custGeom xmlns:a="http://schemas.openxmlformats.org/drawingml/2006/main">
            <a:pathLst>
              <a:path w="186211" h="186211">
                <a:moveTo>
                  <a:pt x="0" y="186211"/>
                </a:moveTo>
                <a:lnTo>
                  <a:pt x="186211" y="186211"/>
                </a:lnTo>
                <a:lnTo>
                  <a:pt x="186211" y="0"/>
                </a:lnTo>
                <a:lnTo>
                  <a:pt x="0" y="0"/>
                </a:lnTo>
                <a:lnTo>
                  <a:pt x="0" y="186211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1" name="path-2216">
            <a:extLst xmlns:a="http://schemas.openxmlformats.org/drawingml/2006/main">
              <a:ext uri="{FF2B5EF4-FFF2-40B4-BE49-F238E27FC236}">
                <a16:creationId xmlns:a16="http://schemas.microsoft.com/office/drawing/2014/main" id="{499350B9-A18A-40E7-AA6B-7BC5BCA5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5288" y="3966383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2" name="path-2217">
            <a:extLst xmlns:a="http://schemas.openxmlformats.org/drawingml/2006/main">
              <a:ext uri="{FF2B5EF4-FFF2-40B4-BE49-F238E27FC236}">
                <a16:creationId xmlns:a16="http://schemas.microsoft.com/office/drawing/2014/main" id="{4069E633-65C5-4338-896E-EF9CCF30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956" y="3980749"/>
            <a:ext cx="217870" cy="217870"/>
          </a:xfrm>
          <a:custGeom xmlns:a="http://schemas.openxmlformats.org/drawingml/2006/main">
            <a:pathLst>
              <a:path w="186211" h="186211">
                <a:moveTo>
                  <a:pt x="93105" y="0"/>
                </a:moveTo>
                <a:lnTo>
                  <a:pt x="0" y="186211"/>
                </a:lnTo>
                <a:lnTo>
                  <a:pt x="186211" y="186211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3" name="path-2218">
            <a:extLst xmlns:a="http://schemas.openxmlformats.org/drawingml/2006/main">
              <a:ext uri="{FF2B5EF4-FFF2-40B4-BE49-F238E27FC236}">
                <a16:creationId xmlns:a16="http://schemas.microsoft.com/office/drawing/2014/main" id="{B06D8B05-7221-4941-8395-E2C82604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7711" y="3948626"/>
            <a:ext cx="264360" cy="264360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8885" y="208175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5"/>
                </a:lnTo>
                <a:lnTo>
                  <a:pt x="206078" y="213666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5"/>
                </a:lnTo>
                <a:lnTo>
                  <a:pt x="19867" y="213666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6"/>
                </a:lnTo>
                <a:lnTo>
                  <a:pt x="206078" y="201388"/>
                </a:lnTo>
                <a:lnTo>
                  <a:pt x="19867" y="201388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17060" y="208175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4" name="path-2219">
            <a:extLst xmlns:a="http://schemas.openxmlformats.org/drawingml/2006/main">
              <a:ext uri="{FF2B5EF4-FFF2-40B4-BE49-F238E27FC236}">
                <a16:creationId xmlns:a16="http://schemas.microsoft.com/office/drawing/2014/main" id="{23977D75-1353-47BA-8826-F693922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25" y="3980749"/>
            <a:ext cx="217870" cy="217870"/>
          </a:xfrm>
          <a:custGeom xmlns:a="http://schemas.openxmlformats.org/drawingml/2006/main">
            <a:pathLst>
              <a:path w="186211" h="186211">
                <a:moveTo>
                  <a:pt x="93105" y="0"/>
                </a:moveTo>
                <a:lnTo>
                  <a:pt x="0" y="186211"/>
                </a:lnTo>
                <a:lnTo>
                  <a:pt x="186211" y="186211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5" name="path-2220">
            <a:extLst xmlns:a="http://schemas.openxmlformats.org/drawingml/2006/main">
              <a:ext uri="{FF2B5EF4-FFF2-40B4-BE49-F238E27FC236}">
                <a16:creationId xmlns:a16="http://schemas.microsoft.com/office/drawing/2014/main" id="{2804D0CC-5AFA-4638-8446-D1AE012B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580" y="3948626"/>
            <a:ext cx="264360" cy="264360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8885" y="208175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5"/>
                </a:lnTo>
                <a:lnTo>
                  <a:pt x="206078" y="213666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5"/>
                </a:lnTo>
                <a:lnTo>
                  <a:pt x="19867" y="213666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6"/>
                </a:lnTo>
                <a:lnTo>
                  <a:pt x="206078" y="201388"/>
                </a:lnTo>
                <a:lnTo>
                  <a:pt x="19867" y="201388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17060" y="208175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6" name="path-2221">
            <a:extLst xmlns:a="http://schemas.openxmlformats.org/drawingml/2006/main">
              <a:ext uri="{FF2B5EF4-FFF2-40B4-BE49-F238E27FC236}">
                <a16:creationId xmlns:a16="http://schemas.microsoft.com/office/drawing/2014/main" id="{EAB0B61D-71B6-42C4-936A-390423C0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4315947"/>
            <a:ext cx="106398" cy="118519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9" y="90508"/>
                </a:lnTo>
                <a:lnTo>
                  <a:pt x="22497" y="98402"/>
                </a:lnTo>
                <a:lnTo>
                  <a:pt x="36836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7" name="path-2222">
            <a:extLst xmlns:a="http://schemas.openxmlformats.org/drawingml/2006/main">
              <a:ext uri="{FF2B5EF4-FFF2-40B4-BE49-F238E27FC236}">
                <a16:creationId xmlns:a16="http://schemas.microsoft.com/office/drawing/2014/main" id="{6190E5F2-C1D3-460D-AED7-7DB2783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4014261"/>
            <a:ext cx="21548" cy="15084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8" name="path-2223">
            <a:extLst xmlns:a="http://schemas.openxmlformats.org/drawingml/2006/main">
              <a:ext uri="{FF2B5EF4-FFF2-40B4-BE49-F238E27FC236}">
                <a16:creationId xmlns:a16="http://schemas.microsoft.com/office/drawing/2014/main" id="{59642677-3728-487C-AE8C-2155313D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3744900"/>
            <a:ext cx="106398" cy="118519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9" name="path-2224">
            <a:extLst xmlns:a="http://schemas.openxmlformats.org/drawingml/2006/main">
              <a:ext uri="{FF2B5EF4-FFF2-40B4-BE49-F238E27FC236}">
                <a16:creationId xmlns:a16="http://schemas.microsoft.com/office/drawing/2014/main" id="{851D5A9E-25F3-42AC-811D-268A48DE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97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0" name="path-2225">
            <a:extLst xmlns:a="http://schemas.openxmlformats.org/drawingml/2006/main">
              <a:ext uri="{FF2B5EF4-FFF2-40B4-BE49-F238E27FC236}">
                <a16:creationId xmlns:a16="http://schemas.microsoft.com/office/drawing/2014/main" id="{04F79210-EFF1-452A-A55C-68AA02FF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175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1" name="path-2226">
            <a:extLst xmlns:a="http://schemas.openxmlformats.org/drawingml/2006/main">
              <a:ext uri="{FF2B5EF4-FFF2-40B4-BE49-F238E27FC236}">
                <a16:creationId xmlns:a16="http://schemas.microsoft.com/office/drawing/2014/main" id="{720D0A63-7598-4A21-A92E-02C8B858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375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2" name="path-2227">
            <a:extLst xmlns:a="http://schemas.openxmlformats.org/drawingml/2006/main">
              <a:ext uri="{FF2B5EF4-FFF2-40B4-BE49-F238E27FC236}">
                <a16:creationId xmlns:a16="http://schemas.microsoft.com/office/drawing/2014/main" id="{EE0E0D8D-6EB4-4955-B028-95AF90B5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575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3" name="path-2228">
            <a:extLst xmlns:a="http://schemas.openxmlformats.org/drawingml/2006/main">
              <a:ext uri="{FF2B5EF4-FFF2-40B4-BE49-F238E27FC236}">
                <a16:creationId xmlns:a16="http://schemas.microsoft.com/office/drawing/2014/main" id="{97AC6F7C-2B0A-4F66-900B-F28577F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775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4" name="path-2229">
            <a:extLst xmlns:a="http://schemas.openxmlformats.org/drawingml/2006/main">
              <a:ext uri="{FF2B5EF4-FFF2-40B4-BE49-F238E27FC236}">
                <a16:creationId xmlns:a16="http://schemas.microsoft.com/office/drawing/2014/main" id="{D5DA7A33-7254-40DB-834B-6B318C18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97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5" name="path-2230">
            <a:extLst xmlns:a="http://schemas.openxmlformats.org/drawingml/2006/main">
              <a:ext uri="{FF2B5EF4-FFF2-40B4-BE49-F238E27FC236}">
                <a16:creationId xmlns:a16="http://schemas.microsoft.com/office/drawing/2014/main" id="{09C121B2-C791-4517-BCB8-A37BF34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175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6" name="path-2231">
            <a:extLst xmlns:a="http://schemas.openxmlformats.org/drawingml/2006/main">
              <a:ext uri="{FF2B5EF4-FFF2-40B4-BE49-F238E27FC236}">
                <a16:creationId xmlns:a16="http://schemas.microsoft.com/office/drawing/2014/main" id="{FAE5FD5B-307A-4E6A-8E29-BC54480A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37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7" name="path-2232">
            <a:extLst xmlns:a="http://schemas.openxmlformats.org/drawingml/2006/main">
              <a:ext uri="{FF2B5EF4-FFF2-40B4-BE49-F238E27FC236}">
                <a16:creationId xmlns:a16="http://schemas.microsoft.com/office/drawing/2014/main" id="{B9B42C6F-E31A-42EE-9FCA-66EFA191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57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8" name="path-2233">
            <a:extLst xmlns:a="http://schemas.openxmlformats.org/drawingml/2006/main">
              <a:ext uri="{FF2B5EF4-FFF2-40B4-BE49-F238E27FC236}">
                <a16:creationId xmlns:a16="http://schemas.microsoft.com/office/drawing/2014/main" id="{EAC92FEA-34E4-4C4D-835C-175F0B86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775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9" name="path-2234">
            <a:extLst xmlns:a="http://schemas.openxmlformats.org/drawingml/2006/main">
              <a:ext uri="{FF2B5EF4-FFF2-40B4-BE49-F238E27FC236}">
                <a16:creationId xmlns:a16="http://schemas.microsoft.com/office/drawing/2014/main" id="{569C09B4-BBB9-4403-B8A9-A5B44CD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97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0" name="path-2235">
            <a:extLst xmlns:a="http://schemas.openxmlformats.org/drawingml/2006/main">
              <a:ext uri="{FF2B5EF4-FFF2-40B4-BE49-F238E27FC236}">
                <a16:creationId xmlns:a16="http://schemas.microsoft.com/office/drawing/2014/main" id="{5CE3CCCF-1370-4983-A4E9-6BAE5A0E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4175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1" name="path-2236">
            <a:extLst xmlns:a="http://schemas.openxmlformats.org/drawingml/2006/main">
              <a:ext uri="{FF2B5EF4-FFF2-40B4-BE49-F238E27FC236}">
                <a16:creationId xmlns:a16="http://schemas.microsoft.com/office/drawing/2014/main" id="{BAE10110-1063-4E7A-93DF-2E5E9BE9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37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2" name="path-2237">
            <a:extLst xmlns:a="http://schemas.openxmlformats.org/drawingml/2006/main">
              <a:ext uri="{FF2B5EF4-FFF2-40B4-BE49-F238E27FC236}">
                <a16:creationId xmlns:a16="http://schemas.microsoft.com/office/drawing/2014/main" id="{43DB41B1-3221-492D-AA0F-A2A80254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575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3" name="path-2238">
            <a:extLst xmlns:a="http://schemas.openxmlformats.org/drawingml/2006/main">
              <a:ext uri="{FF2B5EF4-FFF2-40B4-BE49-F238E27FC236}">
                <a16:creationId xmlns:a16="http://schemas.microsoft.com/office/drawing/2014/main" id="{98C4E55D-A73C-4473-9A00-15EE70F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775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4" name="path-2239">
            <a:extLst xmlns:a="http://schemas.openxmlformats.org/drawingml/2006/main">
              <a:ext uri="{FF2B5EF4-FFF2-40B4-BE49-F238E27FC236}">
                <a16:creationId xmlns:a16="http://schemas.microsoft.com/office/drawing/2014/main" id="{9D25FC88-DE32-42C4-96B6-47FF5D35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974" y="3744900"/>
            <a:ext cx="106398" cy="118519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9" y="10789"/>
                </a:lnTo>
                <a:lnTo>
                  <a:pt x="68440" y="2895"/>
                </a:lnTo>
                <a:lnTo>
                  <a:pt x="54102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5" name="path-2240">
            <a:extLst xmlns:a="http://schemas.openxmlformats.org/drawingml/2006/main">
              <a:ext uri="{FF2B5EF4-FFF2-40B4-BE49-F238E27FC236}">
                <a16:creationId xmlns:a16="http://schemas.microsoft.com/office/drawing/2014/main" id="{AA4FFD4B-4A29-44E3-826D-A48CCAD7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1823" y="4014261"/>
            <a:ext cx="21550" cy="15084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6" name="path-2241">
            <a:extLst xmlns:a="http://schemas.openxmlformats.org/drawingml/2006/main">
              <a:ext uri="{FF2B5EF4-FFF2-40B4-BE49-F238E27FC236}">
                <a16:creationId xmlns:a16="http://schemas.microsoft.com/office/drawing/2014/main" id="{AED05DEA-AE04-46EF-A400-843D20B3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974" y="4315947"/>
            <a:ext cx="106398" cy="118519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2" y="101297"/>
                </a:lnTo>
                <a:lnTo>
                  <a:pt x="68440" y="98402"/>
                </a:lnTo>
                <a:lnTo>
                  <a:pt x="80149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7" name="path-2242">
            <a:extLst xmlns:a="http://schemas.openxmlformats.org/drawingml/2006/main">
              <a:ext uri="{FF2B5EF4-FFF2-40B4-BE49-F238E27FC236}">
                <a16:creationId xmlns:a16="http://schemas.microsoft.com/office/drawing/2014/main" id="{AE1E67E2-D7C4-425C-9BF2-1D5F7C4F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775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8" name="path-2243">
            <a:extLst xmlns:a="http://schemas.openxmlformats.org/drawingml/2006/main">
              <a:ext uri="{FF2B5EF4-FFF2-40B4-BE49-F238E27FC236}">
                <a16:creationId xmlns:a16="http://schemas.microsoft.com/office/drawing/2014/main" id="{C18B8109-E6D7-4083-BB64-90CD91C7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575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9" name="path-2244">
            <a:extLst xmlns:a="http://schemas.openxmlformats.org/drawingml/2006/main">
              <a:ext uri="{FF2B5EF4-FFF2-40B4-BE49-F238E27FC236}">
                <a16:creationId xmlns:a16="http://schemas.microsoft.com/office/drawing/2014/main" id="{3D6804BC-28AF-4373-9033-A8E8ADA6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37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0" name="path-2245">
            <a:extLst xmlns:a="http://schemas.openxmlformats.org/drawingml/2006/main">
              <a:ext uri="{FF2B5EF4-FFF2-40B4-BE49-F238E27FC236}">
                <a16:creationId xmlns:a16="http://schemas.microsoft.com/office/drawing/2014/main" id="{9A0A8275-ABF8-4CA6-A976-7A820090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4175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1" name="path-2246">
            <a:extLst xmlns:a="http://schemas.openxmlformats.org/drawingml/2006/main">
              <a:ext uri="{FF2B5EF4-FFF2-40B4-BE49-F238E27FC236}">
                <a16:creationId xmlns:a16="http://schemas.microsoft.com/office/drawing/2014/main" id="{C9BF1C29-562D-434F-94AA-892B4D32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97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2" name="path-2247">
            <a:extLst xmlns:a="http://schemas.openxmlformats.org/drawingml/2006/main">
              <a:ext uri="{FF2B5EF4-FFF2-40B4-BE49-F238E27FC236}">
                <a16:creationId xmlns:a16="http://schemas.microsoft.com/office/drawing/2014/main" id="{A1A25E28-6181-4440-90FB-A4280817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775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3" name="path-2248">
            <a:extLst xmlns:a="http://schemas.openxmlformats.org/drawingml/2006/main">
              <a:ext uri="{FF2B5EF4-FFF2-40B4-BE49-F238E27FC236}">
                <a16:creationId xmlns:a16="http://schemas.microsoft.com/office/drawing/2014/main" id="{1FFC9197-3253-446C-AC8F-BA1650A2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57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4" name="path-2249">
            <a:extLst xmlns:a="http://schemas.openxmlformats.org/drawingml/2006/main">
              <a:ext uri="{FF2B5EF4-FFF2-40B4-BE49-F238E27FC236}">
                <a16:creationId xmlns:a16="http://schemas.microsoft.com/office/drawing/2014/main" id="{BED5E805-80D2-4531-9F46-9F87E66F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37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5" name="path-2250">
            <a:extLst xmlns:a="http://schemas.openxmlformats.org/drawingml/2006/main">
              <a:ext uri="{FF2B5EF4-FFF2-40B4-BE49-F238E27FC236}">
                <a16:creationId xmlns:a16="http://schemas.microsoft.com/office/drawing/2014/main" id="{BEFB666E-DE36-46BA-ABAE-F209BE0D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175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6" name="path-2251">
            <a:extLst xmlns:a="http://schemas.openxmlformats.org/drawingml/2006/main">
              <a:ext uri="{FF2B5EF4-FFF2-40B4-BE49-F238E27FC236}">
                <a16:creationId xmlns:a16="http://schemas.microsoft.com/office/drawing/2014/main" id="{0D0AC90F-55F4-4EE6-ADFF-7451311A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97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7" name="path-2252">
            <a:extLst xmlns:a="http://schemas.openxmlformats.org/drawingml/2006/main">
              <a:ext uri="{FF2B5EF4-FFF2-40B4-BE49-F238E27FC236}">
                <a16:creationId xmlns:a16="http://schemas.microsoft.com/office/drawing/2014/main" id="{1C8C65AE-2D0D-4D50-A2BC-5195820F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775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8" name="path-2253">
            <a:extLst xmlns:a="http://schemas.openxmlformats.org/drawingml/2006/main">
              <a:ext uri="{FF2B5EF4-FFF2-40B4-BE49-F238E27FC236}">
                <a16:creationId xmlns:a16="http://schemas.microsoft.com/office/drawing/2014/main" id="{C4CFCAA1-43AA-4852-A923-FC6F22AA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575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9" name="path-2254">
            <a:extLst xmlns:a="http://schemas.openxmlformats.org/drawingml/2006/main">
              <a:ext uri="{FF2B5EF4-FFF2-40B4-BE49-F238E27FC236}">
                <a16:creationId xmlns:a16="http://schemas.microsoft.com/office/drawing/2014/main" id="{F10DB21D-3250-4669-AA2F-01F754D9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375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0" name="path-2255">
            <a:extLst xmlns:a="http://schemas.openxmlformats.org/drawingml/2006/main">
              <a:ext uri="{FF2B5EF4-FFF2-40B4-BE49-F238E27FC236}">
                <a16:creationId xmlns:a16="http://schemas.microsoft.com/office/drawing/2014/main" id="{1AB1D52B-0F39-45B5-920A-0030A01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175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1" name="path-2256">
            <a:extLst xmlns:a="http://schemas.openxmlformats.org/drawingml/2006/main">
              <a:ext uri="{FF2B5EF4-FFF2-40B4-BE49-F238E27FC236}">
                <a16:creationId xmlns:a16="http://schemas.microsoft.com/office/drawing/2014/main" id="{AF00F4B8-65A3-4699-A28F-C3D4992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97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2" name="path-2257">
            <a:extLst xmlns:a="http://schemas.openxmlformats.org/drawingml/2006/main">
              <a:ext uri="{FF2B5EF4-FFF2-40B4-BE49-F238E27FC236}">
                <a16:creationId xmlns:a16="http://schemas.microsoft.com/office/drawing/2014/main" id="{50CC4CA8-CD71-4991-B56D-EE99A58B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58" y="1301947"/>
            <a:ext cx="3755038" cy="364848"/>
          </a:xfrm>
          <a:custGeom xmlns:a="http://schemas.openxmlformats.org/drawingml/2006/main">
            <a:pathLst>
              <a:path w="3209384" h="311831">
                <a:moveTo>
                  <a:pt x="136010" y="5297"/>
                </a:moveTo>
                <a:lnTo>
                  <a:pt x="208457" y="159760"/>
                </a:lnTo>
                <a:lnTo>
                  <a:pt x="241092" y="47672"/>
                </a:lnTo>
                <a:cubicBezTo>
                  <a:pt x="242801" y="41521"/>
                  <a:pt x="243655" y="36053"/>
                  <a:pt x="243655" y="31269"/>
                </a:cubicBezTo>
                <a:cubicBezTo>
                  <a:pt x="243655" y="25573"/>
                  <a:pt x="241833" y="21017"/>
                  <a:pt x="238187" y="17599"/>
                </a:cubicBezTo>
                <a:cubicBezTo>
                  <a:pt x="234657" y="14182"/>
                  <a:pt x="228505" y="12189"/>
                  <a:pt x="219735" y="11619"/>
                </a:cubicBezTo>
                <a:lnTo>
                  <a:pt x="221614" y="5297"/>
                </a:lnTo>
                <a:lnTo>
                  <a:pt x="295087" y="5297"/>
                </a:lnTo>
                <a:lnTo>
                  <a:pt x="293377" y="11619"/>
                </a:lnTo>
                <a:cubicBezTo>
                  <a:pt x="284037" y="12189"/>
                  <a:pt x="276291" y="14809"/>
                  <a:pt x="270140" y="19479"/>
                </a:cubicBezTo>
                <a:cubicBezTo>
                  <a:pt x="264102" y="24149"/>
                  <a:pt x="258977" y="33547"/>
                  <a:pt x="254762" y="47672"/>
                </a:cubicBezTo>
                <a:lnTo>
                  <a:pt x="198206" y="239555"/>
                </a:lnTo>
                <a:lnTo>
                  <a:pt x="191712" y="239555"/>
                </a:lnTo>
                <a:lnTo>
                  <a:pt x="98760" y="42033"/>
                </a:lnTo>
                <a:lnTo>
                  <a:pt x="53823" y="195984"/>
                </a:lnTo>
                <a:cubicBezTo>
                  <a:pt x="52342" y="201338"/>
                  <a:pt x="51601" y="206122"/>
                  <a:pt x="51601" y="210337"/>
                </a:cubicBezTo>
                <a:cubicBezTo>
                  <a:pt x="51601" y="216488"/>
                  <a:pt x="53596" y="221443"/>
                  <a:pt x="57582" y="225202"/>
                </a:cubicBezTo>
                <a:cubicBezTo>
                  <a:pt x="61682" y="228847"/>
                  <a:pt x="68176" y="230670"/>
                  <a:pt x="77061" y="230670"/>
                </a:cubicBezTo>
                <a:lnTo>
                  <a:pt x="75523" y="236992"/>
                </a:lnTo>
                <a:lnTo>
                  <a:pt x="0" y="236992"/>
                </a:lnTo>
                <a:lnTo>
                  <a:pt x="1538" y="230670"/>
                </a:lnTo>
                <a:cubicBezTo>
                  <a:pt x="8031" y="230670"/>
                  <a:pt x="12644" y="230100"/>
                  <a:pt x="15379" y="228961"/>
                </a:cubicBezTo>
                <a:cubicBezTo>
                  <a:pt x="20162" y="227139"/>
                  <a:pt x="24833" y="223664"/>
                  <a:pt x="29389" y="218538"/>
                </a:cubicBezTo>
                <a:cubicBezTo>
                  <a:pt x="33946" y="213298"/>
                  <a:pt x="37648" y="205780"/>
                  <a:pt x="40495" y="195984"/>
                </a:cubicBezTo>
                <a:lnTo>
                  <a:pt x="89535" y="27680"/>
                </a:lnTo>
                <a:cubicBezTo>
                  <a:pt x="83497" y="20960"/>
                  <a:pt x="78428" y="16631"/>
                  <a:pt x="74328" y="14695"/>
                </a:cubicBezTo>
                <a:cubicBezTo>
                  <a:pt x="70226" y="12758"/>
                  <a:pt x="64075" y="11733"/>
                  <a:pt x="55874" y="11619"/>
                </a:cubicBezTo>
                <a:lnTo>
                  <a:pt x="57753" y="5297"/>
                </a:lnTo>
                <a:lnTo>
                  <a:pt x="136010" y="5297"/>
                </a:lnTo>
                <a:moveTo>
                  <a:pt x="379153" y="78599"/>
                </a:moveTo>
                <a:cubicBezTo>
                  <a:pt x="388152" y="78599"/>
                  <a:pt x="396582" y="80706"/>
                  <a:pt x="404441" y="84921"/>
                </a:cubicBezTo>
                <a:cubicBezTo>
                  <a:pt x="412414" y="89022"/>
                  <a:pt x="418395" y="94774"/>
                  <a:pt x="422382" y="102178"/>
                </a:cubicBezTo>
                <a:cubicBezTo>
                  <a:pt x="426482" y="109583"/>
                  <a:pt x="428533" y="117784"/>
                  <a:pt x="428533" y="126783"/>
                </a:cubicBezTo>
                <a:cubicBezTo>
                  <a:pt x="428533" y="145237"/>
                  <a:pt x="423350" y="163690"/>
                  <a:pt x="412985" y="182144"/>
                </a:cubicBezTo>
                <a:cubicBezTo>
                  <a:pt x="402732" y="200597"/>
                  <a:pt x="389177" y="215178"/>
                  <a:pt x="372318" y="225886"/>
                </a:cubicBezTo>
                <a:cubicBezTo>
                  <a:pt x="355460" y="236479"/>
                  <a:pt x="338487" y="241776"/>
                  <a:pt x="321400" y="241776"/>
                </a:cubicBezTo>
                <a:cubicBezTo>
                  <a:pt x="305908" y="241776"/>
                  <a:pt x="293891" y="237163"/>
                  <a:pt x="285348" y="227936"/>
                </a:cubicBezTo>
                <a:cubicBezTo>
                  <a:pt x="276918" y="218709"/>
                  <a:pt x="272702" y="207432"/>
                  <a:pt x="272702" y="194104"/>
                </a:cubicBezTo>
                <a:cubicBezTo>
                  <a:pt x="272702" y="178271"/>
                  <a:pt x="275836" y="163462"/>
                  <a:pt x="282101" y="149679"/>
                </a:cubicBezTo>
                <a:cubicBezTo>
                  <a:pt x="288480" y="135782"/>
                  <a:pt x="296511" y="123707"/>
                  <a:pt x="306193" y="113455"/>
                </a:cubicBezTo>
                <a:cubicBezTo>
                  <a:pt x="315989" y="103089"/>
                  <a:pt x="327210" y="94717"/>
                  <a:pt x="339854" y="88338"/>
                </a:cubicBezTo>
                <a:cubicBezTo>
                  <a:pt x="352498" y="81845"/>
                  <a:pt x="365597" y="78599"/>
                  <a:pt x="379153" y="78599"/>
                </a:cubicBezTo>
                <a:moveTo>
                  <a:pt x="372148" y="87655"/>
                </a:moveTo>
                <a:cubicBezTo>
                  <a:pt x="366109" y="87655"/>
                  <a:pt x="361098" y="89420"/>
                  <a:pt x="357111" y="92951"/>
                </a:cubicBezTo>
                <a:cubicBezTo>
                  <a:pt x="349138" y="100128"/>
                  <a:pt x="340138" y="116930"/>
                  <a:pt x="330114" y="143357"/>
                </a:cubicBezTo>
                <a:cubicBezTo>
                  <a:pt x="320090" y="169671"/>
                  <a:pt x="315078" y="193421"/>
                  <a:pt x="315078" y="214608"/>
                </a:cubicBezTo>
                <a:cubicBezTo>
                  <a:pt x="315078" y="219848"/>
                  <a:pt x="316672" y="224177"/>
                  <a:pt x="319862" y="227594"/>
                </a:cubicBezTo>
                <a:cubicBezTo>
                  <a:pt x="323051" y="231011"/>
                  <a:pt x="326810" y="232720"/>
                  <a:pt x="331139" y="232720"/>
                </a:cubicBezTo>
                <a:cubicBezTo>
                  <a:pt x="335582" y="232720"/>
                  <a:pt x="339512" y="231353"/>
                  <a:pt x="342929" y="228620"/>
                </a:cubicBezTo>
                <a:cubicBezTo>
                  <a:pt x="347941" y="224519"/>
                  <a:pt x="354092" y="215349"/>
                  <a:pt x="361383" y="201110"/>
                </a:cubicBezTo>
                <a:cubicBezTo>
                  <a:pt x="368673" y="186757"/>
                  <a:pt x="374653" y="170981"/>
                  <a:pt x="379324" y="153780"/>
                </a:cubicBezTo>
                <a:cubicBezTo>
                  <a:pt x="383994" y="136465"/>
                  <a:pt x="386329" y="120632"/>
                  <a:pt x="386329" y="106279"/>
                </a:cubicBezTo>
                <a:cubicBezTo>
                  <a:pt x="386329" y="100356"/>
                  <a:pt x="384905" y="95799"/>
                  <a:pt x="382057" y="92610"/>
                </a:cubicBezTo>
                <a:cubicBezTo>
                  <a:pt x="379210" y="89306"/>
                  <a:pt x="375906" y="87655"/>
                  <a:pt x="372148" y="87655"/>
                </a:cubicBezTo>
                <a:moveTo>
                  <a:pt x="532590" y="78599"/>
                </a:moveTo>
                <a:lnTo>
                  <a:pt x="511403" y="151900"/>
                </a:lnTo>
                <a:cubicBezTo>
                  <a:pt x="525643" y="130485"/>
                  <a:pt x="536292" y="115848"/>
                  <a:pt x="543355" y="107988"/>
                </a:cubicBezTo>
                <a:cubicBezTo>
                  <a:pt x="553721" y="96596"/>
                  <a:pt x="562663" y="88851"/>
                  <a:pt x="570182" y="84750"/>
                </a:cubicBezTo>
                <a:cubicBezTo>
                  <a:pt x="577700" y="80649"/>
                  <a:pt x="584762" y="78599"/>
                  <a:pt x="591369" y="78599"/>
                </a:cubicBezTo>
                <a:cubicBezTo>
                  <a:pt x="597292" y="78599"/>
                  <a:pt x="602362" y="80820"/>
                  <a:pt x="606576" y="85262"/>
                </a:cubicBezTo>
                <a:cubicBezTo>
                  <a:pt x="610790" y="89591"/>
                  <a:pt x="612898" y="95287"/>
                  <a:pt x="612898" y="102349"/>
                </a:cubicBezTo>
                <a:cubicBezTo>
                  <a:pt x="612898" y="108728"/>
                  <a:pt x="611531" y="116474"/>
                  <a:pt x="608797" y="125587"/>
                </a:cubicBezTo>
                <a:lnTo>
                  <a:pt x="586926" y="198547"/>
                </a:lnTo>
                <a:cubicBezTo>
                  <a:pt x="585104" y="204926"/>
                  <a:pt x="584193" y="209084"/>
                  <a:pt x="584193" y="211020"/>
                </a:cubicBezTo>
                <a:cubicBezTo>
                  <a:pt x="584193" y="212159"/>
                  <a:pt x="584592" y="213184"/>
                  <a:pt x="585389" y="214096"/>
                </a:cubicBezTo>
                <a:cubicBezTo>
                  <a:pt x="586300" y="215007"/>
                  <a:pt x="587212" y="215463"/>
                  <a:pt x="588122" y="215463"/>
                </a:cubicBezTo>
                <a:cubicBezTo>
                  <a:pt x="589261" y="215463"/>
                  <a:pt x="590457" y="215007"/>
                  <a:pt x="591711" y="214096"/>
                </a:cubicBezTo>
                <a:cubicBezTo>
                  <a:pt x="595698" y="210792"/>
                  <a:pt x="599741" y="206122"/>
                  <a:pt x="603843" y="200085"/>
                </a:cubicBezTo>
                <a:cubicBezTo>
                  <a:pt x="604867" y="198490"/>
                  <a:pt x="606519" y="196098"/>
                  <a:pt x="608797" y="192908"/>
                </a:cubicBezTo>
                <a:lnTo>
                  <a:pt x="615290" y="196838"/>
                </a:lnTo>
                <a:cubicBezTo>
                  <a:pt x="598545" y="224974"/>
                  <a:pt x="580946" y="239042"/>
                  <a:pt x="562492" y="239042"/>
                </a:cubicBezTo>
                <a:cubicBezTo>
                  <a:pt x="555430" y="239042"/>
                  <a:pt x="549905" y="237220"/>
                  <a:pt x="545918" y="233575"/>
                </a:cubicBezTo>
                <a:cubicBezTo>
                  <a:pt x="541932" y="229929"/>
                  <a:pt x="539938" y="225373"/>
                  <a:pt x="539938" y="219905"/>
                </a:cubicBezTo>
                <a:cubicBezTo>
                  <a:pt x="539938" y="215121"/>
                  <a:pt x="541305" y="208001"/>
                  <a:pt x="544039" y="198547"/>
                </a:cubicBezTo>
                <a:lnTo>
                  <a:pt x="565397" y="125587"/>
                </a:lnTo>
                <a:cubicBezTo>
                  <a:pt x="566878" y="120803"/>
                  <a:pt x="567619" y="117271"/>
                  <a:pt x="567619" y="114993"/>
                </a:cubicBezTo>
                <a:cubicBezTo>
                  <a:pt x="567619" y="113740"/>
                  <a:pt x="567105" y="112658"/>
                  <a:pt x="566081" y="111747"/>
                </a:cubicBezTo>
                <a:cubicBezTo>
                  <a:pt x="565056" y="110722"/>
                  <a:pt x="563860" y="110209"/>
                  <a:pt x="562492" y="110209"/>
                </a:cubicBezTo>
                <a:cubicBezTo>
                  <a:pt x="558163" y="110209"/>
                  <a:pt x="552924" y="113171"/>
                  <a:pt x="546773" y="119094"/>
                </a:cubicBezTo>
                <a:cubicBezTo>
                  <a:pt x="531053" y="134130"/>
                  <a:pt x="515846" y="156514"/>
                  <a:pt x="501152" y="186244"/>
                </a:cubicBezTo>
                <a:lnTo>
                  <a:pt x="487141" y="236992"/>
                </a:lnTo>
                <a:lnTo>
                  <a:pt x="443569" y="236992"/>
                </a:lnTo>
                <a:lnTo>
                  <a:pt x="475521" y="127296"/>
                </a:lnTo>
                <a:cubicBezTo>
                  <a:pt x="478597" y="116474"/>
                  <a:pt x="480135" y="108785"/>
                  <a:pt x="480135" y="104229"/>
                </a:cubicBezTo>
                <a:cubicBezTo>
                  <a:pt x="480135" y="102292"/>
                  <a:pt x="479680" y="100698"/>
                  <a:pt x="478768" y="99444"/>
                </a:cubicBezTo>
                <a:cubicBezTo>
                  <a:pt x="477857" y="98077"/>
                  <a:pt x="476376" y="97052"/>
                  <a:pt x="474325" y="96369"/>
                </a:cubicBezTo>
                <a:cubicBezTo>
                  <a:pt x="472275" y="95571"/>
                  <a:pt x="468402" y="95173"/>
                  <a:pt x="462707" y="95173"/>
                </a:cubicBezTo>
                <a:lnTo>
                  <a:pt x="464586" y="88680"/>
                </a:lnTo>
                <a:lnTo>
                  <a:pt x="522168" y="78599"/>
                </a:lnTo>
                <a:lnTo>
                  <a:pt x="532590" y="78599"/>
                </a:lnTo>
                <a:moveTo>
                  <a:pt x="647243" y="142503"/>
                </a:moveTo>
                <a:lnTo>
                  <a:pt x="746687" y="142503"/>
                </a:lnTo>
                <a:lnTo>
                  <a:pt x="736093" y="178043"/>
                </a:lnTo>
                <a:lnTo>
                  <a:pt x="636136" y="178043"/>
                </a:lnTo>
                <a:lnTo>
                  <a:pt x="647243" y="142503"/>
                </a:lnTo>
                <a:moveTo>
                  <a:pt x="771633" y="88167"/>
                </a:moveTo>
                <a:lnTo>
                  <a:pt x="828190" y="78599"/>
                </a:lnTo>
                <a:lnTo>
                  <a:pt x="838442" y="78599"/>
                </a:lnTo>
                <a:lnTo>
                  <a:pt x="830752" y="106450"/>
                </a:lnTo>
                <a:cubicBezTo>
                  <a:pt x="842714" y="95515"/>
                  <a:pt x="852510" y="88167"/>
                  <a:pt x="860142" y="84408"/>
                </a:cubicBezTo>
                <a:cubicBezTo>
                  <a:pt x="867773" y="80535"/>
                  <a:pt x="875349" y="78599"/>
                  <a:pt x="882867" y="78599"/>
                </a:cubicBezTo>
                <a:cubicBezTo>
                  <a:pt x="893575" y="78599"/>
                  <a:pt x="901833" y="82756"/>
                  <a:pt x="907643" y="91072"/>
                </a:cubicBezTo>
                <a:cubicBezTo>
                  <a:pt x="913452" y="99273"/>
                  <a:pt x="916356" y="109355"/>
                  <a:pt x="916356" y="121315"/>
                </a:cubicBezTo>
                <a:cubicBezTo>
                  <a:pt x="916356" y="154008"/>
                  <a:pt x="905023" y="182998"/>
                  <a:pt x="882355" y="208286"/>
                </a:cubicBezTo>
                <a:cubicBezTo>
                  <a:pt x="862307" y="230613"/>
                  <a:pt x="840436" y="241776"/>
                  <a:pt x="816742" y="241776"/>
                </a:cubicBezTo>
                <a:cubicBezTo>
                  <a:pt x="812527" y="241776"/>
                  <a:pt x="808939" y="241377"/>
                  <a:pt x="805978" y="240580"/>
                </a:cubicBezTo>
                <a:cubicBezTo>
                  <a:pt x="803016" y="239783"/>
                  <a:pt x="798858" y="238017"/>
                  <a:pt x="793504" y="235283"/>
                </a:cubicBezTo>
                <a:lnTo>
                  <a:pt x="784619" y="266039"/>
                </a:lnTo>
                <a:cubicBezTo>
                  <a:pt x="781429" y="277203"/>
                  <a:pt x="779834" y="285689"/>
                  <a:pt x="779834" y="291498"/>
                </a:cubicBezTo>
                <a:cubicBezTo>
                  <a:pt x="779834" y="295143"/>
                  <a:pt x="781088" y="297991"/>
                  <a:pt x="783593" y="300042"/>
                </a:cubicBezTo>
                <a:cubicBezTo>
                  <a:pt x="786100" y="302206"/>
                  <a:pt x="791966" y="304028"/>
                  <a:pt x="801193" y="305509"/>
                </a:cubicBezTo>
                <a:lnTo>
                  <a:pt x="799656" y="311831"/>
                </a:lnTo>
                <a:lnTo>
                  <a:pt x="707729" y="311831"/>
                </a:lnTo>
                <a:lnTo>
                  <a:pt x="709437" y="305509"/>
                </a:lnTo>
                <a:cubicBezTo>
                  <a:pt x="716728" y="305282"/>
                  <a:pt x="722822" y="302946"/>
                  <a:pt x="727721" y="298504"/>
                </a:cubicBezTo>
                <a:cubicBezTo>
                  <a:pt x="732504" y="294061"/>
                  <a:pt x="737004" y="284493"/>
                  <a:pt x="741219" y="269798"/>
                </a:cubicBezTo>
                <a:lnTo>
                  <a:pt x="782910" y="126100"/>
                </a:lnTo>
                <a:cubicBezTo>
                  <a:pt x="785986" y="115392"/>
                  <a:pt x="787524" y="107817"/>
                  <a:pt x="787524" y="103374"/>
                </a:cubicBezTo>
                <a:cubicBezTo>
                  <a:pt x="787524" y="101438"/>
                  <a:pt x="787068" y="99843"/>
                  <a:pt x="786156" y="98590"/>
                </a:cubicBezTo>
                <a:cubicBezTo>
                  <a:pt x="785246" y="97223"/>
                  <a:pt x="783878" y="96255"/>
                  <a:pt x="782056" y="95685"/>
                </a:cubicBezTo>
                <a:cubicBezTo>
                  <a:pt x="780233" y="95116"/>
                  <a:pt x="776132" y="94831"/>
                  <a:pt x="769753" y="94831"/>
                </a:cubicBezTo>
                <a:lnTo>
                  <a:pt x="771633" y="88167"/>
                </a:lnTo>
                <a:moveTo>
                  <a:pt x="798288" y="219393"/>
                </a:moveTo>
                <a:cubicBezTo>
                  <a:pt x="801705" y="224974"/>
                  <a:pt x="804781" y="228733"/>
                  <a:pt x="807515" y="230670"/>
                </a:cubicBezTo>
                <a:cubicBezTo>
                  <a:pt x="810249" y="232492"/>
                  <a:pt x="813439" y="233404"/>
                  <a:pt x="817084" y="233404"/>
                </a:cubicBezTo>
                <a:cubicBezTo>
                  <a:pt x="820728" y="233404"/>
                  <a:pt x="824260" y="232436"/>
                  <a:pt x="827677" y="230499"/>
                </a:cubicBezTo>
                <a:cubicBezTo>
                  <a:pt x="831209" y="228449"/>
                  <a:pt x="835537" y="224405"/>
                  <a:pt x="840663" y="218367"/>
                </a:cubicBezTo>
                <a:cubicBezTo>
                  <a:pt x="845789" y="212330"/>
                  <a:pt x="850687" y="204584"/>
                  <a:pt x="855358" y="195130"/>
                </a:cubicBezTo>
                <a:cubicBezTo>
                  <a:pt x="860142" y="185675"/>
                  <a:pt x="863958" y="174967"/>
                  <a:pt x="866806" y="163007"/>
                </a:cubicBezTo>
                <a:cubicBezTo>
                  <a:pt x="869653" y="150932"/>
                  <a:pt x="871077" y="139427"/>
                  <a:pt x="871077" y="128492"/>
                </a:cubicBezTo>
                <a:cubicBezTo>
                  <a:pt x="871077" y="119721"/>
                  <a:pt x="869483" y="113342"/>
                  <a:pt x="866293" y="109355"/>
                </a:cubicBezTo>
                <a:cubicBezTo>
                  <a:pt x="863217" y="105368"/>
                  <a:pt x="859458" y="103374"/>
                  <a:pt x="855016" y="103374"/>
                </a:cubicBezTo>
                <a:cubicBezTo>
                  <a:pt x="851029" y="103374"/>
                  <a:pt x="847270" y="104400"/>
                  <a:pt x="843738" y="106450"/>
                </a:cubicBezTo>
                <a:cubicBezTo>
                  <a:pt x="838613" y="109412"/>
                  <a:pt x="832575" y="114936"/>
                  <a:pt x="825627" y="123024"/>
                </a:cubicBezTo>
                <a:lnTo>
                  <a:pt x="798288" y="219393"/>
                </a:lnTo>
                <a:moveTo>
                  <a:pt x="980090" y="172917"/>
                </a:moveTo>
                <a:cubicBezTo>
                  <a:pt x="979064" y="180321"/>
                  <a:pt x="978552" y="186415"/>
                  <a:pt x="978552" y="191200"/>
                </a:cubicBezTo>
                <a:cubicBezTo>
                  <a:pt x="978552" y="199743"/>
                  <a:pt x="981002" y="206578"/>
                  <a:pt x="985900" y="211704"/>
                </a:cubicBezTo>
                <a:cubicBezTo>
                  <a:pt x="990911" y="216830"/>
                  <a:pt x="997575" y="219393"/>
                  <a:pt x="1005891" y="219393"/>
                </a:cubicBezTo>
                <a:cubicBezTo>
                  <a:pt x="1013864" y="219393"/>
                  <a:pt x="1021839" y="217456"/>
                  <a:pt x="1029812" y="213583"/>
                </a:cubicBezTo>
                <a:cubicBezTo>
                  <a:pt x="1037900" y="209710"/>
                  <a:pt x="1047240" y="202932"/>
                  <a:pt x="1057834" y="193250"/>
                </a:cubicBezTo>
                <a:lnTo>
                  <a:pt x="1062961" y="197864"/>
                </a:lnTo>
                <a:cubicBezTo>
                  <a:pt x="1049860" y="213697"/>
                  <a:pt x="1037103" y="224974"/>
                  <a:pt x="1024686" y="231695"/>
                </a:cubicBezTo>
                <a:cubicBezTo>
                  <a:pt x="1012270" y="238416"/>
                  <a:pt x="998544" y="241776"/>
                  <a:pt x="983507" y="241776"/>
                </a:cubicBezTo>
                <a:cubicBezTo>
                  <a:pt x="964484" y="241776"/>
                  <a:pt x="951328" y="237220"/>
                  <a:pt x="944037" y="228107"/>
                </a:cubicBezTo>
                <a:cubicBezTo>
                  <a:pt x="936747" y="218994"/>
                  <a:pt x="933102" y="208457"/>
                  <a:pt x="933102" y="196497"/>
                </a:cubicBezTo>
                <a:cubicBezTo>
                  <a:pt x="933102" y="177815"/>
                  <a:pt x="938512" y="159134"/>
                  <a:pt x="949334" y="140452"/>
                </a:cubicBezTo>
                <a:cubicBezTo>
                  <a:pt x="960270" y="121771"/>
                  <a:pt x="975078" y="106792"/>
                  <a:pt x="993759" y="95515"/>
                </a:cubicBezTo>
                <a:cubicBezTo>
                  <a:pt x="1012555" y="84237"/>
                  <a:pt x="1031407" y="78599"/>
                  <a:pt x="1050317" y="78599"/>
                </a:cubicBezTo>
                <a:cubicBezTo>
                  <a:pt x="1059884" y="78599"/>
                  <a:pt x="1067118" y="80877"/>
                  <a:pt x="1072016" y="85433"/>
                </a:cubicBezTo>
                <a:cubicBezTo>
                  <a:pt x="1076914" y="89990"/>
                  <a:pt x="1079364" y="95742"/>
                  <a:pt x="1079364" y="102691"/>
                </a:cubicBezTo>
                <a:cubicBezTo>
                  <a:pt x="1079364" y="111006"/>
                  <a:pt x="1076972" y="119094"/>
                  <a:pt x="1072188" y="126954"/>
                </a:cubicBezTo>
                <a:cubicBezTo>
                  <a:pt x="1065581" y="137661"/>
                  <a:pt x="1057264" y="146319"/>
                  <a:pt x="1047240" y="152926"/>
                </a:cubicBezTo>
                <a:cubicBezTo>
                  <a:pt x="1037216" y="159418"/>
                  <a:pt x="1025996" y="164374"/>
                  <a:pt x="1013579" y="167791"/>
                </a:cubicBezTo>
                <a:cubicBezTo>
                  <a:pt x="1005264" y="170069"/>
                  <a:pt x="994101" y="171778"/>
                  <a:pt x="980090" y="172917"/>
                </a:cubicBezTo>
                <a:moveTo>
                  <a:pt x="981627" y="164032"/>
                </a:moveTo>
                <a:cubicBezTo>
                  <a:pt x="991652" y="162551"/>
                  <a:pt x="999398" y="160558"/>
                  <a:pt x="1004866" y="158051"/>
                </a:cubicBezTo>
                <a:cubicBezTo>
                  <a:pt x="1010447" y="155432"/>
                  <a:pt x="1015858" y="151331"/>
                  <a:pt x="1021098" y="145749"/>
                </a:cubicBezTo>
                <a:cubicBezTo>
                  <a:pt x="1026452" y="140054"/>
                  <a:pt x="1031066" y="132934"/>
                  <a:pt x="1034938" y="124391"/>
                </a:cubicBezTo>
                <a:cubicBezTo>
                  <a:pt x="1038812" y="115734"/>
                  <a:pt x="1040748" y="107646"/>
                  <a:pt x="1040748" y="100128"/>
                </a:cubicBezTo>
                <a:cubicBezTo>
                  <a:pt x="1040748" y="96938"/>
                  <a:pt x="1039836" y="94432"/>
                  <a:pt x="1038013" y="92610"/>
                </a:cubicBezTo>
                <a:cubicBezTo>
                  <a:pt x="1036305" y="90787"/>
                  <a:pt x="1034084" y="89876"/>
                  <a:pt x="1031349" y="89876"/>
                </a:cubicBezTo>
                <a:cubicBezTo>
                  <a:pt x="1025883" y="89876"/>
                  <a:pt x="1019731" y="93692"/>
                  <a:pt x="1012897" y="101324"/>
                </a:cubicBezTo>
                <a:cubicBezTo>
                  <a:pt x="1000366" y="115221"/>
                  <a:pt x="989944" y="136124"/>
                  <a:pt x="981627" y="164032"/>
                </a:cubicBezTo>
                <a:moveTo>
                  <a:pt x="1163772" y="78599"/>
                </a:moveTo>
                <a:lnTo>
                  <a:pt x="1137971" y="174626"/>
                </a:lnTo>
                <a:cubicBezTo>
                  <a:pt x="1159158" y="127808"/>
                  <a:pt x="1175105" y="98989"/>
                  <a:pt x="1185813" y="88167"/>
                </a:cubicBezTo>
                <a:cubicBezTo>
                  <a:pt x="1192078" y="81788"/>
                  <a:pt x="1198686" y="78599"/>
                  <a:pt x="1205633" y="78599"/>
                </a:cubicBezTo>
                <a:cubicBezTo>
                  <a:pt x="1210418" y="78599"/>
                  <a:pt x="1214291" y="80364"/>
                  <a:pt x="1217253" y="83895"/>
                </a:cubicBezTo>
                <a:cubicBezTo>
                  <a:pt x="1220215" y="87313"/>
                  <a:pt x="1221695" y="92211"/>
                  <a:pt x="1221695" y="98590"/>
                </a:cubicBezTo>
                <a:cubicBezTo>
                  <a:pt x="1221695" y="109639"/>
                  <a:pt x="1219018" y="118923"/>
                  <a:pt x="1213664" y="126441"/>
                </a:cubicBezTo>
                <a:cubicBezTo>
                  <a:pt x="1210247" y="131226"/>
                  <a:pt x="1206432" y="133618"/>
                  <a:pt x="1202216" y="133618"/>
                </a:cubicBezTo>
                <a:cubicBezTo>
                  <a:pt x="1197660" y="133618"/>
                  <a:pt x="1194243" y="131510"/>
                  <a:pt x="1191965" y="127296"/>
                </a:cubicBezTo>
                <a:cubicBezTo>
                  <a:pt x="1189687" y="123081"/>
                  <a:pt x="1188091" y="120632"/>
                  <a:pt x="1187181" y="119948"/>
                </a:cubicBezTo>
                <a:cubicBezTo>
                  <a:pt x="1186269" y="119151"/>
                  <a:pt x="1185301" y="118752"/>
                  <a:pt x="1184276" y="118752"/>
                </a:cubicBezTo>
                <a:cubicBezTo>
                  <a:pt x="1183137" y="118752"/>
                  <a:pt x="1181940" y="119094"/>
                  <a:pt x="1180687" y="119777"/>
                </a:cubicBezTo>
                <a:cubicBezTo>
                  <a:pt x="1178181" y="121144"/>
                  <a:pt x="1174878" y="124505"/>
                  <a:pt x="1170776" y="129859"/>
                </a:cubicBezTo>
                <a:cubicBezTo>
                  <a:pt x="1166790" y="135099"/>
                  <a:pt x="1161835" y="143927"/>
                  <a:pt x="1155911" y="156343"/>
                </a:cubicBezTo>
                <a:cubicBezTo>
                  <a:pt x="1149988" y="168759"/>
                  <a:pt x="1145375" y="179296"/>
                  <a:pt x="1142071" y="187953"/>
                </a:cubicBezTo>
                <a:cubicBezTo>
                  <a:pt x="1138768" y="196497"/>
                  <a:pt x="1134155" y="212843"/>
                  <a:pt x="1128232" y="236992"/>
                </a:cubicBezTo>
                <a:lnTo>
                  <a:pt x="1086881" y="236992"/>
                </a:lnTo>
                <a:lnTo>
                  <a:pt x="1115074" y="123707"/>
                </a:lnTo>
                <a:cubicBezTo>
                  <a:pt x="1117125" y="115278"/>
                  <a:pt x="1118150" y="109696"/>
                  <a:pt x="1118150" y="106962"/>
                </a:cubicBezTo>
                <a:cubicBezTo>
                  <a:pt x="1118150" y="103887"/>
                  <a:pt x="1117581" y="101495"/>
                  <a:pt x="1116442" y="99786"/>
                </a:cubicBezTo>
                <a:cubicBezTo>
                  <a:pt x="1115416" y="98077"/>
                  <a:pt x="1113935" y="96824"/>
                  <a:pt x="1111999" y="96027"/>
                </a:cubicBezTo>
                <a:cubicBezTo>
                  <a:pt x="1110176" y="95230"/>
                  <a:pt x="1106304" y="94831"/>
                  <a:pt x="1100380" y="94831"/>
                </a:cubicBezTo>
                <a:lnTo>
                  <a:pt x="1101918" y="89876"/>
                </a:lnTo>
                <a:lnTo>
                  <a:pt x="1153520" y="78599"/>
                </a:lnTo>
                <a:lnTo>
                  <a:pt x="1163772" y="78599"/>
                </a:lnTo>
                <a:moveTo>
                  <a:pt x="1348649" y="195813"/>
                </a:moveTo>
                <a:lnTo>
                  <a:pt x="1353775" y="200426"/>
                </a:lnTo>
                <a:cubicBezTo>
                  <a:pt x="1342725" y="213640"/>
                  <a:pt x="1331847" y="223322"/>
                  <a:pt x="1321140" y="229474"/>
                </a:cubicBezTo>
                <a:cubicBezTo>
                  <a:pt x="1306901" y="237675"/>
                  <a:pt x="1292149" y="241776"/>
                  <a:pt x="1276886" y="241776"/>
                </a:cubicBezTo>
                <a:cubicBezTo>
                  <a:pt x="1266633" y="241776"/>
                  <a:pt x="1257520" y="239612"/>
                  <a:pt x="1249547" y="235283"/>
                </a:cubicBezTo>
                <a:cubicBezTo>
                  <a:pt x="1241687" y="230841"/>
                  <a:pt x="1235877" y="224689"/>
                  <a:pt x="1232118" y="216830"/>
                </a:cubicBezTo>
                <a:cubicBezTo>
                  <a:pt x="1228359" y="208856"/>
                  <a:pt x="1226480" y="200711"/>
                  <a:pt x="1226480" y="192396"/>
                </a:cubicBezTo>
                <a:cubicBezTo>
                  <a:pt x="1226480" y="173714"/>
                  <a:pt x="1231548" y="155375"/>
                  <a:pt x="1241687" y="137377"/>
                </a:cubicBezTo>
                <a:cubicBezTo>
                  <a:pt x="1251825" y="119265"/>
                  <a:pt x="1265209" y="104969"/>
                  <a:pt x="1281840" y="94489"/>
                </a:cubicBezTo>
                <a:cubicBezTo>
                  <a:pt x="1298471" y="83895"/>
                  <a:pt x="1314818" y="78599"/>
                  <a:pt x="1330879" y="78599"/>
                </a:cubicBezTo>
                <a:cubicBezTo>
                  <a:pt x="1343751" y="78599"/>
                  <a:pt x="1353433" y="81446"/>
                  <a:pt x="1359927" y="87142"/>
                </a:cubicBezTo>
                <a:cubicBezTo>
                  <a:pt x="1366419" y="92838"/>
                  <a:pt x="1369666" y="99900"/>
                  <a:pt x="1369666" y="108329"/>
                </a:cubicBezTo>
                <a:cubicBezTo>
                  <a:pt x="1369666" y="115961"/>
                  <a:pt x="1367216" y="122454"/>
                  <a:pt x="1362318" y="127808"/>
                </a:cubicBezTo>
                <a:cubicBezTo>
                  <a:pt x="1357420" y="133162"/>
                  <a:pt x="1351952" y="135839"/>
                  <a:pt x="1345915" y="135839"/>
                </a:cubicBezTo>
                <a:cubicBezTo>
                  <a:pt x="1340676" y="135839"/>
                  <a:pt x="1336290" y="134130"/>
                  <a:pt x="1332758" y="130713"/>
                </a:cubicBezTo>
                <a:cubicBezTo>
                  <a:pt x="1329341" y="127296"/>
                  <a:pt x="1327633" y="123252"/>
                  <a:pt x="1327633" y="118582"/>
                </a:cubicBezTo>
                <a:cubicBezTo>
                  <a:pt x="1327633" y="112430"/>
                  <a:pt x="1330708" y="107076"/>
                  <a:pt x="1336859" y="102520"/>
                </a:cubicBezTo>
                <a:cubicBezTo>
                  <a:pt x="1341074" y="99331"/>
                  <a:pt x="1343181" y="96540"/>
                  <a:pt x="1343181" y="94148"/>
                </a:cubicBezTo>
                <a:cubicBezTo>
                  <a:pt x="1343181" y="92097"/>
                  <a:pt x="1342327" y="90445"/>
                  <a:pt x="1340618" y="89193"/>
                </a:cubicBezTo>
                <a:cubicBezTo>
                  <a:pt x="1338340" y="87370"/>
                  <a:pt x="1335378" y="86459"/>
                  <a:pt x="1331733" y="86459"/>
                </a:cubicBezTo>
                <a:cubicBezTo>
                  <a:pt x="1322165" y="86459"/>
                  <a:pt x="1313165" y="90332"/>
                  <a:pt x="1304737" y="98077"/>
                </a:cubicBezTo>
                <a:cubicBezTo>
                  <a:pt x="1293573" y="108329"/>
                  <a:pt x="1285030" y="121315"/>
                  <a:pt x="1279107" y="137035"/>
                </a:cubicBezTo>
                <a:cubicBezTo>
                  <a:pt x="1273183" y="152755"/>
                  <a:pt x="1270222" y="167677"/>
                  <a:pt x="1270222" y="181802"/>
                </a:cubicBezTo>
                <a:cubicBezTo>
                  <a:pt x="1270222" y="192965"/>
                  <a:pt x="1273240" y="201907"/>
                  <a:pt x="1279277" y="208628"/>
                </a:cubicBezTo>
                <a:cubicBezTo>
                  <a:pt x="1285314" y="215235"/>
                  <a:pt x="1292491" y="218538"/>
                  <a:pt x="1300806" y="218538"/>
                </a:cubicBezTo>
                <a:cubicBezTo>
                  <a:pt x="1308097" y="218538"/>
                  <a:pt x="1315957" y="216659"/>
                  <a:pt x="1324386" y="212900"/>
                </a:cubicBezTo>
                <a:cubicBezTo>
                  <a:pt x="1332930" y="209141"/>
                  <a:pt x="1341017" y="203445"/>
                  <a:pt x="1348649" y="195813"/>
                </a:cubicBezTo>
                <a:moveTo>
                  <a:pt x="1427419" y="172917"/>
                </a:moveTo>
                <a:cubicBezTo>
                  <a:pt x="1426393" y="180321"/>
                  <a:pt x="1425880" y="186415"/>
                  <a:pt x="1425880" y="191200"/>
                </a:cubicBezTo>
                <a:cubicBezTo>
                  <a:pt x="1425880" y="199743"/>
                  <a:pt x="1428330" y="206578"/>
                  <a:pt x="1433228" y="211704"/>
                </a:cubicBezTo>
                <a:cubicBezTo>
                  <a:pt x="1438240" y="216830"/>
                  <a:pt x="1444904" y="219393"/>
                  <a:pt x="1453219" y="219393"/>
                </a:cubicBezTo>
                <a:cubicBezTo>
                  <a:pt x="1461193" y="219393"/>
                  <a:pt x="1469167" y="217456"/>
                  <a:pt x="1477141" y="213583"/>
                </a:cubicBezTo>
                <a:cubicBezTo>
                  <a:pt x="1485228" y="209710"/>
                  <a:pt x="1494569" y="202932"/>
                  <a:pt x="1505162" y="193250"/>
                </a:cubicBezTo>
                <a:lnTo>
                  <a:pt x="1510289" y="197864"/>
                </a:lnTo>
                <a:cubicBezTo>
                  <a:pt x="1497189" y="213697"/>
                  <a:pt x="1484430" y="224974"/>
                  <a:pt x="1472015" y="231695"/>
                </a:cubicBezTo>
                <a:cubicBezTo>
                  <a:pt x="1459598" y="238416"/>
                  <a:pt x="1445872" y="241776"/>
                  <a:pt x="1430836" y="241776"/>
                </a:cubicBezTo>
                <a:cubicBezTo>
                  <a:pt x="1411812" y="241776"/>
                  <a:pt x="1398656" y="237220"/>
                  <a:pt x="1391365" y="228107"/>
                </a:cubicBezTo>
                <a:cubicBezTo>
                  <a:pt x="1384076" y="218994"/>
                  <a:pt x="1380430" y="208457"/>
                  <a:pt x="1380430" y="196497"/>
                </a:cubicBezTo>
                <a:cubicBezTo>
                  <a:pt x="1380430" y="177815"/>
                  <a:pt x="1385840" y="159134"/>
                  <a:pt x="1396663" y="140452"/>
                </a:cubicBezTo>
                <a:cubicBezTo>
                  <a:pt x="1407598" y="121771"/>
                  <a:pt x="1422406" y="106792"/>
                  <a:pt x="1441088" y="95515"/>
                </a:cubicBezTo>
                <a:cubicBezTo>
                  <a:pt x="1459883" y="84237"/>
                  <a:pt x="1478735" y="78599"/>
                  <a:pt x="1497645" y="78599"/>
                </a:cubicBezTo>
                <a:cubicBezTo>
                  <a:pt x="1507213" y="78599"/>
                  <a:pt x="1514446" y="80877"/>
                  <a:pt x="1519344" y="85433"/>
                </a:cubicBezTo>
                <a:cubicBezTo>
                  <a:pt x="1524243" y="89990"/>
                  <a:pt x="1526691" y="95742"/>
                  <a:pt x="1526691" y="102691"/>
                </a:cubicBezTo>
                <a:cubicBezTo>
                  <a:pt x="1526691" y="111006"/>
                  <a:pt x="1524300" y="119094"/>
                  <a:pt x="1519516" y="126954"/>
                </a:cubicBezTo>
                <a:cubicBezTo>
                  <a:pt x="1512908" y="137661"/>
                  <a:pt x="1504593" y="146319"/>
                  <a:pt x="1494569" y="152926"/>
                </a:cubicBezTo>
                <a:cubicBezTo>
                  <a:pt x="1484545" y="159418"/>
                  <a:pt x="1473324" y="164374"/>
                  <a:pt x="1460908" y="167791"/>
                </a:cubicBezTo>
                <a:cubicBezTo>
                  <a:pt x="1452592" y="170069"/>
                  <a:pt x="1441429" y="171778"/>
                  <a:pt x="1427419" y="172917"/>
                </a:cubicBezTo>
                <a:moveTo>
                  <a:pt x="1428957" y="164032"/>
                </a:moveTo>
                <a:cubicBezTo>
                  <a:pt x="1438981" y="162551"/>
                  <a:pt x="1446727" y="160558"/>
                  <a:pt x="1452194" y="158051"/>
                </a:cubicBezTo>
                <a:cubicBezTo>
                  <a:pt x="1457775" y="155432"/>
                  <a:pt x="1463186" y="151331"/>
                  <a:pt x="1468426" y="145749"/>
                </a:cubicBezTo>
                <a:cubicBezTo>
                  <a:pt x="1473781" y="140054"/>
                  <a:pt x="1478394" y="132934"/>
                  <a:pt x="1482266" y="124391"/>
                </a:cubicBezTo>
                <a:cubicBezTo>
                  <a:pt x="1486140" y="115734"/>
                  <a:pt x="1488076" y="107646"/>
                  <a:pt x="1488076" y="100128"/>
                </a:cubicBezTo>
                <a:cubicBezTo>
                  <a:pt x="1488076" y="96938"/>
                  <a:pt x="1487165" y="94432"/>
                  <a:pt x="1485342" y="92610"/>
                </a:cubicBezTo>
                <a:cubicBezTo>
                  <a:pt x="1483633" y="90787"/>
                  <a:pt x="1481412" y="89876"/>
                  <a:pt x="1478679" y="89876"/>
                </a:cubicBezTo>
                <a:cubicBezTo>
                  <a:pt x="1473211" y="89876"/>
                  <a:pt x="1467060" y="93692"/>
                  <a:pt x="1460225" y="101324"/>
                </a:cubicBezTo>
                <a:cubicBezTo>
                  <a:pt x="1447694" y="115221"/>
                  <a:pt x="1437272" y="136124"/>
                  <a:pt x="1428957" y="164032"/>
                </a:cubicBezTo>
                <a:moveTo>
                  <a:pt x="1549418" y="88167"/>
                </a:moveTo>
                <a:lnTo>
                  <a:pt x="1605974" y="78599"/>
                </a:lnTo>
                <a:lnTo>
                  <a:pt x="1616226" y="78599"/>
                </a:lnTo>
                <a:lnTo>
                  <a:pt x="1608537" y="106450"/>
                </a:lnTo>
                <a:cubicBezTo>
                  <a:pt x="1620497" y="95515"/>
                  <a:pt x="1630294" y="88167"/>
                  <a:pt x="1637926" y="84408"/>
                </a:cubicBezTo>
                <a:cubicBezTo>
                  <a:pt x="1645558" y="80535"/>
                  <a:pt x="1653133" y="78599"/>
                  <a:pt x="1660652" y="78599"/>
                </a:cubicBezTo>
                <a:cubicBezTo>
                  <a:pt x="1671358" y="78599"/>
                  <a:pt x="1679618" y="82756"/>
                  <a:pt x="1685426" y="91072"/>
                </a:cubicBezTo>
                <a:cubicBezTo>
                  <a:pt x="1691236" y="99273"/>
                  <a:pt x="1694141" y="109355"/>
                  <a:pt x="1694141" y="121315"/>
                </a:cubicBezTo>
                <a:cubicBezTo>
                  <a:pt x="1694141" y="154008"/>
                  <a:pt x="1682806" y="182998"/>
                  <a:pt x="1660138" y="208286"/>
                </a:cubicBezTo>
                <a:cubicBezTo>
                  <a:pt x="1640090" y="230613"/>
                  <a:pt x="1618219" y="241776"/>
                  <a:pt x="1594526" y="241776"/>
                </a:cubicBezTo>
                <a:cubicBezTo>
                  <a:pt x="1590311" y="241776"/>
                  <a:pt x="1586723" y="241377"/>
                  <a:pt x="1583761" y="240580"/>
                </a:cubicBezTo>
                <a:cubicBezTo>
                  <a:pt x="1580799" y="239783"/>
                  <a:pt x="1576642" y="238017"/>
                  <a:pt x="1571288" y="235283"/>
                </a:cubicBezTo>
                <a:lnTo>
                  <a:pt x="1562403" y="266039"/>
                </a:lnTo>
                <a:cubicBezTo>
                  <a:pt x="1559213" y="277203"/>
                  <a:pt x="1557619" y="285689"/>
                  <a:pt x="1557619" y="291498"/>
                </a:cubicBezTo>
                <a:cubicBezTo>
                  <a:pt x="1557619" y="295143"/>
                  <a:pt x="1558872" y="297991"/>
                  <a:pt x="1561378" y="300042"/>
                </a:cubicBezTo>
                <a:cubicBezTo>
                  <a:pt x="1563884" y="302206"/>
                  <a:pt x="1569750" y="304028"/>
                  <a:pt x="1578977" y="305509"/>
                </a:cubicBezTo>
                <a:lnTo>
                  <a:pt x="1577439" y="311831"/>
                </a:lnTo>
                <a:lnTo>
                  <a:pt x="1485513" y="311831"/>
                </a:lnTo>
                <a:lnTo>
                  <a:pt x="1487222" y="305509"/>
                </a:lnTo>
                <a:cubicBezTo>
                  <a:pt x="1494513" y="305282"/>
                  <a:pt x="1500606" y="302946"/>
                  <a:pt x="1505504" y="298504"/>
                </a:cubicBezTo>
                <a:cubicBezTo>
                  <a:pt x="1510289" y="294061"/>
                  <a:pt x="1514788" y="284493"/>
                  <a:pt x="1519003" y="269798"/>
                </a:cubicBezTo>
                <a:lnTo>
                  <a:pt x="1560694" y="126100"/>
                </a:lnTo>
                <a:cubicBezTo>
                  <a:pt x="1563770" y="115392"/>
                  <a:pt x="1565307" y="107817"/>
                  <a:pt x="1565307" y="103374"/>
                </a:cubicBezTo>
                <a:cubicBezTo>
                  <a:pt x="1565307" y="101438"/>
                  <a:pt x="1564852" y="99843"/>
                  <a:pt x="1563941" y="98590"/>
                </a:cubicBezTo>
                <a:cubicBezTo>
                  <a:pt x="1563029" y="97223"/>
                  <a:pt x="1561663" y="96255"/>
                  <a:pt x="1559840" y="95685"/>
                </a:cubicBezTo>
                <a:cubicBezTo>
                  <a:pt x="1558018" y="95116"/>
                  <a:pt x="1553917" y="94831"/>
                  <a:pt x="1547537" y="94831"/>
                </a:cubicBezTo>
                <a:lnTo>
                  <a:pt x="1549418" y="88167"/>
                </a:lnTo>
                <a:moveTo>
                  <a:pt x="1576073" y="219393"/>
                </a:moveTo>
                <a:cubicBezTo>
                  <a:pt x="1579490" y="224974"/>
                  <a:pt x="1582565" y="228733"/>
                  <a:pt x="1585299" y="230670"/>
                </a:cubicBezTo>
                <a:cubicBezTo>
                  <a:pt x="1588033" y="232492"/>
                  <a:pt x="1591222" y="233404"/>
                  <a:pt x="1594867" y="233404"/>
                </a:cubicBezTo>
                <a:cubicBezTo>
                  <a:pt x="1598513" y="233404"/>
                  <a:pt x="1602045" y="232436"/>
                  <a:pt x="1605462" y="230499"/>
                </a:cubicBezTo>
                <a:cubicBezTo>
                  <a:pt x="1608992" y="228449"/>
                  <a:pt x="1613321" y="224405"/>
                  <a:pt x="1618447" y="218367"/>
                </a:cubicBezTo>
                <a:cubicBezTo>
                  <a:pt x="1623574" y="212330"/>
                  <a:pt x="1628472" y="204584"/>
                  <a:pt x="1633141" y="195130"/>
                </a:cubicBezTo>
                <a:cubicBezTo>
                  <a:pt x="1637926" y="185675"/>
                  <a:pt x="1641741" y="174967"/>
                  <a:pt x="1644589" y="163007"/>
                </a:cubicBezTo>
                <a:cubicBezTo>
                  <a:pt x="1647438" y="150932"/>
                  <a:pt x="1648862" y="139427"/>
                  <a:pt x="1648862" y="128492"/>
                </a:cubicBezTo>
                <a:cubicBezTo>
                  <a:pt x="1648862" y="119721"/>
                  <a:pt x="1647267" y="113342"/>
                  <a:pt x="1644077" y="109355"/>
                </a:cubicBezTo>
                <a:cubicBezTo>
                  <a:pt x="1641002" y="105368"/>
                  <a:pt x="1637242" y="103374"/>
                  <a:pt x="1632799" y="103374"/>
                </a:cubicBezTo>
                <a:cubicBezTo>
                  <a:pt x="1628813" y="103374"/>
                  <a:pt x="1625054" y="104400"/>
                  <a:pt x="1621523" y="106450"/>
                </a:cubicBezTo>
                <a:cubicBezTo>
                  <a:pt x="1616396" y="109412"/>
                  <a:pt x="1610360" y="114936"/>
                  <a:pt x="1603411" y="123024"/>
                </a:cubicBezTo>
                <a:lnTo>
                  <a:pt x="1576073" y="219393"/>
                </a:lnTo>
                <a:moveTo>
                  <a:pt x="1803496" y="36907"/>
                </a:moveTo>
                <a:lnTo>
                  <a:pt x="1789826" y="83383"/>
                </a:lnTo>
                <a:lnTo>
                  <a:pt x="1812209" y="83383"/>
                </a:lnTo>
                <a:lnTo>
                  <a:pt x="1806229" y="103033"/>
                </a:lnTo>
                <a:lnTo>
                  <a:pt x="1784188" y="103033"/>
                </a:lnTo>
                <a:lnTo>
                  <a:pt x="1755653" y="202135"/>
                </a:lnTo>
                <a:cubicBezTo>
                  <a:pt x="1753830" y="208286"/>
                  <a:pt x="1752919" y="212957"/>
                  <a:pt x="1752919" y="216146"/>
                </a:cubicBezTo>
                <a:cubicBezTo>
                  <a:pt x="1752919" y="217627"/>
                  <a:pt x="1753432" y="218937"/>
                  <a:pt x="1754456" y="220076"/>
                </a:cubicBezTo>
                <a:cubicBezTo>
                  <a:pt x="1755482" y="221101"/>
                  <a:pt x="1756621" y="221614"/>
                  <a:pt x="1757874" y="221614"/>
                </a:cubicBezTo>
                <a:cubicBezTo>
                  <a:pt x="1759811" y="221614"/>
                  <a:pt x="1761804" y="220816"/>
                  <a:pt x="1763855" y="219222"/>
                </a:cubicBezTo>
                <a:cubicBezTo>
                  <a:pt x="1769094" y="215235"/>
                  <a:pt x="1775188" y="208286"/>
                  <a:pt x="1782137" y="198376"/>
                </a:cubicBezTo>
                <a:lnTo>
                  <a:pt x="1788117" y="202135"/>
                </a:lnTo>
                <a:cubicBezTo>
                  <a:pt x="1780258" y="215804"/>
                  <a:pt x="1771601" y="225829"/>
                  <a:pt x="1762145" y="232208"/>
                </a:cubicBezTo>
                <a:cubicBezTo>
                  <a:pt x="1752691" y="238587"/>
                  <a:pt x="1743408" y="241776"/>
                  <a:pt x="1734294" y="241776"/>
                </a:cubicBezTo>
                <a:cubicBezTo>
                  <a:pt x="1726548" y="241776"/>
                  <a:pt x="1720511" y="239840"/>
                  <a:pt x="1716182" y="235967"/>
                </a:cubicBezTo>
                <a:cubicBezTo>
                  <a:pt x="1711968" y="231980"/>
                  <a:pt x="1709860" y="226968"/>
                  <a:pt x="1709860" y="220931"/>
                </a:cubicBezTo>
                <a:cubicBezTo>
                  <a:pt x="1709860" y="214323"/>
                  <a:pt x="1711341" y="205837"/>
                  <a:pt x="1714303" y="195471"/>
                </a:cubicBezTo>
                <a:lnTo>
                  <a:pt x="1741300" y="103033"/>
                </a:lnTo>
                <a:lnTo>
                  <a:pt x="1718062" y="103033"/>
                </a:lnTo>
                <a:lnTo>
                  <a:pt x="1721480" y="90388"/>
                </a:lnTo>
                <a:cubicBezTo>
                  <a:pt x="1736060" y="85035"/>
                  <a:pt x="1748362" y="78770"/>
                  <a:pt x="1758387" y="71593"/>
                </a:cubicBezTo>
                <a:cubicBezTo>
                  <a:pt x="1768411" y="64417"/>
                  <a:pt x="1780486" y="52855"/>
                  <a:pt x="1794611" y="36907"/>
                </a:cubicBezTo>
                <a:lnTo>
                  <a:pt x="1803496" y="36907"/>
                </a:lnTo>
                <a:moveTo>
                  <a:pt x="1893543" y="78599"/>
                </a:moveTo>
                <a:lnTo>
                  <a:pt x="1860394" y="194788"/>
                </a:lnTo>
                <a:cubicBezTo>
                  <a:pt x="1858799" y="200142"/>
                  <a:pt x="1858002" y="203844"/>
                  <a:pt x="1858002" y="205894"/>
                </a:cubicBezTo>
                <a:cubicBezTo>
                  <a:pt x="1858002" y="206919"/>
                  <a:pt x="1858401" y="207717"/>
                  <a:pt x="1859198" y="208286"/>
                </a:cubicBezTo>
                <a:cubicBezTo>
                  <a:pt x="1860109" y="209198"/>
                  <a:pt x="1861191" y="209653"/>
                  <a:pt x="1862445" y="209653"/>
                </a:cubicBezTo>
                <a:cubicBezTo>
                  <a:pt x="1867684" y="209653"/>
                  <a:pt x="1874690" y="204983"/>
                  <a:pt x="1883460" y="195642"/>
                </a:cubicBezTo>
                <a:cubicBezTo>
                  <a:pt x="1895991" y="182087"/>
                  <a:pt x="1909148" y="162608"/>
                  <a:pt x="1922931" y="137206"/>
                </a:cubicBezTo>
                <a:lnTo>
                  <a:pt x="1938480" y="84921"/>
                </a:lnTo>
                <a:lnTo>
                  <a:pt x="1981709" y="83383"/>
                </a:lnTo>
                <a:lnTo>
                  <a:pt x="1948903" y="196155"/>
                </a:lnTo>
                <a:cubicBezTo>
                  <a:pt x="1946169" y="205723"/>
                  <a:pt x="1944802" y="211191"/>
                  <a:pt x="1944802" y="212558"/>
                </a:cubicBezTo>
                <a:cubicBezTo>
                  <a:pt x="1944802" y="213469"/>
                  <a:pt x="1945201" y="214438"/>
                  <a:pt x="1945998" y="215463"/>
                </a:cubicBezTo>
                <a:cubicBezTo>
                  <a:pt x="1946910" y="216374"/>
                  <a:pt x="1947821" y="216830"/>
                  <a:pt x="1948731" y="216830"/>
                </a:cubicBezTo>
                <a:cubicBezTo>
                  <a:pt x="1950327" y="216830"/>
                  <a:pt x="1951865" y="216146"/>
                  <a:pt x="1953345" y="214779"/>
                </a:cubicBezTo>
                <a:cubicBezTo>
                  <a:pt x="1957446" y="211476"/>
                  <a:pt x="1962857" y="204812"/>
                  <a:pt x="1969578" y="194788"/>
                </a:cubicBezTo>
                <a:lnTo>
                  <a:pt x="1975387" y="198889"/>
                </a:lnTo>
                <a:cubicBezTo>
                  <a:pt x="1959554" y="227480"/>
                  <a:pt x="1942126" y="241776"/>
                  <a:pt x="1923102" y="241776"/>
                </a:cubicBezTo>
                <a:cubicBezTo>
                  <a:pt x="1916039" y="241776"/>
                  <a:pt x="1910458" y="240011"/>
                  <a:pt x="1906357" y="236479"/>
                </a:cubicBezTo>
                <a:cubicBezTo>
                  <a:pt x="1902371" y="232834"/>
                  <a:pt x="1900377" y="228107"/>
                  <a:pt x="1900377" y="222297"/>
                </a:cubicBezTo>
                <a:cubicBezTo>
                  <a:pt x="1900377" y="216146"/>
                  <a:pt x="1901801" y="208343"/>
                  <a:pt x="1904649" y="198889"/>
                </a:cubicBezTo>
                <a:lnTo>
                  <a:pt x="1913021" y="170012"/>
                </a:lnTo>
                <a:cubicBezTo>
                  <a:pt x="1898212" y="191542"/>
                  <a:pt x="1887448" y="206065"/>
                  <a:pt x="1880727" y="213583"/>
                </a:cubicBezTo>
                <a:cubicBezTo>
                  <a:pt x="1870475" y="224860"/>
                  <a:pt x="1861818" y="232378"/>
                  <a:pt x="1854755" y="236138"/>
                </a:cubicBezTo>
                <a:cubicBezTo>
                  <a:pt x="1847807" y="239897"/>
                  <a:pt x="1841143" y="241776"/>
                  <a:pt x="1834764" y="241776"/>
                </a:cubicBezTo>
                <a:cubicBezTo>
                  <a:pt x="1828727" y="241776"/>
                  <a:pt x="1823487" y="239555"/>
                  <a:pt x="1819045" y="235112"/>
                </a:cubicBezTo>
                <a:cubicBezTo>
                  <a:pt x="1814716" y="230670"/>
                  <a:pt x="1812551" y="225031"/>
                  <a:pt x="1812551" y="218197"/>
                </a:cubicBezTo>
                <a:cubicBezTo>
                  <a:pt x="1812551" y="212387"/>
                  <a:pt x="1813975" y="204584"/>
                  <a:pt x="1816823" y="194788"/>
                </a:cubicBezTo>
                <a:lnTo>
                  <a:pt x="1836131" y="126441"/>
                </a:lnTo>
                <a:cubicBezTo>
                  <a:pt x="1839321" y="115278"/>
                  <a:pt x="1840916" y="107760"/>
                  <a:pt x="1840916" y="103887"/>
                </a:cubicBezTo>
                <a:cubicBezTo>
                  <a:pt x="1840916" y="102178"/>
                  <a:pt x="1840459" y="100698"/>
                  <a:pt x="1839548" y="99444"/>
                </a:cubicBezTo>
                <a:cubicBezTo>
                  <a:pt x="1838638" y="98077"/>
                  <a:pt x="1837100" y="97052"/>
                  <a:pt x="1834935" y="96369"/>
                </a:cubicBezTo>
                <a:cubicBezTo>
                  <a:pt x="1832884" y="95571"/>
                  <a:pt x="1829012" y="95173"/>
                  <a:pt x="1823316" y="95173"/>
                </a:cubicBezTo>
                <a:lnTo>
                  <a:pt x="1825025" y="88680"/>
                </a:lnTo>
                <a:lnTo>
                  <a:pt x="1883290" y="78599"/>
                </a:lnTo>
                <a:lnTo>
                  <a:pt x="1893543" y="78599"/>
                </a:lnTo>
                <a:moveTo>
                  <a:pt x="2162998" y="80991"/>
                </a:moveTo>
                <a:lnTo>
                  <a:pt x="2129851" y="194617"/>
                </a:lnTo>
                <a:lnTo>
                  <a:pt x="2126433" y="208457"/>
                </a:lnTo>
                <a:cubicBezTo>
                  <a:pt x="2126092" y="210166"/>
                  <a:pt x="2125920" y="211419"/>
                  <a:pt x="2125920" y="212216"/>
                </a:cubicBezTo>
                <a:cubicBezTo>
                  <a:pt x="2125920" y="213583"/>
                  <a:pt x="2126377" y="214779"/>
                  <a:pt x="2127287" y="215804"/>
                </a:cubicBezTo>
                <a:cubicBezTo>
                  <a:pt x="2128313" y="216830"/>
                  <a:pt x="2129338" y="217342"/>
                  <a:pt x="2130363" y="217342"/>
                </a:cubicBezTo>
                <a:cubicBezTo>
                  <a:pt x="2132755" y="217342"/>
                  <a:pt x="2136059" y="215520"/>
                  <a:pt x="2140273" y="211875"/>
                </a:cubicBezTo>
                <a:cubicBezTo>
                  <a:pt x="2141982" y="210394"/>
                  <a:pt x="2146083" y="205154"/>
                  <a:pt x="2152575" y="196155"/>
                </a:cubicBezTo>
                <a:lnTo>
                  <a:pt x="2158556" y="199231"/>
                </a:lnTo>
                <a:cubicBezTo>
                  <a:pt x="2150469" y="214039"/>
                  <a:pt x="2141811" y="224860"/>
                  <a:pt x="2132584" y="231695"/>
                </a:cubicBezTo>
                <a:cubicBezTo>
                  <a:pt x="2123472" y="238416"/>
                  <a:pt x="2113618" y="241776"/>
                  <a:pt x="2103025" y="241776"/>
                </a:cubicBezTo>
                <a:cubicBezTo>
                  <a:pt x="2096531" y="241776"/>
                  <a:pt x="2091577" y="240125"/>
                  <a:pt x="2088158" y="236821"/>
                </a:cubicBezTo>
                <a:cubicBezTo>
                  <a:pt x="2084741" y="233404"/>
                  <a:pt x="2083033" y="229132"/>
                  <a:pt x="2083033" y="224006"/>
                </a:cubicBezTo>
                <a:cubicBezTo>
                  <a:pt x="2083033" y="219564"/>
                  <a:pt x="2084856" y="211305"/>
                  <a:pt x="2088500" y="199231"/>
                </a:cubicBezTo>
                <a:lnTo>
                  <a:pt x="2092601" y="185390"/>
                </a:lnTo>
                <a:cubicBezTo>
                  <a:pt x="2079388" y="208059"/>
                  <a:pt x="2066686" y="224120"/>
                  <a:pt x="2054499" y="233575"/>
                </a:cubicBezTo>
                <a:cubicBezTo>
                  <a:pt x="2047436" y="239042"/>
                  <a:pt x="2039917" y="241776"/>
                  <a:pt x="2031944" y="241776"/>
                </a:cubicBezTo>
                <a:cubicBezTo>
                  <a:pt x="2021465" y="241776"/>
                  <a:pt x="2013889" y="237504"/>
                  <a:pt x="2009219" y="228961"/>
                </a:cubicBezTo>
                <a:cubicBezTo>
                  <a:pt x="2004548" y="220304"/>
                  <a:pt x="2002214" y="210565"/>
                  <a:pt x="2002214" y="199743"/>
                </a:cubicBezTo>
                <a:cubicBezTo>
                  <a:pt x="2002214" y="183682"/>
                  <a:pt x="2007111" y="165285"/>
                  <a:pt x="2016907" y="144553"/>
                </a:cubicBezTo>
                <a:cubicBezTo>
                  <a:pt x="2026704" y="123707"/>
                  <a:pt x="2039577" y="106962"/>
                  <a:pt x="2055523" y="94318"/>
                </a:cubicBezTo>
                <a:cubicBezTo>
                  <a:pt x="2068624" y="83839"/>
                  <a:pt x="2080926" y="78599"/>
                  <a:pt x="2092431" y="78599"/>
                </a:cubicBezTo>
                <a:cubicBezTo>
                  <a:pt x="2098809" y="78599"/>
                  <a:pt x="2103936" y="80478"/>
                  <a:pt x="2107809" y="84237"/>
                </a:cubicBezTo>
                <a:cubicBezTo>
                  <a:pt x="2111682" y="87882"/>
                  <a:pt x="2114530" y="94603"/>
                  <a:pt x="2116351" y="104400"/>
                </a:cubicBezTo>
                <a:lnTo>
                  <a:pt x="2122503" y="83383"/>
                </a:lnTo>
                <a:lnTo>
                  <a:pt x="2162998" y="80991"/>
                </a:lnTo>
                <a:moveTo>
                  <a:pt x="2108321" y="113455"/>
                </a:moveTo>
                <a:cubicBezTo>
                  <a:pt x="2108321" y="104229"/>
                  <a:pt x="2106897" y="97565"/>
                  <a:pt x="2104049" y="93464"/>
                </a:cubicBezTo>
                <a:cubicBezTo>
                  <a:pt x="2101999" y="90616"/>
                  <a:pt x="2099208" y="89193"/>
                  <a:pt x="2095677" y="89193"/>
                </a:cubicBezTo>
                <a:cubicBezTo>
                  <a:pt x="2092146" y="89193"/>
                  <a:pt x="2088500" y="90901"/>
                  <a:pt x="2084741" y="94318"/>
                </a:cubicBezTo>
                <a:cubicBezTo>
                  <a:pt x="2077110" y="101381"/>
                  <a:pt x="2068851" y="115734"/>
                  <a:pt x="2059965" y="137377"/>
                </a:cubicBezTo>
                <a:cubicBezTo>
                  <a:pt x="2051195" y="158906"/>
                  <a:pt x="2046809" y="177530"/>
                  <a:pt x="2046809" y="193250"/>
                </a:cubicBezTo>
                <a:cubicBezTo>
                  <a:pt x="2046809" y="199287"/>
                  <a:pt x="2047778" y="203673"/>
                  <a:pt x="2049714" y="206407"/>
                </a:cubicBezTo>
                <a:cubicBezTo>
                  <a:pt x="2051764" y="209027"/>
                  <a:pt x="2053985" y="210337"/>
                  <a:pt x="2056378" y="210337"/>
                </a:cubicBezTo>
                <a:cubicBezTo>
                  <a:pt x="2061504" y="210337"/>
                  <a:pt x="2066686" y="207375"/>
                  <a:pt x="2071927" y="201452"/>
                </a:cubicBezTo>
                <a:cubicBezTo>
                  <a:pt x="2079445" y="193022"/>
                  <a:pt x="2086222" y="182713"/>
                  <a:pt x="2092260" y="170525"/>
                </a:cubicBezTo>
                <a:cubicBezTo>
                  <a:pt x="2102967" y="149110"/>
                  <a:pt x="2108321" y="130087"/>
                  <a:pt x="2108321" y="113455"/>
                </a:cubicBezTo>
                <a:moveTo>
                  <a:pt x="2281068" y="0"/>
                </a:moveTo>
                <a:lnTo>
                  <a:pt x="2224510" y="192396"/>
                </a:lnTo>
                <a:cubicBezTo>
                  <a:pt x="2221207" y="203787"/>
                  <a:pt x="2219555" y="210906"/>
                  <a:pt x="2219555" y="213754"/>
                </a:cubicBezTo>
                <a:cubicBezTo>
                  <a:pt x="2219555" y="215235"/>
                  <a:pt x="2220011" y="216488"/>
                  <a:pt x="2220922" y="217513"/>
                </a:cubicBezTo>
                <a:cubicBezTo>
                  <a:pt x="2221947" y="218538"/>
                  <a:pt x="2223029" y="219051"/>
                  <a:pt x="2224168" y="219051"/>
                </a:cubicBezTo>
                <a:cubicBezTo>
                  <a:pt x="2226219" y="219051"/>
                  <a:pt x="2228156" y="218254"/>
                  <a:pt x="2229978" y="216659"/>
                </a:cubicBezTo>
                <a:cubicBezTo>
                  <a:pt x="2235446" y="212216"/>
                  <a:pt x="2241540" y="204698"/>
                  <a:pt x="2248261" y="194104"/>
                </a:cubicBezTo>
                <a:lnTo>
                  <a:pt x="2254924" y="197180"/>
                </a:lnTo>
                <a:cubicBezTo>
                  <a:pt x="2244103" y="214494"/>
                  <a:pt x="2233452" y="226854"/>
                  <a:pt x="2222973" y="234258"/>
                </a:cubicBezTo>
                <a:cubicBezTo>
                  <a:pt x="2215797" y="239270"/>
                  <a:pt x="2208164" y="241776"/>
                  <a:pt x="2200076" y="241776"/>
                </a:cubicBezTo>
                <a:cubicBezTo>
                  <a:pt x="2192558" y="241776"/>
                  <a:pt x="2186578" y="239783"/>
                  <a:pt x="2182136" y="235796"/>
                </a:cubicBezTo>
                <a:cubicBezTo>
                  <a:pt x="2177693" y="231695"/>
                  <a:pt x="2175472" y="226797"/>
                  <a:pt x="2175472" y="221101"/>
                </a:cubicBezTo>
                <a:cubicBezTo>
                  <a:pt x="2175472" y="216887"/>
                  <a:pt x="2176839" y="210109"/>
                  <a:pt x="2179573" y="200768"/>
                </a:cubicBezTo>
                <a:lnTo>
                  <a:pt x="2225706" y="43229"/>
                </a:lnTo>
                <a:cubicBezTo>
                  <a:pt x="2228212" y="34572"/>
                  <a:pt x="2229466" y="28820"/>
                  <a:pt x="2229466" y="25972"/>
                </a:cubicBezTo>
                <a:cubicBezTo>
                  <a:pt x="2229466" y="23238"/>
                  <a:pt x="2228269" y="21074"/>
                  <a:pt x="2225877" y="19479"/>
                </a:cubicBezTo>
                <a:cubicBezTo>
                  <a:pt x="2222688" y="17201"/>
                  <a:pt x="2217846" y="16233"/>
                  <a:pt x="2211354" y="16574"/>
                </a:cubicBezTo>
                <a:lnTo>
                  <a:pt x="2213233" y="10081"/>
                </a:lnTo>
                <a:lnTo>
                  <a:pt x="2270815" y="0"/>
                </a:lnTo>
                <a:lnTo>
                  <a:pt x="2281068" y="0"/>
                </a:lnTo>
                <a:moveTo>
                  <a:pt x="2559408" y="0"/>
                </a:moveTo>
                <a:lnTo>
                  <a:pt x="2540100" y="78599"/>
                </a:lnTo>
                <a:lnTo>
                  <a:pt x="2534462" y="78599"/>
                </a:lnTo>
                <a:cubicBezTo>
                  <a:pt x="2533209" y="66296"/>
                  <a:pt x="2530988" y="56443"/>
                  <a:pt x="2527798" y="49039"/>
                </a:cubicBezTo>
                <a:cubicBezTo>
                  <a:pt x="2523014" y="38331"/>
                  <a:pt x="2516635" y="30073"/>
                  <a:pt x="2508661" y="24263"/>
                </a:cubicBezTo>
                <a:cubicBezTo>
                  <a:pt x="2500801" y="18454"/>
                  <a:pt x="2492258" y="15549"/>
                  <a:pt x="2483032" y="15549"/>
                </a:cubicBezTo>
                <a:cubicBezTo>
                  <a:pt x="2474147" y="15549"/>
                  <a:pt x="2466343" y="18966"/>
                  <a:pt x="2459622" y="25801"/>
                </a:cubicBezTo>
                <a:cubicBezTo>
                  <a:pt x="2453015" y="32522"/>
                  <a:pt x="2449713" y="40154"/>
                  <a:pt x="2449713" y="48697"/>
                </a:cubicBezTo>
                <a:cubicBezTo>
                  <a:pt x="2449713" y="57127"/>
                  <a:pt x="2451991" y="65442"/>
                  <a:pt x="2456547" y="73644"/>
                </a:cubicBezTo>
                <a:cubicBezTo>
                  <a:pt x="2461218" y="81731"/>
                  <a:pt x="2472153" y="93977"/>
                  <a:pt x="2489353" y="110380"/>
                </a:cubicBezTo>
                <a:cubicBezTo>
                  <a:pt x="2503137" y="123479"/>
                  <a:pt x="2512363" y="134757"/>
                  <a:pt x="2517034" y="144211"/>
                </a:cubicBezTo>
                <a:cubicBezTo>
                  <a:pt x="2521818" y="153666"/>
                  <a:pt x="2524210" y="163918"/>
                  <a:pt x="2524210" y="174967"/>
                </a:cubicBezTo>
                <a:cubicBezTo>
                  <a:pt x="2524210" y="187384"/>
                  <a:pt x="2520907" y="198832"/>
                  <a:pt x="2514300" y="209311"/>
                </a:cubicBezTo>
                <a:cubicBezTo>
                  <a:pt x="2507693" y="219791"/>
                  <a:pt x="2498068" y="227936"/>
                  <a:pt x="2485424" y="233745"/>
                </a:cubicBezTo>
                <a:cubicBezTo>
                  <a:pt x="2472893" y="239441"/>
                  <a:pt x="2458655" y="242289"/>
                  <a:pt x="2442707" y="242289"/>
                </a:cubicBezTo>
                <a:cubicBezTo>
                  <a:pt x="2432910" y="242289"/>
                  <a:pt x="2420551" y="240808"/>
                  <a:pt x="2405629" y="237846"/>
                </a:cubicBezTo>
                <a:cubicBezTo>
                  <a:pt x="2390821" y="234998"/>
                  <a:pt x="2380967" y="233575"/>
                  <a:pt x="2376069" y="233575"/>
                </a:cubicBezTo>
                <a:cubicBezTo>
                  <a:pt x="2372195" y="233575"/>
                  <a:pt x="2368722" y="234201"/>
                  <a:pt x="2365646" y="235454"/>
                </a:cubicBezTo>
                <a:cubicBezTo>
                  <a:pt x="2362570" y="236593"/>
                  <a:pt x="2358754" y="238871"/>
                  <a:pt x="2354198" y="242289"/>
                </a:cubicBezTo>
                <a:lnTo>
                  <a:pt x="2347534" y="242289"/>
                </a:lnTo>
                <a:lnTo>
                  <a:pt x="2368209" y="153951"/>
                </a:lnTo>
                <a:lnTo>
                  <a:pt x="2374702" y="153951"/>
                </a:lnTo>
                <a:cubicBezTo>
                  <a:pt x="2376183" y="169443"/>
                  <a:pt x="2379316" y="182656"/>
                  <a:pt x="2384099" y="193592"/>
                </a:cubicBezTo>
                <a:cubicBezTo>
                  <a:pt x="2388885" y="204414"/>
                  <a:pt x="2395719" y="212900"/>
                  <a:pt x="2404604" y="219051"/>
                </a:cubicBezTo>
                <a:cubicBezTo>
                  <a:pt x="2413489" y="225088"/>
                  <a:pt x="2423627" y="228107"/>
                  <a:pt x="2435018" y="228107"/>
                </a:cubicBezTo>
                <a:cubicBezTo>
                  <a:pt x="2446295" y="228107"/>
                  <a:pt x="2455693" y="224405"/>
                  <a:pt x="2463211" y="217000"/>
                </a:cubicBezTo>
                <a:cubicBezTo>
                  <a:pt x="2470842" y="209482"/>
                  <a:pt x="2474659" y="200711"/>
                  <a:pt x="2474659" y="190687"/>
                </a:cubicBezTo>
                <a:cubicBezTo>
                  <a:pt x="2474659" y="182144"/>
                  <a:pt x="2472495" y="173942"/>
                  <a:pt x="2468166" y="166082"/>
                </a:cubicBezTo>
                <a:cubicBezTo>
                  <a:pt x="2463951" y="158222"/>
                  <a:pt x="2454212" y="146774"/>
                  <a:pt x="2438947" y="131738"/>
                </a:cubicBezTo>
                <a:cubicBezTo>
                  <a:pt x="2423798" y="116702"/>
                  <a:pt x="2413319" y="103260"/>
                  <a:pt x="2407509" y="91414"/>
                </a:cubicBezTo>
                <a:cubicBezTo>
                  <a:pt x="2403293" y="82643"/>
                  <a:pt x="2401187" y="73302"/>
                  <a:pt x="2401187" y="63392"/>
                </a:cubicBezTo>
                <a:cubicBezTo>
                  <a:pt x="2401187" y="46191"/>
                  <a:pt x="2407964" y="31326"/>
                  <a:pt x="2421520" y="18795"/>
                </a:cubicBezTo>
                <a:cubicBezTo>
                  <a:pt x="2435075" y="6265"/>
                  <a:pt x="2452788" y="0"/>
                  <a:pt x="2474659" y="0"/>
                </a:cubicBezTo>
                <a:cubicBezTo>
                  <a:pt x="2484570" y="0"/>
                  <a:pt x="2497612" y="2221"/>
                  <a:pt x="2513787" y="6664"/>
                </a:cubicBezTo>
                <a:cubicBezTo>
                  <a:pt x="2523242" y="9284"/>
                  <a:pt x="2529906" y="10594"/>
                  <a:pt x="2533778" y="10594"/>
                </a:cubicBezTo>
                <a:cubicBezTo>
                  <a:pt x="2537082" y="10594"/>
                  <a:pt x="2540044" y="9910"/>
                  <a:pt x="2542664" y="8544"/>
                </a:cubicBezTo>
                <a:cubicBezTo>
                  <a:pt x="2545283" y="7063"/>
                  <a:pt x="2548360" y="4215"/>
                  <a:pt x="2551890" y="0"/>
                </a:cubicBezTo>
                <a:lnTo>
                  <a:pt x="2559408" y="0"/>
                </a:lnTo>
                <a:moveTo>
                  <a:pt x="2571198" y="88167"/>
                </a:moveTo>
                <a:lnTo>
                  <a:pt x="2627756" y="78599"/>
                </a:lnTo>
                <a:lnTo>
                  <a:pt x="2638007" y="78599"/>
                </a:lnTo>
                <a:lnTo>
                  <a:pt x="2630318" y="106450"/>
                </a:lnTo>
                <a:cubicBezTo>
                  <a:pt x="2642279" y="95515"/>
                  <a:pt x="2652075" y="88167"/>
                  <a:pt x="2659707" y="84408"/>
                </a:cubicBezTo>
                <a:cubicBezTo>
                  <a:pt x="2667339" y="80535"/>
                  <a:pt x="2674915" y="78599"/>
                  <a:pt x="2682432" y="78599"/>
                </a:cubicBezTo>
                <a:cubicBezTo>
                  <a:pt x="2693140" y="78599"/>
                  <a:pt x="2701398" y="82756"/>
                  <a:pt x="2707208" y="91072"/>
                </a:cubicBezTo>
                <a:cubicBezTo>
                  <a:pt x="2713018" y="99273"/>
                  <a:pt x="2715923" y="109355"/>
                  <a:pt x="2715923" y="121315"/>
                </a:cubicBezTo>
                <a:cubicBezTo>
                  <a:pt x="2715923" y="154008"/>
                  <a:pt x="2704588" y="182998"/>
                  <a:pt x="2681920" y="208286"/>
                </a:cubicBezTo>
                <a:cubicBezTo>
                  <a:pt x="2661872" y="230613"/>
                  <a:pt x="2640001" y="241776"/>
                  <a:pt x="2616307" y="241776"/>
                </a:cubicBezTo>
                <a:cubicBezTo>
                  <a:pt x="2612093" y="241776"/>
                  <a:pt x="2608505" y="241377"/>
                  <a:pt x="2605543" y="240580"/>
                </a:cubicBezTo>
                <a:cubicBezTo>
                  <a:pt x="2602581" y="239783"/>
                  <a:pt x="2598424" y="238017"/>
                  <a:pt x="2593069" y="235283"/>
                </a:cubicBezTo>
                <a:lnTo>
                  <a:pt x="2584184" y="266039"/>
                </a:lnTo>
                <a:cubicBezTo>
                  <a:pt x="2580995" y="277203"/>
                  <a:pt x="2579400" y="285689"/>
                  <a:pt x="2579400" y="291498"/>
                </a:cubicBezTo>
                <a:cubicBezTo>
                  <a:pt x="2579400" y="295143"/>
                  <a:pt x="2580653" y="297991"/>
                  <a:pt x="2583160" y="300042"/>
                </a:cubicBezTo>
                <a:cubicBezTo>
                  <a:pt x="2585665" y="302206"/>
                  <a:pt x="2591532" y="304028"/>
                  <a:pt x="2600758" y="305509"/>
                </a:cubicBezTo>
                <a:lnTo>
                  <a:pt x="2599221" y="311831"/>
                </a:lnTo>
                <a:lnTo>
                  <a:pt x="2507295" y="311831"/>
                </a:lnTo>
                <a:lnTo>
                  <a:pt x="2509004" y="305509"/>
                </a:lnTo>
                <a:cubicBezTo>
                  <a:pt x="2516293" y="305282"/>
                  <a:pt x="2522388" y="302946"/>
                  <a:pt x="2527286" y="298504"/>
                </a:cubicBezTo>
                <a:cubicBezTo>
                  <a:pt x="2532070" y="294061"/>
                  <a:pt x="2536570" y="284493"/>
                  <a:pt x="2540784" y="269798"/>
                </a:cubicBezTo>
                <a:lnTo>
                  <a:pt x="2582476" y="126100"/>
                </a:lnTo>
                <a:cubicBezTo>
                  <a:pt x="2585551" y="115392"/>
                  <a:pt x="2587089" y="107817"/>
                  <a:pt x="2587089" y="103374"/>
                </a:cubicBezTo>
                <a:cubicBezTo>
                  <a:pt x="2587089" y="101438"/>
                  <a:pt x="2586634" y="99843"/>
                  <a:pt x="2585722" y="98590"/>
                </a:cubicBezTo>
                <a:cubicBezTo>
                  <a:pt x="2584811" y="97223"/>
                  <a:pt x="2583444" y="96255"/>
                  <a:pt x="2581621" y="95685"/>
                </a:cubicBezTo>
                <a:cubicBezTo>
                  <a:pt x="2579798" y="95116"/>
                  <a:pt x="2575699" y="94831"/>
                  <a:pt x="2569319" y="94831"/>
                </a:cubicBezTo>
                <a:lnTo>
                  <a:pt x="2571198" y="88167"/>
                </a:lnTo>
                <a:moveTo>
                  <a:pt x="2597854" y="219393"/>
                </a:moveTo>
                <a:cubicBezTo>
                  <a:pt x="2601271" y="224974"/>
                  <a:pt x="2604346" y="228733"/>
                  <a:pt x="2607080" y="230670"/>
                </a:cubicBezTo>
                <a:cubicBezTo>
                  <a:pt x="2609814" y="232492"/>
                  <a:pt x="2613004" y="233404"/>
                  <a:pt x="2616649" y="233404"/>
                </a:cubicBezTo>
                <a:cubicBezTo>
                  <a:pt x="2620295" y="233404"/>
                  <a:pt x="2623825" y="232436"/>
                  <a:pt x="2627242" y="230499"/>
                </a:cubicBezTo>
                <a:cubicBezTo>
                  <a:pt x="2630774" y="228449"/>
                  <a:pt x="2635103" y="224405"/>
                  <a:pt x="2640228" y="218367"/>
                </a:cubicBezTo>
                <a:cubicBezTo>
                  <a:pt x="2645354" y="212330"/>
                  <a:pt x="2650252" y="204584"/>
                  <a:pt x="2654923" y="195130"/>
                </a:cubicBezTo>
                <a:cubicBezTo>
                  <a:pt x="2659707" y="185675"/>
                  <a:pt x="2663523" y="174967"/>
                  <a:pt x="2666371" y="163007"/>
                </a:cubicBezTo>
                <a:cubicBezTo>
                  <a:pt x="2669219" y="150932"/>
                  <a:pt x="2670642" y="139427"/>
                  <a:pt x="2670642" y="128492"/>
                </a:cubicBezTo>
                <a:cubicBezTo>
                  <a:pt x="2670642" y="119721"/>
                  <a:pt x="2669048" y="113342"/>
                  <a:pt x="2665858" y="109355"/>
                </a:cubicBezTo>
                <a:cubicBezTo>
                  <a:pt x="2662783" y="105368"/>
                  <a:pt x="2659024" y="103374"/>
                  <a:pt x="2654581" y="103374"/>
                </a:cubicBezTo>
                <a:cubicBezTo>
                  <a:pt x="2650594" y="103374"/>
                  <a:pt x="2646835" y="104400"/>
                  <a:pt x="2643305" y="106450"/>
                </a:cubicBezTo>
                <a:cubicBezTo>
                  <a:pt x="2638178" y="109412"/>
                  <a:pt x="2632141" y="114936"/>
                  <a:pt x="2625193" y="123024"/>
                </a:cubicBezTo>
                <a:lnTo>
                  <a:pt x="2597854" y="219393"/>
                </a:lnTo>
                <a:moveTo>
                  <a:pt x="2892598" y="80991"/>
                </a:moveTo>
                <a:lnTo>
                  <a:pt x="2859450" y="194617"/>
                </a:lnTo>
                <a:lnTo>
                  <a:pt x="2856032" y="208457"/>
                </a:lnTo>
                <a:cubicBezTo>
                  <a:pt x="2855691" y="210166"/>
                  <a:pt x="2855520" y="211419"/>
                  <a:pt x="2855520" y="212216"/>
                </a:cubicBezTo>
                <a:cubicBezTo>
                  <a:pt x="2855520" y="213583"/>
                  <a:pt x="2855976" y="214779"/>
                  <a:pt x="2856888" y="215804"/>
                </a:cubicBezTo>
                <a:cubicBezTo>
                  <a:pt x="2857912" y="216830"/>
                  <a:pt x="2858937" y="217342"/>
                  <a:pt x="2859963" y="217342"/>
                </a:cubicBezTo>
                <a:cubicBezTo>
                  <a:pt x="2862354" y="217342"/>
                  <a:pt x="2865658" y="215520"/>
                  <a:pt x="2869873" y="211875"/>
                </a:cubicBezTo>
                <a:cubicBezTo>
                  <a:pt x="2871581" y="210394"/>
                  <a:pt x="2875682" y="205154"/>
                  <a:pt x="2882176" y="196155"/>
                </a:cubicBezTo>
                <a:lnTo>
                  <a:pt x="2888156" y="199231"/>
                </a:lnTo>
                <a:cubicBezTo>
                  <a:pt x="2880068" y="214039"/>
                  <a:pt x="2871411" y="224860"/>
                  <a:pt x="2862184" y="231695"/>
                </a:cubicBezTo>
                <a:cubicBezTo>
                  <a:pt x="2853071" y="238416"/>
                  <a:pt x="2843218" y="241776"/>
                  <a:pt x="2832624" y="241776"/>
                </a:cubicBezTo>
                <a:cubicBezTo>
                  <a:pt x="2826132" y="241776"/>
                  <a:pt x="2821176" y="240125"/>
                  <a:pt x="2817759" y="236821"/>
                </a:cubicBezTo>
                <a:cubicBezTo>
                  <a:pt x="2814342" y="233404"/>
                  <a:pt x="2812632" y="229132"/>
                  <a:pt x="2812632" y="224006"/>
                </a:cubicBezTo>
                <a:cubicBezTo>
                  <a:pt x="2812632" y="219564"/>
                  <a:pt x="2814455" y="211305"/>
                  <a:pt x="2818100" y="199231"/>
                </a:cubicBezTo>
                <a:lnTo>
                  <a:pt x="2822201" y="185390"/>
                </a:lnTo>
                <a:cubicBezTo>
                  <a:pt x="2808987" y="208059"/>
                  <a:pt x="2796286" y="224120"/>
                  <a:pt x="2784098" y="233575"/>
                </a:cubicBezTo>
                <a:cubicBezTo>
                  <a:pt x="2777035" y="239042"/>
                  <a:pt x="2769517" y="241776"/>
                  <a:pt x="2761543" y="241776"/>
                </a:cubicBezTo>
                <a:cubicBezTo>
                  <a:pt x="2751064" y="241776"/>
                  <a:pt x="2743489" y="237504"/>
                  <a:pt x="2738818" y="228961"/>
                </a:cubicBezTo>
                <a:cubicBezTo>
                  <a:pt x="2734147" y="220304"/>
                  <a:pt x="2731813" y="210565"/>
                  <a:pt x="2731813" y="199743"/>
                </a:cubicBezTo>
                <a:cubicBezTo>
                  <a:pt x="2731813" y="183682"/>
                  <a:pt x="2736712" y="165285"/>
                  <a:pt x="2746508" y="144553"/>
                </a:cubicBezTo>
                <a:cubicBezTo>
                  <a:pt x="2756303" y="123707"/>
                  <a:pt x="2769176" y="106962"/>
                  <a:pt x="2785123" y="94318"/>
                </a:cubicBezTo>
                <a:cubicBezTo>
                  <a:pt x="2798223" y="83839"/>
                  <a:pt x="2810525" y="78599"/>
                  <a:pt x="2822031" y="78599"/>
                </a:cubicBezTo>
                <a:cubicBezTo>
                  <a:pt x="2828410" y="78599"/>
                  <a:pt x="2833536" y="80478"/>
                  <a:pt x="2837408" y="84237"/>
                </a:cubicBezTo>
                <a:cubicBezTo>
                  <a:pt x="2841282" y="87882"/>
                  <a:pt x="2844129" y="94603"/>
                  <a:pt x="2845952" y="104400"/>
                </a:cubicBezTo>
                <a:lnTo>
                  <a:pt x="2852103" y="83383"/>
                </a:lnTo>
                <a:lnTo>
                  <a:pt x="2892598" y="80991"/>
                </a:lnTo>
                <a:moveTo>
                  <a:pt x="2837920" y="113455"/>
                </a:moveTo>
                <a:cubicBezTo>
                  <a:pt x="2837920" y="104229"/>
                  <a:pt x="2836496" y="97565"/>
                  <a:pt x="2833649" y="93464"/>
                </a:cubicBezTo>
                <a:cubicBezTo>
                  <a:pt x="2831600" y="90616"/>
                  <a:pt x="2828808" y="89193"/>
                  <a:pt x="2825276" y="89193"/>
                </a:cubicBezTo>
                <a:cubicBezTo>
                  <a:pt x="2821746" y="89193"/>
                  <a:pt x="2818100" y="90901"/>
                  <a:pt x="2814342" y="94318"/>
                </a:cubicBezTo>
                <a:cubicBezTo>
                  <a:pt x="2806709" y="101381"/>
                  <a:pt x="2798451" y="115734"/>
                  <a:pt x="2789566" y="137377"/>
                </a:cubicBezTo>
                <a:cubicBezTo>
                  <a:pt x="2780794" y="158906"/>
                  <a:pt x="2776408" y="177530"/>
                  <a:pt x="2776408" y="193250"/>
                </a:cubicBezTo>
                <a:cubicBezTo>
                  <a:pt x="2776408" y="199287"/>
                  <a:pt x="2777377" y="203673"/>
                  <a:pt x="2779313" y="206407"/>
                </a:cubicBezTo>
                <a:cubicBezTo>
                  <a:pt x="2781364" y="209027"/>
                  <a:pt x="2783586" y="210337"/>
                  <a:pt x="2785977" y="210337"/>
                </a:cubicBezTo>
                <a:cubicBezTo>
                  <a:pt x="2791103" y="210337"/>
                  <a:pt x="2796286" y="207375"/>
                  <a:pt x="2801526" y="201452"/>
                </a:cubicBezTo>
                <a:cubicBezTo>
                  <a:pt x="2809044" y="193022"/>
                  <a:pt x="2815822" y="182713"/>
                  <a:pt x="2821859" y="170525"/>
                </a:cubicBezTo>
                <a:cubicBezTo>
                  <a:pt x="2832567" y="149110"/>
                  <a:pt x="2837920" y="130087"/>
                  <a:pt x="2837920" y="113455"/>
                </a:cubicBezTo>
                <a:moveTo>
                  <a:pt x="3031342" y="195813"/>
                </a:moveTo>
                <a:lnTo>
                  <a:pt x="3036468" y="200426"/>
                </a:lnTo>
                <a:cubicBezTo>
                  <a:pt x="3025418" y="213640"/>
                  <a:pt x="3014540" y="223322"/>
                  <a:pt x="3003832" y="229474"/>
                </a:cubicBezTo>
                <a:cubicBezTo>
                  <a:pt x="2989594" y="237675"/>
                  <a:pt x="2974842" y="241776"/>
                  <a:pt x="2959577" y="241776"/>
                </a:cubicBezTo>
                <a:cubicBezTo>
                  <a:pt x="2949326" y="241776"/>
                  <a:pt x="2940213" y="239612"/>
                  <a:pt x="2932239" y="235283"/>
                </a:cubicBezTo>
                <a:cubicBezTo>
                  <a:pt x="2924380" y="230841"/>
                  <a:pt x="2918570" y="224689"/>
                  <a:pt x="2914811" y="216830"/>
                </a:cubicBezTo>
                <a:cubicBezTo>
                  <a:pt x="2911052" y="208856"/>
                  <a:pt x="2909173" y="200711"/>
                  <a:pt x="2909173" y="192396"/>
                </a:cubicBezTo>
                <a:cubicBezTo>
                  <a:pt x="2909173" y="173714"/>
                  <a:pt x="2914241" y="155375"/>
                  <a:pt x="2924380" y="137377"/>
                </a:cubicBezTo>
                <a:cubicBezTo>
                  <a:pt x="2934518" y="119265"/>
                  <a:pt x="2947902" y="104969"/>
                  <a:pt x="2964533" y="94489"/>
                </a:cubicBezTo>
                <a:cubicBezTo>
                  <a:pt x="2981164" y="83895"/>
                  <a:pt x="2997510" y="78599"/>
                  <a:pt x="3013572" y="78599"/>
                </a:cubicBezTo>
                <a:cubicBezTo>
                  <a:pt x="3026444" y="78599"/>
                  <a:pt x="3036126" y="81446"/>
                  <a:pt x="3042618" y="87142"/>
                </a:cubicBezTo>
                <a:cubicBezTo>
                  <a:pt x="3049112" y="92838"/>
                  <a:pt x="3052359" y="99900"/>
                  <a:pt x="3052359" y="108329"/>
                </a:cubicBezTo>
                <a:cubicBezTo>
                  <a:pt x="3052359" y="115961"/>
                  <a:pt x="3049909" y="122454"/>
                  <a:pt x="3045011" y="127808"/>
                </a:cubicBezTo>
                <a:cubicBezTo>
                  <a:pt x="3040113" y="133162"/>
                  <a:pt x="3034645" y="135839"/>
                  <a:pt x="3028608" y="135839"/>
                </a:cubicBezTo>
                <a:cubicBezTo>
                  <a:pt x="3023369" y="135839"/>
                  <a:pt x="3018983" y="134130"/>
                  <a:pt x="3015451" y="130713"/>
                </a:cubicBezTo>
                <a:cubicBezTo>
                  <a:pt x="3012034" y="127296"/>
                  <a:pt x="3010326" y="123252"/>
                  <a:pt x="3010326" y="118582"/>
                </a:cubicBezTo>
                <a:cubicBezTo>
                  <a:pt x="3010326" y="112430"/>
                  <a:pt x="3013401" y="107076"/>
                  <a:pt x="3019552" y="102520"/>
                </a:cubicBezTo>
                <a:cubicBezTo>
                  <a:pt x="3023767" y="99331"/>
                  <a:pt x="3025874" y="96540"/>
                  <a:pt x="3025874" y="94148"/>
                </a:cubicBezTo>
                <a:cubicBezTo>
                  <a:pt x="3025874" y="92097"/>
                  <a:pt x="3025020" y="90445"/>
                  <a:pt x="3023311" y="89193"/>
                </a:cubicBezTo>
                <a:cubicBezTo>
                  <a:pt x="3021033" y="87370"/>
                  <a:pt x="3018071" y="86459"/>
                  <a:pt x="3014425" y="86459"/>
                </a:cubicBezTo>
                <a:cubicBezTo>
                  <a:pt x="3004858" y="86459"/>
                  <a:pt x="2995858" y="90332"/>
                  <a:pt x="2987430" y="98077"/>
                </a:cubicBezTo>
                <a:cubicBezTo>
                  <a:pt x="2976266" y="108329"/>
                  <a:pt x="2967722" y="121315"/>
                  <a:pt x="2961799" y="137035"/>
                </a:cubicBezTo>
                <a:cubicBezTo>
                  <a:pt x="2955876" y="152755"/>
                  <a:pt x="2952913" y="167677"/>
                  <a:pt x="2952913" y="181802"/>
                </a:cubicBezTo>
                <a:cubicBezTo>
                  <a:pt x="2952913" y="192965"/>
                  <a:pt x="2955933" y="201907"/>
                  <a:pt x="2961970" y="208628"/>
                </a:cubicBezTo>
                <a:cubicBezTo>
                  <a:pt x="2968008" y="215235"/>
                  <a:pt x="2975184" y="218538"/>
                  <a:pt x="2983499" y="218538"/>
                </a:cubicBezTo>
                <a:cubicBezTo>
                  <a:pt x="2990790" y="218538"/>
                  <a:pt x="2998649" y="216659"/>
                  <a:pt x="3007079" y="212900"/>
                </a:cubicBezTo>
                <a:cubicBezTo>
                  <a:pt x="3015622" y="209141"/>
                  <a:pt x="3023710" y="203445"/>
                  <a:pt x="3031342" y="195813"/>
                </a:cubicBezTo>
                <a:moveTo>
                  <a:pt x="3110111" y="172917"/>
                </a:moveTo>
                <a:cubicBezTo>
                  <a:pt x="3109086" y="180321"/>
                  <a:pt x="3108573" y="186415"/>
                  <a:pt x="3108573" y="191200"/>
                </a:cubicBezTo>
                <a:cubicBezTo>
                  <a:pt x="3108573" y="199743"/>
                  <a:pt x="3111023" y="206578"/>
                  <a:pt x="3115920" y="211704"/>
                </a:cubicBezTo>
                <a:cubicBezTo>
                  <a:pt x="3120933" y="216830"/>
                  <a:pt x="3127597" y="219393"/>
                  <a:pt x="3135912" y="219393"/>
                </a:cubicBezTo>
                <a:cubicBezTo>
                  <a:pt x="3143886" y="219393"/>
                  <a:pt x="3151859" y="217456"/>
                  <a:pt x="3159833" y="213583"/>
                </a:cubicBezTo>
                <a:cubicBezTo>
                  <a:pt x="3167921" y="209710"/>
                  <a:pt x="3177262" y="202932"/>
                  <a:pt x="3187855" y="193250"/>
                </a:cubicBezTo>
                <a:lnTo>
                  <a:pt x="3192981" y="197864"/>
                </a:lnTo>
                <a:cubicBezTo>
                  <a:pt x="3179882" y="213697"/>
                  <a:pt x="3167123" y="224974"/>
                  <a:pt x="3154708" y="231695"/>
                </a:cubicBezTo>
                <a:cubicBezTo>
                  <a:pt x="3142292" y="238416"/>
                  <a:pt x="3128564" y="241776"/>
                  <a:pt x="3113529" y="241776"/>
                </a:cubicBezTo>
                <a:cubicBezTo>
                  <a:pt x="3094505" y="241776"/>
                  <a:pt x="3081349" y="237220"/>
                  <a:pt x="3074058" y="228107"/>
                </a:cubicBezTo>
                <a:cubicBezTo>
                  <a:pt x="3066769" y="218994"/>
                  <a:pt x="3063123" y="208457"/>
                  <a:pt x="3063123" y="196497"/>
                </a:cubicBezTo>
                <a:cubicBezTo>
                  <a:pt x="3063123" y="177815"/>
                  <a:pt x="3068533" y="159134"/>
                  <a:pt x="3079356" y="140452"/>
                </a:cubicBezTo>
                <a:cubicBezTo>
                  <a:pt x="3090291" y="121771"/>
                  <a:pt x="3105099" y="106792"/>
                  <a:pt x="3123781" y="95515"/>
                </a:cubicBezTo>
                <a:cubicBezTo>
                  <a:pt x="3142576" y="84237"/>
                  <a:pt x="3161428" y="78599"/>
                  <a:pt x="3180337" y="78599"/>
                </a:cubicBezTo>
                <a:cubicBezTo>
                  <a:pt x="3189906" y="78599"/>
                  <a:pt x="3197139" y="80877"/>
                  <a:pt x="3202037" y="85433"/>
                </a:cubicBezTo>
                <a:cubicBezTo>
                  <a:pt x="3206936" y="89990"/>
                  <a:pt x="3209384" y="95742"/>
                  <a:pt x="3209384" y="102691"/>
                </a:cubicBezTo>
                <a:cubicBezTo>
                  <a:pt x="3209384" y="111006"/>
                  <a:pt x="3206993" y="119094"/>
                  <a:pt x="3202208" y="126954"/>
                </a:cubicBezTo>
                <a:cubicBezTo>
                  <a:pt x="3195601" y="137661"/>
                  <a:pt x="3187285" y="146319"/>
                  <a:pt x="3177262" y="152926"/>
                </a:cubicBezTo>
                <a:cubicBezTo>
                  <a:pt x="3167238" y="159418"/>
                  <a:pt x="3156017" y="164374"/>
                  <a:pt x="3143601" y="167791"/>
                </a:cubicBezTo>
                <a:cubicBezTo>
                  <a:pt x="3135285" y="170069"/>
                  <a:pt x="3124122" y="171778"/>
                  <a:pt x="3110111" y="172917"/>
                </a:cubicBezTo>
                <a:moveTo>
                  <a:pt x="3111649" y="164032"/>
                </a:moveTo>
                <a:cubicBezTo>
                  <a:pt x="3121674" y="162551"/>
                  <a:pt x="3129418" y="160558"/>
                  <a:pt x="3134886" y="158051"/>
                </a:cubicBezTo>
                <a:cubicBezTo>
                  <a:pt x="3140468" y="155432"/>
                  <a:pt x="3145879" y="151331"/>
                  <a:pt x="3151119" y="145749"/>
                </a:cubicBezTo>
                <a:cubicBezTo>
                  <a:pt x="3156474" y="140054"/>
                  <a:pt x="3161086" y="132934"/>
                  <a:pt x="3164959" y="124391"/>
                </a:cubicBezTo>
                <a:cubicBezTo>
                  <a:pt x="3168832" y="115734"/>
                  <a:pt x="3170769" y="107646"/>
                  <a:pt x="3170769" y="100128"/>
                </a:cubicBezTo>
                <a:cubicBezTo>
                  <a:pt x="3170769" y="96938"/>
                  <a:pt x="3169858" y="94432"/>
                  <a:pt x="3168035" y="92610"/>
                </a:cubicBezTo>
                <a:cubicBezTo>
                  <a:pt x="3166326" y="90787"/>
                  <a:pt x="3164105" y="89876"/>
                  <a:pt x="3161371" y="89876"/>
                </a:cubicBezTo>
                <a:cubicBezTo>
                  <a:pt x="3155903" y="89876"/>
                  <a:pt x="3149753" y="93692"/>
                  <a:pt x="3142918" y="101324"/>
                </a:cubicBezTo>
                <a:cubicBezTo>
                  <a:pt x="3130387" y="115221"/>
                  <a:pt x="3119964" y="136124"/>
                  <a:pt x="3111649" y="164032"/>
                </a:cubicBez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3" name="path-2259">
            <a:extLst xmlns:a="http://schemas.openxmlformats.org/drawingml/2006/main">
              <a:ext uri="{FF2B5EF4-FFF2-40B4-BE49-F238E27FC236}">
                <a16:creationId xmlns:a16="http://schemas.microsoft.com/office/drawing/2014/main" id="{0BF7BC7D-E64F-4CD0-B594-68B1F41E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1967113"/>
            <a:ext cx="4137396" cy="689566"/>
          </a:xfrm>
          <a:custGeom xmlns:a="http://schemas.openxmlformats.org/drawingml/2006/main">
            <a:pathLst>
              <a:path w="3536180" h="589363">
                <a:moveTo>
                  <a:pt x="0" y="36835"/>
                </a:moveTo>
                <a:cubicBezTo>
                  <a:pt x="0" y="16492"/>
                  <a:pt x="16492" y="0"/>
                  <a:pt x="36836" y="0"/>
                </a:cubicBezTo>
                <a:lnTo>
                  <a:pt x="3499345" y="0"/>
                </a:lnTo>
                <a:cubicBezTo>
                  <a:pt x="3519689" y="0"/>
                  <a:pt x="3536180" y="16492"/>
                  <a:pt x="3536180" y="36835"/>
                </a:cubicBezTo>
                <a:lnTo>
                  <a:pt x="3536180" y="552528"/>
                </a:lnTo>
                <a:cubicBezTo>
                  <a:pt x="3536180" y="572872"/>
                  <a:pt x="3519689" y="589363"/>
                  <a:pt x="3499345" y="589363"/>
                </a:cubicBezTo>
                <a:lnTo>
                  <a:pt x="36836" y="589363"/>
                </a:lnTo>
                <a:cubicBezTo>
                  <a:pt x="16492" y="589363"/>
                  <a:pt x="0" y="572872"/>
                  <a:pt x="0" y="552528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4" name="path-2260">
            <a:extLst xmlns:a="http://schemas.openxmlformats.org/drawingml/2006/main">
              <a:ext uri="{FF2B5EF4-FFF2-40B4-BE49-F238E27FC236}">
                <a16:creationId xmlns:a16="http://schemas.microsoft.com/office/drawing/2014/main" id="{8D35EC9F-9731-4FC7-9167-4C630FC5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1967113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2895" y="566866"/>
                </a:moveTo>
                <a:lnTo>
                  <a:pt x="10789" y="578575"/>
                </a:lnTo>
                <a:lnTo>
                  <a:pt x="22497" y="586469"/>
                </a:lnTo>
                <a:lnTo>
                  <a:pt x="36836" y="589364"/>
                </a:lnTo>
                <a:lnTo>
                  <a:pt x="3499345" y="589364"/>
                </a:lnTo>
                <a:lnTo>
                  <a:pt x="3513683" y="586469"/>
                </a:lnTo>
                <a:lnTo>
                  <a:pt x="3525392" y="578575"/>
                </a:lnTo>
                <a:lnTo>
                  <a:pt x="3533286" y="566866"/>
                </a:lnTo>
                <a:lnTo>
                  <a:pt x="3536180" y="552528"/>
                </a:lnTo>
                <a:lnTo>
                  <a:pt x="3536180" y="36835"/>
                </a:lnTo>
                <a:lnTo>
                  <a:pt x="3533286" y="22497"/>
                </a:lnTo>
                <a:lnTo>
                  <a:pt x="3525392" y="10789"/>
                </a:lnTo>
                <a:lnTo>
                  <a:pt x="3513683" y="2895"/>
                </a:lnTo>
                <a:lnTo>
                  <a:pt x="3499345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552528"/>
                </a:lnTo>
                <a:lnTo>
                  <a:pt x="2895" y="566866"/>
                </a:lnTo>
                <a:close/>
                <a:moveTo>
                  <a:pt x="3508640" y="20932"/>
                </a:moveTo>
                <a:lnTo>
                  <a:pt x="3515248" y="27540"/>
                </a:lnTo>
                <a:lnTo>
                  <a:pt x="3517762" y="36836"/>
                </a:lnTo>
                <a:lnTo>
                  <a:pt x="3517762" y="552528"/>
                </a:lnTo>
                <a:lnTo>
                  <a:pt x="3515248" y="561824"/>
                </a:lnTo>
                <a:lnTo>
                  <a:pt x="3508640" y="568431"/>
                </a:lnTo>
                <a:lnTo>
                  <a:pt x="3499345" y="570946"/>
                </a:lnTo>
                <a:lnTo>
                  <a:pt x="36836" y="570946"/>
                </a:lnTo>
                <a:lnTo>
                  <a:pt x="27540" y="568431"/>
                </a:lnTo>
                <a:lnTo>
                  <a:pt x="20932" y="561824"/>
                </a:lnTo>
                <a:lnTo>
                  <a:pt x="18417" y="552528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3499345" y="18418"/>
                </a:lnTo>
                <a:lnTo>
                  <a:pt x="3508640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5" name="path-2261">
            <a:extLst xmlns:a="http://schemas.openxmlformats.org/drawingml/2006/main">
              <a:ext uri="{FF2B5EF4-FFF2-40B4-BE49-F238E27FC236}">
                <a16:creationId xmlns:a16="http://schemas.microsoft.com/office/drawing/2014/main" id="{914B591A-E497-4460-AA3C-0E739EB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683" y="2187990"/>
            <a:ext cx="247813" cy="247813"/>
          </a:xfrm>
          <a:custGeom xmlns:a="http://schemas.openxmlformats.org/drawingml/2006/main">
            <a:pathLst>
              <a:path w="211803" h="211802">
                <a:moveTo>
                  <a:pt x="0" y="0"/>
                </a:moveTo>
                <a:lnTo>
                  <a:pt x="211803" y="0"/>
                </a:lnTo>
                <a:lnTo>
                  <a:pt x="211803" y="211802"/>
                </a:lnTo>
                <a:lnTo>
                  <a:pt x="0" y="21180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6" name="path-2262">
            <a:extLst xmlns:a="http://schemas.openxmlformats.org/drawingml/2006/main">
              <a:ext uri="{FF2B5EF4-FFF2-40B4-BE49-F238E27FC236}">
                <a16:creationId xmlns:a16="http://schemas.microsoft.com/office/drawing/2014/main" id="{D801B268-FB03-4B11-8D55-BE1C4C84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683" y="2187990"/>
            <a:ext cx="247813" cy="247813"/>
          </a:xfrm>
          <a:custGeom xmlns:a="http://schemas.openxmlformats.org/drawingml/2006/main">
            <a:pathLst>
              <a:path w="211803" h="211802">
                <a:moveTo>
                  <a:pt x="211803" y="211802"/>
                </a:moveTo>
                <a:lnTo>
                  <a:pt x="211803" y="0"/>
                </a:lnTo>
                <a:lnTo>
                  <a:pt x="0" y="0"/>
                </a:lnTo>
                <a:lnTo>
                  <a:pt x="0" y="211802"/>
                </a:lnTo>
                <a:lnTo>
                  <a:pt x="211803" y="211802"/>
                </a:lnTo>
                <a:close/>
                <a:moveTo>
                  <a:pt x="188780" y="188780"/>
                </a:moveTo>
                <a:lnTo>
                  <a:pt x="23022" y="188780"/>
                </a:lnTo>
                <a:lnTo>
                  <a:pt x="23022" y="23022"/>
                </a:lnTo>
                <a:lnTo>
                  <a:pt x="188780" y="23022"/>
                </a:lnTo>
                <a:lnTo>
                  <a:pt x="188780" y="1887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7" name="path-2263">
            <a:extLst xmlns:a="http://schemas.openxmlformats.org/drawingml/2006/main">
              <a:ext uri="{FF2B5EF4-FFF2-40B4-BE49-F238E27FC236}">
                <a16:creationId xmlns:a16="http://schemas.microsoft.com/office/drawing/2014/main" id="{CD50C4AD-76DB-4438-A3F9-37FDCAD6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598" y="2171828"/>
            <a:ext cx="269362" cy="263974"/>
          </a:xfrm>
          <a:custGeom xmlns:a="http://schemas.openxmlformats.org/drawingml/2006/main">
            <a:pathLst>
              <a:path w="230220" h="225616">
                <a:moveTo>
                  <a:pt x="115110" y="0"/>
                </a:moveTo>
                <a:lnTo>
                  <a:pt x="230220" y="225616"/>
                </a:lnTo>
                <a:lnTo>
                  <a:pt x="0" y="225616"/>
                </a:lnTo>
                <a:lnTo>
                  <a:pt x="115110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8" name="path-2264">
            <a:extLst xmlns:a="http://schemas.openxmlformats.org/drawingml/2006/main">
              <a:ext uri="{FF2B5EF4-FFF2-40B4-BE49-F238E27FC236}">
                <a16:creationId xmlns:a16="http://schemas.microsoft.com/office/drawing/2014/main" id="{F08D0F4E-4500-46CD-991D-373B708D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598" y="2171828"/>
            <a:ext cx="269362" cy="263974"/>
          </a:xfrm>
          <a:custGeom xmlns:a="http://schemas.openxmlformats.org/drawingml/2006/main">
            <a:pathLst>
              <a:path w="230220" h="225616">
                <a:moveTo>
                  <a:pt x="230220" y="225616"/>
                </a:moveTo>
                <a:lnTo>
                  <a:pt x="115110" y="0"/>
                </a:lnTo>
                <a:lnTo>
                  <a:pt x="0" y="225616"/>
                </a:lnTo>
                <a:lnTo>
                  <a:pt x="230220" y="225616"/>
                </a:lnTo>
                <a:close/>
                <a:moveTo>
                  <a:pt x="37591" y="202593"/>
                </a:moveTo>
                <a:lnTo>
                  <a:pt x="115110" y="50657"/>
                </a:lnTo>
                <a:lnTo>
                  <a:pt x="192629" y="202593"/>
                </a:lnTo>
                <a:lnTo>
                  <a:pt x="37591" y="202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9" name="path-2265">
            <a:extLst xmlns:a="http://schemas.openxmlformats.org/drawingml/2006/main">
              <a:ext uri="{FF2B5EF4-FFF2-40B4-BE49-F238E27FC236}">
                <a16:creationId xmlns:a16="http://schemas.microsoft.com/office/drawing/2014/main" id="{962032FD-06D0-4F38-99D0-727278E0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079" y="2171828"/>
            <a:ext cx="269362" cy="263974"/>
          </a:xfrm>
          <a:custGeom xmlns:a="http://schemas.openxmlformats.org/drawingml/2006/main">
            <a:pathLst>
              <a:path w="230220" h="225616">
                <a:moveTo>
                  <a:pt x="115110" y="0"/>
                </a:moveTo>
                <a:lnTo>
                  <a:pt x="230220" y="225616"/>
                </a:lnTo>
                <a:lnTo>
                  <a:pt x="0" y="225616"/>
                </a:lnTo>
                <a:lnTo>
                  <a:pt x="115110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0" name="path-2266">
            <a:extLst xmlns:a="http://schemas.openxmlformats.org/drawingml/2006/main">
              <a:ext uri="{FF2B5EF4-FFF2-40B4-BE49-F238E27FC236}">
                <a16:creationId xmlns:a16="http://schemas.microsoft.com/office/drawing/2014/main" id="{DD0452B3-991F-435F-8EE6-97233C63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079" y="2171828"/>
            <a:ext cx="269362" cy="263974"/>
          </a:xfrm>
          <a:custGeom xmlns:a="http://schemas.openxmlformats.org/drawingml/2006/main">
            <a:pathLst>
              <a:path w="230220" h="225616">
                <a:moveTo>
                  <a:pt x="230220" y="225616"/>
                </a:moveTo>
                <a:lnTo>
                  <a:pt x="115110" y="0"/>
                </a:lnTo>
                <a:lnTo>
                  <a:pt x="0" y="225616"/>
                </a:lnTo>
                <a:lnTo>
                  <a:pt x="230220" y="225616"/>
                </a:lnTo>
                <a:close/>
                <a:moveTo>
                  <a:pt x="37591" y="202593"/>
                </a:moveTo>
                <a:lnTo>
                  <a:pt x="115110" y="50657"/>
                </a:lnTo>
                <a:lnTo>
                  <a:pt x="192629" y="202593"/>
                </a:lnTo>
                <a:lnTo>
                  <a:pt x="37591" y="202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1" name="path-2267">
            <a:extLst xmlns:a="http://schemas.openxmlformats.org/drawingml/2006/main">
              <a:ext uri="{FF2B5EF4-FFF2-40B4-BE49-F238E27FC236}">
                <a16:creationId xmlns:a16="http://schemas.microsoft.com/office/drawing/2014/main" id="{896B4D97-B413-40C4-A80D-53862AAC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551" y="2187990"/>
            <a:ext cx="247813" cy="247813"/>
          </a:xfrm>
          <a:custGeom xmlns:a="http://schemas.openxmlformats.org/drawingml/2006/main">
            <a:pathLst>
              <a:path w="211803" h="211802">
                <a:moveTo>
                  <a:pt x="0" y="0"/>
                </a:moveTo>
                <a:lnTo>
                  <a:pt x="211803" y="0"/>
                </a:lnTo>
                <a:lnTo>
                  <a:pt x="211803" y="211802"/>
                </a:lnTo>
                <a:lnTo>
                  <a:pt x="0" y="21180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2" name="path-2268">
            <a:extLst xmlns:a="http://schemas.openxmlformats.org/drawingml/2006/main">
              <a:ext uri="{FF2B5EF4-FFF2-40B4-BE49-F238E27FC236}">
                <a16:creationId xmlns:a16="http://schemas.microsoft.com/office/drawing/2014/main" id="{A9F3AB0B-957D-465D-B72D-1ABF9A9E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551" y="2187990"/>
            <a:ext cx="247813" cy="247813"/>
          </a:xfrm>
          <a:custGeom xmlns:a="http://schemas.openxmlformats.org/drawingml/2006/main">
            <a:pathLst>
              <a:path w="211803" h="211802">
                <a:moveTo>
                  <a:pt x="211803" y="211802"/>
                </a:moveTo>
                <a:lnTo>
                  <a:pt x="211803" y="0"/>
                </a:lnTo>
                <a:lnTo>
                  <a:pt x="0" y="0"/>
                </a:lnTo>
                <a:lnTo>
                  <a:pt x="0" y="211802"/>
                </a:lnTo>
                <a:lnTo>
                  <a:pt x="211803" y="211802"/>
                </a:lnTo>
                <a:close/>
                <a:moveTo>
                  <a:pt x="188780" y="188780"/>
                </a:moveTo>
                <a:lnTo>
                  <a:pt x="23022" y="188780"/>
                </a:lnTo>
                <a:lnTo>
                  <a:pt x="23022" y="23022"/>
                </a:lnTo>
                <a:lnTo>
                  <a:pt x="188780" y="23022"/>
                </a:lnTo>
                <a:lnTo>
                  <a:pt x="188780" y="1887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3" name="path-2269">
            <a:extLst xmlns:a="http://schemas.openxmlformats.org/drawingml/2006/main">
              <a:ext uri="{FF2B5EF4-FFF2-40B4-BE49-F238E27FC236}">
                <a16:creationId xmlns:a16="http://schemas.microsoft.com/office/drawing/2014/main" id="{884030FC-6898-4C12-A263-FB2D73B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861" y="2301121"/>
            <a:ext cx="452527" cy="21549"/>
          </a:xfrm>
          <a:custGeom xmlns:a="http://schemas.openxmlformats.org/drawingml/2006/main">
            <a:pathLst>
              <a:path w="386769" h="18417">
                <a:moveTo>
                  <a:pt x="0" y="9209"/>
                </a:moveTo>
                <a:lnTo>
                  <a:pt x="0" y="18417"/>
                </a:lnTo>
                <a:lnTo>
                  <a:pt x="32231" y="18417"/>
                </a:lnTo>
                <a:lnTo>
                  <a:pt x="32231" y="9209"/>
                </a:lnTo>
                <a:lnTo>
                  <a:pt x="32231" y="0"/>
                </a:lnTo>
                <a:lnTo>
                  <a:pt x="0" y="0"/>
                </a:lnTo>
                <a:lnTo>
                  <a:pt x="0" y="9209"/>
                </a:lnTo>
                <a:moveTo>
                  <a:pt x="96693" y="9209"/>
                </a:moveTo>
                <a:lnTo>
                  <a:pt x="96693" y="18417"/>
                </a:lnTo>
                <a:lnTo>
                  <a:pt x="161154" y="18417"/>
                </a:lnTo>
                <a:lnTo>
                  <a:pt x="161154" y="9209"/>
                </a:lnTo>
                <a:lnTo>
                  <a:pt x="161154" y="0"/>
                </a:lnTo>
                <a:lnTo>
                  <a:pt x="96693" y="0"/>
                </a:lnTo>
                <a:lnTo>
                  <a:pt x="96693" y="9209"/>
                </a:lnTo>
                <a:moveTo>
                  <a:pt x="225616" y="9209"/>
                </a:moveTo>
                <a:lnTo>
                  <a:pt x="225616" y="18417"/>
                </a:lnTo>
                <a:lnTo>
                  <a:pt x="290077" y="18417"/>
                </a:lnTo>
                <a:lnTo>
                  <a:pt x="290077" y="9209"/>
                </a:lnTo>
                <a:lnTo>
                  <a:pt x="290077" y="0"/>
                </a:lnTo>
                <a:lnTo>
                  <a:pt x="225616" y="0"/>
                </a:lnTo>
                <a:lnTo>
                  <a:pt x="225616" y="9209"/>
                </a:lnTo>
                <a:moveTo>
                  <a:pt x="354539" y="9209"/>
                </a:moveTo>
                <a:lnTo>
                  <a:pt x="354539" y="18417"/>
                </a:lnTo>
                <a:lnTo>
                  <a:pt x="386769" y="18417"/>
                </a:lnTo>
                <a:lnTo>
                  <a:pt x="386769" y="9209"/>
                </a:lnTo>
                <a:lnTo>
                  <a:pt x="386769" y="0"/>
                </a:lnTo>
                <a:lnTo>
                  <a:pt x="354539" y="0"/>
                </a:lnTo>
                <a:lnTo>
                  <a:pt x="354539" y="9209"/>
                </a:lnTo>
                <a:moveTo>
                  <a:pt x="0" y="9209"/>
                </a:moveTo>
                <a:lnTo>
                  <a:pt x="0" y="18417"/>
                </a:lnTo>
                <a:lnTo>
                  <a:pt x="32231" y="18417"/>
                </a:lnTo>
                <a:lnTo>
                  <a:pt x="32231" y="9209"/>
                </a:lnTo>
                <a:lnTo>
                  <a:pt x="32231" y="0"/>
                </a:lnTo>
                <a:lnTo>
                  <a:pt x="0" y="0"/>
                </a:lnTo>
                <a:lnTo>
                  <a:pt x="0" y="9209"/>
                </a:lnTo>
                <a:moveTo>
                  <a:pt x="96693" y="9209"/>
                </a:moveTo>
                <a:lnTo>
                  <a:pt x="96693" y="18417"/>
                </a:lnTo>
                <a:lnTo>
                  <a:pt x="161154" y="18417"/>
                </a:lnTo>
                <a:lnTo>
                  <a:pt x="161154" y="9209"/>
                </a:lnTo>
                <a:lnTo>
                  <a:pt x="161154" y="0"/>
                </a:lnTo>
                <a:lnTo>
                  <a:pt x="96693" y="0"/>
                </a:lnTo>
                <a:lnTo>
                  <a:pt x="96693" y="9209"/>
                </a:lnTo>
                <a:moveTo>
                  <a:pt x="225616" y="9209"/>
                </a:moveTo>
                <a:lnTo>
                  <a:pt x="225616" y="18417"/>
                </a:lnTo>
                <a:lnTo>
                  <a:pt x="290077" y="18417"/>
                </a:lnTo>
                <a:lnTo>
                  <a:pt x="290077" y="9209"/>
                </a:lnTo>
                <a:lnTo>
                  <a:pt x="290077" y="0"/>
                </a:lnTo>
                <a:lnTo>
                  <a:pt x="225616" y="0"/>
                </a:lnTo>
                <a:lnTo>
                  <a:pt x="225616" y="9209"/>
                </a:lnTo>
                <a:moveTo>
                  <a:pt x="354539" y="9209"/>
                </a:moveTo>
                <a:lnTo>
                  <a:pt x="354539" y="18417"/>
                </a:lnTo>
                <a:lnTo>
                  <a:pt x="386769" y="18417"/>
                </a:lnTo>
                <a:lnTo>
                  <a:pt x="386769" y="9209"/>
                </a:lnTo>
                <a:lnTo>
                  <a:pt x="386769" y="0"/>
                </a:lnTo>
                <a:lnTo>
                  <a:pt x="354539" y="0"/>
                </a:lnTo>
                <a:lnTo>
                  <a:pt x="354539" y="92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4" name="path-2270">
            <a:extLst xmlns:a="http://schemas.openxmlformats.org/drawingml/2006/main">
              <a:ext uri="{FF2B5EF4-FFF2-40B4-BE49-F238E27FC236}">
                <a16:creationId xmlns:a16="http://schemas.microsoft.com/office/drawing/2014/main" id="{B92748A1-FE56-49F6-B3C1-9ED32F9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1171" y="2304009"/>
            <a:ext cx="64230" cy="533142"/>
          </a:xfrm>
          <a:custGeom xmlns:a="http://schemas.openxmlformats.org/drawingml/2006/main">
            <a:pathLst>
              <a:path w="54897" h="455670">
                <a:moveTo>
                  <a:pt x="52951" y="448763"/>
                </a:moveTo>
                <a:cubicBezTo>
                  <a:pt x="52951" y="441857"/>
                  <a:pt x="52966" y="441857"/>
                  <a:pt x="52982" y="441857"/>
                </a:cubicBezTo>
                <a:cubicBezTo>
                  <a:pt x="52988" y="441857"/>
                  <a:pt x="53003" y="441857"/>
                  <a:pt x="53013" y="441857"/>
                </a:cubicBezTo>
                <a:cubicBezTo>
                  <a:pt x="53033" y="441857"/>
                  <a:pt x="53052" y="441857"/>
                  <a:pt x="53071" y="441858"/>
                </a:cubicBezTo>
                <a:cubicBezTo>
                  <a:pt x="53107" y="441858"/>
                  <a:pt x="53143" y="441859"/>
                  <a:pt x="53175" y="441860"/>
                </a:cubicBezTo>
                <a:cubicBezTo>
                  <a:pt x="53240" y="441863"/>
                  <a:pt x="53294" y="441866"/>
                  <a:pt x="53340" y="441870"/>
                </a:cubicBezTo>
                <a:cubicBezTo>
                  <a:pt x="53431" y="441877"/>
                  <a:pt x="53484" y="441884"/>
                  <a:pt x="53501" y="441887"/>
                </a:cubicBezTo>
                <a:cubicBezTo>
                  <a:pt x="53535" y="441892"/>
                  <a:pt x="53418" y="441877"/>
                  <a:pt x="53166" y="441792"/>
                </a:cubicBezTo>
                <a:cubicBezTo>
                  <a:pt x="52674" y="441628"/>
                  <a:pt x="51568" y="441166"/>
                  <a:pt x="50009" y="439948"/>
                </a:cubicBezTo>
                <a:cubicBezTo>
                  <a:pt x="46872" y="437496"/>
                  <a:pt x="41729" y="431837"/>
                  <a:pt x="36282" y="419069"/>
                </a:cubicBezTo>
                <a:cubicBezTo>
                  <a:pt x="25326" y="393386"/>
                  <a:pt x="13814" y="340547"/>
                  <a:pt x="13814" y="232893"/>
                </a:cubicBezTo>
                <a:lnTo>
                  <a:pt x="6907" y="232893"/>
                </a:lnTo>
                <a:lnTo>
                  <a:pt x="0" y="232893"/>
                </a:lnTo>
                <a:cubicBezTo>
                  <a:pt x="0" y="341108"/>
                  <a:pt x="11511" y="396204"/>
                  <a:pt x="23577" y="424489"/>
                </a:cubicBezTo>
                <a:cubicBezTo>
                  <a:pt x="29641" y="438705"/>
                  <a:pt x="36009" y="446538"/>
                  <a:pt x="41504" y="450832"/>
                </a:cubicBezTo>
                <a:cubicBezTo>
                  <a:pt x="44261" y="452987"/>
                  <a:pt x="46752" y="454212"/>
                  <a:pt x="48779" y="454891"/>
                </a:cubicBezTo>
                <a:cubicBezTo>
                  <a:pt x="49786" y="455228"/>
                  <a:pt x="50659" y="455424"/>
                  <a:pt x="51367" y="455534"/>
                </a:cubicBezTo>
                <a:cubicBezTo>
                  <a:pt x="51721" y="455590"/>
                  <a:pt x="52033" y="455623"/>
                  <a:pt x="52298" y="455644"/>
                </a:cubicBezTo>
                <a:cubicBezTo>
                  <a:pt x="52431" y="455654"/>
                  <a:pt x="52551" y="455660"/>
                  <a:pt x="52661" y="455664"/>
                </a:cubicBezTo>
                <a:cubicBezTo>
                  <a:pt x="52716" y="455666"/>
                  <a:pt x="52767" y="455668"/>
                  <a:pt x="52815" y="455669"/>
                </a:cubicBezTo>
                <a:cubicBezTo>
                  <a:pt x="52839" y="455669"/>
                  <a:pt x="52862" y="455669"/>
                  <a:pt x="52885" y="455670"/>
                </a:cubicBezTo>
                <a:cubicBezTo>
                  <a:pt x="52897" y="455670"/>
                  <a:pt x="52913" y="455670"/>
                  <a:pt x="52919" y="455670"/>
                </a:cubicBezTo>
                <a:cubicBezTo>
                  <a:pt x="52934" y="455670"/>
                  <a:pt x="52951" y="455670"/>
                  <a:pt x="52951" y="448763"/>
                </a:cubicBezTo>
                <a:moveTo>
                  <a:pt x="6907" y="232893"/>
                </a:moveTo>
                <a:lnTo>
                  <a:pt x="13814" y="232893"/>
                </a:lnTo>
                <a:cubicBezTo>
                  <a:pt x="13814" y="125300"/>
                  <a:pt x="25309" y="69758"/>
                  <a:pt x="36365" y="41372"/>
                </a:cubicBezTo>
                <a:cubicBezTo>
                  <a:pt x="41873" y="27230"/>
                  <a:pt x="47173" y="20088"/>
                  <a:pt x="50652" y="16592"/>
                </a:cubicBezTo>
                <a:cubicBezTo>
                  <a:pt x="52384" y="14852"/>
                  <a:pt x="53674" y="14006"/>
                  <a:pt x="54338" y="13635"/>
                </a:cubicBezTo>
                <a:cubicBezTo>
                  <a:pt x="54674" y="13448"/>
                  <a:pt x="54862" y="13374"/>
                  <a:pt x="54885" y="13366"/>
                </a:cubicBezTo>
                <a:cubicBezTo>
                  <a:pt x="54897" y="13361"/>
                  <a:pt x="54868" y="13373"/>
                  <a:pt x="54797" y="13394"/>
                </a:cubicBezTo>
                <a:cubicBezTo>
                  <a:pt x="54762" y="13405"/>
                  <a:pt x="54716" y="13418"/>
                  <a:pt x="54659" y="13432"/>
                </a:cubicBezTo>
                <a:cubicBezTo>
                  <a:pt x="54631" y="13440"/>
                  <a:pt x="54600" y="13448"/>
                  <a:pt x="54566" y="13456"/>
                </a:cubicBezTo>
                <a:cubicBezTo>
                  <a:pt x="54549" y="13460"/>
                  <a:pt x="54531" y="13464"/>
                  <a:pt x="54514" y="13468"/>
                </a:cubicBezTo>
                <a:cubicBezTo>
                  <a:pt x="54504" y="13470"/>
                  <a:pt x="54490" y="13474"/>
                  <a:pt x="54485" y="13475"/>
                </a:cubicBezTo>
                <a:cubicBezTo>
                  <a:pt x="54471" y="13478"/>
                  <a:pt x="54457" y="13481"/>
                  <a:pt x="52951" y="6741"/>
                </a:cubicBezTo>
                <a:cubicBezTo>
                  <a:pt x="51445" y="0"/>
                  <a:pt x="51431" y="4"/>
                  <a:pt x="51416" y="7"/>
                </a:cubicBezTo>
                <a:cubicBezTo>
                  <a:pt x="51411" y="8"/>
                  <a:pt x="51396" y="12"/>
                  <a:pt x="51385" y="14"/>
                </a:cubicBezTo>
                <a:cubicBezTo>
                  <a:pt x="51364" y="19"/>
                  <a:pt x="51342" y="24"/>
                  <a:pt x="51320" y="30"/>
                </a:cubicBezTo>
                <a:cubicBezTo>
                  <a:pt x="51275" y="40"/>
                  <a:pt x="51227" y="52"/>
                  <a:pt x="51177" y="65"/>
                </a:cubicBezTo>
                <a:cubicBezTo>
                  <a:pt x="51075" y="92"/>
                  <a:pt x="50964" y="123"/>
                  <a:pt x="50841" y="160"/>
                </a:cubicBezTo>
                <a:cubicBezTo>
                  <a:pt x="50595" y="233"/>
                  <a:pt x="50309" y="328"/>
                  <a:pt x="49982" y="452"/>
                </a:cubicBezTo>
                <a:cubicBezTo>
                  <a:pt x="49331" y="699"/>
                  <a:pt x="48530" y="1058"/>
                  <a:pt x="47606" y="1573"/>
                </a:cubicBezTo>
                <a:cubicBezTo>
                  <a:pt x="45753" y="2608"/>
                  <a:pt x="43445" y="4252"/>
                  <a:pt x="40862" y="6848"/>
                </a:cubicBezTo>
                <a:cubicBezTo>
                  <a:pt x="35707" y="12027"/>
                  <a:pt x="29496" y="20947"/>
                  <a:pt x="23494" y="36359"/>
                </a:cubicBezTo>
                <a:cubicBezTo>
                  <a:pt x="11527" y="67083"/>
                  <a:pt x="0" y="124616"/>
                  <a:pt x="0" y="232893"/>
                </a:cubicBezTo>
                <a:lnTo>
                  <a:pt x="6907" y="232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5" name="path-2271">
            <a:extLst xmlns:a="http://schemas.openxmlformats.org/drawingml/2006/main">
              <a:ext uri="{FF2B5EF4-FFF2-40B4-BE49-F238E27FC236}">
                <a16:creationId xmlns:a16="http://schemas.microsoft.com/office/drawing/2014/main" id="{1169CA93-EF95-4D32-AD9D-1A663719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549" y="2889571"/>
            <a:ext cx="3304025" cy="372645"/>
          </a:xfrm>
          <a:custGeom xmlns:a="http://schemas.openxmlformats.org/drawingml/2006/main">
            <a:pathLst>
              <a:path w="2823909" h="318495">
                <a:moveTo>
                  <a:pt x="116018" y="88338"/>
                </a:moveTo>
                <a:lnTo>
                  <a:pt x="104228" y="127637"/>
                </a:lnTo>
                <a:cubicBezTo>
                  <a:pt x="116644" y="113057"/>
                  <a:pt x="127694" y="102862"/>
                  <a:pt x="137376" y="97052"/>
                </a:cubicBezTo>
                <a:cubicBezTo>
                  <a:pt x="147173" y="91243"/>
                  <a:pt x="157140" y="88338"/>
                  <a:pt x="167278" y="88338"/>
                </a:cubicBezTo>
                <a:cubicBezTo>
                  <a:pt x="177416" y="88338"/>
                  <a:pt x="186074" y="92382"/>
                  <a:pt x="193250" y="100470"/>
                </a:cubicBezTo>
                <a:cubicBezTo>
                  <a:pt x="200426" y="108443"/>
                  <a:pt x="204014" y="118866"/>
                  <a:pt x="204014" y="131738"/>
                </a:cubicBezTo>
                <a:cubicBezTo>
                  <a:pt x="204014" y="156798"/>
                  <a:pt x="193820" y="182315"/>
                  <a:pt x="173430" y="208286"/>
                </a:cubicBezTo>
                <a:cubicBezTo>
                  <a:pt x="153040" y="234144"/>
                  <a:pt x="129289" y="247073"/>
                  <a:pt x="102177" y="247073"/>
                </a:cubicBezTo>
                <a:cubicBezTo>
                  <a:pt x="96482" y="247073"/>
                  <a:pt x="91413" y="246446"/>
                  <a:pt x="86970" y="245193"/>
                </a:cubicBezTo>
                <a:cubicBezTo>
                  <a:pt x="82643" y="243940"/>
                  <a:pt x="77745" y="241719"/>
                  <a:pt x="72277" y="238530"/>
                </a:cubicBezTo>
                <a:lnTo>
                  <a:pt x="59803" y="282613"/>
                </a:lnTo>
                <a:cubicBezTo>
                  <a:pt x="57297" y="291270"/>
                  <a:pt x="56044" y="296909"/>
                  <a:pt x="56044" y="299529"/>
                </a:cubicBezTo>
                <a:cubicBezTo>
                  <a:pt x="56044" y="302035"/>
                  <a:pt x="56671" y="304142"/>
                  <a:pt x="57923" y="305851"/>
                </a:cubicBezTo>
                <a:cubicBezTo>
                  <a:pt x="59291" y="307674"/>
                  <a:pt x="61455" y="309041"/>
                  <a:pt x="64417" y="309952"/>
                </a:cubicBezTo>
                <a:cubicBezTo>
                  <a:pt x="67379" y="310977"/>
                  <a:pt x="73244" y="311490"/>
                  <a:pt x="82016" y="311490"/>
                </a:cubicBezTo>
                <a:lnTo>
                  <a:pt x="80478" y="317812"/>
                </a:lnTo>
                <a:lnTo>
                  <a:pt x="0" y="317812"/>
                </a:lnTo>
                <a:lnTo>
                  <a:pt x="1708" y="311490"/>
                </a:lnTo>
                <a:cubicBezTo>
                  <a:pt x="12302" y="311034"/>
                  <a:pt x="19478" y="309211"/>
                  <a:pt x="23238" y="306022"/>
                </a:cubicBezTo>
                <a:cubicBezTo>
                  <a:pt x="26882" y="302832"/>
                  <a:pt x="30756" y="294004"/>
                  <a:pt x="34857" y="279537"/>
                </a:cubicBezTo>
                <a:lnTo>
                  <a:pt x="78085" y="129859"/>
                </a:lnTo>
                <a:cubicBezTo>
                  <a:pt x="80706" y="120404"/>
                  <a:pt x="82016" y="114538"/>
                  <a:pt x="82016" y="112259"/>
                </a:cubicBezTo>
                <a:cubicBezTo>
                  <a:pt x="82016" y="109184"/>
                  <a:pt x="81105" y="106792"/>
                  <a:pt x="79282" y="105083"/>
                </a:cubicBezTo>
                <a:cubicBezTo>
                  <a:pt x="77573" y="103374"/>
                  <a:pt x="74896" y="102520"/>
                  <a:pt x="71251" y="102520"/>
                </a:cubicBezTo>
                <a:cubicBezTo>
                  <a:pt x="67948" y="102520"/>
                  <a:pt x="63335" y="102918"/>
                  <a:pt x="57411" y="103716"/>
                </a:cubicBezTo>
                <a:lnTo>
                  <a:pt x="57411" y="97052"/>
                </a:lnTo>
                <a:lnTo>
                  <a:pt x="116018" y="88338"/>
                </a:lnTo>
                <a:moveTo>
                  <a:pt x="76206" y="225031"/>
                </a:moveTo>
                <a:cubicBezTo>
                  <a:pt x="83268" y="233460"/>
                  <a:pt x="92780" y="237675"/>
                  <a:pt x="104741" y="237675"/>
                </a:cubicBezTo>
                <a:cubicBezTo>
                  <a:pt x="110664" y="237675"/>
                  <a:pt x="116702" y="236024"/>
                  <a:pt x="122853" y="232720"/>
                </a:cubicBezTo>
                <a:cubicBezTo>
                  <a:pt x="129004" y="229417"/>
                  <a:pt x="134984" y="224519"/>
                  <a:pt x="140794" y="218026"/>
                </a:cubicBezTo>
                <a:cubicBezTo>
                  <a:pt x="146718" y="211533"/>
                  <a:pt x="152014" y="204071"/>
                  <a:pt x="156684" y="195642"/>
                </a:cubicBezTo>
                <a:cubicBezTo>
                  <a:pt x="161355" y="187099"/>
                  <a:pt x="165512" y="177075"/>
                  <a:pt x="169158" y="165570"/>
                </a:cubicBezTo>
                <a:cubicBezTo>
                  <a:pt x="172916" y="154065"/>
                  <a:pt x="174796" y="142673"/>
                  <a:pt x="174796" y="131396"/>
                </a:cubicBezTo>
                <a:cubicBezTo>
                  <a:pt x="174796" y="122283"/>
                  <a:pt x="172689" y="115335"/>
                  <a:pt x="168474" y="110551"/>
                </a:cubicBezTo>
                <a:cubicBezTo>
                  <a:pt x="164373" y="105653"/>
                  <a:pt x="159532" y="103203"/>
                  <a:pt x="153950" y="103203"/>
                </a:cubicBezTo>
                <a:cubicBezTo>
                  <a:pt x="141648" y="103203"/>
                  <a:pt x="129460" y="110266"/>
                  <a:pt x="117385" y="124391"/>
                </a:cubicBezTo>
                <a:cubicBezTo>
                  <a:pt x="105424" y="138516"/>
                  <a:pt x="96654" y="155033"/>
                  <a:pt x="91071" y="173942"/>
                </a:cubicBezTo>
                <a:lnTo>
                  <a:pt x="76206" y="225031"/>
                </a:lnTo>
                <a:moveTo>
                  <a:pt x="255274" y="178555"/>
                </a:moveTo>
                <a:cubicBezTo>
                  <a:pt x="254477" y="184251"/>
                  <a:pt x="254078" y="188978"/>
                  <a:pt x="254078" y="192737"/>
                </a:cubicBezTo>
                <a:cubicBezTo>
                  <a:pt x="254078" y="202875"/>
                  <a:pt x="257667" y="211533"/>
                  <a:pt x="264843" y="218709"/>
                </a:cubicBezTo>
                <a:cubicBezTo>
                  <a:pt x="272019" y="225771"/>
                  <a:pt x="280733" y="229303"/>
                  <a:pt x="290986" y="229303"/>
                </a:cubicBezTo>
                <a:cubicBezTo>
                  <a:pt x="299187" y="229303"/>
                  <a:pt x="307047" y="227651"/>
                  <a:pt x="314565" y="224348"/>
                </a:cubicBezTo>
                <a:cubicBezTo>
                  <a:pt x="322197" y="220930"/>
                  <a:pt x="333474" y="213469"/>
                  <a:pt x="348396" y="201964"/>
                </a:cubicBezTo>
                <a:lnTo>
                  <a:pt x="351985" y="206919"/>
                </a:lnTo>
                <a:cubicBezTo>
                  <a:pt x="324987" y="233688"/>
                  <a:pt x="299244" y="247073"/>
                  <a:pt x="274753" y="247073"/>
                </a:cubicBezTo>
                <a:cubicBezTo>
                  <a:pt x="258122" y="247073"/>
                  <a:pt x="245592" y="241833"/>
                  <a:pt x="237162" y="231353"/>
                </a:cubicBezTo>
                <a:cubicBezTo>
                  <a:pt x="228733" y="220873"/>
                  <a:pt x="224518" y="209311"/>
                  <a:pt x="224518" y="196667"/>
                </a:cubicBezTo>
                <a:cubicBezTo>
                  <a:pt x="224518" y="179694"/>
                  <a:pt x="229758" y="162323"/>
                  <a:pt x="240238" y="144553"/>
                </a:cubicBezTo>
                <a:cubicBezTo>
                  <a:pt x="250718" y="126783"/>
                  <a:pt x="263874" y="113000"/>
                  <a:pt x="279708" y="103203"/>
                </a:cubicBezTo>
                <a:cubicBezTo>
                  <a:pt x="295542" y="93293"/>
                  <a:pt x="311831" y="88338"/>
                  <a:pt x="328576" y="88338"/>
                </a:cubicBezTo>
                <a:cubicBezTo>
                  <a:pt x="340651" y="88338"/>
                  <a:pt x="349593" y="90787"/>
                  <a:pt x="355402" y="95685"/>
                </a:cubicBezTo>
                <a:cubicBezTo>
                  <a:pt x="361212" y="100583"/>
                  <a:pt x="364116" y="106393"/>
                  <a:pt x="364116" y="113114"/>
                </a:cubicBezTo>
                <a:cubicBezTo>
                  <a:pt x="364116" y="122568"/>
                  <a:pt x="360358" y="131624"/>
                  <a:pt x="352839" y="140281"/>
                </a:cubicBezTo>
                <a:cubicBezTo>
                  <a:pt x="342929" y="151559"/>
                  <a:pt x="328348" y="160671"/>
                  <a:pt x="309097" y="167620"/>
                </a:cubicBezTo>
                <a:cubicBezTo>
                  <a:pt x="296339" y="172290"/>
                  <a:pt x="278399" y="175936"/>
                  <a:pt x="255274" y="178555"/>
                </a:cubicBezTo>
                <a:moveTo>
                  <a:pt x="256471" y="170183"/>
                </a:moveTo>
                <a:cubicBezTo>
                  <a:pt x="273329" y="168247"/>
                  <a:pt x="287055" y="164943"/>
                  <a:pt x="297650" y="160273"/>
                </a:cubicBezTo>
                <a:cubicBezTo>
                  <a:pt x="311660" y="154008"/>
                  <a:pt x="322141" y="146547"/>
                  <a:pt x="329088" y="137889"/>
                </a:cubicBezTo>
                <a:cubicBezTo>
                  <a:pt x="336151" y="129118"/>
                  <a:pt x="339682" y="120803"/>
                  <a:pt x="339682" y="112943"/>
                </a:cubicBezTo>
                <a:cubicBezTo>
                  <a:pt x="339682" y="108159"/>
                  <a:pt x="338145" y="104286"/>
                  <a:pt x="335068" y="101324"/>
                </a:cubicBezTo>
                <a:cubicBezTo>
                  <a:pt x="332107" y="98362"/>
                  <a:pt x="327836" y="96881"/>
                  <a:pt x="322254" y="96881"/>
                </a:cubicBezTo>
                <a:cubicBezTo>
                  <a:pt x="310636" y="96881"/>
                  <a:pt x="298275" y="103089"/>
                  <a:pt x="285176" y="115506"/>
                </a:cubicBezTo>
                <a:cubicBezTo>
                  <a:pt x="272190" y="127808"/>
                  <a:pt x="262621" y="146034"/>
                  <a:pt x="256471" y="170183"/>
                </a:cubicBezTo>
                <a:moveTo>
                  <a:pt x="387355" y="97906"/>
                </a:moveTo>
                <a:lnTo>
                  <a:pt x="446302" y="88338"/>
                </a:lnTo>
                <a:lnTo>
                  <a:pt x="421698" y="171379"/>
                </a:lnTo>
                <a:cubicBezTo>
                  <a:pt x="441633" y="137320"/>
                  <a:pt x="459745" y="113512"/>
                  <a:pt x="476034" y="99957"/>
                </a:cubicBezTo>
                <a:cubicBezTo>
                  <a:pt x="485261" y="92211"/>
                  <a:pt x="492779" y="88338"/>
                  <a:pt x="498588" y="88338"/>
                </a:cubicBezTo>
                <a:cubicBezTo>
                  <a:pt x="502348" y="88338"/>
                  <a:pt x="505309" y="89477"/>
                  <a:pt x="507473" y="91755"/>
                </a:cubicBezTo>
                <a:cubicBezTo>
                  <a:pt x="509637" y="93920"/>
                  <a:pt x="510719" y="97109"/>
                  <a:pt x="510719" y="101324"/>
                </a:cubicBezTo>
                <a:cubicBezTo>
                  <a:pt x="510719" y="108842"/>
                  <a:pt x="508783" y="116018"/>
                  <a:pt x="504911" y="122853"/>
                </a:cubicBezTo>
                <a:cubicBezTo>
                  <a:pt x="502176" y="127979"/>
                  <a:pt x="498247" y="130542"/>
                  <a:pt x="493121" y="130542"/>
                </a:cubicBezTo>
                <a:cubicBezTo>
                  <a:pt x="490501" y="130542"/>
                  <a:pt x="488223" y="129688"/>
                  <a:pt x="486285" y="127979"/>
                </a:cubicBezTo>
                <a:cubicBezTo>
                  <a:pt x="484463" y="126270"/>
                  <a:pt x="483324" y="123650"/>
                  <a:pt x="482868" y="120119"/>
                </a:cubicBezTo>
                <a:cubicBezTo>
                  <a:pt x="482640" y="117955"/>
                  <a:pt x="482128" y="116531"/>
                  <a:pt x="481331" y="115848"/>
                </a:cubicBezTo>
                <a:cubicBezTo>
                  <a:pt x="480419" y="114936"/>
                  <a:pt x="479338" y="114481"/>
                  <a:pt x="478084" y="114481"/>
                </a:cubicBezTo>
                <a:cubicBezTo>
                  <a:pt x="476148" y="114481"/>
                  <a:pt x="474325" y="114936"/>
                  <a:pt x="472616" y="115848"/>
                </a:cubicBezTo>
                <a:cubicBezTo>
                  <a:pt x="469654" y="117442"/>
                  <a:pt x="465155" y="121885"/>
                  <a:pt x="459118" y="129175"/>
                </a:cubicBezTo>
                <a:cubicBezTo>
                  <a:pt x="449664" y="140338"/>
                  <a:pt x="439412" y="154805"/>
                  <a:pt x="428362" y="172575"/>
                </a:cubicBezTo>
                <a:cubicBezTo>
                  <a:pt x="423578" y="180093"/>
                  <a:pt x="419477" y="188580"/>
                  <a:pt x="416060" y="198034"/>
                </a:cubicBezTo>
                <a:cubicBezTo>
                  <a:pt x="411275" y="211020"/>
                  <a:pt x="408542" y="218823"/>
                  <a:pt x="407858" y="221443"/>
                </a:cubicBezTo>
                <a:lnTo>
                  <a:pt x="402390" y="242972"/>
                </a:lnTo>
                <a:lnTo>
                  <a:pt x="376248" y="242972"/>
                </a:lnTo>
                <a:lnTo>
                  <a:pt x="407858" y="136864"/>
                </a:lnTo>
                <a:cubicBezTo>
                  <a:pt x="411504" y="124562"/>
                  <a:pt x="413326" y="115790"/>
                  <a:pt x="413326" y="110551"/>
                </a:cubicBezTo>
                <a:cubicBezTo>
                  <a:pt x="413326" y="108500"/>
                  <a:pt x="412471" y="106792"/>
                  <a:pt x="410763" y="105425"/>
                </a:cubicBezTo>
                <a:cubicBezTo>
                  <a:pt x="408484" y="103602"/>
                  <a:pt x="405466" y="102691"/>
                  <a:pt x="401707" y="102691"/>
                </a:cubicBezTo>
                <a:cubicBezTo>
                  <a:pt x="399315" y="102691"/>
                  <a:pt x="394929" y="103203"/>
                  <a:pt x="388550" y="104228"/>
                </a:cubicBezTo>
                <a:lnTo>
                  <a:pt x="387355" y="97906"/>
                </a:lnTo>
                <a:moveTo>
                  <a:pt x="627592" y="205723"/>
                </a:moveTo>
                <a:cubicBezTo>
                  <a:pt x="615745" y="219962"/>
                  <a:pt x="603785" y="230442"/>
                  <a:pt x="591711" y="237163"/>
                </a:cubicBezTo>
                <a:cubicBezTo>
                  <a:pt x="579636" y="243770"/>
                  <a:pt x="566878" y="247073"/>
                  <a:pt x="553436" y="247073"/>
                </a:cubicBezTo>
                <a:cubicBezTo>
                  <a:pt x="537261" y="247073"/>
                  <a:pt x="524617" y="242516"/>
                  <a:pt x="515504" y="233404"/>
                </a:cubicBezTo>
                <a:cubicBezTo>
                  <a:pt x="506505" y="224291"/>
                  <a:pt x="502006" y="212045"/>
                  <a:pt x="502006" y="196667"/>
                </a:cubicBezTo>
                <a:cubicBezTo>
                  <a:pt x="502006" y="179239"/>
                  <a:pt x="506847" y="162095"/>
                  <a:pt x="516529" y="145237"/>
                </a:cubicBezTo>
                <a:cubicBezTo>
                  <a:pt x="526325" y="128378"/>
                  <a:pt x="539426" y="114708"/>
                  <a:pt x="555829" y="104228"/>
                </a:cubicBezTo>
                <a:cubicBezTo>
                  <a:pt x="572345" y="93635"/>
                  <a:pt x="588521" y="88338"/>
                  <a:pt x="604355" y="88338"/>
                </a:cubicBezTo>
                <a:cubicBezTo>
                  <a:pt x="616771" y="88338"/>
                  <a:pt x="626054" y="90958"/>
                  <a:pt x="632206" y="96198"/>
                </a:cubicBezTo>
                <a:cubicBezTo>
                  <a:pt x="638356" y="101324"/>
                  <a:pt x="641433" y="107646"/>
                  <a:pt x="641433" y="115164"/>
                </a:cubicBezTo>
                <a:cubicBezTo>
                  <a:pt x="641433" y="122227"/>
                  <a:pt x="639268" y="128264"/>
                  <a:pt x="634939" y="133276"/>
                </a:cubicBezTo>
                <a:cubicBezTo>
                  <a:pt x="631751" y="137149"/>
                  <a:pt x="627820" y="139085"/>
                  <a:pt x="623149" y="139085"/>
                </a:cubicBezTo>
                <a:cubicBezTo>
                  <a:pt x="619619" y="139085"/>
                  <a:pt x="616657" y="137946"/>
                  <a:pt x="614264" y="135668"/>
                </a:cubicBezTo>
                <a:cubicBezTo>
                  <a:pt x="611986" y="133390"/>
                  <a:pt x="610847" y="130542"/>
                  <a:pt x="610847" y="127125"/>
                </a:cubicBezTo>
                <a:cubicBezTo>
                  <a:pt x="610847" y="124960"/>
                  <a:pt x="611246" y="122967"/>
                  <a:pt x="612043" y="121144"/>
                </a:cubicBezTo>
                <a:cubicBezTo>
                  <a:pt x="612955" y="119322"/>
                  <a:pt x="614721" y="117157"/>
                  <a:pt x="617341" y="114651"/>
                </a:cubicBezTo>
                <a:cubicBezTo>
                  <a:pt x="620074" y="112031"/>
                  <a:pt x="621726" y="110152"/>
                  <a:pt x="622295" y="109013"/>
                </a:cubicBezTo>
                <a:cubicBezTo>
                  <a:pt x="622865" y="107874"/>
                  <a:pt x="623149" y="106678"/>
                  <a:pt x="623149" y="105425"/>
                </a:cubicBezTo>
                <a:cubicBezTo>
                  <a:pt x="623149" y="103032"/>
                  <a:pt x="622067" y="101039"/>
                  <a:pt x="619904" y="99444"/>
                </a:cubicBezTo>
                <a:cubicBezTo>
                  <a:pt x="616600" y="97166"/>
                  <a:pt x="611929" y="96027"/>
                  <a:pt x="605892" y="96027"/>
                </a:cubicBezTo>
                <a:cubicBezTo>
                  <a:pt x="594729" y="96027"/>
                  <a:pt x="583680" y="99957"/>
                  <a:pt x="572744" y="107817"/>
                </a:cubicBezTo>
                <a:cubicBezTo>
                  <a:pt x="561809" y="115677"/>
                  <a:pt x="552468" y="126840"/>
                  <a:pt x="544722" y="141306"/>
                </a:cubicBezTo>
                <a:cubicBezTo>
                  <a:pt x="535382" y="158849"/>
                  <a:pt x="530711" y="176391"/>
                  <a:pt x="530711" y="193933"/>
                </a:cubicBezTo>
                <a:cubicBezTo>
                  <a:pt x="530711" y="205552"/>
                  <a:pt x="534014" y="214779"/>
                  <a:pt x="540621" y="221614"/>
                </a:cubicBezTo>
                <a:cubicBezTo>
                  <a:pt x="547229" y="228335"/>
                  <a:pt x="556227" y="231695"/>
                  <a:pt x="567619" y="231695"/>
                </a:cubicBezTo>
                <a:cubicBezTo>
                  <a:pt x="576389" y="231695"/>
                  <a:pt x="585047" y="229531"/>
                  <a:pt x="593590" y="225202"/>
                </a:cubicBezTo>
                <a:cubicBezTo>
                  <a:pt x="602247" y="220759"/>
                  <a:pt x="611929" y="212786"/>
                  <a:pt x="622637" y="201281"/>
                </a:cubicBezTo>
                <a:lnTo>
                  <a:pt x="627592" y="205723"/>
                </a:lnTo>
                <a:moveTo>
                  <a:pt x="689617" y="178555"/>
                </a:moveTo>
                <a:cubicBezTo>
                  <a:pt x="688819" y="184251"/>
                  <a:pt x="688420" y="188978"/>
                  <a:pt x="688420" y="192737"/>
                </a:cubicBezTo>
                <a:cubicBezTo>
                  <a:pt x="688420" y="202875"/>
                  <a:pt x="692009" y="211533"/>
                  <a:pt x="699185" y="218709"/>
                </a:cubicBezTo>
                <a:cubicBezTo>
                  <a:pt x="706362" y="225771"/>
                  <a:pt x="715076" y="229303"/>
                  <a:pt x="725328" y="229303"/>
                </a:cubicBezTo>
                <a:cubicBezTo>
                  <a:pt x="733529" y="229303"/>
                  <a:pt x="741389" y="227651"/>
                  <a:pt x="748908" y="224348"/>
                </a:cubicBezTo>
                <a:cubicBezTo>
                  <a:pt x="756539" y="220930"/>
                  <a:pt x="767817" y="213469"/>
                  <a:pt x="782739" y="201964"/>
                </a:cubicBezTo>
                <a:lnTo>
                  <a:pt x="786327" y="206919"/>
                </a:lnTo>
                <a:cubicBezTo>
                  <a:pt x="759331" y="233688"/>
                  <a:pt x="733586" y="247073"/>
                  <a:pt x="709095" y="247073"/>
                </a:cubicBezTo>
                <a:cubicBezTo>
                  <a:pt x="692464" y="247073"/>
                  <a:pt x="679935" y="241833"/>
                  <a:pt x="671505" y="231353"/>
                </a:cubicBezTo>
                <a:cubicBezTo>
                  <a:pt x="663076" y="220873"/>
                  <a:pt x="658861" y="209311"/>
                  <a:pt x="658861" y="196667"/>
                </a:cubicBezTo>
                <a:cubicBezTo>
                  <a:pt x="658861" y="179694"/>
                  <a:pt x="664101" y="162323"/>
                  <a:pt x="674580" y="144553"/>
                </a:cubicBezTo>
                <a:cubicBezTo>
                  <a:pt x="685060" y="126783"/>
                  <a:pt x="698217" y="113000"/>
                  <a:pt x="714051" y="103203"/>
                </a:cubicBezTo>
                <a:cubicBezTo>
                  <a:pt x="729884" y="93293"/>
                  <a:pt x="746173" y="88338"/>
                  <a:pt x="762918" y="88338"/>
                </a:cubicBezTo>
                <a:cubicBezTo>
                  <a:pt x="774993" y="88338"/>
                  <a:pt x="783935" y="90787"/>
                  <a:pt x="789745" y="95685"/>
                </a:cubicBezTo>
                <a:cubicBezTo>
                  <a:pt x="795554" y="100583"/>
                  <a:pt x="798459" y="106393"/>
                  <a:pt x="798459" y="113114"/>
                </a:cubicBezTo>
                <a:cubicBezTo>
                  <a:pt x="798459" y="122568"/>
                  <a:pt x="794700" y="131624"/>
                  <a:pt x="787182" y="140281"/>
                </a:cubicBezTo>
                <a:cubicBezTo>
                  <a:pt x="777271" y="151559"/>
                  <a:pt x="762691" y="160671"/>
                  <a:pt x="743440" y="167620"/>
                </a:cubicBezTo>
                <a:cubicBezTo>
                  <a:pt x="730681" y="172290"/>
                  <a:pt x="712741" y="175936"/>
                  <a:pt x="689617" y="178555"/>
                </a:cubicBezTo>
                <a:moveTo>
                  <a:pt x="690813" y="170183"/>
                </a:moveTo>
                <a:cubicBezTo>
                  <a:pt x="707671" y="168247"/>
                  <a:pt x="721398" y="164943"/>
                  <a:pt x="731992" y="160273"/>
                </a:cubicBezTo>
                <a:cubicBezTo>
                  <a:pt x="746003" y="154008"/>
                  <a:pt x="756483" y="146547"/>
                  <a:pt x="763431" y="137889"/>
                </a:cubicBezTo>
                <a:cubicBezTo>
                  <a:pt x="770494" y="129118"/>
                  <a:pt x="774025" y="120803"/>
                  <a:pt x="774025" y="112943"/>
                </a:cubicBezTo>
                <a:cubicBezTo>
                  <a:pt x="774025" y="108159"/>
                  <a:pt x="772487" y="104286"/>
                  <a:pt x="769412" y="101324"/>
                </a:cubicBezTo>
                <a:cubicBezTo>
                  <a:pt x="766450" y="98362"/>
                  <a:pt x="762178" y="96881"/>
                  <a:pt x="756596" y="96881"/>
                </a:cubicBezTo>
                <a:cubicBezTo>
                  <a:pt x="744978" y="96881"/>
                  <a:pt x="732619" y="103089"/>
                  <a:pt x="719518" y="115506"/>
                </a:cubicBezTo>
                <a:cubicBezTo>
                  <a:pt x="706532" y="127808"/>
                  <a:pt x="696964" y="146034"/>
                  <a:pt x="690813" y="170183"/>
                </a:cubicBezTo>
                <a:moveTo>
                  <a:pt x="880816" y="88338"/>
                </a:moveTo>
                <a:lnTo>
                  <a:pt x="869026" y="127637"/>
                </a:lnTo>
                <a:cubicBezTo>
                  <a:pt x="881443" y="113057"/>
                  <a:pt x="892493" y="102862"/>
                  <a:pt x="902175" y="97052"/>
                </a:cubicBezTo>
                <a:cubicBezTo>
                  <a:pt x="911971" y="91243"/>
                  <a:pt x="921938" y="88338"/>
                  <a:pt x="932076" y="88338"/>
                </a:cubicBezTo>
                <a:cubicBezTo>
                  <a:pt x="942215" y="88338"/>
                  <a:pt x="950871" y="92382"/>
                  <a:pt x="958049" y="100470"/>
                </a:cubicBezTo>
                <a:cubicBezTo>
                  <a:pt x="965225" y="108443"/>
                  <a:pt x="968813" y="118866"/>
                  <a:pt x="968813" y="131738"/>
                </a:cubicBezTo>
                <a:cubicBezTo>
                  <a:pt x="968813" y="156798"/>
                  <a:pt x="958617" y="182315"/>
                  <a:pt x="938227" y="208286"/>
                </a:cubicBezTo>
                <a:cubicBezTo>
                  <a:pt x="917837" y="234144"/>
                  <a:pt x="894087" y="247073"/>
                  <a:pt x="866976" y="247073"/>
                </a:cubicBezTo>
                <a:cubicBezTo>
                  <a:pt x="861281" y="247073"/>
                  <a:pt x="856212" y="246446"/>
                  <a:pt x="851769" y="245193"/>
                </a:cubicBezTo>
                <a:cubicBezTo>
                  <a:pt x="847440" y="243940"/>
                  <a:pt x="842542" y="241719"/>
                  <a:pt x="837074" y="238530"/>
                </a:cubicBezTo>
                <a:lnTo>
                  <a:pt x="824602" y="282613"/>
                </a:lnTo>
                <a:cubicBezTo>
                  <a:pt x="822095" y="291270"/>
                  <a:pt x="820843" y="296909"/>
                  <a:pt x="820843" y="299529"/>
                </a:cubicBezTo>
                <a:cubicBezTo>
                  <a:pt x="820843" y="302035"/>
                  <a:pt x="821469" y="304142"/>
                  <a:pt x="822722" y="305851"/>
                </a:cubicBezTo>
                <a:cubicBezTo>
                  <a:pt x="824088" y="307674"/>
                  <a:pt x="826253" y="309041"/>
                  <a:pt x="829215" y="309952"/>
                </a:cubicBezTo>
                <a:cubicBezTo>
                  <a:pt x="832176" y="310977"/>
                  <a:pt x="838043" y="311490"/>
                  <a:pt x="846814" y="311490"/>
                </a:cubicBezTo>
                <a:lnTo>
                  <a:pt x="845276" y="317812"/>
                </a:lnTo>
                <a:lnTo>
                  <a:pt x="764798" y="317812"/>
                </a:lnTo>
                <a:lnTo>
                  <a:pt x="766507" y="311490"/>
                </a:lnTo>
                <a:cubicBezTo>
                  <a:pt x="777101" y="311034"/>
                  <a:pt x="784277" y="309211"/>
                  <a:pt x="788036" y="306022"/>
                </a:cubicBezTo>
                <a:cubicBezTo>
                  <a:pt x="791681" y="302832"/>
                  <a:pt x="795554" y="294004"/>
                  <a:pt x="799654" y="279537"/>
                </a:cubicBezTo>
                <a:lnTo>
                  <a:pt x="842884" y="129859"/>
                </a:lnTo>
                <a:cubicBezTo>
                  <a:pt x="845504" y="120404"/>
                  <a:pt x="846814" y="114538"/>
                  <a:pt x="846814" y="112259"/>
                </a:cubicBezTo>
                <a:cubicBezTo>
                  <a:pt x="846814" y="109184"/>
                  <a:pt x="845903" y="106792"/>
                  <a:pt x="844080" y="105083"/>
                </a:cubicBezTo>
                <a:cubicBezTo>
                  <a:pt x="842372" y="103374"/>
                  <a:pt x="839694" y="102520"/>
                  <a:pt x="836050" y="102520"/>
                </a:cubicBezTo>
                <a:cubicBezTo>
                  <a:pt x="832746" y="102520"/>
                  <a:pt x="828132" y="102918"/>
                  <a:pt x="822209" y="103716"/>
                </a:cubicBezTo>
                <a:lnTo>
                  <a:pt x="822209" y="97052"/>
                </a:lnTo>
                <a:lnTo>
                  <a:pt x="880816" y="88338"/>
                </a:lnTo>
                <a:moveTo>
                  <a:pt x="841005" y="225031"/>
                </a:moveTo>
                <a:cubicBezTo>
                  <a:pt x="848067" y="233460"/>
                  <a:pt x="857579" y="237675"/>
                  <a:pt x="869539" y="237675"/>
                </a:cubicBezTo>
                <a:cubicBezTo>
                  <a:pt x="875463" y="237675"/>
                  <a:pt x="881500" y="236024"/>
                  <a:pt x="887651" y="232720"/>
                </a:cubicBezTo>
                <a:cubicBezTo>
                  <a:pt x="893802" y="229417"/>
                  <a:pt x="899782" y="224519"/>
                  <a:pt x="905592" y="218026"/>
                </a:cubicBezTo>
                <a:cubicBezTo>
                  <a:pt x="911515" y="211533"/>
                  <a:pt x="916812" y="204071"/>
                  <a:pt x="921483" y="195642"/>
                </a:cubicBezTo>
                <a:cubicBezTo>
                  <a:pt x="926154" y="187099"/>
                  <a:pt x="930311" y="177075"/>
                  <a:pt x="933956" y="165570"/>
                </a:cubicBezTo>
                <a:cubicBezTo>
                  <a:pt x="937715" y="154065"/>
                  <a:pt x="939595" y="142673"/>
                  <a:pt x="939595" y="131396"/>
                </a:cubicBezTo>
                <a:cubicBezTo>
                  <a:pt x="939595" y="122283"/>
                  <a:pt x="937487" y="115335"/>
                  <a:pt x="933273" y="110551"/>
                </a:cubicBezTo>
                <a:cubicBezTo>
                  <a:pt x="929172" y="105653"/>
                  <a:pt x="924331" y="103203"/>
                  <a:pt x="918749" y="103203"/>
                </a:cubicBezTo>
                <a:cubicBezTo>
                  <a:pt x="906446" y="103203"/>
                  <a:pt x="894257" y="110266"/>
                  <a:pt x="882183" y="124391"/>
                </a:cubicBezTo>
                <a:cubicBezTo>
                  <a:pt x="870223" y="138516"/>
                  <a:pt x="861451" y="155033"/>
                  <a:pt x="855870" y="173942"/>
                </a:cubicBezTo>
                <a:lnTo>
                  <a:pt x="841005" y="225031"/>
                </a:lnTo>
                <a:moveTo>
                  <a:pt x="1069283" y="45963"/>
                </a:moveTo>
                <a:lnTo>
                  <a:pt x="1055955" y="92439"/>
                </a:lnTo>
                <a:lnTo>
                  <a:pt x="1082781" y="92439"/>
                </a:lnTo>
                <a:lnTo>
                  <a:pt x="1079876" y="103203"/>
                </a:lnTo>
                <a:lnTo>
                  <a:pt x="1053220" y="103203"/>
                </a:lnTo>
                <a:lnTo>
                  <a:pt x="1023832" y="204015"/>
                </a:lnTo>
                <a:cubicBezTo>
                  <a:pt x="1020642" y="214836"/>
                  <a:pt x="1019047" y="221842"/>
                  <a:pt x="1019047" y="225031"/>
                </a:cubicBezTo>
                <a:cubicBezTo>
                  <a:pt x="1019047" y="226967"/>
                  <a:pt x="1019503" y="228448"/>
                  <a:pt x="1020415" y="229474"/>
                </a:cubicBezTo>
                <a:cubicBezTo>
                  <a:pt x="1021325" y="230499"/>
                  <a:pt x="1022408" y="231011"/>
                  <a:pt x="1023661" y="231011"/>
                </a:cubicBezTo>
                <a:cubicBezTo>
                  <a:pt x="1026508" y="231011"/>
                  <a:pt x="1030267" y="229018"/>
                  <a:pt x="1034938" y="225031"/>
                </a:cubicBezTo>
                <a:cubicBezTo>
                  <a:pt x="1037671" y="222753"/>
                  <a:pt x="1043766" y="215747"/>
                  <a:pt x="1053220" y="204015"/>
                </a:cubicBezTo>
                <a:lnTo>
                  <a:pt x="1058859" y="208286"/>
                </a:lnTo>
                <a:cubicBezTo>
                  <a:pt x="1048379" y="223550"/>
                  <a:pt x="1038469" y="234315"/>
                  <a:pt x="1029128" y="240580"/>
                </a:cubicBezTo>
                <a:cubicBezTo>
                  <a:pt x="1022749" y="244909"/>
                  <a:pt x="1016314" y="247073"/>
                  <a:pt x="1009820" y="247073"/>
                </a:cubicBezTo>
                <a:cubicBezTo>
                  <a:pt x="1004809" y="247073"/>
                  <a:pt x="1000708" y="245535"/>
                  <a:pt x="997518" y="242459"/>
                </a:cubicBezTo>
                <a:cubicBezTo>
                  <a:pt x="994328" y="239270"/>
                  <a:pt x="992734" y="235226"/>
                  <a:pt x="992734" y="230328"/>
                </a:cubicBezTo>
                <a:cubicBezTo>
                  <a:pt x="992734" y="224177"/>
                  <a:pt x="994556" y="214779"/>
                  <a:pt x="998202" y="202135"/>
                </a:cubicBezTo>
                <a:lnTo>
                  <a:pt x="1026737" y="103203"/>
                </a:lnTo>
                <a:lnTo>
                  <a:pt x="1000935" y="103203"/>
                </a:lnTo>
                <a:lnTo>
                  <a:pt x="1002644" y="96539"/>
                </a:lnTo>
                <a:cubicBezTo>
                  <a:pt x="1015175" y="93122"/>
                  <a:pt x="1025598" y="88053"/>
                  <a:pt x="1033913" y="81332"/>
                </a:cubicBezTo>
                <a:cubicBezTo>
                  <a:pt x="1042229" y="74498"/>
                  <a:pt x="1051512" y="62708"/>
                  <a:pt x="1061764" y="45963"/>
                </a:cubicBezTo>
                <a:lnTo>
                  <a:pt x="1069283" y="45963"/>
                </a:lnTo>
                <a:moveTo>
                  <a:pt x="1240490" y="92439"/>
                </a:moveTo>
                <a:lnTo>
                  <a:pt x="1210759" y="194275"/>
                </a:lnTo>
                <a:cubicBezTo>
                  <a:pt x="1206317" y="209425"/>
                  <a:pt x="1204096" y="218994"/>
                  <a:pt x="1204096" y="222981"/>
                </a:cubicBezTo>
                <a:cubicBezTo>
                  <a:pt x="1204096" y="225031"/>
                  <a:pt x="1204437" y="226569"/>
                  <a:pt x="1205121" y="227594"/>
                </a:cubicBezTo>
                <a:cubicBezTo>
                  <a:pt x="1205918" y="228505"/>
                  <a:pt x="1206944" y="228961"/>
                  <a:pt x="1208196" y="228961"/>
                </a:cubicBezTo>
                <a:cubicBezTo>
                  <a:pt x="1210133" y="228961"/>
                  <a:pt x="1212240" y="228107"/>
                  <a:pt x="1214518" y="226398"/>
                </a:cubicBezTo>
                <a:cubicBezTo>
                  <a:pt x="1216911" y="224576"/>
                  <a:pt x="1222835" y="217513"/>
                  <a:pt x="1232289" y="205211"/>
                </a:cubicBezTo>
                <a:lnTo>
                  <a:pt x="1237415" y="209141"/>
                </a:lnTo>
                <a:cubicBezTo>
                  <a:pt x="1228416" y="223380"/>
                  <a:pt x="1219189" y="233859"/>
                  <a:pt x="1209734" y="240580"/>
                </a:cubicBezTo>
                <a:cubicBezTo>
                  <a:pt x="1203469" y="244909"/>
                  <a:pt x="1197432" y="247073"/>
                  <a:pt x="1191622" y="247073"/>
                </a:cubicBezTo>
                <a:cubicBezTo>
                  <a:pt x="1187179" y="247073"/>
                  <a:pt x="1183706" y="245820"/>
                  <a:pt x="1181199" y="243314"/>
                </a:cubicBezTo>
                <a:cubicBezTo>
                  <a:pt x="1178694" y="240808"/>
                  <a:pt x="1177440" y="237561"/>
                  <a:pt x="1177440" y="233575"/>
                </a:cubicBezTo>
                <a:cubicBezTo>
                  <a:pt x="1177440" y="229702"/>
                  <a:pt x="1178181" y="224576"/>
                  <a:pt x="1179662" y="218197"/>
                </a:cubicBezTo>
                <a:cubicBezTo>
                  <a:pt x="1181484" y="209767"/>
                  <a:pt x="1186667" y="191427"/>
                  <a:pt x="1195210" y="163177"/>
                </a:cubicBezTo>
                <a:cubicBezTo>
                  <a:pt x="1175846" y="194959"/>
                  <a:pt x="1159613" y="216887"/>
                  <a:pt x="1146514" y="228961"/>
                </a:cubicBezTo>
                <a:cubicBezTo>
                  <a:pt x="1133528" y="241036"/>
                  <a:pt x="1121453" y="247073"/>
                  <a:pt x="1110290" y="247073"/>
                </a:cubicBezTo>
                <a:cubicBezTo>
                  <a:pt x="1105050" y="247073"/>
                  <a:pt x="1100608" y="245250"/>
                  <a:pt x="1096962" y="241605"/>
                </a:cubicBezTo>
                <a:cubicBezTo>
                  <a:pt x="1093317" y="237960"/>
                  <a:pt x="1091494" y="233347"/>
                  <a:pt x="1091494" y="227765"/>
                </a:cubicBezTo>
                <a:cubicBezTo>
                  <a:pt x="1091494" y="219222"/>
                  <a:pt x="1094001" y="206122"/>
                  <a:pt x="1099013" y="188466"/>
                </a:cubicBezTo>
                <a:lnTo>
                  <a:pt x="1113878" y="135668"/>
                </a:lnTo>
                <a:cubicBezTo>
                  <a:pt x="1117524" y="123024"/>
                  <a:pt x="1119346" y="115164"/>
                  <a:pt x="1119346" y="112088"/>
                </a:cubicBezTo>
                <a:cubicBezTo>
                  <a:pt x="1119346" y="110721"/>
                  <a:pt x="1118833" y="109582"/>
                  <a:pt x="1117808" y="108671"/>
                </a:cubicBezTo>
                <a:cubicBezTo>
                  <a:pt x="1116897" y="107646"/>
                  <a:pt x="1115871" y="107133"/>
                  <a:pt x="1114732" y="107133"/>
                </a:cubicBezTo>
                <a:cubicBezTo>
                  <a:pt x="1112341" y="107133"/>
                  <a:pt x="1109948" y="107988"/>
                  <a:pt x="1107556" y="109696"/>
                </a:cubicBezTo>
                <a:cubicBezTo>
                  <a:pt x="1105164" y="111405"/>
                  <a:pt x="1099754" y="117727"/>
                  <a:pt x="1091324" y="128662"/>
                </a:cubicBezTo>
                <a:lnTo>
                  <a:pt x="1086027" y="124903"/>
                </a:lnTo>
                <a:cubicBezTo>
                  <a:pt x="1094571" y="111690"/>
                  <a:pt x="1103626" y="101950"/>
                  <a:pt x="1113195" y="95685"/>
                </a:cubicBezTo>
                <a:cubicBezTo>
                  <a:pt x="1120486" y="90787"/>
                  <a:pt x="1127206" y="88338"/>
                  <a:pt x="1133357" y="88338"/>
                </a:cubicBezTo>
                <a:cubicBezTo>
                  <a:pt x="1137572" y="88338"/>
                  <a:pt x="1140989" y="89705"/>
                  <a:pt x="1143609" y="92439"/>
                </a:cubicBezTo>
                <a:cubicBezTo>
                  <a:pt x="1146342" y="95059"/>
                  <a:pt x="1147710" y="98476"/>
                  <a:pt x="1147710" y="102691"/>
                </a:cubicBezTo>
                <a:cubicBezTo>
                  <a:pt x="1147710" y="108842"/>
                  <a:pt x="1145432" y="119834"/>
                  <a:pt x="1140876" y="135668"/>
                </a:cubicBezTo>
                <a:lnTo>
                  <a:pt x="1124813" y="190858"/>
                </a:lnTo>
                <a:cubicBezTo>
                  <a:pt x="1120371" y="205894"/>
                  <a:pt x="1118150" y="215406"/>
                  <a:pt x="1118150" y="219393"/>
                </a:cubicBezTo>
                <a:cubicBezTo>
                  <a:pt x="1118150" y="221557"/>
                  <a:pt x="1118833" y="223322"/>
                  <a:pt x="1120200" y="224689"/>
                </a:cubicBezTo>
                <a:cubicBezTo>
                  <a:pt x="1121681" y="225942"/>
                  <a:pt x="1123618" y="226569"/>
                  <a:pt x="1126010" y="226569"/>
                </a:cubicBezTo>
                <a:cubicBezTo>
                  <a:pt x="1129769" y="226569"/>
                  <a:pt x="1134667" y="224689"/>
                  <a:pt x="1140704" y="220930"/>
                </a:cubicBezTo>
                <a:cubicBezTo>
                  <a:pt x="1146741" y="217171"/>
                  <a:pt x="1154772" y="208856"/>
                  <a:pt x="1164796" y="195984"/>
                </a:cubicBezTo>
                <a:cubicBezTo>
                  <a:pt x="1174935" y="182998"/>
                  <a:pt x="1183250" y="170866"/>
                  <a:pt x="1189742" y="159589"/>
                </a:cubicBezTo>
                <a:cubicBezTo>
                  <a:pt x="1196350" y="148198"/>
                  <a:pt x="1203355" y="130143"/>
                  <a:pt x="1210759" y="105425"/>
                </a:cubicBezTo>
                <a:lnTo>
                  <a:pt x="1214518" y="92439"/>
                </a:lnTo>
                <a:lnTo>
                  <a:pt x="1240490" y="92439"/>
                </a:lnTo>
                <a:moveTo>
                  <a:pt x="1414945" y="88338"/>
                </a:moveTo>
                <a:lnTo>
                  <a:pt x="1381626" y="204186"/>
                </a:lnTo>
                <a:lnTo>
                  <a:pt x="1377867" y="219734"/>
                </a:lnTo>
                <a:cubicBezTo>
                  <a:pt x="1377525" y="221215"/>
                  <a:pt x="1377354" y="222468"/>
                  <a:pt x="1377354" y="223493"/>
                </a:cubicBezTo>
                <a:cubicBezTo>
                  <a:pt x="1377354" y="225316"/>
                  <a:pt x="1377924" y="226911"/>
                  <a:pt x="1379063" y="228277"/>
                </a:cubicBezTo>
                <a:cubicBezTo>
                  <a:pt x="1379974" y="229303"/>
                  <a:pt x="1381114" y="229815"/>
                  <a:pt x="1382480" y="229815"/>
                </a:cubicBezTo>
                <a:cubicBezTo>
                  <a:pt x="1383961" y="229815"/>
                  <a:pt x="1385897" y="228904"/>
                  <a:pt x="1388290" y="227082"/>
                </a:cubicBezTo>
                <a:cubicBezTo>
                  <a:pt x="1392732" y="223778"/>
                  <a:pt x="1398656" y="216943"/>
                  <a:pt x="1406060" y="206577"/>
                </a:cubicBezTo>
                <a:lnTo>
                  <a:pt x="1411869" y="210678"/>
                </a:lnTo>
                <a:cubicBezTo>
                  <a:pt x="1404009" y="222525"/>
                  <a:pt x="1395922" y="231581"/>
                  <a:pt x="1387606" y="237846"/>
                </a:cubicBezTo>
                <a:cubicBezTo>
                  <a:pt x="1379290" y="243997"/>
                  <a:pt x="1371602" y="247073"/>
                  <a:pt x="1364540" y="247073"/>
                </a:cubicBezTo>
                <a:cubicBezTo>
                  <a:pt x="1359642" y="247073"/>
                  <a:pt x="1355940" y="245820"/>
                  <a:pt x="1353433" y="243314"/>
                </a:cubicBezTo>
                <a:cubicBezTo>
                  <a:pt x="1351040" y="240922"/>
                  <a:pt x="1349845" y="237391"/>
                  <a:pt x="1349845" y="232720"/>
                </a:cubicBezTo>
                <a:cubicBezTo>
                  <a:pt x="1349845" y="227138"/>
                  <a:pt x="1351097" y="219791"/>
                  <a:pt x="1353604" y="210678"/>
                </a:cubicBezTo>
                <a:lnTo>
                  <a:pt x="1357192" y="197863"/>
                </a:lnTo>
                <a:cubicBezTo>
                  <a:pt x="1342270" y="217342"/>
                  <a:pt x="1328544" y="230954"/>
                  <a:pt x="1316013" y="238700"/>
                </a:cubicBezTo>
                <a:cubicBezTo>
                  <a:pt x="1307015" y="244282"/>
                  <a:pt x="1298186" y="247073"/>
                  <a:pt x="1289528" y="247073"/>
                </a:cubicBezTo>
                <a:cubicBezTo>
                  <a:pt x="1281213" y="247073"/>
                  <a:pt x="1274037" y="243655"/>
                  <a:pt x="1267999" y="236821"/>
                </a:cubicBezTo>
                <a:cubicBezTo>
                  <a:pt x="1261962" y="229872"/>
                  <a:pt x="1258944" y="220361"/>
                  <a:pt x="1258944" y="208286"/>
                </a:cubicBezTo>
                <a:cubicBezTo>
                  <a:pt x="1258944" y="190174"/>
                  <a:pt x="1264355" y="171094"/>
                  <a:pt x="1275176" y="151046"/>
                </a:cubicBezTo>
                <a:cubicBezTo>
                  <a:pt x="1286111" y="130884"/>
                  <a:pt x="1299952" y="114765"/>
                  <a:pt x="1316697" y="102691"/>
                </a:cubicBezTo>
                <a:cubicBezTo>
                  <a:pt x="1329796" y="93122"/>
                  <a:pt x="1342155" y="88338"/>
                  <a:pt x="1353775" y="88338"/>
                </a:cubicBezTo>
                <a:cubicBezTo>
                  <a:pt x="1360723" y="88338"/>
                  <a:pt x="1366476" y="90161"/>
                  <a:pt x="1371032" y="93806"/>
                </a:cubicBezTo>
                <a:cubicBezTo>
                  <a:pt x="1375703" y="97451"/>
                  <a:pt x="1379233" y="103488"/>
                  <a:pt x="1381626" y="111917"/>
                </a:cubicBezTo>
                <a:lnTo>
                  <a:pt x="1387778" y="92439"/>
                </a:lnTo>
                <a:lnTo>
                  <a:pt x="1414945" y="88338"/>
                </a:lnTo>
                <a:moveTo>
                  <a:pt x="1354117" y="97223"/>
                </a:moveTo>
                <a:cubicBezTo>
                  <a:pt x="1346826" y="97223"/>
                  <a:pt x="1339080" y="100640"/>
                  <a:pt x="1330879" y="107475"/>
                </a:cubicBezTo>
                <a:cubicBezTo>
                  <a:pt x="1319260" y="117157"/>
                  <a:pt x="1308894" y="131510"/>
                  <a:pt x="1299781" y="150533"/>
                </a:cubicBezTo>
                <a:cubicBezTo>
                  <a:pt x="1290782" y="169556"/>
                  <a:pt x="1286283" y="186757"/>
                  <a:pt x="1286283" y="202135"/>
                </a:cubicBezTo>
                <a:cubicBezTo>
                  <a:pt x="1286283" y="209881"/>
                  <a:pt x="1288219" y="216032"/>
                  <a:pt x="1292091" y="220589"/>
                </a:cubicBezTo>
                <a:cubicBezTo>
                  <a:pt x="1295965" y="225031"/>
                  <a:pt x="1300408" y="227252"/>
                  <a:pt x="1305419" y="227252"/>
                </a:cubicBezTo>
                <a:cubicBezTo>
                  <a:pt x="1317836" y="227252"/>
                  <a:pt x="1331334" y="218082"/>
                  <a:pt x="1345915" y="199743"/>
                </a:cubicBezTo>
                <a:cubicBezTo>
                  <a:pt x="1365394" y="175366"/>
                  <a:pt x="1375133" y="150362"/>
                  <a:pt x="1375133" y="124733"/>
                </a:cubicBezTo>
                <a:cubicBezTo>
                  <a:pt x="1375133" y="115050"/>
                  <a:pt x="1373253" y="108045"/>
                  <a:pt x="1369494" y="103716"/>
                </a:cubicBezTo>
                <a:cubicBezTo>
                  <a:pt x="1365735" y="99387"/>
                  <a:pt x="1360609" y="97223"/>
                  <a:pt x="1354117" y="97223"/>
                </a:cubicBezTo>
                <a:moveTo>
                  <a:pt x="1529767" y="0"/>
                </a:moveTo>
                <a:lnTo>
                  <a:pt x="1471331" y="203331"/>
                </a:lnTo>
                <a:cubicBezTo>
                  <a:pt x="1468483" y="213469"/>
                  <a:pt x="1467059" y="219677"/>
                  <a:pt x="1467059" y="221955"/>
                </a:cubicBezTo>
                <a:cubicBezTo>
                  <a:pt x="1467059" y="223664"/>
                  <a:pt x="1467572" y="225088"/>
                  <a:pt x="1468596" y="226227"/>
                </a:cubicBezTo>
                <a:cubicBezTo>
                  <a:pt x="1469736" y="227366"/>
                  <a:pt x="1471103" y="227936"/>
                  <a:pt x="1472697" y="227936"/>
                </a:cubicBezTo>
                <a:cubicBezTo>
                  <a:pt x="1474862" y="227936"/>
                  <a:pt x="1477198" y="226967"/>
                  <a:pt x="1479703" y="225031"/>
                </a:cubicBezTo>
                <a:cubicBezTo>
                  <a:pt x="1485626" y="220361"/>
                  <a:pt x="1491835" y="213127"/>
                  <a:pt x="1498328" y="203331"/>
                </a:cubicBezTo>
                <a:lnTo>
                  <a:pt x="1503453" y="208628"/>
                </a:lnTo>
                <a:cubicBezTo>
                  <a:pt x="1492632" y="223892"/>
                  <a:pt x="1482665" y="234543"/>
                  <a:pt x="1473552" y="240580"/>
                </a:cubicBezTo>
                <a:cubicBezTo>
                  <a:pt x="1466832" y="244909"/>
                  <a:pt x="1460452" y="247073"/>
                  <a:pt x="1454415" y="247073"/>
                </a:cubicBezTo>
                <a:cubicBezTo>
                  <a:pt x="1450087" y="247073"/>
                  <a:pt x="1446442" y="245592"/>
                  <a:pt x="1443480" y="242630"/>
                </a:cubicBezTo>
                <a:cubicBezTo>
                  <a:pt x="1440632" y="239669"/>
                  <a:pt x="1439208" y="236251"/>
                  <a:pt x="1439208" y="232378"/>
                </a:cubicBezTo>
                <a:cubicBezTo>
                  <a:pt x="1439208" y="228277"/>
                  <a:pt x="1441030" y="219848"/>
                  <a:pt x="1444676" y="207090"/>
                </a:cubicBezTo>
                <a:lnTo>
                  <a:pt x="1490981" y="46817"/>
                </a:lnTo>
                <a:cubicBezTo>
                  <a:pt x="1494740" y="33718"/>
                  <a:pt x="1496619" y="26200"/>
                  <a:pt x="1496619" y="24263"/>
                </a:cubicBezTo>
                <a:cubicBezTo>
                  <a:pt x="1496619" y="21529"/>
                  <a:pt x="1495537" y="19308"/>
                  <a:pt x="1493372" y="17599"/>
                </a:cubicBezTo>
                <a:cubicBezTo>
                  <a:pt x="1491208" y="15777"/>
                  <a:pt x="1487848" y="14865"/>
                  <a:pt x="1483291" y="14865"/>
                </a:cubicBezTo>
                <a:cubicBezTo>
                  <a:pt x="1480672" y="14865"/>
                  <a:pt x="1476684" y="15264"/>
                  <a:pt x="1471331" y="16061"/>
                </a:cubicBezTo>
                <a:lnTo>
                  <a:pt x="1471331" y="9739"/>
                </a:lnTo>
                <a:lnTo>
                  <a:pt x="1529767" y="0"/>
                </a:lnTo>
                <a:moveTo>
                  <a:pt x="1627161" y="0"/>
                </a:moveTo>
                <a:lnTo>
                  <a:pt x="1568725" y="203331"/>
                </a:lnTo>
                <a:cubicBezTo>
                  <a:pt x="1565877" y="213469"/>
                  <a:pt x="1564453" y="219677"/>
                  <a:pt x="1564453" y="221955"/>
                </a:cubicBezTo>
                <a:cubicBezTo>
                  <a:pt x="1564453" y="223664"/>
                  <a:pt x="1564965" y="225088"/>
                  <a:pt x="1565991" y="226227"/>
                </a:cubicBezTo>
                <a:cubicBezTo>
                  <a:pt x="1567130" y="227366"/>
                  <a:pt x="1568497" y="227936"/>
                  <a:pt x="1570092" y="227936"/>
                </a:cubicBezTo>
                <a:cubicBezTo>
                  <a:pt x="1572256" y="227936"/>
                  <a:pt x="1574591" y="226967"/>
                  <a:pt x="1577097" y="225031"/>
                </a:cubicBezTo>
                <a:cubicBezTo>
                  <a:pt x="1583021" y="220361"/>
                  <a:pt x="1589229" y="213127"/>
                  <a:pt x="1595721" y="203331"/>
                </a:cubicBezTo>
                <a:lnTo>
                  <a:pt x="1600848" y="208628"/>
                </a:lnTo>
                <a:cubicBezTo>
                  <a:pt x="1590026" y="223892"/>
                  <a:pt x="1580059" y="234543"/>
                  <a:pt x="1570947" y="240580"/>
                </a:cubicBezTo>
                <a:cubicBezTo>
                  <a:pt x="1564225" y="244909"/>
                  <a:pt x="1557846" y="247073"/>
                  <a:pt x="1551809" y="247073"/>
                </a:cubicBezTo>
                <a:cubicBezTo>
                  <a:pt x="1547480" y="247073"/>
                  <a:pt x="1543835" y="245592"/>
                  <a:pt x="1540873" y="242630"/>
                </a:cubicBezTo>
                <a:cubicBezTo>
                  <a:pt x="1538026" y="239669"/>
                  <a:pt x="1536602" y="236251"/>
                  <a:pt x="1536602" y="232378"/>
                </a:cubicBezTo>
                <a:cubicBezTo>
                  <a:pt x="1536602" y="228277"/>
                  <a:pt x="1538425" y="219848"/>
                  <a:pt x="1542070" y="207090"/>
                </a:cubicBezTo>
                <a:lnTo>
                  <a:pt x="1588374" y="46817"/>
                </a:lnTo>
                <a:cubicBezTo>
                  <a:pt x="1592134" y="33718"/>
                  <a:pt x="1594013" y="26200"/>
                  <a:pt x="1594013" y="24263"/>
                </a:cubicBezTo>
                <a:cubicBezTo>
                  <a:pt x="1594013" y="21529"/>
                  <a:pt x="1592931" y="19308"/>
                  <a:pt x="1590767" y="17599"/>
                </a:cubicBezTo>
                <a:cubicBezTo>
                  <a:pt x="1588602" y="15777"/>
                  <a:pt x="1585242" y="14865"/>
                  <a:pt x="1580686" y="14865"/>
                </a:cubicBezTo>
                <a:cubicBezTo>
                  <a:pt x="1578066" y="14865"/>
                  <a:pt x="1574079" y="15264"/>
                  <a:pt x="1568725" y="16061"/>
                </a:cubicBezTo>
                <a:lnTo>
                  <a:pt x="1568725" y="9739"/>
                </a:lnTo>
                <a:lnTo>
                  <a:pt x="1627161" y="0"/>
                </a:lnTo>
                <a:moveTo>
                  <a:pt x="1676371" y="88338"/>
                </a:moveTo>
                <a:cubicBezTo>
                  <a:pt x="1680243" y="94945"/>
                  <a:pt x="1682920" y="101153"/>
                  <a:pt x="1684401" y="106962"/>
                </a:cubicBezTo>
                <a:cubicBezTo>
                  <a:pt x="1685883" y="112658"/>
                  <a:pt x="1687363" y="123935"/>
                  <a:pt x="1688843" y="140794"/>
                </a:cubicBezTo>
                <a:lnTo>
                  <a:pt x="1696362" y="224860"/>
                </a:lnTo>
                <a:cubicBezTo>
                  <a:pt x="1703197" y="216659"/>
                  <a:pt x="1713107" y="203673"/>
                  <a:pt x="1726093" y="185903"/>
                </a:cubicBezTo>
                <a:cubicBezTo>
                  <a:pt x="1732358" y="177245"/>
                  <a:pt x="1740104" y="165456"/>
                  <a:pt x="1749330" y="150533"/>
                </a:cubicBezTo>
                <a:cubicBezTo>
                  <a:pt x="1754913" y="141421"/>
                  <a:pt x="1758330" y="135042"/>
                  <a:pt x="1759582" y="131396"/>
                </a:cubicBezTo>
                <a:cubicBezTo>
                  <a:pt x="1760266" y="129574"/>
                  <a:pt x="1760608" y="127694"/>
                  <a:pt x="1760608" y="125758"/>
                </a:cubicBezTo>
                <a:cubicBezTo>
                  <a:pt x="1760608" y="124505"/>
                  <a:pt x="1760209" y="123479"/>
                  <a:pt x="1759412" y="122682"/>
                </a:cubicBezTo>
                <a:cubicBezTo>
                  <a:pt x="1758615" y="121885"/>
                  <a:pt x="1756507" y="120973"/>
                  <a:pt x="1753090" y="119948"/>
                </a:cubicBezTo>
                <a:cubicBezTo>
                  <a:pt x="1749787" y="118809"/>
                  <a:pt x="1746995" y="116816"/>
                  <a:pt x="1744717" y="113968"/>
                </a:cubicBezTo>
                <a:cubicBezTo>
                  <a:pt x="1742553" y="111006"/>
                  <a:pt x="1741470" y="107646"/>
                  <a:pt x="1741470" y="103887"/>
                </a:cubicBezTo>
                <a:cubicBezTo>
                  <a:pt x="1741470" y="99216"/>
                  <a:pt x="1742838" y="95457"/>
                  <a:pt x="1745571" y="92610"/>
                </a:cubicBezTo>
                <a:cubicBezTo>
                  <a:pt x="1748306" y="89762"/>
                  <a:pt x="1751723" y="88338"/>
                  <a:pt x="1755823" y="88338"/>
                </a:cubicBezTo>
                <a:cubicBezTo>
                  <a:pt x="1760836" y="88338"/>
                  <a:pt x="1765107" y="90445"/>
                  <a:pt x="1768639" y="94660"/>
                </a:cubicBezTo>
                <a:cubicBezTo>
                  <a:pt x="1772170" y="98761"/>
                  <a:pt x="1773936" y="104456"/>
                  <a:pt x="1773936" y="111747"/>
                </a:cubicBezTo>
                <a:cubicBezTo>
                  <a:pt x="1773936" y="120745"/>
                  <a:pt x="1770860" y="131055"/>
                  <a:pt x="1764709" y="142673"/>
                </a:cubicBezTo>
                <a:cubicBezTo>
                  <a:pt x="1758557" y="154178"/>
                  <a:pt x="1746711" y="171892"/>
                  <a:pt x="1729168" y="195813"/>
                </a:cubicBezTo>
                <a:cubicBezTo>
                  <a:pt x="1711626" y="219734"/>
                  <a:pt x="1690382" y="245820"/>
                  <a:pt x="1665435" y="274070"/>
                </a:cubicBezTo>
                <a:cubicBezTo>
                  <a:pt x="1648235" y="293549"/>
                  <a:pt x="1635477" y="305794"/>
                  <a:pt x="1627161" y="310806"/>
                </a:cubicBezTo>
                <a:cubicBezTo>
                  <a:pt x="1618846" y="315932"/>
                  <a:pt x="1611727" y="318495"/>
                  <a:pt x="1605803" y="318495"/>
                </a:cubicBezTo>
                <a:cubicBezTo>
                  <a:pt x="1602272" y="318495"/>
                  <a:pt x="1599196" y="317128"/>
                  <a:pt x="1596576" y="314394"/>
                </a:cubicBezTo>
                <a:cubicBezTo>
                  <a:pt x="1593842" y="311774"/>
                  <a:pt x="1592476" y="308699"/>
                  <a:pt x="1592476" y="305168"/>
                </a:cubicBezTo>
                <a:cubicBezTo>
                  <a:pt x="1592476" y="300725"/>
                  <a:pt x="1594355" y="296681"/>
                  <a:pt x="1598114" y="293036"/>
                </a:cubicBezTo>
                <a:cubicBezTo>
                  <a:pt x="1601758" y="289391"/>
                  <a:pt x="1605745" y="287568"/>
                  <a:pt x="1610074" y="287568"/>
                </a:cubicBezTo>
                <a:cubicBezTo>
                  <a:pt x="1612353" y="287568"/>
                  <a:pt x="1614232" y="288081"/>
                  <a:pt x="1615713" y="289106"/>
                </a:cubicBezTo>
                <a:cubicBezTo>
                  <a:pt x="1616625" y="289676"/>
                  <a:pt x="1617649" y="291270"/>
                  <a:pt x="1618788" y="293890"/>
                </a:cubicBezTo>
                <a:cubicBezTo>
                  <a:pt x="1619814" y="296624"/>
                  <a:pt x="1620782" y="298447"/>
                  <a:pt x="1621693" y="299358"/>
                </a:cubicBezTo>
                <a:cubicBezTo>
                  <a:pt x="1622263" y="299927"/>
                  <a:pt x="1622947" y="300212"/>
                  <a:pt x="1623744" y="300212"/>
                </a:cubicBezTo>
                <a:cubicBezTo>
                  <a:pt x="1624428" y="300212"/>
                  <a:pt x="1625623" y="299643"/>
                  <a:pt x="1627333" y="298504"/>
                </a:cubicBezTo>
                <a:cubicBezTo>
                  <a:pt x="1633597" y="294631"/>
                  <a:pt x="1640887" y="288480"/>
                  <a:pt x="1649202" y="280050"/>
                </a:cubicBezTo>
                <a:cubicBezTo>
                  <a:pt x="1660138" y="268887"/>
                  <a:pt x="1668226" y="259774"/>
                  <a:pt x="1673466" y="252711"/>
                </a:cubicBezTo>
                <a:lnTo>
                  <a:pt x="1663897" y="144382"/>
                </a:lnTo>
                <a:cubicBezTo>
                  <a:pt x="1662303" y="126498"/>
                  <a:pt x="1659910" y="115620"/>
                  <a:pt x="1656721" y="111747"/>
                </a:cubicBezTo>
                <a:cubicBezTo>
                  <a:pt x="1653531" y="107874"/>
                  <a:pt x="1648178" y="105937"/>
                  <a:pt x="1640660" y="105937"/>
                </a:cubicBezTo>
                <a:cubicBezTo>
                  <a:pt x="1638267" y="105937"/>
                  <a:pt x="1633996" y="106279"/>
                  <a:pt x="1627845" y="106962"/>
                </a:cubicBezTo>
                <a:lnTo>
                  <a:pt x="1626307" y="100640"/>
                </a:lnTo>
                <a:lnTo>
                  <a:pt x="1676371" y="88338"/>
                </a:lnTo>
                <a:moveTo>
                  <a:pt x="2052790" y="0"/>
                </a:moveTo>
                <a:lnTo>
                  <a:pt x="1994011" y="201622"/>
                </a:lnTo>
                <a:cubicBezTo>
                  <a:pt x="1990822" y="212558"/>
                  <a:pt x="1989228" y="219734"/>
                  <a:pt x="1989228" y="223152"/>
                </a:cubicBezTo>
                <a:cubicBezTo>
                  <a:pt x="1989228" y="224291"/>
                  <a:pt x="1989683" y="225373"/>
                  <a:pt x="1990594" y="226398"/>
                </a:cubicBezTo>
                <a:cubicBezTo>
                  <a:pt x="1991619" y="227423"/>
                  <a:pt x="1992645" y="227936"/>
                  <a:pt x="1993670" y="227936"/>
                </a:cubicBezTo>
                <a:cubicBezTo>
                  <a:pt x="1995151" y="227936"/>
                  <a:pt x="1996916" y="227195"/>
                  <a:pt x="1998967" y="225715"/>
                </a:cubicBezTo>
                <a:cubicBezTo>
                  <a:pt x="2002839" y="222981"/>
                  <a:pt x="2009333" y="216146"/>
                  <a:pt x="2018445" y="205211"/>
                </a:cubicBezTo>
                <a:lnTo>
                  <a:pt x="2024255" y="208799"/>
                </a:lnTo>
                <a:cubicBezTo>
                  <a:pt x="2016053" y="220190"/>
                  <a:pt x="2007737" y="229417"/>
                  <a:pt x="1999309" y="236479"/>
                </a:cubicBezTo>
                <a:cubicBezTo>
                  <a:pt x="1990992" y="243542"/>
                  <a:pt x="1983190" y="247073"/>
                  <a:pt x="1975900" y="247073"/>
                </a:cubicBezTo>
                <a:cubicBezTo>
                  <a:pt x="1972026" y="247073"/>
                  <a:pt x="1968836" y="245706"/>
                  <a:pt x="1966331" y="242972"/>
                </a:cubicBezTo>
                <a:cubicBezTo>
                  <a:pt x="1963825" y="240238"/>
                  <a:pt x="1962572" y="236365"/>
                  <a:pt x="1962572" y="231353"/>
                </a:cubicBezTo>
                <a:cubicBezTo>
                  <a:pt x="1962572" y="224860"/>
                  <a:pt x="1964280" y="216146"/>
                  <a:pt x="1967697" y="205211"/>
                </a:cubicBezTo>
                <a:lnTo>
                  <a:pt x="1974361" y="184023"/>
                </a:lnTo>
                <a:cubicBezTo>
                  <a:pt x="1957845" y="209539"/>
                  <a:pt x="1942808" y="227195"/>
                  <a:pt x="1929253" y="236992"/>
                </a:cubicBezTo>
                <a:cubicBezTo>
                  <a:pt x="1919912" y="243713"/>
                  <a:pt x="1910970" y="247073"/>
                  <a:pt x="1902426" y="247073"/>
                </a:cubicBezTo>
                <a:cubicBezTo>
                  <a:pt x="1893770" y="247073"/>
                  <a:pt x="1886195" y="243257"/>
                  <a:pt x="1879702" y="235625"/>
                </a:cubicBezTo>
                <a:cubicBezTo>
                  <a:pt x="1873323" y="227879"/>
                  <a:pt x="1870133" y="217399"/>
                  <a:pt x="1870133" y="204186"/>
                </a:cubicBezTo>
                <a:cubicBezTo>
                  <a:pt x="1870133" y="187213"/>
                  <a:pt x="1875544" y="169101"/>
                  <a:pt x="1886365" y="149850"/>
                </a:cubicBezTo>
                <a:cubicBezTo>
                  <a:pt x="1897187" y="130599"/>
                  <a:pt x="1911483" y="114936"/>
                  <a:pt x="1929253" y="102862"/>
                </a:cubicBezTo>
                <a:cubicBezTo>
                  <a:pt x="1943265" y="93179"/>
                  <a:pt x="1956136" y="88338"/>
                  <a:pt x="1967869" y="88338"/>
                </a:cubicBezTo>
                <a:cubicBezTo>
                  <a:pt x="1974019" y="88338"/>
                  <a:pt x="1979317" y="89591"/>
                  <a:pt x="1983760" y="92097"/>
                </a:cubicBezTo>
                <a:cubicBezTo>
                  <a:pt x="1988202" y="94603"/>
                  <a:pt x="1992588" y="98761"/>
                  <a:pt x="1996916" y="104570"/>
                </a:cubicBezTo>
                <a:lnTo>
                  <a:pt x="2013661" y="45109"/>
                </a:lnTo>
                <a:cubicBezTo>
                  <a:pt x="2014914" y="40894"/>
                  <a:pt x="2015940" y="37534"/>
                  <a:pt x="2016737" y="35028"/>
                </a:cubicBezTo>
                <a:cubicBezTo>
                  <a:pt x="2018103" y="30471"/>
                  <a:pt x="2018787" y="26712"/>
                  <a:pt x="2018787" y="23750"/>
                </a:cubicBezTo>
                <a:cubicBezTo>
                  <a:pt x="2018787" y="21358"/>
                  <a:pt x="2017933" y="19365"/>
                  <a:pt x="2016224" y="17770"/>
                </a:cubicBezTo>
                <a:cubicBezTo>
                  <a:pt x="2013832" y="15834"/>
                  <a:pt x="2010757" y="14865"/>
                  <a:pt x="2006997" y="14865"/>
                </a:cubicBezTo>
                <a:cubicBezTo>
                  <a:pt x="2004377" y="14865"/>
                  <a:pt x="2000049" y="15264"/>
                  <a:pt x="1994011" y="16061"/>
                </a:cubicBezTo>
                <a:lnTo>
                  <a:pt x="1994011" y="9739"/>
                </a:lnTo>
                <a:lnTo>
                  <a:pt x="2052790" y="0"/>
                </a:lnTo>
                <a:moveTo>
                  <a:pt x="1989398" y="121315"/>
                </a:moveTo>
                <a:cubicBezTo>
                  <a:pt x="1989398" y="114025"/>
                  <a:pt x="1987290" y="108159"/>
                  <a:pt x="1983076" y="103716"/>
                </a:cubicBezTo>
                <a:cubicBezTo>
                  <a:pt x="1978862" y="99273"/>
                  <a:pt x="1973507" y="97052"/>
                  <a:pt x="1967015" y="97052"/>
                </a:cubicBezTo>
                <a:cubicBezTo>
                  <a:pt x="1952662" y="97052"/>
                  <a:pt x="1937682" y="108899"/>
                  <a:pt x="1922076" y="132592"/>
                </a:cubicBezTo>
                <a:cubicBezTo>
                  <a:pt x="1906585" y="156286"/>
                  <a:pt x="1898839" y="178954"/>
                  <a:pt x="1898839" y="200597"/>
                </a:cubicBezTo>
                <a:cubicBezTo>
                  <a:pt x="1898839" y="209141"/>
                  <a:pt x="1900719" y="215691"/>
                  <a:pt x="1904477" y="220247"/>
                </a:cubicBezTo>
                <a:cubicBezTo>
                  <a:pt x="1908236" y="224689"/>
                  <a:pt x="1912736" y="226911"/>
                  <a:pt x="1917975" y="226911"/>
                </a:cubicBezTo>
                <a:cubicBezTo>
                  <a:pt x="1929822" y="226911"/>
                  <a:pt x="1944687" y="214096"/>
                  <a:pt x="1962572" y="188466"/>
                </a:cubicBezTo>
                <a:cubicBezTo>
                  <a:pt x="1980456" y="162836"/>
                  <a:pt x="1989398" y="140452"/>
                  <a:pt x="1989398" y="121315"/>
                </a:cubicBezTo>
                <a:moveTo>
                  <a:pt x="2116693" y="20504"/>
                </a:moveTo>
                <a:cubicBezTo>
                  <a:pt x="2121478" y="20504"/>
                  <a:pt x="2125522" y="22156"/>
                  <a:pt x="2128825" y="25459"/>
                </a:cubicBezTo>
                <a:cubicBezTo>
                  <a:pt x="2132129" y="28762"/>
                  <a:pt x="2133780" y="32806"/>
                  <a:pt x="2133780" y="37591"/>
                </a:cubicBezTo>
                <a:cubicBezTo>
                  <a:pt x="2133780" y="42261"/>
                  <a:pt x="2132072" y="46305"/>
                  <a:pt x="2128655" y="49722"/>
                </a:cubicBezTo>
                <a:cubicBezTo>
                  <a:pt x="2125351" y="53026"/>
                  <a:pt x="2121364" y="54677"/>
                  <a:pt x="2116693" y="54677"/>
                </a:cubicBezTo>
                <a:cubicBezTo>
                  <a:pt x="2112024" y="54677"/>
                  <a:pt x="2107980" y="53026"/>
                  <a:pt x="2104561" y="49722"/>
                </a:cubicBezTo>
                <a:cubicBezTo>
                  <a:pt x="2101259" y="46305"/>
                  <a:pt x="2099607" y="42261"/>
                  <a:pt x="2099607" y="37591"/>
                </a:cubicBezTo>
                <a:cubicBezTo>
                  <a:pt x="2099607" y="32806"/>
                  <a:pt x="2101259" y="28762"/>
                  <a:pt x="2104561" y="25459"/>
                </a:cubicBezTo>
                <a:cubicBezTo>
                  <a:pt x="2107865" y="22156"/>
                  <a:pt x="2111909" y="20504"/>
                  <a:pt x="2116693" y="20504"/>
                </a:cubicBezTo>
                <a:moveTo>
                  <a:pt x="2118914" y="88338"/>
                </a:moveTo>
                <a:lnTo>
                  <a:pt x="2085083" y="208115"/>
                </a:lnTo>
                <a:cubicBezTo>
                  <a:pt x="2082805" y="216203"/>
                  <a:pt x="2081666" y="221044"/>
                  <a:pt x="2081666" y="222639"/>
                </a:cubicBezTo>
                <a:cubicBezTo>
                  <a:pt x="2081666" y="224461"/>
                  <a:pt x="2082178" y="225942"/>
                  <a:pt x="2083204" y="227082"/>
                </a:cubicBezTo>
                <a:cubicBezTo>
                  <a:pt x="2084343" y="228221"/>
                  <a:pt x="2085653" y="228790"/>
                  <a:pt x="2087134" y="228790"/>
                </a:cubicBezTo>
                <a:cubicBezTo>
                  <a:pt x="2088842" y="228790"/>
                  <a:pt x="2090893" y="227879"/>
                  <a:pt x="2093285" y="226056"/>
                </a:cubicBezTo>
                <a:cubicBezTo>
                  <a:pt x="2099778" y="220930"/>
                  <a:pt x="2106327" y="213640"/>
                  <a:pt x="2112934" y="204186"/>
                </a:cubicBezTo>
                <a:lnTo>
                  <a:pt x="2118914" y="208115"/>
                </a:lnTo>
                <a:cubicBezTo>
                  <a:pt x="2111168" y="219962"/>
                  <a:pt x="2102056" y="229929"/>
                  <a:pt x="2091577" y="238017"/>
                </a:cubicBezTo>
                <a:cubicBezTo>
                  <a:pt x="2083831" y="244054"/>
                  <a:pt x="2076426" y="247073"/>
                  <a:pt x="2069364" y="247073"/>
                </a:cubicBezTo>
                <a:cubicBezTo>
                  <a:pt x="2064693" y="247073"/>
                  <a:pt x="2060877" y="245706"/>
                  <a:pt x="2057916" y="242972"/>
                </a:cubicBezTo>
                <a:cubicBezTo>
                  <a:pt x="2054954" y="240124"/>
                  <a:pt x="2053473" y="236593"/>
                  <a:pt x="2053473" y="232378"/>
                </a:cubicBezTo>
                <a:cubicBezTo>
                  <a:pt x="2053473" y="228164"/>
                  <a:pt x="2054896" y="221158"/>
                  <a:pt x="2057744" y="211362"/>
                </a:cubicBezTo>
                <a:lnTo>
                  <a:pt x="2079957" y="134814"/>
                </a:lnTo>
                <a:cubicBezTo>
                  <a:pt x="2083602" y="122283"/>
                  <a:pt x="2085425" y="114423"/>
                  <a:pt x="2085425" y="111234"/>
                </a:cubicBezTo>
                <a:cubicBezTo>
                  <a:pt x="2085425" y="108728"/>
                  <a:pt x="2084513" y="106678"/>
                  <a:pt x="2082692" y="105083"/>
                </a:cubicBezTo>
                <a:cubicBezTo>
                  <a:pt x="2080982" y="103488"/>
                  <a:pt x="2078590" y="102691"/>
                  <a:pt x="2075514" y="102691"/>
                </a:cubicBezTo>
                <a:cubicBezTo>
                  <a:pt x="2073008" y="102691"/>
                  <a:pt x="2067826" y="103317"/>
                  <a:pt x="2059965" y="104570"/>
                </a:cubicBezTo>
                <a:lnTo>
                  <a:pt x="2059965" y="97906"/>
                </a:lnTo>
                <a:lnTo>
                  <a:pt x="2118914" y="88338"/>
                </a:lnTo>
                <a:moveTo>
                  <a:pt x="2262784" y="88338"/>
                </a:moveTo>
                <a:lnTo>
                  <a:pt x="2252361" y="140794"/>
                </a:lnTo>
                <a:lnTo>
                  <a:pt x="2246039" y="140794"/>
                </a:lnTo>
                <a:cubicBezTo>
                  <a:pt x="2245470" y="125530"/>
                  <a:pt x="2242224" y="114423"/>
                  <a:pt x="2236300" y="107475"/>
                </a:cubicBezTo>
                <a:cubicBezTo>
                  <a:pt x="2230377" y="100526"/>
                  <a:pt x="2223029" y="97052"/>
                  <a:pt x="2214258" y="97052"/>
                </a:cubicBezTo>
                <a:cubicBezTo>
                  <a:pt x="2207195" y="97052"/>
                  <a:pt x="2201557" y="98989"/>
                  <a:pt x="2197343" y="102862"/>
                </a:cubicBezTo>
                <a:cubicBezTo>
                  <a:pt x="2193242" y="106734"/>
                  <a:pt x="2191191" y="111405"/>
                  <a:pt x="2191191" y="116873"/>
                </a:cubicBezTo>
                <a:cubicBezTo>
                  <a:pt x="2191191" y="120632"/>
                  <a:pt x="2191988" y="124220"/>
                  <a:pt x="2193584" y="127637"/>
                </a:cubicBezTo>
                <a:cubicBezTo>
                  <a:pt x="2195292" y="131055"/>
                  <a:pt x="2198937" y="135839"/>
                  <a:pt x="2204519" y="141990"/>
                </a:cubicBezTo>
                <a:cubicBezTo>
                  <a:pt x="2219327" y="158165"/>
                  <a:pt x="2228896" y="170354"/>
                  <a:pt x="2233225" y="178555"/>
                </a:cubicBezTo>
                <a:cubicBezTo>
                  <a:pt x="2237553" y="186757"/>
                  <a:pt x="2239717" y="194503"/>
                  <a:pt x="2239717" y="201793"/>
                </a:cubicBezTo>
                <a:cubicBezTo>
                  <a:pt x="2239717" y="213640"/>
                  <a:pt x="2234763" y="224177"/>
                  <a:pt x="2224852" y="233404"/>
                </a:cubicBezTo>
                <a:cubicBezTo>
                  <a:pt x="2215055" y="242516"/>
                  <a:pt x="2202639" y="247073"/>
                  <a:pt x="2187602" y="247073"/>
                </a:cubicBezTo>
                <a:cubicBezTo>
                  <a:pt x="2179401" y="247073"/>
                  <a:pt x="2169947" y="245136"/>
                  <a:pt x="2159239" y="241264"/>
                </a:cubicBezTo>
                <a:cubicBezTo>
                  <a:pt x="2155480" y="239897"/>
                  <a:pt x="2152575" y="239213"/>
                  <a:pt x="2150524" y="239213"/>
                </a:cubicBezTo>
                <a:cubicBezTo>
                  <a:pt x="2145399" y="239213"/>
                  <a:pt x="2141526" y="241833"/>
                  <a:pt x="2138906" y="247073"/>
                </a:cubicBezTo>
                <a:lnTo>
                  <a:pt x="2132584" y="247073"/>
                </a:lnTo>
                <a:lnTo>
                  <a:pt x="2143007" y="191712"/>
                </a:lnTo>
                <a:lnTo>
                  <a:pt x="2149329" y="191712"/>
                </a:lnTo>
                <a:cubicBezTo>
                  <a:pt x="2150012" y="209027"/>
                  <a:pt x="2153601" y="221272"/>
                  <a:pt x="2160093" y="228448"/>
                </a:cubicBezTo>
                <a:cubicBezTo>
                  <a:pt x="2166587" y="235625"/>
                  <a:pt x="2175472" y="239213"/>
                  <a:pt x="2186749" y="239213"/>
                </a:cubicBezTo>
                <a:cubicBezTo>
                  <a:pt x="2195407" y="239213"/>
                  <a:pt x="2202241" y="236821"/>
                  <a:pt x="2207253" y="232037"/>
                </a:cubicBezTo>
                <a:cubicBezTo>
                  <a:pt x="2212378" y="227138"/>
                  <a:pt x="2214941" y="221158"/>
                  <a:pt x="2214941" y="214096"/>
                </a:cubicBezTo>
                <a:cubicBezTo>
                  <a:pt x="2214941" y="209539"/>
                  <a:pt x="2214031" y="205325"/>
                  <a:pt x="2212208" y="201452"/>
                </a:cubicBezTo>
                <a:cubicBezTo>
                  <a:pt x="2209018" y="194617"/>
                  <a:pt x="2202297" y="185162"/>
                  <a:pt x="2192045" y="173088"/>
                </a:cubicBezTo>
                <a:cubicBezTo>
                  <a:pt x="2181907" y="161013"/>
                  <a:pt x="2175357" y="151957"/>
                  <a:pt x="2172397" y="145920"/>
                </a:cubicBezTo>
                <a:cubicBezTo>
                  <a:pt x="2169548" y="139883"/>
                  <a:pt x="2168124" y="133845"/>
                  <a:pt x="2168124" y="127808"/>
                </a:cubicBezTo>
                <a:cubicBezTo>
                  <a:pt x="2168124" y="116759"/>
                  <a:pt x="2172112" y="107418"/>
                  <a:pt x="2180085" y="99786"/>
                </a:cubicBezTo>
                <a:cubicBezTo>
                  <a:pt x="2188173" y="92154"/>
                  <a:pt x="2198539" y="88338"/>
                  <a:pt x="2211183" y="88338"/>
                </a:cubicBezTo>
                <a:cubicBezTo>
                  <a:pt x="2214828" y="88338"/>
                  <a:pt x="2218131" y="88623"/>
                  <a:pt x="2221093" y="89192"/>
                </a:cubicBezTo>
                <a:cubicBezTo>
                  <a:pt x="2222688" y="89534"/>
                  <a:pt x="2226390" y="90844"/>
                  <a:pt x="2232199" y="93122"/>
                </a:cubicBezTo>
                <a:cubicBezTo>
                  <a:pt x="2238123" y="95287"/>
                  <a:pt x="2242052" y="96369"/>
                  <a:pt x="2243988" y="96369"/>
                </a:cubicBezTo>
                <a:cubicBezTo>
                  <a:pt x="2248887" y="96369"/>
                  <a:pt x="2252988" y="93692"/>
                  <a:pt x="2256292" y="88338"/>
                </a:cubicBezTo>
                <a:lnTo>
                  <a:pt x="2262784" y="88338"/>
                </a:lnTo>
                <a:moveTo>
                  <a:pt x="2363083" y="45963"/>
                </a:moveTo>
                <a:lnTo>
                  <a:pt x="2349756" y="92439"/>
                </a:lnTo>
                <a:lnTo>
                  <a:pt x="2376581" y="92439"/>
                </a:lnTo>
                <a:lnTo>
                  <a:pt x="2373676" y="103203"/>
                </a:lnTo>
                <a:lnTo>
                  <a:pt x="2347021" y="103203"/>
                </a:lnTo>
                <a:lnTo>
                  <a:pt x="2317632" y="204015"/>
                </a:lnTo>
                <a:cubicBezTo>
                  <a:pt x="2314442" y="214836"/>
                  <a:pt x="2312848" y="221842"/>
                  <a:pt x="2312848" y="225031"/>
                </a:cubicBezTo>
                <a:cubicBezTo>
                  <a:pt x="2312848" y="226967"/>
                  <a:pt x="2313304" y="228448"/>
                  <a:pt x="2314215" y="229474"/>
                </a:cubicBezTo>
                <a:cubicBezTo>
                  <a:pt x="2315126" y="230499"/>
                  <a:pt x="2316208" y="231011"/>
                  <a:pt x="2317462" y="231011"/>
                </a:cubicBezTo>
                <a:cubicBezTo>
                  <a:pt x="2320309" y="231011"/>
                  <a:pt x="2324068" y="229018"/>
                  <a:pt x="2328739" y="225031"/>
                </a:cubicBezTo>
                <a:cubicBezTo>
                  <a:pt x="2331472" y="222753"/>
                  <a:pt x="2337567" y="215747"/>
                  <a:pt x="2347021" y="204015"/>
                </a:cubicBezTo>
                <a:lnTo>
                  <a:pt x="2352661" y="208286"/>
                </a:lnTo>
                <a:cubicBezTo>
                  <a:pt x="2342180" y="223550"/>
                  <a:pt x="2332270" y="234315"/>
                  <a:pt x="2322929" y="240580"/>
                </a:cubicBezTo>
                <a:cubicBezTo>
                  <a:pt x="2316550" y="244909"/>
                  <a:pt x="2310114" y="247073"/>
                  <a:pt x="2303621" y="247073"/>
                </a:cubicBezTo>
                <a:cubicBezTo>
                  <a:pt x="2298609" y="247073"/>
                  <a:pt x="2294509" y="245535"/>
                  <a:pt x="2291319" y="242459"/>
                </a:cubicBezTo>
                <a:cubicBezTo>
                  <a:pt x="2288130" y="239270"/>
                  <a:pt x="2286534" y="235226"/>
                  <a:pt x="2286534" y="230328"/>
                </a:cubicBezTo>
                <a:cubicBezTo>
                  <a:pt x="2286534" y="224177"/>
                  <a:pt x="2288357" y="214779"/>
                  <a:pt x="2292002" y="202135"/>
                </a:cubicBezTo>
                <a:lnTo>
                  <a:pt x="2320537" y="103203"/>
                </a:lnTo>
                <a:lnTo>
                  <a:pt x="2294736" y="103203"/>
                </a:lnTo>
                <a:lnTo>
                  <a:pt x="2296445" y="96539"/>
                </a:lnTo>
                <a:cubicBezTo>
                  <a:pt x="2308975" y="93122"/>
                  <a:pt x="2319398" y="88053"/>
                  <a:pt x="2327713" y="81332"/>
                </a:cubicBezTo>
                <a:cubicBezTo>
                  <a:pt x="2336029" y="74498"/>
                  <a:pt x="2345313" y="62708"/>
                  <a:pt x="2355564" y="45963"/>
                </a:cubicBezTo>
                <a:lnTo>
                  <a:pt x="2363083" y="45963"/>
                </a:lnTo>
                <a:moveTo>
                  <a:pt x="2533778" y="88338"/>
                </a:moveTo>
                <a:lnTo>
                  <a:pt x="2500459" y="204186"/>
                </a:lnTo>
                <a:lnTo>
                  <a:pt x="2496700" y="219734"/>
                </a:lnTo>
                <a:cubicBezTo>
                  <a:pt x="2496359" y="221215"/>
                  <a:pt x="2496188" y="222468"/>
                  <a:pt x="2496188" y="223493"/>
                </a:cubicBezTo>
                <a:cubicBezTo>
                  <a:pt x="2496188" y="225316"/>
                  <a:pt x="2496757" y="226911"/>
                  <a:pt x="2497896" y="228277"/>
                </a:cubicBezTo>
                <a:cubicBezTo>
                  <a:pt x="2498808" y="229303"/>
                  <a:pt x="2499947" y="229815"/>
                  <a:pt x="2501313" y="229815"/>
                </a:cubicBezTo>
                <a:cubicBezTo>
                  <a:pt x="2502794" y="229815"/>
                  <a:pt x="2504732" y="228904"/>
                  <a:pt x="2507123" y="227082"/>
                </a:cubicBezTo>
                <a:cubicBezTo>
                  <a:pt x="2511566" y="223778"/>
                  <a:pt x="2517489" y="216943"/>
                  <a:pt x="2524893" y="206577"/>
                </a:cubicBezTo>
                <a:lnTo>
                  <a:pt x="2530703" y="210678"/>
                </a:lnTo>
                <a:cubicBezTo>
                  <a:pt x="2522842" y="222525"/>
                  <a:pt x="2514756" y="231581"/>
                  <a:pt x="2506439" y="237846"/>
                </a:cubicBezTo>
                <a:cubicBezTo>
                  <a:pt x="2498124" y="243997"/>
                  <a:pt x="2490435" y="247073"/>
                  <a:pt x="2483373" y="247073"/>
                </a:cubicBezTo>
                <a:cubicBezTo>
                  <a:pt x="2478475" y="247073"/>
                  <a:pt x="2474773" y="245820"/>
                  <a:pt x="2472266" y="243314"/>
                </a:cubicBezTo>
                <a:cubicBezTo>
                  <a:pt x="2469875" y="240922"/>
                  <a:pt x="2468678" y="237391"/>
                  <a:pt x="2468678" y="232720"/>
                </a:cubicBezTo>
                <a:cubicBezTo>
                  <a:pt x="2468678" y="227138"/>
                  <a:pt x="2469932" y="219791"/>
                  <a:pt x="2472438" y="210678"/>
                </a:cubicBezTo>
                <a:lnTo>
                  <a:pt x="2476025" y="197863"/>
                </a:lnTo>
                <a:cubicBezTo>
                  <a:pt x="2461103" y="217342"/>
                  <a:pt x="2447377" y="230954"/>
                  <a:pt x="2434847" y="238700"/>
                </a:cubicBezTo>
                <a:cubicBezTo>
                  <a:pt x="2425848" y="244282"/>
                  <a:pt x="2417020" y="247073"/>
                  <a:pt x="2408363" y="247073"/>
                </a:cubicBezTo>
                <a:cubicBezTo>
                  <a:pt x="2400048" y="247073"/>
                  <a:pt x="2392871" y="243655"/>
                  <a:pt x="2386834" y="236821"/>
                </a:cubicBezTo>
                <a:cubicBezTo>
                  <a:pt x="2380797" y="229872"/>
                  <a:pt x="2377777" y="220361"/>
                  <a:pt x="2377777" y="208286"/>
                </a:cubicBezTo>
                <a:cubicBezTo>
                  <a:pt x="2377777" y="190174"/>
                  <a:pt x="2383188" y="171094"/>
                  <a:pt x="2394010" y="151046"/>
                </a:cubicBezTo>
                <a:cubicBezTo>
                  <a:pt x="2404946" y="130884"/>
                  <a:pt x="2418785" y="114765"/>
                  <a:pt x="2435530" y="102691"/>
                </a:cubicBezTo>
                <a:cubicBezTo>
                  <a:pt x="2448630" y="93122"/>
                  <a:pt x="2460990" y="88338"/>
                  <a:pt x="2472608" y="88338"/>
                </a:cubicBezTo>
                <a:cubicBezTo>
                  <a:pt x="2479557" y="88338"/>
                  <a:pt x="2485309" y="90161"/>
                  <a:pt x="2489866" y="93806"/>
                </a:cubicBezTo>
                <a:cubicBezTo>
                  <a:pt x="2494536" y="97451"/>
                  <a:pt x="2498068" y="103488"/>
                  <a:pt x="2500459" y="111917"/>
                </a:cubicBezTo>
                <a:lnTo>
                  <a:pt x="2506611" y="92439"/>
                </a:lnTo>
                <a:lnTo>
                  <a:pt x="2533778" y="88338"/>
                </a:lnTo>
                <a:moveTo>
                  <a:pt x="2472950" y="97223"/>
                </a:moveTo>
                <a:cubicBezTo>
                  <a:pt x="2465659" y="97223"/>
                  <a:pt x="2457914" y="100640"/>
                  <a:pt x="2449712" y="107475"/>
                </a:cubicBezTo>
                <a:cubicBezTo>
                  <a:pt x="2438093" y="117157"/>
                  <a:pt x="2427727" y="131510"/>
                  <a:pt x="2418615" y="150533"/>
                </a:cubicBezTo>
                <a:cubicBezTo>
                  <a:pt x="2409615" y="169556"/>
                  <a:pt x="2405116" y="186757"/>
                  <a:pt x="2405116" y="202135"/>
                </a:cubicBezTo>
                <a:cubicBezTo>
                  <a:pt x="2405116" y="209881"/>
                  <a:pt x="2407052" y="216032"/>
                  <a:pt x="2410926" y="220589"/>
                </a:cubicBezTo>
                <a:cubicBezTo>
                  <a:pt x="2414798" y="225031"/>
                  <a:pt x="2419241" y="227252"/>
                  <a:pt x="2424253" y="227252"/>
                </a:cubicBezTo>
                <a:cubicBezTo>
                  <a:pt x="2436669" y="227252"/>
                  <a:pt x="2450167" y="218082"/>
                  <a:pt x="2464749" y="199743"/>
                </a:cubicBezTo>
                <a:cubicBezTo>
                  <a:pt x="2484227" y="175366"/>
                  <a:pt x="2493967" y="150362"/>
                  <a:pt x="2493967" y="124733"/>
                </a:cubicBezTo>
                <a:cubicBezTo>
                  <a:pt x="2493967" y="115050"/>
                  <a:pt x="2492088" y="108045"/>
                  <a:pt x="2488329" y="103716"/>
                </a:cubicBezTo>
                <a:cubicBezTo>
                  <a:pt x="2484569" y="99387"/>
                  <a:pt x="2479444" y="97223"/>
                  <a:pt x="2472950" y="97223"/>
                </a:cubicBezTo>
                <a:moveTo>
                  <a:pt x="2621774" y="88338"/>
                </a:moveTo>
                <a:lnTo>
                  <a:pt x="2599049" y="166082"/>
                </a:lnTo>
                <a:cubicBezTo>
                  <a:pt x="2620351" y="134301"/>
                  <a:pt x="2636641" y="113398"/>
                  <a:pt x="2647917" y="103374"/>
                </a:cubicBezTo>
                <a:cubicBezTo>
                  <a:pt x="2659308" y="93350"/>
                  <a:pt x="2670244" y="88338"/>
                  <a:pt x="2680723" y="88338"/>
                </a:cubicBezTo>
                <a:cubicBezTo>
                  <a:pt x="2686420" y="88338"/>
                  <a:pt x="2691089" y="90217"/>
                  <a:pt x="2694735" y="93977"/>
                </a:cubicBezTo>
                <a:cubicBezTo>
                  <a:pt x="2698493" y="97736"/>
                  <a:pt x="2700373" y="102634"/>
                  <a:pt x="2700373" y="108671"/>
                </a:cubicBezTo>
                <a:cubicBezTo>
                  <a:pt x="2700373" y="115506"/>
                  <a:pt x="2698722" y="124619"/>
                  <a:pt x="2695418" y="136010"/>
                </a:cubicBezTo>
                <a:lnTo>
                  <a:pt x="2674573" y="207944"/>
                </a:lnTo>
                <a:cubicBezTo>
                  <a:pt x="2672180" y="216260"/>
                  <a:pt x="2670984" y="221329"/>
                  <a:pt x="2670984" y="223152"/>
                </a:cubicBezTo>
                <a:cubicBezTo>
                  <a:pt x="2670984" y="224746"/>
                  <a:pt x="2671440" y="226113"/>
                  <a:pt x="2672351" y="227252"/>
                </a:cubicBezTo>
                <a:cubicBezTo>
                  <a:pt x="2673262" y="228277"/>
                  <a:pt x="2674231" y="228790"/>
                  <a:pt x="2675256" y="228790"/>
                </a:cubicBezTo>
                <a:cubicBezTo>
                  <a:pt x="2676622" y="228790"/>
                  <a:pt x="2678275" y="228050"/>
                  <a:pt x="2680211" y="226569"/>
                </a:cubicBezTo>
                <a:cubicBezTo>
                  <a:pt x="2686248" y="221785"/>
                  <a:pt x="2692855" y="214494"/>
                  <a:pt x="2700031" y="204698"/>
                </a:cubicBezTo>
                <a:lnTo>
                  <a:pt x="2705329" y="207944"/>
                </a:lnTo>
                <a:cubicBezTo>
                  <a:pt x="2694735" y="223095"/>
                  <a:pt x="2684710" y="233916"/>
                  <a:pt x="2675256" y="240409"/>
                </a:cubicBezTo>
                <a:cubicBezTo>
                  <a:pt x="2668649" y="244852"/>
                  <a:pt x="2662726" y="247073"/>
                  <a:pt x="2657486" y="247073"/>
                </a:cubicBezTo>
                <a:cubicBezTo>
                  <a:pt x="2653271" y="247073"/>
                  <a:pt x="2649910" y="245763"/>
                  <a:pt x="2647404" y="243143"/>
                </a:cubicBezTo>
                <a:cubicBezTo>
                  <a:pt x="2644899" y="240637"/>
                  <a:pt x="2643645" y="237220"/>
                  <a:pt x="2643645" y="232891"/>
                </a:cubicBezTo>
                <a:cubicBezTo>
                  <a:pt x="2643645" y="227423"/>
                  <a:pt x="2645583" y="218026"/>
                  <a:pt x="2649455" y="204698"/>
                </a:cubicBezTo>
                <a:lnTo>
                  <a:pt x="2669276" y="136010"/>
                </a:lnTo>
                <a:cubicBezTo>
                  <a:pt x="2671781" y="127466"/>
                  <a:pt x="2673035" y="120803"/>
                  <a:pt x="2673035" y="116018"/>
                </a:cubicBezTo>
                <a:cubicBezTo>
                  <a:pt x="2673035" y="113740"/>
                  <a:pt x="2672295" y="111917"/>
                  <a:pt x="2670814" y="110551"/>
                </a:cubicBezTo>
                <a:cubicBezTo>
                  <a:pt x="2669333" y="109070"/>
                  <a:pt x="2667509" y="108329"/>
                  <a:pt x="2665346" y="108329"/>
                </a:cubicBezTo>
                <a:cubicBezTo>
                  <a:pt x="2662156" y="108329"/>
                  <a:pt x="2658340" y="109696"/>
                  <a:pt x="2653898" y="112430"/>
                </a:cubicBezTo>
                <a:cubicBezTo>
                  <a:pt x="2645468" y="117556"/>
                  <a:pt x="2636698" y="126043"/>
                  <a:pt x="2627584" y="137889"/>
                </a:cubicBezTo>
                <a:cubicBezTo>
                  <a:pt x="2618471" y="149622"/>
                  <a:pt x="2608845" y="164658"/>
                  <a:pt x="2598708" y="182998"/>
                </a:cubicBezTo>
                <a:cubicBezTo>
                  <a:pt x="2593354" y="192680"/>
                  <a:pt x="2588912" y="203274"/>
                  <a:pt x="2585380" y="214779"/>
                </a:cubicBezTo>
                <a:lnTo>
                  <a:pt x="2576837" y="242972"/>
                </a:lnTo>
                <a:lnTo>
                  <a:pt x="2551207" y="242972"/>
                </a:lnTo>
                <a:lnTo>
                  <a:pt x="2582305" y="136010"/>
                </a:lnTo>
                <a:cubicBezTo>
                  <a:pt x="2585950" y="123138"/>
                  <a:pt x="2587773" y="115392"/>
                  <a:pt x="2587773" y="112772"/>
                </a:cubicBezTo>
                <a:cubicBezTo>
                  <a:pt x="2587773" y="110266"/>
                  <a:pt x="2586747" y="108101"/>
                  <a:pt x="2584696" y="106279"/>
                </a:cubicBezTo>
                <a:cubicBezTo>
                  <a:pt x="2582760" y="104343"/>
                  <a:pt x="2580312" y="103374"/>
                  <a:pt x="2577350" y="103374"/>
                </a:cubicBezTo>
                <a:cubicBezTo>
                  <a:pt x="2575983" y="103374"/>
                  <a:pt x="2573591" y="103602"/>
                  <a:pt x="2570173" y="104058"/>
                </a:cubicBezTo>
                <a:lnTo>
                  <a:pt x="2563680" y="105083"/>
                </a:lnTo>
                <a:lnTo>
                  <a:pt x="2562655" y="98932"/>
                </a:lnTo>
                <a:lnTo>
                  <a:pt x="2621774" y="88338"/>
                </a:lnTo>
                <a:moveTo>
                  <a:pt x="2810411" y="45963"/>
                </a:moveTo>
                <a:lnTo>
                  <a:pt x="2797084" y="92439"/>
                </a:lnTo>
                <a:lnTo>
                  <a:pt x="2823909" y="92439"/>
                </a:lnTo>
                <a:lnTo>
                  <a:pt x="2821005" y="103203"/>
                </a:lnTo>
                <a:lnTo>
                  <a:pt x="2794350" y="103203"/>
                </a:lnTo>
                <a:lnTo>
                  <a:pt x="2764961" y="204015"/>
                </a:lnTo>
                <a:cubicBezTo>
                  <a:pt x="2761771" y="214836"/>
                  <a:pt x="2760176" y="221842"/>
                  <a:pt x="2760176" y="225031"/>
                </a:cubicBezTo>
                <a:cubicBezTo>
                  <a:pt x="2760176" y="226967"/>
                  <a:pt x="2760632" y="228448"/>
                  <a:pt x="2761543" y="229474"/>
                </a:cubicBezTo>
                <a:cubicBezTo>
                  <a:pt x="2762455" y="230499"/>
                  <a:pt x="2763537" y="231011"/>
                  <a:pt x="2764790" y="231011"/>
                </a:cubicBezTo>
                <a:cubicBezTo>
                  <a:pt x="2767638" y="231011"/>
                  <a:pt x="2771397" y="229018"/>
                  <a:pt x="2776068" y="225031"/>
                </a:cubicBezTo>
                <a:cubicBezTo>
                  <a:pt x="2778801" y="222753"/>
                  <a:pt x="2784895" y="215747"/>
                  <a:pt x="2794350" y="204015"/>
                </a:cubicBezTo>
                <a:lnTo>
                  <a:pt x="2799988" y="208286"/>
                </a:lnTo>
                <a:cubicBezTo>
                  <a:pt x="2789509" y="223550"/>
                  <a:pt x="2779598" y="234315"/>
                  <a:pt x="2770258" y="240580"/>
                </a:cubicBezTo>
                <a:cubicBezTo>
                  <a:pt x="2763878" y="244909"/>
                  <a:pt x="2757442" y="247073"/>
                  <a:pt x="2750950" y="247073"/>
                </a:cubicBezTo>
                <a:cubicBezTo>
                  <a:pt x="2745937" y="247073"/>
                  <a:pt x="2741837" y="245535"/>
                  <a:pt x="2738647" y="242459"/>
                </a:cubicBezTo>
                <a:cubicBezTo>
                  <a:pt x="2735458" y="239270"/>
                  <a:pt x="2733864" y="235226"/>
                  <a:pt x="2733864" y="230328"/>
                </a:cubicBezTo>
                <a:cubicBezTo>
                  <a:pt x="2733864" y="224177"/>
                  <a:pt x="2735685" y="214779"/>
                  <a:pt x="2739330" y="202135"/>
                </a:cubicBezTo>
                <a:lnTo>
                  <a:pt x="2767865" y="103203"/>
                </a:lnTo>
                <a:lnTo>
                  <a:pt x="2742065" y="103203"/>
                </a:lnTo>
                <a:lnTo>
                  <a:pt x="2743773" y="96539"/>
                </a:lnTo>
                <a:cubicBezTo>
                  <a:pt x="2756303" y="93122"/>
                  <a:pt x="2766726" y="88053"/>
                  <a:pt x="2775042" y="81332"/>
                </a:cubicBezTo>
                <a:cubicBezTo>
                  <a:pt x="2783357" y="74498"/>
                  <a:pt x="2792641" y="62708"/>
                  <a:pt x="2802893" y="45963"/>
                </a:cubicBezTo>
                <a:lnTo>
                  <a:pt x="2810411" y="459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6" name="path-2273">
            <a:extLst xmlns:a="http://schemas.openxmlformats.org/drawingml/2006/main">
              <a:ext uri="{FF2B5EF4-FFF2-40B4-BE49-F238E27FC236}">
                <a16:creationId xmlns:a16="http://schemas.microsoft.com/office/drawing/2014/main" id="{2455842F-9BE9-4314-AADB-A524A4F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1202126"/>
            <a:ext cx="4137396" cy="3232340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7" name="path-2274">
            <a:extLst xmlns:a="http://schemas.openxmlformats.org/drawingml/2006/main">
              <a:ext uri="{FF2B5EF4-FFF2-40B4-BE49-F238E27FC236}">
                <a16:creationId xmlns:a16="http://schemas.microsoft.com/office/drawing/2014/main" id="{1B1E60D0-E724-47F3-B68F-65B2F5E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3744900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8" name="path-2275">
            <a:extLst xmlns:a="http://schemas.openxmlformats.org/drawingml/2006/main">
              <a:ext uri="{FF2B5EF4-FFF2-40B4-BE49-F238E27FC236}">
                <a16:creationId xmlns:a16="http://schemas.microsoft.com/office/drawing/2014/main" id="{5C10C0E1-0AC9-4602-8F08-52EA6631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3744900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9" name="path-2276">
            <a:extLst xmlns:a="http://schemas.openxmlformats.org/drawingml/2006/main">
              <a:ext uri="{FF2B5EF4-FFF2-40B4-BE49-F238E27FC236}">
                <a16:creationId xmlns:a16="http://schemas.microsoft.com/office/drawing/2014/main" id="{16D0C986-A2B2-4E5E-9AB7-13878C73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694" y="40450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0" name="path-2277">
            <a:extLst xmlns:a="http://schemas.openxmlformats.org/drawingml/2006/main">
              <a:ext uri="{FF2B5EF4-FFF2-40B4-BE49-F238E27FC236}">
                <a16:creationId xmlns:a16="http://schemas.microsoft.com/office/drawing/2014/main" id="{145FE290-F19F-4167-9EF7-A468504E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178" y="4032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1" name="path-2278">
            <a:extLst xmlns:a="http://schemas.openxmlformats.org/drawingml/2006/main">
              <a:ext uri="{FF2B5EF4-FFF2-40B4-BE49-F238E27FC236}">
                <a16:creationId xmlns:a16="http://schemas.microsoft.com/office/drawing/2014/main" id="{F605AE34-33DD-4D2F-BF47-67A4BA57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165" y="4035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2" name="path-2279">
            <a:extLst xmlns:a="http://schemas.openxmlformats.org/drawingml/2006/main">
              <a:ext uri="{FF2B5EF4-FFF2-40B4-BE49-F238E27FC236}">
                <a16:creationId xmlns:a16="http://schemas.microsoft.com/office/drawing/2014/main" id="{08AC6BF3-6CEB-4F21-B856-7A3057B5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895" y="40461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3" name="path-2280">
            <a:extLst xmlns:a="http://schemas.openxmlformats.org/drawingml/2006/main">
              <a:ext uri="{FF2B5EF4-FFF2-40B4-BE49-F238E27FC236}">
                <a16:creationId xmlns:a16="http://schemas.microsoft.com/office/drawing/2014/main" id="{32563EE9-E94F-4C26-AB22-516356A3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1500" y="40277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4" name="path-2281">
            <a:extLst xmlns:a="http://schemas.openxmlformats.org/drawingml/2006/main">
              <a:ext uri="{FF2B5EF4-FFF2-40B4-BE49-F238E27FC236}">
                <a16:creationId xmlns:a16="http://schemas.microsoft.com/office/drawing/2014/main" id="{A2BE2E0B-3819-40FF-89AC-CAD3B2B6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0292" y="4029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5" name="path-2282">
            <a:extLst xmlns:a="http://schemas.openxmlformats.org/drawingml/2006/main">
              <a:ext uri="{FF2B5EF4-FFF2-40B4-BE49-F238E27FC236}">
                <a16:creationId xmlns:a16="http://schemas.microsoft.com/office/drawing/2014/main" id="{AFD20E0F-A436-402A-B863-CB30C1D4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069" y="4044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6" name="path-2283">
            <a:extLst xmlns:a="http://schemas.openxmlformats.org/drawingml/2006/main">
              <a:ext uri="{FF2B5EF4-FFF2-40B4-BE49-F238E27FC236}">
                <a16:creationId xmlns:a16="http://schemas.microsoft.com/office/drawing/2014/main" id="{392E0399-8DE4-45B8-B5FA-E664D47D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621" y="40444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7" name="path-2284">
            <a:extLst xmlns:a="http://schemas.openxmlformats.org/drawingml/2006/main">
              <a:ext uri="{FF2B5EF4-FFF2-40B4-BE49-F238E27FC236}">
                <a16:creationId xmlns:a16="http://schemas.microsoft.com/office/drawing/2014/main" id="{650991BA-7D27-471D-BEF5-F89D0026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689" y="40418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8" name="path-2285">
            <a:extLst xmlns:a="http://schemas.openxmlformats.org/drawingml/2006/main">
              <a:ext uri="{FF2B5EF4-FFF2-40B4-BE49-F238E27FC236}">
                <a16:creationId xmlns:a16="http://schemas.microsoft.com/office/drawing/2014/main" id="{01ED776B-9BF0-444D-A108-44CB901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9245" y="40305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9" name="path-2286">
            <a:extLst xmlns:a="http://schemas.openxmlformats.org/drawingml/2006/main">
              <a:ext uri="{FF2B5EF4-FFF2-40B4-BE49-F238E27FC236}">
                <a16:creationId xmlns:a16="http://schemas.microsoft.com/office/drawing/2014/main" id="{3F6B2F5B-7F80-40EA-B590-B8D036B1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500" y="4043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0" name="path-2287">
            <a:extLst xmlns:a="http://schemas.openxmlformats.org/drawingml/2006/main">
              <a:ext uri="{FF2B5EF4-FFF2-40B4-BE49-F238E27FC236}">
                <a16:creationId xmlns:a16="http://schemas.microsoft.com/office/drawing/2014/main" id="{6C6E5E33-CE08-4BD4-99D5-B311AD06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687" y="40453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1" name="path-2288">
            <a:extLst xmlns:a="http://schemas.openxmlformats.org/drawingml/2006/main">
              <a:ext uri="{FF2B5EF4-FFF2-40B4-BE49-F238E27FC236}">
                <a16:creationId xmlns:a16="http://schemas.microsoft.com/office/drawing/2014/main" id="{86BF49F5-7C0F-46EC-9A09-DEB9D077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883" y="40406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2" name="path-2289">
            <a:extLst xmlns:a="http://schemas.openxmlformats.org/drawingml/2006/main">
              <a:ext uri="{FF2B5EF4-FFF2-40B4-BE49-F238E27FC236}">
                <a16:creationId xmlns:a16="http://schemas.microsoft.com/office/drawing/2014/main" id="{5B8C9BE9-748D-4418-859C-A0EA668C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1736" y="40491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3" name="path-2290">
            <a:extLst xmlns:a="http://schemas.openxmlformats.org/drawingml/2006/main">
              <a:ext uri="{FF2B5EF4-FFF2-40B4-BE49-F238E27FC236}">
                <a16:creationId xmlns:a16="http://schemas.microsoft.com/office/drawing/2014/main" id="{E0F1156C-64F5-418B-B9C1-8B1BB986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14" y="40415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4" name="path-2291">
            <a:extLst xmlns:a="http://schemas.openxmlformats.org/drawingml/2006/main">
              <a:ext uri="{FF2B5EF4-FFF2-40B4-BE49-F238E27FC236}">
                <a16:creationId xmlns:a16="http://schemas.microsoft.com/office/drawing/2014/main" id="{14C0424A-B080-42E8-957D-4CB884B5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245" y="40453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5" name="path-2292">
            <a:extLst xmlns:a="http://schemas.openxmlformats.org/drawingml/2006/main">
              <a:ext uri="{FF2B5EF4-FFF2-40B4-BE49-F238E27FC236}">
                <a16:creationId xmlns:a16="http://schemas.microsoft.com/office/drawing/2014/main" id="{0319F138-7980-4F86-9B29-7B38294B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997" y="40426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6" name="path-2293">
            <a:extLst xmlns:a="http://schemas.openxmlformats.org/drawingml/2006/main">
              <a:ext uri="{FF2B5EF4-FFF2-40B4-BE49-F238E27FC236}">
                <a16:creationId xmlns:a16="http://schemas.microsoft.com/office/drawing/2014/main" id="{A7FE9CE8-2773-4388-A868-9A28D33F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4991" y="40496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7" name="path-2294">
            <a:extLst xmlns:a="http://schemas.openxmlformats.org/drawingml/2006/main">
              <a:ext uri="{FF2B5EF4-FFF2-40B4-BE49-F238E27FC236}">
                <a16:creationId xmlns:a16="http://schemas.microsoft.com/office/drawing/2014/main" id="{195C7DC3-5A17-47F1-B3DF-6848D8EE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976" y="40409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8" name="path-2295">
            <a:extLst xmlns:a="http://schemas.openxmlformats.org/drawingml/2006/main">
              <a:ext uri="{FF2B5EF4-FFF2-40B4-BE49-F238E27FC236}">
                <a16:creationId xmlns:a16="http://schemas.microsoft.com/office/drawing/2014/main" id="{677B8FD8-8355-4498-80D8-C1233DEC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1902" y="40441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9" name="path-2296">
            <a:extLst xmlns:a="http://schemas.openxmlformats.org/drawingml/2006/main">
              <a:ext uri="{FF2B5EF4-FFF2-40B4-BE49-F238E27FC236}">
                <a16:creationId xmlns:a16="http://schemas.microsoft.com/office/drawing/2014/main" id="{7EE2C287-F2C7-40C0-975E-B7A15171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602" y="40366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0" name="path-2297">
            <a:extLst xmlns:a="http://schemas.openxmlformats.org/drawingml/2006/main">
              <a:ext uri="{FF2B5EF4-FFF2-40B4-BE49-F238E27FC236}">
                <a16:creationId xmlns:a16="http://schemas.microsoft.com/office/drawing/2014/main" id="{EC2C6230-34CC-4930-B774-269187FB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9346" y="40456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1" name="path-2298">
            <a:extLst xmlns:a="http://schemas.openxmlformats.org/drawingml/2006/main">
              <a:ext uri="{FF2B5EF4-FFF2-40B4-BE49-F238E27FC236}">
                <a16:creationId xmlns:a16="http://schemas.microsoft.com/office/drawing/2014/main" id="{210345A5-43E3-431E-9621-1FB3F576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739" y="40364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2" name="path-2299">
            <a:extLst xmlns:a="http://schemas.openxmlformats.org/drawingml/2006/main">
              <a:ext uri="{FF2B5EF4-FFF2-40B4-BE49-F238E27FC236}">
                <a16:creationId xmlns:a16="http://schemas.microsoft.com/office/drawing/2014/main" id="{CDEF04E8-B4C7-4D00-BCB7-7AECE778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473" y="40440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3" name="path-2300">
            <a:extLst xmlns:a="http://schemas.openxmlformats.org/drawingml/2006/main">
              <a:ext uri="{FF2B5EF4-FFF2-40B4-BE49-F238E27FC236}">
                <a16:creationId xmlns:a16="http://schemas.microsoft.com/office/drawing/2014/main" id="{9182FA67-5D3C-42C7-AE52-9B45291A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824" y="40433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4" name="path-2301">
            <a:extLst xmlns:a="http://schemas.openxmlformats.org/drawingml/2006/main">
              <a:ext uri="{FF2B5EF4-FFF2-40B4-BE49-F238E27FC236}">
                <a16:creationId xmlns:a16="http://schemas.microsoft.com/office/drawing/2014/main" id="{81FDDC76-E4CD-4EF8-B474-C68EC3A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551" y="40438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5" name="path-2302">
            <a:extLst xmlns:a="http://schemas.openxmlformats.org/drawingml/2006/main">
              <a:ext uri="{FF2B5EF4-FFF2-40B4-BE49-F238E27FC236}">
                <a16:creationId xmlns:a16="http://schemas.microsoft.com/office/drawing/2014/main" id="{2511CAB7-8FFE-4423-A61C-AE83B46E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9623" y="4048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6" name="path-2303">
            <a:extLst xmlns:a="http://schemas.openxmlformats.org/drawingml/2006/main">
              <a:ext uri="{FF2B5EF4-FFF2-40B4-BE49-F238E27FC236}">
                <a16:creationId xmlns:a16="http://schemas.microsoft.com/office/drawing/2014/main" id="{1ADD2887-D958-4B0B-AB05-156E8F20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67" y="40477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7" name="path-2304">
            <a:extLst xmlns:a="http://schemas.openxmlformats.org/drawingml/2006/main">
              <a:ext uri="{FF2B5EF4-FFF2-40B4-BE49-F238E27FC236}">
                <a16:creationId xmlns:a16="http://schemas.microsoft.com/office/drawing/2014/main" id="{9E9AACB7-D670-4B7D-A518-31FEEB4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834" y="40457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8" name="path-2305">
            <a:extLst xmlns:a="http://schemas.openxmlformats.org/drawingml/2006/main">
              <a:ext uri="{FF2B5EF4-FFF2-40B4-BE49-F238E27FC236}">
                <a16:creationId xmlns:a16="http://schemas.microsoft.com/office/drawing/2014/main" id="{C366EE15-5E24-46F6-9461-3687C396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004" y="4044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9" name="path-2306">
            <a:extLst xmlns:a="http://schemas.openxmlformats.org/drawingml/2006/main">
              <a:ext uri="{FF2B5EF4-FFF2-40B4-BE49-F238E27FC236}">
                <a16:creationId xmlns:a16="http://schemas.microsoft.com/office/drawing/2014/main" id="{A691EF1B-016F-4DD5-9491-FE57C009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518" y="4045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0" name="path-2307">
            <a:extLst xmlns:a="http://schemas.openxmlformats.org/drawingml/2006/main">
              <a:ext uri="{FF2B5EF4-FFF2-40B4-BE49-F238E27FC236}">
                <a16:creationId xmlns:a16="http://schemas.microsoft.com/office/drawing/2014/main" id="{584A4661-9629-48C5-BD19-834B5632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6909" y="4049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1" name="path-2308">
            <a:extLst xmlns:a="http://schemas.openxmlformats.org/drawingml/2006/main">
              <a:ext uri="{FF2B5EF4-FFF2-40B4-BE49-F238E27FC236}">
                <a16:creationId xmlns:a16="http://schemas.microsoft.com/office/drawing/2014/main" id="{891CF21E-2D4C-42F6-9E2A-47E33B3F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975" y="40454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2" name="path-2309">
            <a:extLst xmlns:a="http://schemas.openxmlformats.org/drawingml/2006/main">
              <a:ext uri="{FF2B5EF4-FFF2-40B4-BE49-F238E27FC236}">
                <a16:creationId xmlns:a16="http://schemas.microsoft.com/office/drawing/2014/main" id="{DDE2BD5E-327E-4085-A05E-4186B235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4178" y="40477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3" name="path-2310">
            <a:extLst xmlns:a="http://schemas.openxmlformats.org/drawingml/2006/main">
              <a:ext uri="{FF2B5EF4-FFF2-40B4-BE49-F238E27FC236}">
                <a16:creationId xmlns:a16="http://schemas.microsoft.com/office/drawing/2014/main" id="{DE18135B-088E-4980-9B91-4C44F769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070" y="4048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4" name="path-2311">
            <a:extLst xmlns:a="http://schemas.openxmlformats.org/drawingml/2006/main">
              <a:ext uri="{FF2B5EF4-FFF2-40B4-BE49-F238E27FC236}">
                <a16:creationId xmlns:a16="http://schemas.microsoft.com/office/drawing/2014/main" id="{350F4039-74C0-47B0-B0F2-04A95E43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391" y="4046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5" name="path-2312">
            <a:extLst xmlns:a="http://schemas.openxmlformats.org/drawingml/2006/main">
              <a:ext uri="{FF2B5EF4-FFF2-40B4-BE49-F238E27FC236}">
                <a16:creationId xmlns:a16="http://schemas.microsoft.com/office/drawing/2014/main" id="{0D9D6A3F-7C17-423F-8C68-B943580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1902" y="40403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6" name="path-2313">
            <a:extLst xmlns:a="http://schemas.openxmlformats.org/drawingml/2006/main">
              <a:ext uri="{FF2B5EF4-FFF2-40B4-BE49-F238E27FC236}">
                <a16:creationId xmlns:a16="http://schemas.microsoft.com/office/drawing/2014/main" id="{641B35CC-58D6-41CA-97EC-EC60C9FD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555" y="40428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7" name="path-2314">
            <a:extLst xmlns:a="http://schemas.openxmlformats.org/drawingml/2006/main">
              <a:ext uri="{FF2B5EF4-FFF2-40B4-BE49-F238E27FC236}">
                <a16:creationId xmlns:a16="http://schemas.microsoft.com/office/drawing/2014/main" id="{3F87CEDB-473F-49E9-843F-5251792B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902" y="4047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8" name="path-2315">
            <a:extLst xmlns:a="http://schemas.openxmlformats.org/drawingml/2006/main">
              <a:ext uri="{FF2B5EF4-FFF2-40B4-BE49-F238E27FC236}">
                <a16:creationId xmlns:a16="http://schemas.microsoft.com/office/drawing/2014/main" id="{2FBBE103-3FCE-435A-B9CF-9EC372C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4499" y="4041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9" name="path-2316">
            <a:extLst xmlns:a="http://schemas.openxmlformats.org/drawingml/2006/main">
              <a:ext uri="{FF2B5EF4-FFF2-40B4-BE49-F238E27FC236}">
                <a16:creationId xmlns:a16="http://schemas.microsoft.com/office/drawing/2014/main" id="{25392CAF-5C5C-4FC4-AAD9-C8120F03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329" y="40467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0" name="path-2317">
            <a:extLst xmlns:a="http://schemas.openxmlformats.org/drawingml/2006/main">
              <a:ext uri="{FF2B5EF4-FFF2-40B4-BE49-F238E27FC236}">
                <a16:creationId xmlns:a16="http://schemas.microsoft.com/office/drawing/2014/main" id="{C2CDBA7A-EE19-4E86-9207-930ACBCF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133" y="40444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1" name="path-2318">
            <a:extLst xmlns:a="http://schemas.openxmlformats.org/drawingml/2006/main">
              <a:ext uri="{FF2B5EF4-FFF2-40B4-BE49-F238E27FC236}">
                <a16:creationId xmlns:a16="http://schemas.microsoft.com/office/drawing/2014/main" id="{F3F6CC07-0B61-4933-A3E3-A8DCA04B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7428" y="4051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2" name="path-2319">
            <a:extLst xmlns:a="http://schemas.openxmlformats.org/drawingml/2006/main">
              <a:ext uri="{FF2B5EF4-FFF2-40B4-BE49-F238E27FC236}">
                <a16:creationId xmlns:a16="http://schemas.microsoft.com/office/drawing/2014/main" id="{1138FE23-D3F5-43C8-B438-71712816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236" y="4045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3" name="path-2320">
            <a:extLst xmlns:a="http://schemas.openxmlformats.org/drawingml/2006/main">
              <a:ext uri="{FF2B5EF4-FFF2-40B4-BE49-F238E27FC236}">
                <a16:creationId xmlns:a16="http://schemas.microsoft.com/office/drawing/2014/main" id="{42C68C49-25FA-4F1B-8270-CB28271E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1856" y="40569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4" name="path-2321">
            <a:extLst xmlns:a="http://schemas.openxmlformats.org/drawingml/2006/main">
              <a:ext uri="{FF2B5EF4-FFF2-40B4-BE49-F238E27FC236}">
                <a16:creationId xmlns:a16="http://schemas.microsoft.com/office/drawing/2014/main" id="{7AD84631-D8FC-4652-A995-1E260A2B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539" y="4041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5" name="path-2322">
            <a:extLst xmlns:a="http://schemas.openxmlformats.org/drawingml/2006/main">
              <a:ext uri="{FF2B5EF4-FFF2-40B4-BE49-F238E27FC236}">
                <a16:creationId xmlns:a16="http://schemas.microsoft.com/office/drawing/2014/main" id="{5C297C71-03AD-49F8-A480-0B89A859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900" y="4003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6" name="path-2323">
            <a:extLst xmlns:a="http://schemas.openxmlformats.org/drawingml/2006/main">
              <a:ext uri="{FF2B5EF4-FFF2-40B4-BE49-F238E27FC236}">
                <a16:creationId xmlns:a16="http://schemas.microsoft.com/office/drawing/2014/main" id="{B616EBCC-AF1D-4430-A761-42065177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6771" y="40628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7" name="path-2324">
            <a:extLst xmlns:a="http://schemas.openxmlformats.org/drawingml/2006/main">
              <a:ext uri="{FF2B5EF4-FFF2-40B4-BE49-F238E27FC236}">
                <a16:creationId xmlns:a16="http://schemas.microsoft.com/office/drawing/2014/main" id="{C0F18A08-ECB4-4361-8C29-2F2871F3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1036" y="40868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8" name="path-2325">
            <a:extLst xmlns:a="http://schemas.openxmlformats.org/drawingml/2006/main">
              <a:ext uri="{FF2B5EF4-FFF2-40B4-BE49-F238E27FC236}">
                <a16:creationId xmlns:a16="http://schemas.microsoft.com/office/drawing/2014/main" id="{2FEEBBD7-0E6E-4399-9B4B-10725441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2864" y="40552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9" name="path-2326">
            <a:extLst xmlns:a="http://schemas.openxmlformats.org/drawingml/2006/main">
              <a:ext uri="{FF2B5EF4-FFF2-40B4-BE49-F238E27FC236}">
                <a16:creationId xmlns:a16="http://schemas.microsoft.com/office/drawing/2014/main" id="{6844562B-F96C-419B-9B73-13891373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482" y="4045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0" name="path-2327">
            <a:extLst xmlns:a="http://schemas.openxmlformats.org/drawingml/2006/main">
              <a:ext uri="{FF2B5EF4-FFF2-40B4-BE49-F238E27FC236}">
                <a16:creationId xmlns:a16="http://schemas.microsoft.com/office/drawing/2014/main" id="{7AAD8594-0B6A-455A-A8B1-38F6BB9A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267" y="4046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1" name="path-2328">
            <a:extLst xmlns:a="http://schemas.openxmlformats.org/drawingml/2006/main">
              <a:ext uri="{FF2B5EF4-FFF2-40B4-BE49-F238E27FC236}">
                <a16:creationId xmlns:a16="http://schemas.microsoft.com/office/drawing/2014/main" id="{958D9003-7CED-4119-8D33-64DFB428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723" y="40415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2" name="path-2329">
            <a:extLst xmlns:a="http://schemas.openxmlformats.org/drawingml/2006/main">
              <a:ext uri="{FF2B5EF4-FFF2-40B4-BE49-F238E27FC236}">
                <a16:creationId xmlns:a16="http://schemas.microsoft.com/office/drawing/2014/main" id="{7F218331-4423-47FF-A35C-BBD2E90A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620" y="40430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3" name="path-2330">
            <a:extLst xmlns:a="http://schemas.openxmlformats.org/drawingml/2006/main">
              <a:ext uri="{FF2B5EF4-FFF2-40B4-BE49-F238E27FC236}">
                <a16:creationId xmlns:a16="http://schemas.microsoft.com/office/drawing/2014/main" id="{8ED05D54-11C7-4C67-AAC2-934C7D7B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336" y="40218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4" name="path-2331">
            <a:extLst xmlns:a="http://schemas.openxmlformats.org/drawingml/2006/main">
              <a:ext uri="{FF2B5EF4-FFF2-40B4-BE49-F238E27FC236}">
                <a16:creationId xmlns:a16="http://schemas.microsoft.com/office/drawing/2014/main" id="{0DEE4D41-D9F9-4B80-903B-1904538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966" y="40658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5" name="path-2332">
            <a:extLst xmlns:a="http://schemas.openxmlformats.org/drawingml/2006/main">
              <a:ext uri="{FF2B5EF4-FFF2-40B4-BE49-F238E27FC236}">
                <a16:creationId xmlns:a16="http://schemas.microsoft.com/office/drawing/2014/main" id="{43514E97-D781-4A0A-91DD-AE22B24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203" y="40347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6" name="path-2333">
            <a:extLst xmlns:a="http://schemas.openxmlformats.org/drawingml/2006/main">
              <a:ext uri="{FF2B5EF4-FFF2-40B4-BE49-F238E27FC236}">
                <a16:creationId xmlns:a16="http://schemas.microsoft.com/office/drawing/2014/main" id="{2F3937B5-7324-4FD5-8571-7224093E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539" y="40463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7" name="path-2334">
            <a:extLst xmlns:a="http://schemas.openxmlformats.org/drawingml/2006/main">
              <a:ext uri="{FF2B5EF4-FFF2-40B4-BE49-F238E27FC236}">
                <a16:creationId xmlns:a16="http://schemas.microsoft.com/office/drawing/2014/main" id="{81BC64B3-35EA-4958-9C60-D5AFFA49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274" y="4045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8" name="path-2335">
            <a:extLst xmlns:a="http://schemas.openxmlformats.org/drawingml/2006/main">
              <a:ext uri="{FF2B5EF4-FFF2-40B4-BE49-F238E27FC236}">
                <a16:creationId xmlns:a16="http://schemas.microsoft.com/office/drawing/2014/main" id="{B129AE19-53D9-4A9D-B87F-591F1E95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997" y="4039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9" name="path-2336">
            <a:extLst xmlns:a="http://schemas.openxmlformats.org/drawingml/2006/main">
              <a:ext uri="{FF2B5EF4-FFF2-40B4-BE49-F238E27FC236}">
                <a16:creationId xmlns:a16="http://schemas.microsoft.com/office/drawing/2014/main" id="{0EB9FAB9-F99E-446C-962E-1FB8AC21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796" y="40430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0" name="path-2337">
            <a:extLst xmlns:a="http://schemas.openxmlformats.org/drawingml/2006/main">
              <a:ext uri="{FF2B5EF4-FFF2-40B4-BE49-F238E27FC236}">
                <a16:creationId xmlns:a16="http://schemas.microsoft.com/office/drawing/2014/main" id="{F0996B08-C94E-4E02-BEF1-F7197A3C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979" y="4040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1" name="path-2338">
            <a:extLst xmlns:a="http://schemas.openxmlformats.org/drawingml/2006/main">
              <a:ext uri="{FF2B5EF4-FFF2-40B4-BE49-F238E27FC236}">
                <a16:creationId xmlns:a16="http://schemas.microsoft.com/office/drawing/2014/main" id="{A00A56B2-A361-4E73-986B-6D9D28D1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700" y="40337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2" name="path-2339">
            <a:extLst xmlns:a="http://schemas.openxmlformats.org/drawingml/2006/main">
              <a:ext uri="{FF2B5EF4-FFF2-40B4-BE49-F238E27FC236}">
                <a16:creationId xmlns:a16="http://schemas.microsoft.com/office/drawing/2014/main" id="{AC8230E8-5E5A-4E4D-BB72-9F28A3BF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894" y="4048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3" name="path-2340">
            <a:extLst xmlns:a="http://schemas.openxmlformats.org/drawingml/2006/main">
              <a:ext uri="{FF2B5EF4-FFF2-40B4-BE49-F238E27FC236}">
                <a16:creationId xmlns:a16="http://schemas.microsoft.com/office/drawing/2014/main" id="{190B7F2E-C165-495A-8661-4393330E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879" y="4042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4" name="path-2341">
            <a:extLst xmlns:a="http://schemas.openxmlformats.org/drawingml/2006/main">
              <a:ext uri="{FF2B5EF4-FFF2-40B4-BE49-F238E27FC236}">
                <a16:creationId xmlns:a16="http://schemas.microsoft.com/office/drawing/2014/main" id="{EE22F519-EED5-4ABB-9474-81559B10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733" y="40505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5" name="path-2342">
            <a:extLst xmlns:a="http://schemas.openxmlformats.org/drawingml/2006/main">
              <a:ext uri="{FF2B5EF4-FFF2-40B4-BE49-F238E27FC236}">
                <a16:creationId xmlns:a16="http://schemas.microsoft.com/office/drawing/2014/main" id="{A618FE8D-026B-45EA-9CC2-EF9C4B88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583" y="40184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6" name="path-2343">
            <a:extLst xmlns:a="http://schemas.openxmlformats.org/drawingml/2006/main">
              <a:ext uri="{FF2B5EF4-FFF2-40B4-BE49-F238E27FC236}">
                <a16:creationId xmlns:a16="http://schemas.microsoft.com/office/drawing/2014/main" id="{2EB10633-3F50-4C2A-AD4C-07278EF5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219" y="4057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7" name="path-2344">
            <a:extLst xmlns:a="http://schemas.openxmlformats.org/drawingml/2006/main">
              <a:ext uri="{FF2B5EF4-FFF2-40B4-BE49-F238E27FC236}">
                <a16:creationId xmlns:a16="http://schemas.microsoft.com/office/drawing/2014/main" id="{86883B2B-BC76-487D-8E1A-0DAF011A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5536" y="40433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8" name="path-2345">
            <a:extLst xmlns:a="http://schemas.openxmlformats.org/drawingml/2006/main">
              <a:ext uri="{FF2B5EF4-FFF2-40B4-BE49-F238E27FC236}">
                <a16:creationId xmlns:a16="http://schemas.microsoft.com/office/drawing/2014/main" id="{0723A206-F1F7-42B9-8B92-5B704CC1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201" y="40432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9" name="path-2346">
            <a:extLst xmlns:a="http://schemas.openxmlformats.org/drawingml/2006/main">
              <a:ext uri="{FF2B5EF4-FFF2-40B4-BE49-F238E27FC236}">
                <a16:creationId xmlns:a16="http://schemas.microsoft.com/office/drawing/2014/main" id="{616BFE2A-6F07-45C9-B57B-7BC6AF6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9861" y="40654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0" name="path-2347">
            <a:extLst xmlns:a="http://schemas.openxmlformats.org/drawingml/2006/main">
              <a:ext uri="{FF2B5EF4-FFF2-40B4-BE49-F238E27FC236}">
                <a16:creationId xmlns:a16="http://schemas.microsoft.com/office/drawing/2014/main" id="{6A46FBF3-A004-4FFF-8D71-72858997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405" y="40578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1" name="path-2348">
            <a:extLst xmlns:a="http://schemas.openxmlformats.org/drawingml/2006/main">
              <a:ext uri="{FF2B5EF4-FFF2-40B4-BE49-F238E27FC236}">
                <a16:creationId xmlns:a16="http://schemas.microsoft.com/office/drawing/2014/main" id="{DE90B815-C0C9-4A5C-AF28-DAEB533A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0461" y="40456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2" name="path-2349">
            <a:extLst xmlns:a="http://schemas.openxmlformats.org/drawingml/2006/main">
              <a:ext uri="{FF2B5EF4-FFF2-40B4-BE49-F238E27FC236}">
                <a16:creationId xmlns:a16="http://schemas.microsoft.com/office/drawing/2014/main" id="{8E2F4626-3CE7-4CC7-939B-57A86ADE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5278" y="4042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3" name="path-2350">
            <a:extLst xmlns:a="http://schemas.openxmlformats.org/drawingml/2006/main">
              <a:ext uri="{FF2B5EF4-FFF2-40B4-BE49-F238E27FC236}">
                <a16:creationId xmlns:a16="http://schemas.microsoft.com/office/drawing/2014/main" id="{3811B803-67EF-492A-BB5B-81B9D644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769" y="40148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4" name="path-2351">
            <a:extLst xmlns:a="http://schemas.openxmlformats.org/drawingml/2006/main">
              <a:ext uri="{FF2B5EF4-FFF2-40B4-BE49-F238E27FC236}">
                <a16:creationId xmlns:a16="http://schemas.microsoft.com/office/drawing/2014/main" id="{F42361A4-CF56-4350-8E14-070EC397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823" y="4045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5" name="path-2352">
            <a:extLst xmlns:a="http://schemas.openxmlformats.org/drawingml/2006/main">
              <a:ext uri="{FF2B5EF4-FFF2-40B4-BE49-F238E27FC236}">
                <a16:creationId xmlns:a16="http://schemas.microsoft.com/office/drawing/2014/main" id="{C7C1A7DC-7A76-473C-AB10-B23F563D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415" y="40420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6" name="path-2353">
            <a:extLst xmlns:a="http://schemas.openxmlformats.org/drawingml/2006/main">
              <a:ext uri="{FF2B5EF4-FFF2-40B4-BE49-F238E27FC236}">
                <a16:creationId xmlns:a16="http://schemas.microsoft.com/office/drawing/2014/main" id="{75F0C1C3-07D3-4428-9DBF-F11E682F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239" y="4043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7" name="path-2354">
            <a:extLst xmlns:a="http://schemas.openxmlformats.org/drawingml/2006/main">
              <a:ext uri="{FF2B5EF4-FFF2-40B4-BE49-F238E27FC236}">
                <a16:creationId xmlns:a16="http://schemas.microsoft.com/office/drawing/2014/main" id="{63BA3393-5860-4D96-B977-AF991CC6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523" y="40429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8" name="path-2355">
            <a:extLst xmlns:a="http://schemas.openxmlformats.org/drawingml/2006/main">
              <a:ext uri="{FF2B5EF4-FFF2-40B4-BE49-F238E27FC236}">
                <a16:creationId xmlns:a16="http://schemas.microsoft.com/office/drawing/2014/main" id="{3398CA96-29C5-49E5-AE19-BE88976B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353" y="40309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9" name="path-2356">
            <a:extLst xmlns:a="http://schemas.openxmlformats.org/drawingml/2006/main">
              <a:ext uri="{FF2B5EF4-FFF2-40B4-BE49-F238E27FC236}">
                <a16:creationId xmlns:a16="http://schemas.microsoft.com/office/drawing/2014/main" id="{2D0E14B8-52B3-4AEC-BBD8-C872016B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630" y="40498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0" name="path-2357">
            <a:extLst xmlns:a="http://schemas.openxmlformats.org/drawingml/2006/main">
              <a:ext uri="{FF2B5EF4-FFF2-40B4-BE49-F238E27FC236}">
                <a16:creationId xmlns:a16="http://schemas.microsoft.com/office/drawing/2014/main" id="{F9D7AF5B-3B0A-44F9-917E-C73BA2E4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80" y="40420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1" name="path-2358">
            <a:extLst xmlns:a="http://schemas.openxmlformats.org/drawingml/2006/main">
              <a:ext uri="{FF2B5EF4-FFF2-40B4-BE49-F238E27FC236}">
                <a16:creationId xmlns:a16="http://schemas.microsoft.com/office/drawing/2014/main" id="{EC190577-1307-4448-B23D-27367973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1243" y="40756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2" name="path-2359">
            <a:extLst xmlns:a="http://schemas.openxmlformats.org/drawingml/2006/main">
              <a:ext uri="{FF2B5EF4-FFF2-40B4-BE49-F238E27FC236}">
                <a16:creationId xmlns:a16="http://schemas.microsoft.com/office/drawing/2014/main" id="{8F5BF199-8AAD-44E4-9E97-CF4C197C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2842" y="40698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3" name="path-2360">
            <a:extLst xmlns:a="http://schemas.openxmlformats.org/drawingml/2006/main">
              <a:ext uri="{FF2B5EF4-FFF2-40B4-BE49-F238E27FC236}">
                <a16:creationId xmlns:a16="http://schemas.microsoft.com/office/drawing/2014/main" id="{2AB21F52-8A46-4D03-AE93-6997FD3A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726" y="4041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4" name="path-2361">
            <a:extLst xmlns:a="http://schemas.openxmlformats.org/drawingml/2006/main">
              <a:ext uri="{FF2B5EF4-FFF2-40B4-BE49-F238E27FC236}">
                <a16:creationId xmlns:a16="http://schemas.microsoft.com/office/drawing/2014/main" id="{89284F51-11BA-4A12-AAA6-0844E747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799" y="40485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5" name="path-2362">
            <a:extLst xmlns:a="http://schemas.openxmlformats.org/drawingml/2006/main">
              <a:ext uri="{FF2B5EF4-FFF2-40B4-BE49-F238E27FC236}">
                <a16:creationId xmlns:a16="http://schemas.microsoft.com/office/drawing/2014/main" id="{69F7CAEE-5A3A-47D0-8A77-7178E7DB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314" y="40281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6" name="path-2363">
            <a:extLst xmlns:a="http://schemas.openxmlformats.org/drawingml/2006/main">
              <a:ext uri="{FF2B5EF4-FFF2-40B4-BE49-F238E27FC236}">
                <a16:creationId xmlns:a16="http://schemas.microsoft.com/office/drawing/2014/main" id="{76D6BFA4-9E6C-4CBE-8FBF-11501779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476" y="40255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7" name="path-2364">
            <a:extLst xmlns:a="http://schemas.openxmlformats.org/drawingml/2006/main">
              <a:ext uri="{FF2B5EF4-FFF2-40B4-BE49-F238E27FC236}">
                <a16:creationId xmlns:a16="http://schemas.microsoft.com/office/drawing/2014/main" id="{3780C316-535E-4E8C-9A10-7A5D4DDA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623" y="40422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8" name="path-2365">
            <a:extLst xmlns:a="http://schemas.openxmlformats.org/drawingml/2006/main">
              <a:ext uri="{FF2B5EF4-FFF2-40B4-BE49-F238E27FC236}">
                <a16:creationId xmlns:a16="http://schemas.microsoft.com/office/drawing/2014/main" id="{669180D9-81B4-4B62-B6BF-F07C1523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67" y="4043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9" name="path-2366">
            <a:extLst xmlns:a="http://schemas.openxmlformats.org/drawingml/2006/main">
              <a:ext uri="{FF2B5EF4-FFF2-40B4-BE49-F238E27FC236}">
                <a16:creationId xmlns:a16="http://schemas.microsoft.com/office/drawing/2014/main" id="{A7339ED0-1398-49AA-916C-9F7C2B8C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407" y="40359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0" name="path-2367">
            <a:extLst xmlns:a="http://schemas.openxmlformats.org/drawingml/2006/main">
              <a:ext uri="{FF2B5EF4-FFF2-40B4-BE49-F238E27FC236}">
                <a16:creationId xmlns:a16="http://schemas.microsoft.com/office/drawing/2014/main" id="{4025A1C3-E872-40D9-9A5A-3C991350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644" y="40436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1" name="path-2368">
            <a:extLst xmlns:a="http://schemas.openxmlformats.org/drawingml/2006/main">
              <a:ext uri="{FF2B5EF4-FFF2-40B4-BE49-F238E27FC236}">
                <a16:creationId xmlns:a16="http://schemas.microsoft.com/office/drawing/2014/main" id="{D1F3E5EA-3F2F-43BE-8039-5A5149FA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089" y="4044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2" name="path-2369">
            <a:extLst xmlns:a="http://schemas.openxmlformats.org/drawingml/2006/main">
              <a:ext uri="{FF2B5EF4-FFF2-40B4-BE49-F238E27FC236}">
                <a16:creationId xmlns:a16="http://schemas.microsoft.com/office/drawing/2014/main" id="{1EC9471F-6CC1-4FEB-9621-84050A84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494" y="40507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3" name="path-2370">
            <a:extLst xmlns:a="http://schemas.openxmlformats.org/drawingml/2006/main">
              <a:ext uri="{FF2B5EF4-FFF2-40B4-BE49-F238E27FC236}">
                <a16:creationId xmlns:a16="http://schemas.microsoft.com/office/drawing/2014/main" id="{39512D88-DE06-4DE7-B471-AB6D0D18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0001" y="4062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4" name="path-2371">
            <a:extLst xmlns:a="http://schemas.openxmlformats.org/drawingml/2006/main">
              <a:ext uri="{FF2B5EF4-FFF2-40B4-BE49-F238E27FC236}">
                <a16:creationId xmlns:a16="http://schemas.microsoft.com/office/drawing/2014/main" id="{1E4EF98F-D93D-4A4F-8808-95CB181A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8911" y="40500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5" name="path-2372">
            <a:extLst xmlns:a="http://schemas.openxmlformats.org/drawingml/2006/main">
              <a:ext uri="{FF2B5EF4-FFF2-40B4-BE49-F238E27FC236}">
                <a16:creationId xmlns:a16="http://schemas.microsoft.com/office/drawing/2014/main" id="{8B81554B-1140-4B46-B95C-9750A6CC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828" y="40465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6" name="path-2373">
            <a:extLst xmlns:a="http://schemas.openxmlformats.org/drawingml/2006/main">
              <a:ext uri="{FF2B5EF4-FFF2-40B4-BE49-F238E27FC236}">
                <a16:creationId xmlns:a16="http://schemas.microsoft.com/office/drawing/2014/main" id="{A093B2B8-1CC8-4BD1-AD72-E23D6A17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384" y="4062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7" name="path-2374">
            <a:extLst xmlns:a="http://schemas.openxmlformats.org/drawingml/2006/main">
              <a:ext uri="{FF2B5EF4-FFF2-40B4-BE49-F238E27FC236}">
                <a16:creationId xmlns:a16="http://schemas.microsoft.com/office/drawing/2014/main" id="{24456983-E257-4739-A139-76C7B48F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4685" y="4045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8" name="path-2375">
            <a:extLst xmlns:a="http://schemas.openxmlformats.org/drawingml/2006/main">
              <a:ext uri="{FF2B5EF4-FFF2-40B4-BE49-F238E27FC236}">
                <a16:creationId xmlns:a16="http://schemas.microsoft.com/office/drawing/2014/main" id="{0DC34A69-4FD2-422D-ABEA-A160BB2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553" y="40536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9" name="path-2376">
            <a:extLst xmlns:a="http://schemas.openxmlformats.org/drawingml/2006/main">
              <a:ext uri="{FF2B5EF4-FFF2-40B4-BE49-F238E27FC236}">
                <a16:creationId xmlns:a16="http://schemas.microsoft.com/office/drawing/2014/main" id="{97D9A6FA-8429-48D5-8281-A500D4B8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385" y="40566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0" name="path-2377">
            <a:extLst xmlns:a="http://schemas.openxmlformats.org/drawingml/2006/main">
              <a:ext uri="{FF2B5EF4-FFF2-40B4-BE49-F238E27FC236}">
                <a16:creationId xmlns:a16="http://schemas.microsoft.com/office/drawing/2014/main" id="{375886C0-3131-4310-A65B-61C8A780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316" y="40482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1" name="path-2378">
            <a:extLst xmlns:a="http://schemas.openxmlformats.org/drawingml/2006/main">
              <a:ext uri="{FF2B5EF4-FFF2-40B4-BE49-F238E27FC236}">
                <a16:creationId xmlns:a16="http://schemas.microsoft.com/office/drawing/2014/main" id="{204376EE-E5D0-4425-9642-430B9194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538" y="4046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2" name="path-2379">
            <a:extLst xmlns:a="http://schemas.openxmlformats.org/drawingml/2006/main">
              <a:ext uri="{FF2B5EF4-FFF2-40B4-BE49-F238E27FC236}">
                <a16:creationId xmlns:a16="http://schemas.microsoft.com/office/drawing/2014/main" id="{E99F7062-2E72-4D29-88D9-389264A7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852" y="4057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3" name="path-2380">
            <a:extLst xmlns:a="http://schemas.openxmlformats.org/drawingml/2006/main">
              <a:ext uri="{FF2B5EF4-FFF2-40B4-BE49-F238E27FC236}">
                <a16:creationId xmlns:a16="http://schemas.microsoft.com/office/drawing/2014/main" id="{91734591-037D-4A5C-ACE8-B683833F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818" y="40338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4" name="path-2381">
            <a:extLst xmlns:a="http://schemas.openxmlformats.org/drawingml/2006/main">
              <a:ext uri="{FF2B5EF4-FFF2-40B4-BE49-F238E27FC236}">
                <a16:creationId xmlns:a16="http://schemas.microsoft.com/office/drawing/2014/main" id="{41D0C5E2-8671-4E68-B3C1-3D00E3C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1909" y="40542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5" name="path-2382">
            <a:extLst xmlns:a="http://schemas.openxmlformats.org/drawingml/2006/main">
              <a:ext uri="{FF2B5EF4-FFF2-40B4-BE49-F238E27FC236}">
                <a16:creationId xmlns:a16="http://schemas.microsoft.com/office/drawing/2014/main" id="{FA203ECC-6EA2-47F4-AF3A-7D3FE78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834" y="40146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6" name="path-2383">
            <a:extLst xmlns:a="http://schemas.openxmlformats.org/drawingml/2006/main">
              <a:ext uri="{FF2B5EF4-FFF2-40B4-BE49-F238E27FC236}">
                <a16:creationId xmlns:a16="http://schemas.microsoft.com/office/drawing/2014/main" id="{5D3E1BDD-B4F9-4E08-905E-CC413332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627" y="4040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7" name="path-2384">
            <a:extLst xmlns:a="http://schemas.openxmlformats.org/drawingml/2006/main">
              <a:ext uri="{FF2B5EF4-FFF2-40B4-BE49-F238E27FC236}">
                <a16:creationId xmlns:a16="http://schemas.microsoft.com/office/drawing/2014/main" id="{42F615B8-EA94-4DB3-8873-2C87E8A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464" y="40200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8" name="path-2385">
            <a:extLst xmlns:a="http://schemas.openxmlformats.org/drawingml/2006/main">
              <a:ext uri="{FF2B5EF4-FFF2-40B4-BE49-F238E27FC236}">
                <a16:creationId xmlns:a16="http://schemas.microsoft.com/office/drawing/2014/main" id="{54DFD2CB-3317-4E70-8B91-227E8C10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677" y="40447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9" name="path-2386">
            <a:extLst xmlns:a="http://schemas.openxmlformats.org/drawingml/2006/main">
              <a:ext uri="{FF2B5EF4-FFF2-40B4-BE49-F238E27FC236}">
                <a16:creationId xmlns:a16="http://schemas.microsoft.com/office/drawing/2014/main" id="{3CEA062B-1B18-41C9-98E3-6A1C5132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643" y="40628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0" name="path-2387">
            <a:extLst xmlns:a="http://schemas.openxmlformats.org/drawingml/2006/main">
              <a:ext uri="{FF2B5EF4-FFF2-40B4-BE49-F238E27FC236}">
                <a16:creationId xmlns:a16="http://schemas.microsoft.com/office/drawing/2014/main" id="{3B6C85DA-58B2-4057-8F82-2BF5448A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601" y="40253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1" name="path-2388">
            <a:extLst xmlns:a="http://schemas.openxmlformats.org/drawingml/2006/main">
              <a:ext uri="{FF2B5EF4-FFF2-40B4-BE49-F238E27FC236}">
                <a16:creationId xmlns:a16="http://schemas.microsoft.com/office/drawing/2014/main" id="{808C4B8F-EEB1-4BD1-9DF3-68AF8F5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569" y="40541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2" name="path-2389">
            <a:extLst xmlns:a="http://schemas.openxmlformats.org/drawingml/2006/main">
              <a:ext uri="{FF2B5EF4-FFF2-40B4-BE49-F238E27FC236}">
                <a16:creationId xmlns:a16="http://schemas.microsoft.com/office/drawing/2014/main" id="{D7DB663F-7808-45C0-8D5A-0919D18A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422" y="4041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3" name="path-2390">
            <a:extLst xmlns:a="http://schemas.openxmlformats.org/drawingml/2006/main">
              <a:ext uri="{FF2B5EF4-FFF2-40B4-BE49-F238E27FC236}">
                <a16:creationId xmlns:a16="http://schemas.microsoft.com/office/drawing/2014/main" id="{8BFC9AFD-F302-4A72-972E-643736EA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7829" y="40462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4" name="path-2391">
            <a:extLst xmlns:a="http://schemas.openxmlformats.org/drawingml/2006/main">
              <a:ext uri="{FF2B5EF4-FFF2-40B4-BE49-F238E27FC236}">
                <a16:creationId xmlns:a16="http://schemas.microsoft.com/office/drawing/2014/main" id="{D389B0F0-1C8C-46AC-AE42-CA860826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554" y="40423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5" name="path-2392">
            <a:extLst xmlns:a="http://schemas.openxmlformats.org/drawingml/2006/main">
              <a:ext uri="{FF2B5EF4-FFF2-40B4-BE49-F238E27FC236}">
                <a16:creationId xmlns:a16="http://schemas.microsoft.com/office/drawing/2014/main" id="{185647CD-531C-4D2C-8693-826AC62D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056" y="40411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6" name="path-2393">
            <a:extLst xmlns:a="http://schemas.openxmlformats.org/drawingml/2006/main">
              <a:ext uri="{FF2B5EF4-FFF2-40B4-BE49-F238E27FC236}">
                <a16:creationId xmlns:a16="http://schemas.microsoft.com/office/drawing/2014/main" id="{82F2EB7A-6E02-4609-8B52-72D9383F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453" y="40514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7" name="path-2394">
            <a:extLst xmlns:a="http://schemas.openxmlformats.org/drawingml/2006/main">
              <a:ext uri="{FF2B5EF4-FFF2-40B4-BE49-F238E27FC236}">
                <a16:creationId xmlns:a16="http://schemas.microsoft.com/office/drawing/2014/main" id="{1B70291D-CB3E-45A7-B8C2-BF772C2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699" y="4067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8" name="path-2395">
            <a:extLst xmlns:a="http://schemas.openxmlformats.org/drawingml/2006/main">
              <a:ext uri="{FF2B5EF4-FFF2-40B4-BE49-F238E27FC236}">
                <a16:creationId xmlns:a16="http://schemas.microsoft.com/office/drawing/2014/main" id="{2C26B1A2-2EA6-4939-990D-4D0BDDA7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830" y="40404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9" name="path-2396">
            <a:extLst xmlns:a="http://schemas.openxmlformats.org/drawingml/2006/main">
              <a:ext uri="{FF2B5EF4-FFF2-40B4-BE49-F238E27FC236}">
                <a16:creationId xmlns:a16="http://schemas.microsoft.com/office/drawing/2014/main" id="{75EEB974-CF31-4A00-B8D4-E2CAD093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4511" y="40495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0" name="path-2397">
            <a:extLst xmlns:a="http://schemas.openxmlformats.org/drawingml/2006/main">
              <a:ext uri="{FF2B5EF4-FFF2-40B4-BE49-F238E27FC236}">
                <a16:creationId xmlns:a16="http://schemas.microsoft.com/office/drawing/2014/main" id="{E241CDD7-DE94-4C01-968A-A46664AB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202" y="40386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1" name="path-2398">
            <a:extLst xmlns:a="http://schemas.openxmlformats.org/drawingml/2006/main">
              <a:ext uri="{FF2B5EF4-FFF2-40B4-BE49-F238E27FC236}">
                <a16:creationId xmlns:a16="http://schemas.microsoft.com/office/drawing/2014/main" id="{9FB3DFDC-1BF1-4410-BD81-FBF2601E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586" y="40444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2" name="path-2399">
            <a:extLst xmlns:a="http://schemas.openxmlformats.org/drawingml/2006/main">
              <a:ext uri="{FF2B5EF4-FFF2-40B4-BE49-F238E27FC236}">
                <a16:creationId xmlns:a16="http://schemas.microsoft.com/office/drawing/2014/main" id="{52188806-E160-4398-A470-A42BD63F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758" y="40378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3" name="path-2400">
            <a:extLst xmlns:a="http://schemas.openxmlformats.org/drawingml/2006/main">
              <a:ext uri="{FF2B5EF4-FFF2-40B4-BE49-F238E27FC236}">
                <a16:creationId xmlns:a16="http://schemas.microsoft.com/office/drawing/2014/main" id="{D9AE04D4-D9A5-43F1-9043-55868AE4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538" y="4040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4" name="path-2401">
            <a:extLst xmlns:a="http://schemas.openxmlformats.org/drawingml/2006/main">
              <a:ext uri="{FF2B5EF4-FFF2-40B4-BE49-F238E27FC236}">
                <a16:creationId xmlns:a16="http://schemas.microsoft.com/office/drawing/2014/main" id="{DC45A31A-88D0-42A1-A649-43585BF2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9375" y="40297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5" name="path-2402">
            <a:extLst xmlns:a="http://schemas.openxmlformats.org/drawingml/2006/main">
              <a:ext uri="{FF2B5EF4-FFF2-40B4-BE49-F238E27FC236}">
                <a16:creationId xmlns:a16="http://schemas.microsoft.com/office/drawing/2014/main" id="{0B017A65-5617-4374-803E-66E7CFEC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596" y="40407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6" name="path-2403">
            <a:extLst xmlns:a="http://schemas.openxmlformats.org/drawingml/2006/main">
              <a:ext uri="{FF2B5EF4-FFF2-40B4-BE49-F238E27FC236}">
                <a16:creationId xmlns:a16="http://schemas.microsoft.com/office/drawing/2014/main" id="{74EB4274-8134-473E-AE2E-C995768E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687" y="40274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7" name="path-2404">
            <a:extLst xmlns:a="http://schemas.openxmlformats.org/drawingml/2006/main">
              <a:ext uri="{FF2B5EF4-FFF2-40B4-BE49-F238E27FC236}">
                <a16:creationId xmlns:a16="http://schemas.microsoft.com/office/drawing/2014/main" id="{2593188B-0B64-4EC6-A087-4FBB58DA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275" y="4058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8" name="path-2405">
            <a:extLst xmlns:a="http://schemas.openxmlformats.org/drawingml/2006/main">
              <a:ext uri="{FF2B5EF4-FFF2-40B4-BE49-F238E27FC236}">
                <a16:creationId xmlns:a16="http://schemas.microsoft.com/office/drawing/2014/main" id="{C102785C-F30F-4942-AB39-BDDD6477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455" y="40405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9" name="path-2406">
            <a:extLst xmlns:a="http://schemas.openxmlformats.org/drawingml/2006/main">
              <a:ext uri="{FF2B5EF4-FFF2-40B4-BE49-F238E27FC236}">
                <a16:creationId xmlns:a16="http://schemas.microsoft.com/office/drawing/2014/main" id="{3E32801C-79E1-46EE-8148-E63A225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163" y="4038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0" name="path-2407">
            <a:extLst xmlns:a="http://schemas.openxmlformats.org/drawingml/2006/main">
              <a:ext uri="{FF2B5EF4-FFF2-40B4-BE49-F238E27FC236}">
                <a16:creationId xmlns:a16="http://schemas.microsoft.com/office/drawing/2014/main" id="{5614F409-D4F7-49F4-AA6C-7EA8999C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111" y="4056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1" name="path-2408">
            <a:extLst xmlns:a="http://schemas.openxmlformats.org/drawingml/2006/main">
              <a:ext uri="{FF2B5EF4-FFF2-40B4-BE49-F238E27FC236}">
                <a16:creationId xmlns:a16="http://schemas.microsoft.com/office/drawing/2014/main" id="{4981D753-67F2-4A35-8035-461E09AA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8921" y="4035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2" name="path-2409">
            <a:extLst xmlns:a="http://schemas.openxmlformats.org/drawingml/2006/main">
              <a:ext uri="{FF2B5EF4-FFF2-40B4-BE49-F238E27FC236}">
                <a16:creationId xmlns:a16="http://schemas.microsoft.com/office/drawing/2014/main" id="{87E487B5-4C29-4A08-9471-53264421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7614" y="4044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3" name="path-2410">
            <a:extLst xmlns:a="http://schemas.openxmlformats.org/drawingml/2006/main">
              <a:ext uri="{FF2B5EF4-FFF2-40B4-BE49-F238E27FC236}">
                <a16:creationId xmlns:a16="http://schemas.microsoft.com/office/drawing/2014/main" id="{BD71740E-434B-441F-9304-C36EAEBC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398" y="40277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4" name="path-2411">
            <a:extLst xmlns:a="http://schemas.openxmlformats.org/drawingml/2006/main">
              <a:ext uri="{FF2B5EF4-FFF2-40B4-BE49-F238E27FC236}">
                <a16:creationId xmlns:a16="http://schemas.microsoft.com/office/drawing/2014/main" id="{7594E268-9647-484A-916E-E0BA5E84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186" y="4031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5" name="path-2412">
            <a:extLst xmlns:a="http://schemas.openxmlformats.org/drawingml/2006/main">
              <a:ext uri="{FF2B5EF4-FFF2-40B4-BE49-F238E27FC236}">
                <a16:creationId xmlns:a16="http://schemas.microsoft.com/office/drawing/2014/main" id="{F4EEE9AE-3ED3-4738-A422-30BF0E0B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318" y="4042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6" name="path-2413">
            <a:extLst xmlns:a="http://schemas.openxmlformats.org/drawingml/2006/main">
              <a:ext uri="{FF2B5EF4-FFF2-40B4-BE49-F238E27FC236}">
                <a16:creationId xmlns:a16="http://schemas.microsoft.com/office/drawing/2014/main" id="{5E653154-7750-48F4-9321-33FB4B54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167" y="40488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7" name="path-2414">
            <a:extLst xmlns:a="http://schemas.openxmlformats.org/drawingml/2006/main">
              <a:ext uri="{FF2B5EF4-FFF2-40B4-BE49-F238E27FC236}">
                <a16:creationId xmlns:a16="http://schemas.microsoft.com/office/drawing/2014/main" id="{6D7471F2-9110-4A05-A318-FD7DB6B9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631" y="4040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8" name="path-2415">
            <a:extLst xmlns:a="http://schemas.openxmlformats.org/drawingml/2006/main">
              <a:ext uri="{FF2B5EF4-FFF2-40B4-BE49-F238E27FC236}">
                <a16:creationId xmlns:a16="http://schemas.microsoft.com/office/drawing/2014/main" id="{3957397F-F33D-4BCD-BF99-EAC95AAB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742" y="40603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9" name="path-2416">
            <a:extLst xmlns:a="http://schemas.openxmlformats.org/drawingml/2006/main">
              <a:ext uri="{FF2B5EF4-FFF2-40B4-BE49-F238E27FC236}">
                <a16:creationId xmlns:a16="http://schemas.microsoft.com/office/drawing/2014/main" id="{174FB022-85A8-4110-A809-4FF764DF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740" y="40596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0" name="path-2417">
            <a:extLst xmlns:a="http://schemas.openxmlformats.org/drawingml/2006/main">
              <a:ext uri="{FF2B5EF4-FFF2-40B4-BE49-F238E27FC236}">
                <a16:creationId xmlns:a16="http://schemas.microsoft.com/office/drawing/2014/main" id="{D2742F72-D99E-4123-874B-50AFBDEA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458" y="40437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1" name="path-2418">
            <a:extLst xmlns:a="http://schemas.openxmlformats.org/drawingml/2006/main">
              <a:ext uri="{FF2B5EF4-FFF2-40B4-BE49-F238E27FC236}">
                <a16:creationId xmlns:a16="http://schemas.microsoft.com/office/drawing/2014/main" id="{FAF03D8F-9606-4CEA-BEC1-B834600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992" y="4066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2" name="path-2419">
            <a:extLst xmlns:a="http://schemas.openxmlformats.org/drawingml/2006/main">
              <a:ext uri="{FF2B5EF4-FFF2-40B4-BE49-F238E27FC236}">
                <a16:creationId xmlns:a16="http://schemas.microsoft.com/office/drawing/2014/main" id="{748F2FF8-10A4-4233-B740-641468B4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613" y="4051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3" name="path-2420">
            <a:extLst xmlns:a="http://schemas.openxmlformats.org/drawingml/2006/main">
              <a:ext uri="{FF2B5EF4-FFF2-40B4-BE49-F238E27FC236}">
                <a16:creationId xmlns:a16="http://schemas.microsoft.com/office/drawing/2014/main" id="{4897623A-8E05-41D1-992A-533E4C5B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3764" y="40415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4" name="path-2421">
            <a:extLst xmlns:a="http://schemas.openxmlformats.org/drawingml/2006/main">
              <a:ext uri="{FF2B5EF4-FFF2-40B4-BE49-F238E27FC236}">
                <a16:creationId xmlns:a16="http://schemas.microsoft.com/office/drawing/2014/main" id="{A9C78AEC-712A-4F56-8301-865CDD8E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4587" y="39939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5" name="path-2422">
            <a:extLst xmlns:a="http://schemas.openxmlformats.org/drawingml/2006/main">
              <a:ext uri="{FF2B5EF4-FFF2-40B4-BE49-F238E27FC236}">
                <a16:creationId xmlns:a16="http://schemas.microsoft.com/office/drawing/2014/main" id="{B244758B-754B-4C47-8DC9-222EF2B2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196" y="40383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6" name="path-2423">
            <a:extLst xmlns:a="http://schemas.openxmlformats.org/drawingml/2006/main">
              <a:ext uri="{FF2B5EF4-FFF2-40B4-BE49-F238E27FC236}">
                <a16:creationId xmlns:a16="http://schemas.microsoft.com/office/drawing/2014/main" id="{FB199F60-D45E-4442-B7C7-2E0B61B1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261" y="4051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7" name="path-2424">
            <a:extLst xmlns:a="http://schemas.openxmlformats.org/drawingml/2006/main">
              <a:ext uri="{FF2B5EF4-FFF2-40B4-BE49-F238E27FC236}">
                <a16:creationId xmlns:a16="http://schemas.microsoft.com/office/drawing/2014/main" id="{A602807E-4994-40ED-B94A-8BBCE0FB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2169" y="40329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8" name="path-2425">
            <a:extLst xmlns:a="http://schemas.openxmlformats.org/drawingml/2006/main">
              <a:ext uri="{FF2B5EF4-FFF2-40B4-BE49-F238E27FC236}">
                <a16:creationId xmlns:a16="http://schemas.microsoft.com/office/drawing/2014/main" id="{E2CD5195-F7B0-405A-ABAC-9D2E68DB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277" y="40425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9" name="path-2426">
            <a:extLst xmlns:a="http://schemas.openxmlformats.org/drawingml/2006/main">
              <a:ext uri="{FF2B5EF4-FFF2-40B4-BE49-F238E27FC236}">
                <a16:creationId xmlns:a16="http://schemas.microsoft.com/office/drawing/2014/main" id="{BA7143FA-9B8A-4A01-8B30-05EE7171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903" y="40419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0" name="path-2427">
            <a:extLst xmlns:a="http://schemas.openxmlformats.org/drawingml/2006/main">
              <a:ext uri="{FF2B5EF4-FFF2-40B4-BE49-F238E27FC236}">
                <a16:creationId xmlns:a16="http://schemas.microsoft.com/office/drawing/2014/main" id="{47535D6F-6217-41A2-830E-F6F4166B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4779" y="40381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1" name="path-2428">
            <a:extLst xmlns:a="http://schemas.openxmlformats.org/drawingml/2006/main">
              <a:ext uri="{FF2B5EF4-FFF2-40B4-BE49-F238E27FC236}">
                <a16:creationId xmlns:a16="http://schemas.microsoft.com/office/drawing/2014/main" id="{94109CC2-C88A-4C7F-B1D4-98BFE39A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9698" y="40427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2" name="path-2429">
            <a:extLst xmlns:a="http://schemas.openxmlformats.org/drawingml/2006/main">
              <a:ext uri="{FF2B5EF4-FFF2-40B4-BE49-F238E27FC236}">
                <a16:creationId xmlns:a16="http://schemas.microsoft.com/office/drawing/2014/main" id="{0ACB0CC1-F4DD-40B1-9403-54EF2EF6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891" y="40166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3" name="path-2430">
            <a:extLst xmlns:a="http://schemas.openxmlformats.org/drawingml/2006/main">
              <a:ext uri="{FF2B5EF4-FFF2-40B4-BE49-F238E27FC236}">
                <a16:creationId xmlns:a16="http://schemas.microsoft.com/office/drawing/2014/main" id="{D143D178-FBB9-416F-9FBF-A0DC9B61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313" y="40729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4" name="path-2431">
            <a:extLst xmlns:a="http://schemas.openxmlformats.org/drawingml/2006/main">
              <a:ext uri="{FF2B5EF4-FFF2-40B4-BE49-F238E27FC236}">
                <a16:creationId xmlns:a16="http://schemas.microsoft.com/office/drawing/2014/main" id="{23B326B6-8BD9-4F60-BF1B-2978A269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764" y="4052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5" name="path-2432">
            <a:extLst xmlns:a="http://schemas.openxmlformats.org/drawingml/2006/main">
              <a:ext uri="{FF2B5EF4-FFF2-40B4-BE49-F238E27FC236}">
                <a16:creationId xmlns:a16="http://schemas.microsoft.com/office/drawing/2014/main" id="{27FF5F35-A96C-4A2E-9EF6-A299972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505" y="40387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6" name="path-2433">
            <a:extLst xmlns:a="http://schemas.openxmlformats.org/drawingml/2006/main">
              <a:ext uri="{FF2B5EF4-FFF2-40B4-BE49-F238E27FC236}">
                <a16:creationId xmlns:a16="http://schemas.microsoft.com/office/drawing/2014/main" id="{81372C2A-901A-4DB7-8A21-FB4181E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0110" y="40462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7" name="path-2434">
            <a:extLst xmlns:a="http://schemas.openxmlformats.org/drawingml/2006/main">
              <a:ext uri="{FF2B5EF4-FFF2-40B4-BE49-F238E27FC236}">
                <a16:creationId xmlns:a16="http://schemas.microsoft.com/office/drawing/2014/main" id="{B7C46AD5-F556-4760-9AC8-52849A3B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002" y="40451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8" name="path-2435">
            <a:extLst xmlns:a="http://schemas.openxmlformats.org/drawingml/2006/main">
              <a:ext uri="{FF2B5EF4-FFF2-40B4-BE49-F238E27FC236}">
                <a16:creationId xmlns:a16="http://schemas.microsoft.com/office/drawing/2014/main" id="{4033C677-3595-4008-8225-79165BC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713" y="40327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9" name="path-2436">
            <a:extLst xmlns:a="http://schemas.openxmlformats.org/drawingml/2006/main">
              <a:ext uri="{FF2B5EF4-FFF2-40B4-BE49-F238E27FC236}">
                <a16:creationId xmlns:a16="http://schemas.microsoft.com/office/drawing/2014/main" id="{8968B353-3FE3-48E1-A29C-EDC963D3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898" y="40419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0" name="path-2437">
            <a:extLst xmlns:a="http://schemas.openxmlformats.org/drawingml/2006/main">
              <a:ext uri="{FF2B5EF4-FFF2-40B4-BE49-F238E27FC236}">
                <a16:creationId xmlns:a16="http://schemas.microsoft.com/office/drawing/2014/main" id="{ED0DE1DA-1A0B-4FE0-A293-CAA6AF26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4220" y="40553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1" name="path-2438">
            <a:extLst xmlns:a="http://schemas.openxmlformats.org/drawingml/2006/main">
              <a:ext uri="{FF2B5EF4-FFF2-40B4-BE49-F238E27FC236}">
                <a16:creationId xmlns:a16="http://schemas.microsoft.com/office/drawing/2014/main" id="{92C4B9D8-38E1-4927-8EE4-580F2EF6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5171" y="40466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2" name="path-2439">
            <a:extLst xmlns:a="http://schemas.openxmlformats.org/drawingml/2006/main">
              <a:ext uri="{FF2B5EF4-FFF2-40B4-BE49-F238E27FC236}">
                <a16:creationId xmlns:a16="http://schemas.microsoft.com/office/drawing/2014/main" id="{C0C700D5-A189-46E9-95B5-AFF15C6D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683" y="40433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3" name="path-2440">
            <a:extLst xmlns:a="http://schemas.openxmlformats.org/drawingml/2006/main">
              <a:ext uri="{FF2B5EF4-FFF2-40B4-BE49-F238E27FC236}">
                <a16:creationId xmlns:a16="http://schemas.microsoft.com/office/drawing/2014/main" id="{44CA4DA2-6105-44FA-8D5F-D1DD589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338" y="40367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4" name="path-2441">
            <a:extLst xmlns:a="http://schemas.openxmlformats.org/drawingml/2006/main">
              <a:ext uri="{FF2B5EF4-FFF2-40B4-BE49-F238E27FC236}">
                <a16:creationId xmlns:a16="http://schemas.microsoft.com/office/drawing/2014/main" id="{FEDCF70D-78C2-4D04-83A7-25EE23C1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494" y="40453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5" name="path-2442">
            <a:extLst xmlns:a="http://schemas.openxmlformats.org/drawingml/2006/main">
              <a:ext uri="{FF2B5EF4-FFF2-40B4-BE49-F238E27FC236}">
                <a16:creationId xmlns:a16="http://schemas.microsoft.com/office/drawing/2014/main" id="{92F2DBC3-0A9E-4AB3-BB33-3D14A679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6010" y="40481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6" name="path-2443">
            <a:extLst xmlns:a="http://schemas.openxmlformats.org/drawingml/2006/main">
              <a:ext uri="{FF2B5EF4-FFF2-40B4-BE49-F238E27FC236}">
                <a16:creationId xmlns:a16="http://schemas.microsoft.com/office/drawing/2014/main" id="{CF2EEE23-1BF0-4416-8BBD-35A80C48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680" y="40484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7" name="path-2444">
            <a:extLst xmlns:a="http://schemas.openxmlformats.org/drawingml/2006/main">
              <a:ext uri="{FF2B5EF4-FFF2-40B4-BE49-F238E27FC236}">
                <a16:creationId xmlns:a16="http://schemas.microsoft.com/office/drawing/2014/main" id="{785376BC-DA9B-4416-BF35-70269BF7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8728" y="40604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8" name="path-2445">
            <a:extLst xmlns:a="http://schemas.openxmlformats.org/drawingml/2006/main">
              <a:ext uri="{FF2B5EF4-FFF2-40B4-BE49-F238E27FC236}">
                <a16:creationId xmlns:a16="http://schemas.microsoft.com/office/drawing/2014/main" id="{3D9DB02D-ED3B-4A3F-84CB-2E8AC9ED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019" y="4042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9" name="path-2446">
            <a:extLst xmlns:a="http://schemas.openxmlformats.org/drawingml/2006/main">
              <a:ext uri="{FF2B5EF4-FFF2-40B4-BE49-F238E27FC236}">
                <a16:creationId xmlns:a16="http://schemas.microsoft.com/office/drawing/2014/main" id="{356468A5-BA70-4B11-853E-6B2B8022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815" y="40426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0" name="path-2447">
            <a:extLst xmlns:a="http://schemas.openxmlformats.org/drawingml/2006/main">
              <a:ext uri="{FF2B5EF4-FFF2-40B4-BE49-F238E27FC236}">
                <a16:creationId xmlns:a16="http://schemas.microsoft.com/office/drawing/2014/main" id="{84412A9D-ED26-4769-B2C2-D17D864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107" y="4041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1" name="path-2448">
            <a:extLst xmlns:a="http://schemas.openxmlformats.org/drawingml/2006/main">
              <a:ext uri="{FF2B5EF4-FFF2-40B4-BE49-F238E27FC236}">
                <a16:creationId xmlns:a16="http://schemas.microsoft.com/office/drawing/2014/main" id="{5036D12B-395E-470D-B87D-FEC1614F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603" y="40467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2" name="path-2449">
            <a:extLst xmlns:a="http://schemas.openxmlformats.org/drawingml/2006/main">
              <a:ext uri="{FF2B5EF4-FFF2-40B4-BE49-F238E27FC236}">
                <a16:creationId xmlns:a16="http://schemas.microsoft.com/office/drawing/2014/main" id="{ED7B71FA-20D8-4A49-BFBF-8C7A7FC4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807" y="40400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3" name="path-2450">
            <a:extLst xmlns:a="http://schemas.openxmlformats.org/drawingml/2006/main">
              <a:ext uri="{FF2B5EF4-FFF2-40B4-BE49-F238E27FC236}">
                <a16:creationId xmlns:a16="http://schemas.microsoft.com/office/drawing/2014/main" id="{1FFA9F2F-FB1E-4D4D-9D8F-670DE9A4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651" y="40421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4" name="path-2451">
            <a:extLst xmlns:a="http://schemas.openxmlformats.org/drawingml/2006/main">
              <a:ext uri="{FF2B5EF4-FFF2-40B4-BE49-F238E27FC236}">
                <a16:creationId xmlns:a16="http://schemas.microsoft.com/office/drawing/2014/main" id="{60A2F020-D82C-4C64-9FD5-452B9265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3429" y="40327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5" name="path-2452">
            <a:extLst xmlns:a="http://schemas.openxmlformats.org/drawingml/2006/main">
              <a:ext uri="{FF2B5EF4-FFF2-40B4-BE49-F238E27FC236}">
                <a16:creationId xmlns:a16="http://schemas.microsoft.com/office/drawing/2014/main" id="{6B779FBD-7DD9-4A1E-A519-24522034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489" y="4037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6" name="path-2453">
            <a:extLst xmlns:a="http://schemas.openxmlformats.org/drawingml/2006/main">
              <a:ext uri="{FF2B5EF4-FFF2-40B4-BE49-F238E27FC236}">
                <a16:creationId xmlns:a16="http://schemas.microsoft.com/office/drawing/2014/main" id="{30CA2286-7FAA-40EC-B0F9-807CCA89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9322" y="40584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7" name="path-2454">
            <a:extLst xmlns:a="http://schemas.openxmlformats.org/drawingml/2006/main">
              <a:ext uri="{FF2B5EF4-FFF2-40B4-BE49-F238E27FC236}">
                <a16:creationId xmlns:a16="http://schemas.microsoft.com/office/drawing/2014/main" id="{80959D26-D347-41C2-AE6B-E49C5759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1969" y="40249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8" name="path-2455">
            <a:extLst xmlns:a="http://schemas.openxmlformats.org/drawingml/2006/main">
              <a:ext uri="{FF2B5EF4-FFF2-40B4-BE49-F238E27FC236}">
                <a16:creationId xmlns:a16="http://schemas.microsoft.com/office/drawing/2014/main" id="{FAB18D34-C5C6-4881-ABFE-762CD86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328" y="40412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9" name="path-2456">
            <a:extLst xmlns:a="http://schemas.openxmlformats.org/drawingml/2006/main">
              <a:ext uri="{FF2B5EF4-FFF2-40B4-BE49-F238E27FC236}">
                <a16:creationId xmlns:a16="http://schemas.microsoft.com/office/drawing/2014/main" id="{DB43E608-B9B0-4E93-834E-DDFB7530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561" y="40436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0" name="path-2457">
            <a:extLst xmlns:a="http://schemas.openxmlformats.org/drawingml/2006/main">
              <a:ext uri="{FF2B5EF4-FFF2-40B4-BE49-F238E27FC236}">
                <a16:creationId xmlns:a16="http://schemas.microsoft.com/office/drawing/2014/main" id="{8989D095-45AA-414B-B0B3-1ED8CA1F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454" y="40637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1" name="path-2458">
            <a:extLst xmlns:a="http://schemas.openxmlformats.org/drawingml/2006/main">
              <a:ext uri="{FF2B5EF4-FFF2-40B4-BE49-F238E27FC236}">
                <a16:creationId xmlns:a16="http://schemas.microsoft.com/office/drawing/2014/main" id="{280707D9-6F2E-4E11-84FF-A8A7129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701" y="4053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2" name="path-2459">
            <a:extLst xmlns:a="http://schemas.openxmlformats.org/drawingml/2006/main">
              <a:ext uri="{FF2B5EF4-FFF2-40B4-BE49-F238E27FC236}">
                <a16:creationId xmlns:a16="http://schemas.microsoft.com/office/drawing/2014/main" id="{B250C3A0-79D2-46FD-94DB-12E8ABB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306" y="40463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3" name="path-2460">
            <a:extLst xmlns:a="http://schemas.openxmlformats.org/drawingml/2006/main">
              <a:ext uri="{FF2B5EF4-FFF2-40B4-BE49-F238E27FC236}">
                <a16:creationId xmlns:a16="http://schemas.microsoft.com/office/drawing/2014/main" id="{CE41E40F-65E7-4CA0-9DAA-5B6D6C16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464" y="40462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4" name="path-2461">
            <a:extLst xmlns:a="http://schemas.openxmlformats.org/drawingml/2006/main">
              <a:ext uri="{FF2B5EF4-FFF2-40B4-BE49-F238E27FC236}">
                <a16:creationId xmlns:a16="http://schemas.microsoft.com/office/drawing/2014/main" id="{79A29E7A-2528-48B7-AC84-1405946F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970" y="40364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5" name="path-2462">
            <a:extLst xmlns:a="http://schemas.openxmlformats.org/drawingml/2006/main">
              <a:ext uri="{FF2B5EF4-FFF2-40B4-BE49-F238E27FC236}">
                <a16:creationId xmlns:a16="http://schemas.microsoft.com/office/drawing/2014/main" id="{5DED55AA-76A2-4481-996E-4253EA42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926" y="40147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6" name="path-2463">
            <a:extLst xmlns:a="http://schemas.openxmlformats.org/drawingml/2006/main">
              <a:ext uri="{FF2B5EF4-FFF2-40B4-BE49-F238E27FC236}">
                <a16:creationId xmlns:a16="http://schemas.microsoft.com/office/drawing/2014/main" id="{37EDB35B-53A1-4D64-B18C-B021018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1375" y="4040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7" name="path-2464">
            <a:extLst xmlns:a="http://schemas.openxmlformats.org/drawingml/2006/main">
              <a:ext uri="{FF2B5EF4-FFF2-40B4-BE49-F238E27FC236}">
                <a16:creationId xmlns:a16="http://schemas.microsoft.com/office/drawing/2014/main" id="{515AD00B-B6B5-4229-BB94-58CBA97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8222" y="4048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8" name="path-2465">
            <a:extLst xmlns:a="http://schemas.openxmlformats.org/drawingml/2006/main">
              <a:ext uri="{FF2B5EF4-FFF2-40B4-BE49-F238E27FC236}">
                <a16:creationId xmlns:a16="http://schemas.microsoft.com/office/drawing/2014/main" id="{66C847D1-2AAA-4235-A975-4FFCC2A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375" y="4054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9" name="path-2466">
            <a:extLst xmlns:a="http://schemas.openxmlformats.org/drawingml/2006/main">
              <a:ext uri="{FF2B5EF4-FFF2-40B4-BE49-F238E27FC236}">
                <a16:creationId xmlns:a16="http://schemas.microsoft.com/office/drawing/2014/main" id="{53AE3342-64B0-4ED2-8DCF-923E28EE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2978" y="4029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0" name="path-2467">
            <a:extLst xmlns:a="http://schemas.openxmlformats.org/drawingml/2006/main">
              <a:ext uri="{FF2B5EF4-FFF2-40B4-BE49-F238E27FC236}">
                <a16:creationId xmlns:a16="http://schemas.microsoft.com/office/drawing/2014/main" id="{E5B30E94-8677-4D2B-ABE2-B5A92A05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028" y="40184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1" name="path-2468">
            <a:extLst xmlns:a="http://schemas.openxmlformats.org/drawingml/2006/main">
              <a:ext uri="{FF2B5EF4-FFF2-40B4-BE49-F238E27FC236}">
                <a16:creationId xmlns:a16="http://schemas.microsoft.com/office/drawing/2014/main" id="{83650E73-826D-45A1-B0BC-C8A0EE2A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8836" y="40373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2" name="path-2469">
            <a:extLst xmlns:a="http://schemas.openxmlformats.org/drawingml/2006/main">
              <a:ext uri="{FF2B5EF4-FFF2-40B4-BE49-F238E27FC236}">
                <a16:creationId xmlns:a16="http://schemas.microsoft.com/office/drawing/2014/main" id="{7E817B10-5D67-4C8E-A0D2-510FFA1F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740" y="40437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3" name="path-2470">
            <a:extLst xmlns:a="http://schemas.openxmlformats.org/drawingml/2006/main">
              <a:ext uri="{FF2B5EF4-FFF2-40B4-BE49-F238E27FC236}">
                <a16:creationId xmlns:a16="http://schemas.microsoft.com/office/drawing/2014/main" id="{47626DF7-94CA-4675-A0A5-43CE53BA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894" y="40236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4" name="path-2471">
            <a:extLst xmlns:a="http://schemas.openxmlformats.org/drawingml/2006/main">
              <a:ext uri="{FF2B5EF4-FFF2-40B4-BE49-F238E27FC236}">
                <a16:creationId xmlns:a16="http://schemas.microsoft.com/office/drawing/2014/main" id="{04D3403A-676C-4526-993B-F0E03E88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311" y="40478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5" name="path-2472">
            <a:extLst xmlns:a="http://schemas.openxmlformats.org/drawingml/2006/main">
              <a:ext uri="{FF2B5EF4-FFF2-40B4-BE49-F238E27FC236}">
                <a16:creationId xmlns:a16="http://schemas.microsoft.com/office/drawing/2014/main" id="{9FE78588-C041-4BC6-8CC8-E7C0CF96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119" y="40504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6" name="path-2473">
            <a:extLst xmlns:a="http://schemas.openxmlformats.org/drawingml/2006/main">
              <a:ext uri="{FF2B5EF4-FFF2-40B4-BE49-F238E27FC236}">
                <a16:creationId xmlns:a16="http://schemas.microsoft.com/office/drawing/2014/main" id="{A5B926DD-7F46-4B36-AD49-0661AFA1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3875" y="4066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7" name="path-2474">
            <a:extLst xmlns:a="http://schemas.openxmlformats.org/drawingml/2006/main">
              <a:ext uri="{FF2B5EF4-FFF2-40B4-BE49-F238E27FC236}">
                <a16:creationId xmlns:a16="http://schemas.microsoft.com/office/drawing/2014/main" id="{A8963813-F2A1-4B69-B70C-EDF41474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159" y="40408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8" name="path-2475">
            <a:extLst xmlns:a="http://schemas.openxmlformats.org/drawingml/2006/main">
              <a:ext uri="{FF2B5EF4-FFF2-40B4-BE49-F238E27FC236}">
                <a16:creationId xmlns:a16="http://schemas.microsoft.com/office/drawing/2014/main" id="{E7942A03-F65E-48B6-B484-6687F47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9427" y="40479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9" name="path-2476">
            <a:extLst xmlns:a="http://schemas.openxmlformats.org/drawingml/2006/main">
              <a:ext uri="{FF2B5EF4-FFF2-40B4-BE49-F238E27FC236}">
                <a16:creationId xmlns:a16="http://schemas.microsoft.com/office/drawing/2014/main" id="{4530B07E-E710-4266-B0AD-0621C16E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578" y="4044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0" name="path-2477">
            <a:extLst xmlns:a="http://schemas.openxmlformats.org/drawingml/2006/main">
              <a:ext uri="{FF2B5EF4-FFF2-40B4-BE49-F238E27FC236}">
                <a16:creationId xmlns:a16="http://schemas.microsoft.com/office/drawing/2014/main" id="{8DACDBC7-A064-48AA-9A2C-01D0AA53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470" y="40476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1" name="path-2478">
            <a:extLst xmlns:a="http://schemas.openxmlformats.org/drawingml/2006/main">
              <a:ext uri="{FF2B5EF4-FFF2-40B4-BE49-F238E27FC236}">
                <a16:creationId xmlns:a16="http://schemas.microsoft.com/office/drawing/2014/main" id="{7FE40AB9-C22E-4AE2-AD8D-A4CF1DDF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405" y="40459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2" name="path-2479">
            <a:extLst xmlns:a="http://schemas.openxmlformats.org/drawingml/2006/main">
              <a:ext uri="{FF2B5EF4-FFF2-40B4-BE49-F238E27FC236}">
                <a16:creationId xmlns:a16="http://schemas.microsoft.com/office/drawing/2014/main" id="{BCF7CEF6-D298-40CE-9126-88C9CF24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819" y="40418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3" name="path-2480">
            <a:extLst xmlns:a="http://schemas.openxmlformats.org/drawingml/2006/main">
              <a:ext uri="{FF2B5EF4-FFF2-40B4-BE49-F238E27FC236}">
                <a16:creationId xmlns:a16="http://schemas.microsoft.com/office/drawing/2014/main" id="{798EC428-C77E-453A-8E4B-973B5977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1943" y="40394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4" name="path-2481">
            <a:extLst xmlns:a="http://schemas.openxmlformats.org/drawingml/2006/main">
              <a:ext uri="{FF2B5EF4-FFF2-40B4-BE49-F238E27FC236}">
                <a16:creationId xmlns:a16="http://schemas.microsoft.com/office/drawing/2014/main" id="{9B629C8A-54DF-48A5-9EA9-09BC6237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827" y="40435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5" name="path-2482">
            <a:extLst xmlns:a="http://schemas.openxmlformats.org/drawingml/2006/main">
              <a:ext uri="{FF2B5EF4-FFF2-40B4-BE49-F238E27FC236}">
                <a16:creationId xmlns:a16="http://schemas.microsoft.com/office/drawing/2014/main" id="{B3285431-E9E4-4F9B-A46D-7292F194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2932" y="40435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6" name="path-2483">
            <a:extLst xmlns:a="http://schemas.openxmlformats.org/drawingml/2006/main">
              <a:ext uri="{FF2B5EF4-FFF2-40B4-BE49-F238E27FC236}">
                <a16:creationId xmlns:a16="http://schemas.microsoft.com/office/drawing/2014/main" id="{80CA6C12-19A9-4BDC-9723-FCE52FFE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049" y="40419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7" name="path-2484">
            <a:extLst xmlns:a="http://schemas.openxmlformats.org/drawingml/2006/main">
              <a:ext uri="{FF2B5EF4-FFF2-40B4-BE49-F238E27FC236}">
                <a16:creationId xmlns:a16="http://schemas.microsoft.com/office/drawing/2014/main" id="{65D16D98-49AE-4FE5-967F-90880FC4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465" y="40607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8" name="path-2485">
            <a:extLst xmlns:a="http://schemas.openxmlformats.org/drawingml/2006/main">
              <a:ext uri="{FF2B5EF4-FFF2-40B4-BE49-F238E27FC236}">
                <a16:creationId xmlns:a16="http://schemas.microsoft.com/office/drawing/2014/main" id="{B2C07FC9-3897-483E-917A-13E5430C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962" y="40451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9" name="path-2486">
            <a:extLst xmlns:a="http://schemas.openxmlformats.org/drawingml/2006/main">
              <a:ext uri="{FF2B5EF4-FFF2-40B4-BE49-F238E27FC236}">
                <a16:creationId xmlns:a16="http://schemas.microsoft.com/office/drawing/2014/main" id="{7A3E7554-63E1-49BB-903C-AF9AA53C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077" y="40451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0" name="path-2487">
            <a:extLst xmlns:a="http://schemas.openxmlformats.org/drawingml/2006/main">
              <a:ext uri="{FF2B5EF4-FFF2-40B4-BE49-F238E27FC236}">
                <a16:creationId xmlns:a16="http://schemas.microsoft.com/office/drawing/2014/main" id="{466A3904-922A-498B-89C2-8A315893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527" y="4042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1" name="path-2488">
            <a:extLst xmlns:a="http://schemas.openxmlformats.org/drawingml/2006/main">
              <a:ext uri="{FF2B5EF4-FFF2-40B4-BE49-F238E27FC236}">
                <a16:creationId xmlns:a16="http://schemas.microsoft.com/office/drawing/2014/main" id="{8405368B-96E2-44EA-B603-C7CEB517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305" y="4061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2" name="path-2489">
            <a:extLst xmlns:a="http://schemas.openxmlformats.org/drawingml/2006/main">
              <a:ext uri="{FF2B5EF4-FFF2-40B4-BE49-F238E27FC236}">
                <a16:creationId xmlns:a16="http://schemas.microsoft.com/office/drawing/2014/main" id="{53C28203-4B0A-4DC3-8558-B4634C9E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014" y="40464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3" name="path-2490">
            <a:extLst xmlns:a="http://schemas.openxmlformats.org/drawingml/2006/main">
              <a:ext uri="{FF2B5EF4-FFF2-40B4-BE49-F238E27FC236}">
                <a16:creationId xmlns:a16="http://schemas.microsoft.com/office/drawing/2014/main" id="{2DB15EC7-5BCD-4C52-A6E4-FAE0DF16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240" y="40768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4" name="path-2491">
            <a:extLst xmlns:a="http://schemas.openxmlformats.org/drawingml/2006/main">
              <a:ext uri="{FF2B5EF4-FFF2-40B4-BE49-F238E27FC236}">
                <a16:creationId xmlns:a16="http://schemas.microsoft.com/office/drawing/2014/main" id="{0B3A9224-F1CA-4420-9347-8AA9B379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758" y="40446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5" name="path-2492">
            <a:extLst xmlns:a="http://schemas.openxmlformats.org/drawingml/2006/main">
              <a:ext uri="{FF2B5EF4-FFF2-40B4-BE49-F238E27FC236}">
                <a16:creationId xmlns:a16="http://schemas.microsoft.com/office/drawing/2014/main" id="{D852C604-B4A2-4EE8-BC60-56FAD8AA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6216" y="40571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6" name="path-2493">
            <a:extLst xmlns:a="http://schemas.openxmlformats.org/drawingml/2006/main">
              <a:ext uri="{FF2B5EF4-FFF2-40B4-BE49-F238E27FC236}">
                <a16:creationId xmlns:a16="http://schemas.microsoft.com/office/drawing/2014/main" id="{5D4B2AB2-276D-4688-9437-D066808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142" y="40428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7" name="path-2494">
            <a:extLst xmlns:a="http://schemas.openxmlformats.org/drawingml/2006/main">
              <a:ext uri="{FF2B5EF4-FFF2-40B4-BE49-F238E27FC236}">
                <a16:creationId xmlns:a16="http://schemas.microsoft.com/office/drawing/2014/main" id="{68197235-15AB-405D-889D-5658BD8C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235" y="4047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8" name="path-2495">
            <a:extLst xmlns:a="http://schemas.openxmlformats.org/drawingml/2006/main">
              <a:ext uri="{FF2B5EF4-FFF2-40B4-BE49-F238E27FC236}">
                <a16:creationId xmlns:a16="http://schemas.microsoft.com/office/drawing/2014/main" id="{54E20C40-840A-4A22-A1B5-85BA56D2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499" y="4053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9" name="path-2496">
            <a:extLst xmlns:a="http://schemas.openxmlformats.org/drawingml/2006/main">
              <a:ext uri="{FF2B5EF4-FFF2-40B4-BE49-F238E27FC236}">
                <a16:creationId xmlns:a16="http://schemas.microsoft.com/office/drawing/2014/main" id="{2B7E3549-85DF-4EAB-AD8E-D8A269D5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194" y="40724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0" name="path-2497">
            <a:extLst xmlns:a="http://schemas.openxmlformats.org/drawingml/2006/main">
              <a:ext uri="{FF2B5EF4-FFF2-40B4-BE49-F238E27FC236}">
                <a16:creationId xmlns:a16="http://schemas.microsoft.com/office/drawing/2014/main" id="{9FA76211-0D15-49D8-943E-D19F7310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5184" y="40648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1" name="path-2498">
            <a:extLst xmlns:a="http://schemas.openxmlformats.org/drawingml/2006/main">
              <a:ext uri="{FF2B5EF4-FFF2-40B4-BE49-F238E27FC236}">
                <a16:creationId xmlns:a16="http://schemas.microsoft.com/office/drawing/2014/main" id="{2D349B4F-1CCD-4315-9AC9-6D4185C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0928" y="40348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2" name="path-2499">
            <a:extLst xmlns:a="http://schemas.openxmlformats.org/drawingml/2006/main">
              <a:ext uri="{FF2B5EF4-FFF2-40B4-BE49-F238E27FC236}">
                <a16:creationId xmlns:a16="http://schemas.microsoft.com/office/drawing/2014/main" id="{C6CBA311-74AB-4A77-9C58-AC5FBE31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902" y="40432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3" name="path-2500">
            <a:extLst xmlns:a="http://schemas.openxmlformats.org/drawingml/2006/main">
              <a:ext uri="{FF2B5EF4-FFF2-40B4-BE49-F238E27FC236}">
                <a16:creationId xmlns:a16="http://schemas.microsoft.com/office/drawing/2014/main" id="{17E2CEBB-F1B7-42E1-8729-4E732374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7808" y="40669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4" name="path-2501">
            <a:extLst xmlns:a="http://schemas.openxmlformats.org/drawingml/2006/main">
              <a:ext uri="{FF2B5EF4-FFF2-40B4-BE49-F238E27FC236}">
                <a16:creationId xmlns:a16="http://schemas.microsoft.com/office/drawing/2014/main" id="{01466891-4B2F-498D-AAB5-BECD771F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793" y="4041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5" name="path-2502">
            <a:extLst xmlns:a="http://schemas.openxmlformats.org/drawingml/2006/main">
              <a:ext uri="{FF2B5EF4-FFF2-40B4-BE49-F238E27FC236}">
                <a16:creationId xmlns:a16="http://schemas.microsoft.com/office/drawing/2014/main" id="{2F40242A-92CD-4C94-8B50-A4D34973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239" y="4040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6" name="path-2503">
            <a:extLst xmlns:a="http://schemas.openxmlformats.org/drawingml/2006/main">
              <a:ext uri="{FF2B5EF4-FFF2-40B4-BE49-F238E27FC236}">
                <a16:creationId xmlns:a16="http://schemas.microsoft.com/office/drawing/2014/main" id="{63E575C0-C88B-41D4-8D3B-7F693E0E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023" y="4035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7" name="path-2504">
            <a:extLst xmlns:a="http://schemas.openxmlformats.org/drawingml/2006/main">
              <a:ext uri="{FF2B5EF4-FFF2-40B4-BE49-F238E27FC236}">
                <a16:creationId xmlns:a16="http://schemas.microsoft.com/office/drawing/2014/main" id="{DD353A55-A632-40CF-97AD-DB851B41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644" y="4043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8" name="path-2505">
            <a:extLst xmlns:a="http://schemas.openxmlformats.org/drawingml/2006/main">
              <a:ext uri="{FF2B5EF4-FFF2-40B4-BE49-F238E27FC236}">
                <a16:creationId xmlns:a16="http://schemas.microsoft.com/office/drawing/2014/main" id="{21EE3085-5F88-4070-A030-02D57F44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2942" y="40347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9" name="path-2506">
            <a:extLst xmlns:a="http://schemas.openxmlformats.org/drawingml/2006/main">
              <a:ext uri="{FF2B5EF4-FFF2-40B4-BE49-F238E27FC236}">
                <a16:creationId xmlns:a16="http://schemas.microsoft.com/office/drawing/2014/main" id="{31907E76-D09B-4F52-A4B2-0B53E66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526" y="40290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0" name="path-2507">
            <a:extLst xmlns:a="http://schemas.openxmlformats.org/drawingml/2006/main">
              <a:ext uri="{FF2B5EF4-FFF2-40B4-BE49-F238E27FC236}">
                <a16:creationId xmlns:a16="http://schemas.microsoft.com/office/drawing/2014/main" id="{331AA822-E5E2-43E2-B272-7CA26A34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983" y="40346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1" name="path-2508">
            <a:extLst xmlns:a="http://schemas.openxmlformats.org/drawingml/2006/main">
              <a:ext uri="{FF2B5EF4-FFF2-40B4-BE49-F238E27FC236}">
                <a16:creationId xmlns:a16="http://schemas.microsoft.com/office/drawing/2014/main" id="{7E09D768-683D-4239-9CD7-68C31FDC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580" y="40527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2" name="path-2509">
            <a:extLst xmlns:a="http://schemas.openxmlformats.org/drawingml/2006/main">
              <a:ext uri="{FF2B5EF4-FFF2-40B4-BE49-F238E27FC236}">
                <a16:creationId xmlns:a16="http://schemas.microsoft.com/office/drawing/2014/main" id="{00992751-D31E-4735-A47E-53386385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9567" y="4047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3" name="path-2510">
            <a:extLst xmlns:a="http://schemas.openxmlformats.org/drawingml/2006/main">
              <a:ext uri="{FF2B5EF4-FFF2-40B4-BE49-F238E27FC236}">
                <a16:creationId xmlns:a16="http://schemas.microsoft.com/office/drawing/2014/main" id="{20CB2B61-F95D-4DF7-BF0B-89A29D3A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882" y="40452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4" name="path-2511">
            <a:extLst xmlns:a="http://schemas.openxmlformats.org/drawingml/2006/main">
              <a:ext uri="{FF2B5EF4-FFF2-40B4-BE49-F238E27FC236}">
                <a16:creationId xmlns:a16="http://schemas.microsoft.com/office/drawing/2014/main" id="{90006F4D-D45C-47E3-84FA-8D67F8E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9053" y="40667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5" name="path-2512">
            <a:extLst xmlns:a="http://schemas.openxmlformats.org/drawingml/2006/main">
              <a:ext uri="{FF2B5EF4-FFF2-40B4-BE49-F238E27FC236}">
                <a16:creationId xmlns:a16="http://schemas.microsoft.com/office/drawing/2014/main" id="{50719A80-A2E9-436A-8245-432DFA27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702" y="4071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6" name="path-2513">
            <a:extLst xmlns:a="http://schemas.openxmlformats.org/drawingml/2006/main">
              <a:ext uri="{FF2B5EF4-FFF2-40B4-BE49-F238E27FC236}">
                <a16:creationId xmlns:a16="http://schemas.microsoft.com/office/drawing/2014/main" id="{559DDFBB-9998-4FD8-96EE-BA25C252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924" y="4049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7" name="path-2514">
            <a:extLst xmlns:a="http://schemas.openxmlformats.org/drawingml/2006/main">
              <a:ext uri="{FF2B5EF4-FFF2-40B4-BE49-F238E27FC236}">
                <a16:creationId xmlns:a16="http://schemas.microsoft.com/office/drawing/2014/main" id="{51D459AA-2E71-4241-AC6E-DF821169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350" y="40316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8" name="path-2515">
            <a:extLst xmlns:a="http://schemas.openxmlformats.org/drawingml/2006/main">
              <a:ext uri="{FF2B5EF4-FFF2-40B4-BE49-F238E27FC236}">
                <a16:creationId xmlns:a16="http://schemas.microsoft.com/office/drawing/2014/main" id="{ED494B13-47ED-4FAB-9D42-C14B5FF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5812" y="40300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9" name="path-2516">
            <a:extLst xmlns:a="http://schemas.openxmlformats.org/drawingml/2006/main">
              <a:ext uri="{FF2B5EF4-FFF2-40B4-BE49-F238E27FC236}">
                <a16:creationId xmlns:a16="http://schemas.microsoft.com/office/drawing/2014/main" id="{8A451029-415D-4ED7-943F-3660C5B0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826" y="40439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0" name="path-2517">
            <a:extLst xmlns:a="http://schemas.openxmlformats.org/drawingml/2006/main">
              <a:ext uri="{FF2B5EF4-FFF2-40B4-BE49-F238E27FC236}">
                <a16:creationId xmlns:a16="http://schemas.microsoft.com/office/drawing/2014/main" id="{04DB9141-C765-4D24-B461-5D0DD650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844" y="40441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1" name="path-2518">
            <a:extLst xmlns:a="http://schemas.openxmlformats.org/drawingml/2006/main">
              <a:ext uri="{FF2B5EF4-FFF2-40B4-BE49-F238E27FC236}">
                <a16:creationId xmlns:a16="http://schemas.microsoft.com/office/drawing/2014/main" id="{2EFF0027-0E48-4C09-A6FE-7913FF4F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107" y="40451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2" name="path-2519">
            <a:extLst xmlns:a="http://schemas.openxmlformats.org/drawingml/2006/main">
              <a:ext uri="{FF2B5EF4-FFF2-40B4-BE49-F238E27FC236}">
                <a16:creationId xmlns:a16="http://schemas.microsoft.com/office/drawing/2014/main" id="{0370BE8F-303C-428F-BE39-018ACFD8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245" y="4042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3" name="path-2520">
            <a:extLst xmlns:a="http://schemas.openxmlformats.org/drawingml/2006/main">
              <a:ext uri="{FF2B5EF4-FFF2-40B4-BE49-F238E27FC236}">
                <a16:creationId xmlns:a16="http://schemas.microsoft.com/office/drawing/2014/main" id="{319A3D56-186A-460A-8A56-1D71D09D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198" y="40482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4" name="path-2521">
            <a:extLst xmlns:a="http://schemas.openxmlformats.org/drawingml/2006/main">
              <a:ext uri="{FF2B5EF4-FFF2-40B4-BE49-F238E27FC236}">
                <a16:creationId xmlns:a16="http://schemas.microsoft.com/office/drawing/2014/main" id="{8B26529F-3C55-4D34-9FC9-221E1E35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782" y="4058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5" name="path-2522">
            <a:extLst xmlns:a="http://schemas.openxmlformats.org/drawingml/2006/main">
              <a:ext uri="{FF2B5EF4-FFF2-40B4-BE49-F238E27FC236}">
                <a16:creationId xmlns:a16="http://schemas.microsoft.com/office/drawing/2014/main" id="{E542C774-0867-4D9D-8AFF-6184512E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053" y="4054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6" name="path-2523">
            <a:extLst xmlns:a="http://schemas.openxmlformats.org/drawingml/2006/main">
              <a:ext uri="{FF2B5EF4-FFF2-40B4-BE49-F238E27FC236}">
                <a16:creationId xmlns:a16="http://schemas.microsoft.com/office/drawing/2014/main" id="{5FD6D7A9-97C7-4794-9B54-106EC74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262" y="4039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7" name="path-2524">
            <a:extLst xmlns:a="http://schemas.openxmlformats.org/drawingml/2006/main">
              <a:ext uri="{FF2B5EF4-FFF2-40B4-BE49-F238E27FC236}">
                <a16:creationId xmlns:a16="http://schemas.microsoft.com/office/drawing/2014/main" id="{1E5D8B01-58EC-4519-BEF6-4B8D22C3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589" y="4048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8" name="path-2525">
            <a:extLst xmlns:a="http://schemas.openxmlformats.org/drawingml/2006/main">
              <a:ext uri="{FF2B5EF4-FFF2-40B4-BE49-F238E27FC236}">
                <a16:creationId xmlns:a16="http://schemas.microsoft.com/office/drawing/2014/main" id="{21D7DDCC-5C4A-455A-851A-B56C0982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551" y="4050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9" name="path-2526">
            <a:extLst xmlns:a="http://schemas.openxmlformats.org/drawingml/2006/main">
              <a:ext uri="{FF2B5EF4-FFF2-40B4-BE49-F238E27FC236}">
                <a16:creationId xmlns:a16="http://schemas.microsoft.com/office/drawing/2014/main" id="{3E28BD24-7D58-4A5F-9A45-CB5A2D4A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378" y="40459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0" name="path-2527">
            <a:extLst xmlns:a="http://schemas.openxmlformats.org/drawingml/2006/main">
              <a:ext uri="{FF2B5EF4-FFF2-40B4-BE49-F238E27FC236}">
                <a16:creationId xmlns:a16="http://schemas.microsoft.com/office/drawing/2014/main" id="{80D3E5CC-3D07-4E40-A127-7D8B4BF3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1195" y="40399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1" name="path-2528">
            <a:extLst xmlns:a="http://schemas.openxmlformats.org/drawingml/2006/main">
              <a:ext uri="{FF2B5EF4-FFF2-40B4-BE49-F238E27FC236}">
                <a16:creationId xmlns:a16="http://schemas.microsoft.com/office/drawing/2014/main" id="{ABBE7928-73E2-4C0B-9FB4-3C3B5923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8082" y="4023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2" name="path-2529">
            <a:extLst xmlns:a="http://schemas.openxmlformats.org/drawingml/2006/main">
              <a:ext uri="{FF2B5EF4-FFF2-40B4-BE49-F238E27FC236}">
                <a16:creationId xmlns:a16="http://schemas.microsoft.com/office/drawing/2014/main" id="{877F4504-2034-428A-98B6-6FDA9E82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055" y="40431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3" name="path-2530">
            <a:extLst xmlns:a="http://schemas.openxmlformats.org/drawingml/2006/main">
              <a:ext uri="{FF2B5EF4-FFF2-40B4-BE49-F238E27FC236}">
                <a16:creationId xmlns:a16="http://schemas.microsoft.com/office/drawing/2014/main" id="{640EACBA-7214-419F-A947-AFF20BBD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491" y="40514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4" name="path-2531">
            <a:extLst xmlns:a="http://schemas.openxmlformats.org/drawingml/2006/main">
              <a:ext uri="{FF2B5EF4-FFF2-40B4-BE49-F238E27FC236}">
                <a16:creationId xmlns:a16="http://schemas.microsoft.com/office/drawing/2014/main" id="{BF84BC65-66E3-4391-BF30-B195D12C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115" y="40453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5" name="path-2532">
            <a:extLst xmlns:a="http://schemas.openxmlformats.org/drawingml/2006/main">
              <a:ext uri="{FF2B5EF4-FFF2-40B4-BE49-F238E27FC236}">
                <a16:creationId xmlns:a16="http://schemas.microsoft.com/office/drawing/2014/main" id="{5DAA9559-517E-47EB-B7ED-6ECB592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312" y="40484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6" name="path-2533">
            <a:extLst xmlns:a="http://schemas.openxmlformats.org/drawingml/2006/main">
              <a:ext uri="{FF2B5EF4-FFF2-40B4-BE49-F238E27FC236}">
                <a16:creationId xmlns:a16="http://schemas.microsoft.com/office/drawing/2014/main" id="{280A3B72-7DC2-49BD-8DEC-8CD24084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6617" y="4062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7" name="path-2534">
            <a:extLst xmlns:a="http://schemas.openxmlformats.org/drawingml/2006/main">
              <a:ext uri="{FF2B5EF4-FFF2-40B4-BE49-F238E27FC236}">
                <a16:creationId xmlns:a16="http://schemas.microsoft.com/office/drawing/2014/main" id="{89565A6A-C843-41E7-90B4-F712EC4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711" y="4047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8" name="path-2535">
            <a:extLst xmlns:a="http://schemas.openxmlformats.org/drawingml/2006/main">
              <a:ext uri="{FF2B5EF4-FFF2-40B4-BE49-F238E27FC236}">
                <a16:creationId xmlns:a16="http://schemas.microsoft.com/office/drawing/2014/main" id="{08DAC9FF-94A8-4BEC-B247-17582D7D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703" y="4043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9" name="path-2536">
            <a:extLst xmlns:a="http://schemas.openxmlformats.org/drawingml/2006/main">
              <a:ext uri="{FF2B5EF4-FFF2-40B4-BE49-F238E27FC236}">
                <a16:creationId xmlns:a16="http://schemas.microsoft.com/office/drawing/2014/main" id="{625F012E-9790-4262-AC8F-F61B3D37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172" y="4049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0" name="path-2537">
            <a:extLst xmlns:a="http://schemas.openxmlformats.org/drawingml/2006/main">
              <a:ext uri="{FF2B5EF4-FFF2-40B4-BE49-F238E27FC236}">
                <a16:creationId xmlns:a16="http://schemas.microsoft.com/office/drawing/2014/main" id="{1CED4355-7A99-4639-92AE-F997BC53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923" y="40517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1" name="path-2538">
            <a:extLst xmlns:a="http://schemas.openxmlformats.org/drawingml/2006/main">
              <a:ext uri="{FF2B5EF4-FFF2-40B4-BE49-F238E27FC236}">
                <a16:creationId xmlns:a16="http://schemas.microsoft.com/office/drawing/2014/main" id="{B3FA5082-6781-4F71-A787-7D161922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774" y="40529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2" name="path-2539">
            <a:extLst xmlns:a="http://schemas.openxmlformats.org/drawingml/2006/main">
              <a:ext uri="{FF2B5EF4-FFF2-40B4-BE49-F238E27FC236}">
                <a16:creationId xmlns:a16="http://schemas.microsoft.com/office/drawing/2014/main" id="{E7598B80-16B1-4D8F-950D-C74B6B0D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211" y="40367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3" name="path-2540">
            <a:extLst xmlns:a="http://schemas.openxmlformats.org/drawingml/2006/main">
              <a:ext uri="{FF2B5EF4-FFF2-40B4-BE49-F238E27FC236}">
                <a16:creationId xmlns:a16="http://schemas.microsoft.com/office/drawing/2014/main" id="{01BBDCD7-E0E9-441F-9D41-04DD4FE2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990" y="4039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4" name="path-2541">
            <a:extLst xmlns:a="http://schemas.openxmlformats.org/drawingml/2006/main">
              <a:ext uri="{FF2B5EF4-FFF2-40B4-BE49-F238E27FC236}">
                <a16:creationId xmlns:a16="http://schemas.microsoft.com/office/drawing/2014/main" id="{5306C9D7-3FB5-4908-9992-F3F72E4E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5654" y="40223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5" name="path-2542">
            <a:extLst xmlns:a="http://schemas.openxmlformats.org/drawingml/2006/main">
              <a:ext uri="{FF2B5EF4-FFF2-40B4-BE49-F238E27FC236}">
                <a16:creationId xmlns:a16="http://schemas.microsoft.com/office/drawing/2014/main" id="{7189E6DA-861B-4BF0-BF44-1739E8CD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1072" y="40487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6" name="path-2543">
            <a:extLst xmlns:a="http://schemas.openxmlformats.org/drawingml/2006/main">
              <a:ext uri="{FF2B5EF4-FFF2-40B4-BE49-F238E27FC236}">
                <a16:creationId xmlns:a16="http://schemas.microsoft.com/office/drawing/2014/main" id="{579BB63C-837C-4EF2-B521-E633DA38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973" y="4023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7" name="path-2544">
            <a:extLst xmlns:a="http://schemas.openxmlformats.org/drawingml/2006/main">
              <a:ext uri="{FF2B5EF4-FFF2-40B4-BE49-F238E27FC236}">
                <a16:creationId xmlns:a16="http://schemas.microsoft.com/office/drawing/2014/main" id="{E6B3F66C-B20B-4B3B-8236-1BCC1503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693" y="40512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8" name="path-2545">
            <a:extLst xmlns:a="http://schemas.openxmlformats.org/drawingml/2006/main">
              <a:ext uri="{FF2B5EF4-FFF2-40B4-BE49-F238E27FC236}">
                <a16:creationId xmlns:a16="http://schemas.microsoft.com/office/drawing/2014/main" id="{AF3691C0-8BF8-48BB-9520-161E762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2617" y="40420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9" name="path-2546">
            <a:extLst xmlns:a="http://schemas.openxmlformats.org/drawingml/2006/main">
              <a:ext uri="{FF2B5EF4-FFF2-40B4-BE49-F238E27FC236}">
                <a16:creationId xmlns:a16="http://schemas.microsoft.com/office/drawing/2014/main" id="{E2B98F40-A8AA-4F2A-A889-9406C55A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4626" y="40419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0" name="path-2547">
            <a:extLst xmlns:a="http://schemas.openxmlformats.org/drawingml/2006/main">
              <a:ext uri="{FF2B5EF4-FFF2-40B4-BE49-F238E27FC236}">
                <a16:creationId xmlns:a16="http://schemas.microsoft.com/office/drawing/2014/main" id="{14AFDDE7-107D-4843-BFAF-2F6E7F88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297" y="40433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1" name="path-2548">
            <a:extLst xmlns:a="http://schemas.openxmlformats.org/drawingml/2006/main">
              <a:ext uri="{FF2B5EF4-FFF2-40B4-BE49-F238E27FC236}">
                <a16:creationId xmlns:a16="http://schemas.microsoft.com/office/drawing/2014/main" id="{B9EA90A2-CA81-41BC-97D1-F3D48CBB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8321" y="40455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2" name="path-2549">
            <a:extLst xmlns:a="http://schemas.openxmlformats.org/drawingml/2006/main">
              <a:ext uri="{FF2B5EF4-FFF2-40B4-BE49-F238E27FC236}">
                <a16:creationId xmlns:a16="http://schemas.microsoft.com/office/drawing/2014/main" id="{017F0271-59D3-4ACC-AD98-37A70D48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809" y="40403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3" name="path-2550">
            <a:extLst xmlns:a="http://schemas.openxmlformats.org/drawingml/2006/main">
              <a:ext uri="{FF2B5EF4-FFF2-40B4-BE49-F238E27FC236}">
                <a16:creationId xmlns:a16="http://schemas.microsoft.com/office/drawing/2014/main" id="{CCF37375-D612-4265-B568-99D5D108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989" y="4046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4" name="path-2551">
            <a:extLst xmlns:a="http://schemas.openxmlformats.org/drawingml/2006/main">
              <a:ext uri="{FF2B5EF4-FFF2-40B4-BE49-F238E27FC236}">
                <a16:creationId xmlns:a16="http://schemas.microsoft.com/office/drawing/2014/main" id="{59CE2D62-981F-4CB2-B281-E6DDB6F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815" y="4064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5" name="path-2552">
            <a:extLst xmlns:a="http://schemas.openxmlformats.org/drawingml/2006/main">
              <a:ext uri="{FF2B5EF4-FFF2-40B4-BE49-F238E27FC236}">
                <a16:creationId xmlns:a16="http://schemas.microsoft.com/office/drawing/2014/main" id="{D5EC89EC-D73C-4A93-99F3-52C4238E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8348" y="40478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6" name="path-2553">
            <a:extLst xmlns:a="http://schemas.openxmlformats.org/drawingml/2006/main">
              <a:ext uri="{FF2B5EF4-FFF2-40B4-BE49-F238E27FC236}">
                <a16:creationId xmlns:a16="http://schemas.microsoft.com/office/drawing/2014/main" id="{8608D10C-7162-4482-915B-62CFB8FF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541" y="40405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7" name="path-2554">
            <a:extLst xmlns:a="http://schemas.openxmlformats.org/drawingml/2006/main">
              <a:ext uri="{FF2B5EF4-FFF2-40B4-BE49-F238E27FC236}">
                <a16:creationId xmlns:a16="http://schemas.microsoft.com/office/drawing/2014/main" id="{62743F6C-2D25-4B13-8213-4896E72E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255" y="40299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8" name="path-2555">
            <a:extLst xmlns:a="http://schemas.openxmlformats.org/drawingml/2006/main">
              <a:ext uri="{FF2B5EF4-FFF2-40B4-BE49-F238E27FC236}">
                <a16:creationId xmlns:a16="http://schemas.microsoft.com/office/drawing/2014/main" id="{A3187D91-4DE7-42DC-8A05-08C96D64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08" y="4045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9" name="path-2556">
            <a:extLst xmlns:a="http://schemas.openxmlformats.org/drawingml/2006/main">
              <a:ext uri="{FF2B5EF4-FFF2-40B4-BE49-F238E27FC236}">
                <a16:creationId xmlns:a16="http://schemas.microsoft.com/office/drawing/2014/main" id="{71DE04E7-6C14-464C-93FD-8A2BA98F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252" y="4040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0" name="path-2557">
            <a:extLst xmlns:a="http://schemas.openxmlformats.org/drawingml/2006/main">
              <a:ext uri="{FF2B5EF4-FFF2-40B4-BE49-F238E27FC236}">
                <a16:creationId xmlns:a16="http://schemas.microsoft.com/office/drawing/2014/main" id="{4B4A41CC-C453-4DD3-A688-6CC166D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348" y="40454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1" name="path-2558">
            <a:extLst xmlns:a="http://schemas.openxmlformats.org/drawingml/2006/main">
              <a:ext uri="{FF2B5EF4-FFF2-40B4-BE49-F238E27FC236}">
                <a16:creationId xmlns:a16="http://schemas.microsoft.com/office/drawing/2014/main" id="{A5516C38-CD36-4232-8169-F1DD876D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314" y="4038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2" name="path-2559">
            <a:extLst xmlns:a="http://schemas.openxmlformats.org/drawingml/2006/main">
              <a:ext uri="{FF2B5EF4-FFF2-40B4-BE49-F238E27FC236}">
                <a16:creationId xmlns:a16="http://schemas.microsoft.com/office/drawing/2014/main" id="{8EF506DA-C51B-4750-BF47-C7861E33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33" y="4066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3" name="path-2560">
            <a:extLst xmlns:a="http://schemas.openxmlformats.org/drawingml/2006/main">
              <a:ext uri="{FF2B5EF4-FFF2-40B4-BE49-F238E27FC236}">
                <a16:creationId xmlns:a16="http://schemas.microsoft.com/office/drawing/2014/main" id="{AC86E34A-BFAC-44F9-A836-08845609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161" y="4043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4" name="path-2561">
            <a:extLst xmlns:a="http://schemas.openxmlformats.org/drawingml/2006/main">
              <a:ext uri="{FF2B5EF4-FFF2-40B4-BE49-F238E27FC236}">
                <a16:creationId xmlns:a16="http://schemas.microsoft.com/office/drawing/2014/main" id="{407E2D82-5694-448A-9E97-31625A67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928" y="4039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5" name="path-2562">
            <a:extLst xmlns:a="http://schemas.openxmlformats.org/drawingml/2006/main">
              <a:ext uri="{FF2B5EF4-FFF2-40B4-BE49-F238E27FC236}">
                <a16:creationId xmlns:a16="http://schemas.microsoft.com/office/drawing/2014/main" id="{4484E41F-91A3-429E-8464-E48B2A6E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091" y="40168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6" name="path-2563">
            <a:extLst xmlns:a="http://schemas.openxmlformats.org/drawingml/2006/main">
              <a:ext uri="{FF2B5EF4-FFF2-40B4-BE49-F238E27FC236}">
                <a16:creationId xmlns:a16="http://schemas.microsoft.com/office/drawing/2014/main" id="{1D5A3B05-6F4F-483B-A042-2AFFD5F8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1963" y="40560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7" name="path-2564">
            <a:extLst xmlns:a="http://schemas.openxmlformats.org/drawingml/2006/main">
              <a:ext uri="{FF2B5EF4-FFF2-40B4-BE49-F238E27FC236}">
                <a16:creationId xmlns:a16="http://schemas.microsoft.com/office/drawing/2014/main" id="{91D34D50-8BB2-47F9-A499-684E5341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577" y="4050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8" name="path-2565">
            <a:extLst xmlns:a="http://schemas.openxmlformats.org/drawingml/2006/main">
              <a:ext uri="{FF2B5EF4-FFF2-40B4-BE49-F238E27FC236}">
                <a16:creationId xmlns:a16="http://schemas.microsoft.com/office/drawing/2014/main" id="{B15D31B7-EF8F-4BAC-86F2-274D54B5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333" y="40484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9" name="path-2566">
            <a:extLst xmlns:a="http://schemas.openxmlformats.org/drawingml/2006/main">
              <a:ext uri="{FF2B5EF4-FFF2-40B4-BE49-F238E27FC236}">
                <a16:creationId xmlns:a16="http://schemas.microsoft.com/office/drawing/2014/main" id="{0E271C53-CED4-417E-B14E-9CA2F08F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098" y="4039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0" name="path-2567">
            <a:extLst xmlns:a="http://schemas.openxmlformats.org/drawingml/2006/main">
              <a:ext uri="{FF2B5EF4-FFF2-40B4-BE49-F238E27FC236}">
                <a16:creationId xmlns:a16="http://schemas.microsoft.com/office/drawing/2014/main" id="{6C7AF398-CDE4-4F44-AF19-49C211A9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848" y="4040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1" name="path-2568">
            <a:extLst xmlns:a="http://schemas.openxmlformats.org/drawingml/2006/main">
              <a:ext uri="{FF2B5EF4-FFF2-40B4-BE49-F238E27FC236}">
                <a16:creationId xmlns:a16="http://schemas.microsoft.com/office/drawing/2014/main" id="{49D92822-83AB-480C-9F83-174D436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255" y="40336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2" name="path-2569">
            <a:extLst xmlns:a="http://schemas.openxmlformats.org/drawingml/2006/main">
              <a:ext uri="{FF2B5EF4-FFF2-40B4-BE49-F238E27FC236}">
                <a16:creationId xmlns:a16="http://schemas.microsoft.com/office/drawing/2014/main" id="{60357926-EEF2-4146-87C2-4C7E6535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643" y="4052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3" name="path-2570">
            <a:extLst xmlns:a="http://schemas.openxmlformats.org/drawingml/2006/main">
              <a:ext uri="{FF2B5EF4-FFF2-40B4-BE49-F238E27FC236}">
                <a16:creationId xmlns:a16="http://schemas.microsoft.com/office/drawing/2014/main" id="{8B9FA0A7-687C-4DA2-8EA9-ED625B27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920" y="4000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4" name="path-2571">
            <a:extLst xmlns:a="http://schemas.openxmlformats.org/drawingml/2006/main">
              <a:ext uri="{FF2B5EF4-FFF2-40B4-BE49-F238E27FC236}">
                <a16:creationId xmlns:a16="http://schemas.microsoft.com/office/drawing/2014/main" id="{0AE842E2-0DEE-4C00-8FA2-3945DBA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377" y="40476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5" name="path-2572">
            <a:extLst xmlns:a="http://schemas.openxmlformats.org/drawingml/2006/main">
              <a:ext uri="{FF2B5EF4-FFF2-40B4-BE49-F238E27FC236}">
                <a16:creationId xmlns:a16="http://schemas.microsoft.com/office/drawing/2014/main" id="{D99879AA-C654-420B-8F7A-6155859D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226" y="40533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6" name="path-2573">
            <a:extLst xmlns:a="http://schemas.openxmlformats.org/drawingml/2006/main">
              <a:ext uri="{FF2B5EF4-FFF2-40B4-BE49-F238E27FC236}">
                <a16:creationId xmlns:a16="http://schemas.microsoft.com/office/drawing/2014/main" id="{3EE3AB0B-8D72-4DF9-A0ED-D72F9953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341" y="4069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7" name="path-2574">
            <a:extLst xmlns:a="http://schemas.openxmlformats.org/drawingml/2006/main">
              <a:ext uri="{FF2B5EF4-FFF2-40B4-BE49-F238E27FC236}">
                <a16:creationId xmlns:a16="http://schemas.microsoft.com/office/drawing/2014/main" id="{18FF2A91-5F07-4525-8411-E783467B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1060" y="40517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8" name="path-2575">
            <a:extLst xmlns:a="http://schemas.openxmlformats.org/drawingml/2006/main">
              <a:ext uri="{FF2B5EF4-FFF2-40B4-BE49-F238E27FC236}">
                <a16:creationId xmlns:a16="http://schemas.microsoft.com/office/drawing/2014/main" id="{FB36F7C2-5A19-4752-B8E7-2E53E4B0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365" y="40439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9" name="path-2576">
            <a:extLst xmlns:a="http://schemas.openxmlformats.org/drawingml/2006/main">
              <a:ext uri="{FF2B5EF4-FFF2-40B4-BE49-F238E27FC236}">
                <a16:creationId xmlns:a16="http://schemas.microsoft.com/office/drawing/2014/main" id="{E5180486-E026-4268-BA46-E1432F5A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812" y="40448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0" name="path-2577">
            <a:extLst xmlns:a="http://schemas.openxmlformats.org/drawingml/2006/main">
              <a:ext uri="{FF2B5EF4-FFF2-40B4-BE49-F238E27FC236}">
                <a16:creationId xmlns:a16="http://schemas.microsoft.com/office/drawing/2014/main" id="{2A49B53F-7FA1-4E83-88E7-67955282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034" y="40442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1" name="path-2578">
            <a:extLst xmlns:a="http://schemas.openxmlformats.org/drawingml/2006/main">
              <a:ext uri="{FF2B5EF4-FFF2-40B4-BE49-F238E27FC236}">
                <a16:creationId xmlns:a16="http://schemas.microsoft.com/office/drawing/2014/main" id="{D3CBC09C-A9A7-4181-B460-FCEE03C7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5272" y="40428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2" name="path-2579">
            <a:extLst xmlns:a="http://schemas.openxmlformats.org/drawingml/2006/main">
              <a:ext uri="{FF2B5EF4-FFF2-40B4-BE49-F238E27FC236}">
                <a16:creationId xmlns:a16="http://schemas.microsoft.com/office/drawing/2014/main" id="{9DBD3BA1-B51B-46C4-B659-11869A6B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025" y="40316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3" name="path-2580">
            <a:extLst xmlns:a="http://schemas.openxmlformats.org/drawingml/2006/main">
              <a:ext uri="{FF2B5EF4-FFF2-40B4-BE49-F238E27FC236}">
                <a16:creationId xmlns:a16="http://schemas.microsoft.com/office/drawing/2014/main" id="{C1CD6D8B-1116-42BB-AD8C-9368E814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1574" y="40431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4" name="path-2581">
            <a:extLst xmlns:a="http://schemas.openxmlformats.org/drawingml/2006/main">
              <a:ext uri="{FF2B5EF4-FFF2-40B4-BE49-F238E27FC236}">
                <a16:creationId xmlns:a16="http://schemas.microsoft.com/office/drawing/2014/main" id="{EEFDC468-F682-4371-903D-A93CC5BB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601" y="4045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5" name="path-2582">
            <a:extLst xmlns:a="http://schemas.openxmlformats.org/drawingml/2006/main">
              <a:ext uri="{FF2B5EF4-FFF2-40B4-BE49-F238E27FC236}">
                <a16:creationId xmlns:a16="http://schemas.microsoft.com/office/drawing/2014/main" id="{0A75C201-FFCB-4B83-AFA5-5041F035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016" y="40455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6" name="path-2583">
            <a:extLst xmlns:a="http://schemas.openxmlformats.org/drawingml/2006/main">
              <a:ext uri="{FF2B5EF4-FFF2-40B4-BE49-F238E27FC236}">
                <a16:creationId xmlns:a16="http://schemas.microsoft.com/office/drawing/2014/main" id="{1DC96CB9-FD61-43C3-85AC-C2C5F984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380" y="40477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7" name="path-2584">
            <a:extLst xmlns:a="http://schemas.openxmlformats.org/drawingml/2006/main">
              <a:ext uri="{FF2B5EF4-FFF2-40B4-BE49-F238E27FC236}">
                <a16:creationId xmlns:a16="http://schemas.microsoft.com/office/drawing/2014/main" id="{59CBD7C3-576B-4E5A-AA06-160EC23C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138" y="40296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8" name="path-2585">
            <a:extLst xmlns:a="http://schemas.openxmlformats.org/drawingml/2006/main">
              <a:ext uri="{FF2B5EF4-FFF2-40B4-BE49-F238E27FC236}">
                <a16:creationId xmlns:a16="http://schemas.microsoft.com/office/drawing/2014/main" id="{D7693AE1-E5D6-4822-9775-FF6A4ED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741" y="40422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9" name="path-2586">
            <a:extLst xmlns:a="http://schemas.openxmlformats.org/drawingml/2006/main">
              <a:ext uri="{FF2B5EF4-FFF2-40B4-BE49-F238E27FC236}">
                <a16:creationId xmlns:a16="http://schemas.microsoft.com/office/drawing/2014/main" id="{B7F4C91A-3F76-40B0-A114-7B230BA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210" y="4038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0" name="path-2587">
            <a:extLst xmlns:a="http://schemas.openxmlformats.org/drawingml/2006/main">
              <a:ext uri="{FF2B5EF4-FFF2-40B4-BE49-F238E27FC236}">
                <a16:creationId xmlns:a16="http://schemas.microsoft.com/office/drawing/2014/main" id="{573FD185-C3F5-46FB-A2F6-9C4EBDD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409" y="4042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1" name="path-2588">
            <a:extLst xmlns:a="http://schemas.openxmlformats.org/drawingml/2006/main">
              <a:ext uri="{FF2B5EF4-FFF2-40B4-BE49-F238E27FC236}">
                <a16:creationId xmlns:a16="http://schemas.microsoft.com/office/drawing/2014/main" id="{8EC9E5C5-CC7F-4E48-93B4-B5105758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199" y="4050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2" name="path-2589">
            <a:extLst xmlns:a="http://schemas.openxmlformats.org/drawingml/2006/main">
              <a:ext uri="{FF2B5EF4-FFF2-40B4-BE49-F238E27FC236}">
                <a16:creationId xmlns:a16="http://schemas.microsoft.com/office/drawing/2014/main" id="{A0CA8DBE-071D-4DB3-B14F-CD378563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830" y="4041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3" name="path-2590">
            <a:extLst xmlns:a="http://schemas.openxmlformats.org/drawingml/2006/main">
              <a:ext uri="{FF2B5EF4-FFF2-40B4-BE49-F238E27FC236}">
                <a16:creationId xmlns:a16="http://schemas.microsoft.com/office/drawing/2014/main" id="{8ABD91C7-92E0-4F02-A840-BDA8B59D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93" y="40172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4" name="path-2591">
            <a:extLst xmlns:a="http://schemas.openxmlformats.org/drawingml/2006/main">
              <a:ext uri="{FF2B5EF4-FFF2-40B4-BE49-F238E27FC236}">
                <a16:creationId xmlns:a16="http://schemas.microsoft.com/office/drawing/2014/main" id="{00CEFED6-E848-4E94-A7D3-40504E91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825" y="40305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5" name="path-2592">
            <a:extLst xmlns:a="http://schemas.openxmlformats.org/drawingml/2006/main">
              <a:ext uri="{FF2B5EF4-FFF2-40B4-BE49-F238E27FC236}">
                <a16:creationId xmlns:a16="http://schemas.microsoft.com/office/drawing/2014/main" id="{952422BA-49C2-480A-8AC9-A813D1B0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338" y="40428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6" name="path-2593">
            <a:extLst xmlns:a="http://schemas.openxmlformats.org/drawingml/2006/main">
              <a:ext uri="{FF2B5EF4-FFF2-40B4-BE49-F238E27FC236}">
                <a16:creationId xmlns:a16="http://schemas.microsoft.com/office/drawing/2014/main" id="{45E3F1E9-7FB2-4B70-B6EA-E2912999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548" y="40477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7" name="path-2594">
            <a:extLst xmlns:a="http://schemas.openxmlformats.org/drawingml/2006/main">
              <a:ext uri="{FF2B5EF4-FFF2-40B4-BE49-F238E27FC236}">
                <a16:creationId xmlns:a16="http://schemas.microsoft.com/office/drawing/2014/main" id="{8C24A4B8-3A3A-431B-A516-7926ECA4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235" y="4045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8" name="path-2595">
            <a:extLst xmlns:a="http://schemas.openxmlformats.org/drawingml/2006/main">
              <a:ext uri="{FF2B5EF4-FFF2-40B4-BE49-F238E27FC236}">
                <a16:creationId xmlns:a16="http://schemas.microsoft.com/office/drawing/2014/main" id="{8FA41428-6992-4459-A5F4-C71364FB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996" y="4072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9" name="path-2596">
            <a:extLst xmlns:a="http://schemas.openxmlformats.org/drawingml/2006/main">
              <a:ext uri="{FF2B5EF4-FFF2-40B4-BE49-F238E27FC236}">
                <a16:creationId xmlns:a16="http://schemas.microsoft.com/office/drawing/2014/main" id="{F5224DA9-DD0D-45A4-973D-C3E1D9D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124" y="40346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0" name="path-2597">
            <a:extLst xmlns:a="http://schemas.openxmlformats.org/drawingml/2006/main">
              <a:ext uri="{FF2B5EF4-FFF2-40B4-BE49-F238E27FC236}">
                <a16:creationId xmlns:a16="http://schemas.microsoft.com/office/drawing/2014/main" id="{D277EC88-3549-4CDB-B95B-F6480A74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378" y="40702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1" name="path-2598">
            <a:extLst xmlns:a="http://schemas.openxmlformats.org/drawingml/2006/main">
              <a:ext uri="{FF2B5EF4-FFF2-40B4-BE49-F238E27FC236}">
                <a16:creationId xmlns:a16="http://schemas.microsoft.com/office/drawing/2014/main" id="{59167DA2-77DE-4915-B867-F402E8C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412" y="40482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2" name="path-2599">
            <a:extLst xmlns:a="http://schemas.openxmlformats.org/drawingml/2006/main">
              <a:ext uri="{FF2B5EF4-FFF2-40B4-BE49-F238E27FC236}">
                <a16:creationId xmlns:a16="http://schemas.microsoft.com/office/drawing/2014/main" id="{AB130C3A-CA0B-4331-9A17-CDD9A986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2963" y="4042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3" name="path-2600">
            <a:extLst xmlns:a="http://schemas.openxmlformats.org/drawingml/2006/main">
              <a:ext uri="{FF2B5EF4-FFF2-40B4-BE49-F238E27FC236}">
                <a16:creationId xmlns:a16="http://schemas.microsoft.com/office/drawing/2014/main" id="{58F0AF95-4858-4CBA-80B9-DE2EF541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500" y="4053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4" name="path-2601">
            <a:extLst xmlns:a="http://schemas.openxmlformats.org/drawingml/2006/main">
              <a:ext uri="{FF2B5EF4-FFF2-40B4-BE49-F238E27FC236}">
                <a16:creationId xmlns:a16="http://schemas.microsoft.com/office/drawing/2014/main" id="{C77FA58B-4435-48B5-AF24-277AA774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774" y="4044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5" name="path-2602">
            <a:extLst xmlns:a="http://schemas.openxmlformats.org/drawingml/2006/main">
              <a:ext uri="{FF2B5EF4-FFF2-40B4-BE49-F238E27FC236}">
                <a16:creationId xmlns:a16="http://schemas.microsoft.com/office/drawing/2014/main" id="{78969D4E-FBC4-4B08-9A5D-F0508EB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599" y="4047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6" name="path-2603">
            <a:extLst xmlns:a="http://schemas.openxmlformats.org/drawingml/2006/main">
              <a:ext uri="{FF2B5EF4-FFF2-40B4-BE49-F238E27FC236}">
                <a16:creationId xmlns:a16="http://schemas.microsoft.com/office/drawing/2014/main" id="{C6E6BDBD-74CD-46BA-BEAB-8422CDA7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1995" y="40292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7" name="path-2604">
            <a:extLst xmlns:a="http://schemas.openxmlformats.org/drawingml/2006/main">
              <a:ext uri="{FF2B5EF4-FFF2-40B4-BE49-F238E27FC236}">
                <a16:creationId xmlns:a16="http://schemas.microsoft.com/office/drawing/2014/main" id="{46109059-CAC4-46CC-A305-96BC4EFA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300" y="40530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8" name="path-2605">
            <a:extLst xmlns:a="http://schemas.openxmlformats.org/drawingml/2006/main">
              <a:ext uri="{FF2B5EF4-FFF2-40B4-BE49-F238E27FC236}">
                <a16:creationId xmlns:a16="http://schemas.microsoft.com/office/drawing/2014/main" id="{E6D9C478-26CD-4CCC-9E43-72CC9140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879" y="40516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9" name="path-2606">
            <a:extLst xmlns:a="http://schemas.openxmlformats.org/drawingml/2006/main">
              <a:ext uri="{FF2B5EF4-FFF2-40B4-BE49-F238E27FC236}">
                <a16:creationId xmlns:a16="http://schemas.microsoft.com/office/drawing/2014/main" id="{CA309822-BB73-4400-A8ED-53E28AF5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3688" y="4054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0" name="path-2607">
            <a:extLst xmlns:a="http://schemas.openxmlformats.org/drawingml/2006/main">
              <a:ext uri="{FF2B5EF4-FFF2-40B4-BE49-F238E27FC236}">
                <a16:creationId xmlns:a16="http://schemas.microsoft.com/office/drawing/2014/main" id="{94DE115B-6888-4326-8279-BDCC1CED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882" y="4035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1" name="path-2608">
            <a:extLst xmlns:a="http://schemas.openxmlformats.org/drawingml/2006/main">
              <a:ext uri="{FF2B5EF4-FFF2-40B4-BE49-F238E27FC236}">
                <a16:creationId xmlns:a16="http://schemas.microsoft.com/office/drawing/2014/main" id="{8CDFFF0F-C02F-46DE-A6AE-614075FF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602" y="40477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2" name="path-2609">
            <a:extLst xmlns:a="http://schemas.openxmlformats.org/drawingml/2006/main">
              <a:ext uri="{FF2B5EF4-FFF2-40B4-BE49-F238E27FC236}">
                <a16:creationId xmlns:a16="http://schemas.microsoft.com/office/drawing/2014/main" id="{01817368-888E-4CC4-A88D-4035174B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35" y="40249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3" name="path-2610">
            <a:extLst xmlns:a="http://schemas.openxmlformats.org/drawingml/2006/main">
              <a:ext uri="{FF2B5EF4-FFF2-40B4-BE49-F238E27FC236}">
                <a16:creationId xmlns:a16="http://schemas.microsoft.com/office/drawing/2014/main" id="{AD0293E1-BD70-4DFB-8D32-D200D9CD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889" y="40449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4" name="path-2611">
            <a:extLst xmlns:a="http://schemas.openxmlformats.org/drawingml/2006/main">
              <a:ext uri="{FF2B5EF4-FFF2-40B4-BE49-F238E27FC236}">
                <a16:creationId xmlns:a16="http://schemas.microsoft.com/office/drawing/2014/main" id="{4F99CCDC-C9B1-42D6-B701-E3E9DDC4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833" y="4050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5" name="path-2612">
            <a:extLst xmlns:a="http://schemas.openxmlformats.org/drawingml/2006/main">
              <a:ext uri="{FF2B5EF4-FFF2-40B4-BE49-F238E27FC236}">
                <a16:creationId xmlns:a16="http://schemas.microsoft.com/office/drawing/2014/main" id="{55B8481D-D16C-4706-9496-A832F3B1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074" y="40517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6" name="path-2613">
            <a:extLst xmlns:a="http://schemas.openxmlformats.org/drawingml/2006/main">
              <a:ext uri="{FF2B5EF4-FFF2-40B4-BE49-F238E27FC236}">
                <a16:creationId xmlns:a16="http://schemas.microsoft.com/office/drawing/2014/main" id="{873923C0-5A75-472B-B003-E4D06929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905" y="40415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7" name="path-2614">
            <a:extLst xmlns:a="http://schemas.openxmlformats.org/drawingml/2006/main">
              <a:ext uri="{FF2B5EF4-FFF2-40B4-BE49-F238E27FC236}">
                <a16:creationId xmlns:a16="http://schemas.microsoft.com/office/drawing/2014/main" id="{A5E2C390-B51A-45DE-8D6A-CCF90618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436" y="4058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8" name="path-2615">
            <a:extLst xmlns:a="http://schemas.openxmlformats.org/drawingml/2006/main">
              <a:ext uri="{FF2B5EF4-FFF2-40B4-BE49-F238E27FC236}">
                <a16:creationId xmlns:a16="http://schemas.microsoft.com/office/drawing/2014/main" id="{47A1D68B-CA00-4001-B15E-30F84147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658" y="40592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9" name="path-2616">
            <a:extLst xmlns:a="http://schemas.openxmlformats.org/drawingml/2006/main">
              <a:ext uri="{FF2B5EF4-FFF2-40B4-BE49-F238E27FC236}">
                <a16:creationId xmlns:a16="http://schemas.microsoft.com/office/drawing/2014/main" id="{73E5F17E-A110-4C22-B75A-A1B2DD62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898" y="40429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0" name="path-2617">
            <a:extLst xmlns:a="http://schemas.openxmlformats.org/drawingml/2006/main">
              <a:ext uri="{FF2B5EF4-FFF2-40B4-BE49-F238E27FC236}">
                <a16:creationId xmlns:a16="http://schemas.microsoft.com/office/drawing/2014/main" id="{D74469B7-5385-4A92-BC80-02E1795C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6782" y="40258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1" name="path-2618">
            <a:extLst xmlns:a="http://schemas.openxmlformats.org/drawingml/2006/main">
              <a:ext uri="{FF2B5EF4-FFF2-40B4-BE49-F238E27FC236}">
                <a16:creationId xmlns:a16="http://schemas.microsoft.com/office/drawing/2014/main" id="{5238FC8A-8100-4D4F-BDDE-6647839D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912" y="40412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2" name="path-2619">
            <a:extLst xmlns:a="http://schemas.openxmlformats.org/drawingml/2006/main">
              <a:ext uri="{FF2B5EF4-FFF2-40B4-BE49-F238E27FC236}">
                <a16:creationId xmlns:a16="http://schemas.microsoft.com/office/drawing/2014/main" id="{8DA25CD8-00DA-4CE1-B80D-2F429148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139" y="4067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3" name="path-2620">
            <a:extLst xmlns:a="http://schemas.openxmlformats.org/drawingml/2006/main">
              <a:ext uri="{FF2B5EF4-FFF2-40B4-BE49-F238E27FC236}">
                <a16:creationId xmlns:a16="http://schemas.microsoft.com/office/drawing/2014/main" id="{6D71454E-CFD6-4AF5-A523-A37EBA37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3333" y="4032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4" name="path-2621">
            <a:extLst xmlns:a="http://schemas.openxmlformats.org/drawingml/2006/main">
              <a:ext uri="{FF2B5EF4-FFF2-40B4-BE49-F238E27FC236}">
                <a16:creationId xmlns:a16="http://schemas.microsoft.com/office/drawing/2014/main" id="{16EC8AA1-DBFD-4499-8200-8DE8BB3A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0673" y="4046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5" name="path-2622">
            <a:extLst xmlns:a="http://schemas.openxmlformats.org/drawingml/2006/main">
              <a:ext uri="{FF2B5EF4-FFF2-40B4-BE49-F238E27FC236}">
                <a16:creationId xmlns:a16="http://schemas.microsoft.com/office/drawing/2014/main" id="{9DE3E2DB-1BCA-477C-88C4-606DD08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741" y="40567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6" name="path-2623">
            <a:extLst xmlns:a="http://schemas.openxmlformats.org/drawingml/2006/main">
              <a:ext uri="{FF2B5EF4-FFF2-40B4-BE49-F238E27FC236}">
                <a16:creationId xmlns:a16="http://schemas.microsoft.com/office/drawing/2014/main" id="{E59221A9-C231-49EC-8DCB-B6027B3E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379" y="4041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7" name="path-2624">
            <a:extLst xmlns:a="http://schemas.openxmlformats.org/drawingml/2006/main">
              <a:ext uri="{FF2B5EF4-FFF2-40B4-BE49-F238E27FC236}">
                <a16:creationId xmlns:a16="http://schemas.microsoft.com/office/drawing/2014/main" id="{FE1CA37D-8079-443E-AEB2-B4FCAF7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888" y="40478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8" name="path-2625">
            <a:extLst xmlns:a="http://schemas.openxmlformats.org/drawingml/2006/main">
              <a:ext uri="{FF2B5EF4-FFF2-40B4-BE49-F238E27FC236}">
                <a16:creationId xmlns:a16="http://schemas.microsoft.com/office/drawing/2014/main" id="{657ED91B-0682-4358-81AE-96042251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630" y="40380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9" name="path-2626">
            <a:extLst xmlns:a="http://schemas.openxmlformats.org/drawingml/2006/main">
              <a:ext uri="{FF2B5EF4-FFF2-40B4-BE49-F238E27FC236}">
                <a16:creationId xmlns:a16="http://schemas.microsoft.com/office/drawing/2014/main" id="{CBC05641-AC67-4DAF-BEB5-100B0FFF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506" y="40471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0" name="path-2627">
            <a:extLst xmlns:a="http://schemas.openxmlformats.org/drawingml/2006/main">
              <a:ext uri="{FF2B5EF4-FFF2-40B4-BE49-F238E27FC236}">
                <a16:creationId xmlns:a16="http://schemas.microsoft.com/office/drawing/2014/main" id="{50C5FC02-7CE9-4C20-8417-AEFE701B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458" y="4049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1" name="path-2628">
            <a:extLst xmlns:a="http://schemas.openxmlformats.org/drawingml/2006/main">
              <a:ext uri="{FF2B5EF4-FFF2-40B4-BE49-F238E27FC236}">
                <a16:creationId xmlns:a16="http://schemas.microsoft.com/office/drawing/2014/main" id="{FA474C86-77D6-4C35-B733-9B35E37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148" y="40458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2" name="path-2629">
            <a:extLst xmlns:a="http://schemas.openxmlformats.org/drawingml/2006/main">
              <a:ext uri="{FF2B5EF4-FFF2-40B4-BE49-F238E27FC236}">
                <a16:creationId xmlns:a16="http://schemas.microsoft.com/office/drawing/2014/main" id="{285E6BDC-8E63-4050-A3BD-357431FD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402" y="40489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3" name="path-2630">
            <a:extLst xmlns:a="http://schemas.openxmlformats.org/drawingml/2006/main">
              <a:ext uri="{FF2B5EF4-FFF2-40B4-BE49-F238E27FC236}">
                <a16:creationId xmlns:a16="http://schemas.microsoft.com/office/drawing/2014/main" id="{8856A372-7C3F-4243-9672-2A0215BF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815" y="4048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4" name="path-2631">
            <a:extLst xmlns:a="http://schemas.openxmlformats.org/drawingml/2006/main">
              <a:ext uri="{FF2B5EF4-FFF2-40B4-BE49-F238E27FC236}">
                <a16:creationId xmlns:a16="http://schemas.microsoft.com/office/drawing/2014/main" id="{527E1896-F2FA-46A3-AD1E-D98ADF1B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228" y="40361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5" name="path-2632">
            <a:extLst xmlns:a="http://schemas.openxmlformats.org/drawingml/2006/main">
              <a:ext uri="{FF2B5EF4-FFF2-40B4-BE49-F238E27FC236}">
                <a16:creationId xmlns:a16="http://schemas.microsoft.com/office/drawing/2014/main" id="{19F12780-D028-47F1-9D24-8123E82F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205" y="4057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6" name="path-2633">
            <a:extLst xmlns:a="http://schemas.openxmlformats.org/drawingml/2006/main">
              <a:ext uri="{FF2B5EF4-FFF2-40B4-BE49-F238E27FC236}">
                <a16:creationId xmlns:a16="http://schemas.microsoft.com/office/drawing/2014/main" id="{CE357A66-29F2-404D-82CE-E7A6448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186" y="40272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7" name="path-2634">
            <a:extLst xmlns:a="http://schemas.openxmlformats.org/drawingml/2006/main">
              <a:ext uri="{FF2B5EF4-FFF2-40B4-BE49-F238E27FC236}">
                <a16:creationId xmlns:a16="http://schemas.microsoft.com/office/drawing/2014/main" id="{001F700C-4E66-4C3E-A04B-1C4AFECE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509" y="40595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8" name="path-2635">
            <a:extLst xmlns:a="http://schemas.openxmlformats.org/drawingml/2006/main">
              <a:ext uri="{FF2B5EF4-FFF2-40B4-BE49-F238E27FC236}">
                <a16:creationId xmlns:a16="http://schemas.microsoft.com/office/drawing/2014/main" id="{DCE99A66-1F17-4FA0-8404-A3D6BEFA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626" y="40435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9" name="path-2636">
            <a:extLst xmlns:a="http://schemas.openxmlformats.org/drawingml/2006/main">
              <a:ext uri="{FF2B5EF4-FFF2-40B4-BE49-F238E27FC236}">
                <a16:creationId xmlns:a16="http://schemas.microsoft.com/office/drawing/2014/main" id="{B173F722-9422-43AD-A160-FD922C7E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6260" y="40426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0" name="path-2637">
            <a:extLst xmlns:a="http://schemas.openxmlformats.org/drawingml/2006/main">
              <a:ext uri="{FF2B5EF4-FFF2-40B4-BE49-F238E27FC236}">
                <a16:creationId xmlns:a16="http://schemas.microsoft.com/office/drawing/2014/main" id="{4E3674B6-A3E8-461A-A7B5-FF88F6A5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796" y="40436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1" name="path-2638">
            <a:extLst xmlns:a="http://schemas.openxmlformats.org/drawingml/2006/main">
              <a:ext uri="{FF2B5EF4-FFF2-40B4-BE49-F238E27FC236}">
                <a16:creationId xmlns:a16="http://schemas.microsoft.com/office/drawing/2014/main" id="{26DF0F72-E5DB-490B-8CAE-97AEC303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3559" y="40485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2" name="path-2639">
            <a:extLst xmlns:a="http://schemas.openxmlformats.org/drawingml/2006/main">
              <a:ext uri="{FF2B5EF4-FFF2-40B4-BE49-F238E27FC236}">
                <a16:creationId xmlns:a16="http://schemas.microsoft.com/office/drawing/2014/main" id="{02CFFDA4-C878-4799-9B4E-EA144CE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6794" y="40529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3" name="path-2640">
            <a:extLst xmlns:a="http://schemas.openxmlformats.org/drawingml/2006/main">
              <a:ext uri="{FF2B5EF4-FFF2-40B4-BE49-F238E27FC236}">
                <a16:creationId xmlns:a16="http://schemas.microsoft.com/office/drawing/2014/main" id="{2CFC0DB9-FED0-4881-92E0-26AE25C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947" y="40478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4" name="path-2641">
            <a:extLst xmlns:a="http://schemas.openxmlformats.org/drawingml/2006/main">
              <a:ext uri="{FF2B5EF4-FFF2-40B4-BE49-F238E27FC236}">
                <a16:creationId xmlns:a16="http://schemas.microsoft.com/office/drawing/2014/main" id="{1B10EB0E-C678-47AB-B95C-9370D818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780" y="40405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5" name="path-2642">
            <a:extLst xmlns:a="http://schemas.openxmlformats.org/drawingml/2006/main">
              <a:ext uri="{FF2B5EF4-FFF2-40B4-BE49-F238E27FC236}">
                <a16:creationId xmlns:a16="http://schemas.microsoft.com/office/drawing/2014/main" id="{D67FA347-F8D4-42C0-9922-9F5F7438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861" y="4045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6" name="path-2643">
            <a:extLst xmlns:a="http://schemas.openxmlformats.org/drawingml/2006/main">
              <a:ext uri="{FF2B5EF4-FFF2-40B4-BE49-F238E27FC236}">
                <a16:creationId xmlns:a16="http://schemas.microsoft.com/office/drawing/2014/main" id="{625AF93E-E543-4E87-A10A-EDFB2614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286" y="40395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7" name="path-2644">
            <a:extLst xmlns:a="http://schemas.openxmlformats.org/drawingml/2006/main">
              <a:ext uri="{FF2B5EF4-FFF2-40B4-BE49-F238E27FC236}">
                <a16:creationId xmlns:a16="http://schemas.microsoft.com/office/drawing/2014/main" id="{5FE11B84-59B4-40CB-9408-C3A2B1DD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020" y="4044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8" name="path-2645">
            <a:extLst xmlns:a="http://schemas.openxmlformats.org/drawingml/2006/main">
              <a:ext uri="{FF2B5EF4-FFF2-40B4-BE49-F238E27FC236}">
                <a16:creationId xmlns:a16="http://schemas.microsoft.com/office/drawing/2014/main" id="{6FFABE51-6515-4EAD-9369-94FB8958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289" y="40442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9" name="path-2646">
            <a:extLst xmlns:a="http://schemas.openxmlformats.org/drawingml/2006/main">
              <a:ext uri="{FF2B5EF4-FFF2-40B4-BE49-F238E27FC236}">
                <a16:creationId xmlns:a16="http://schemas.microsoft.com/office/drawing/2014/main" id="{192463F8-3F2D-4301-8DEA-1E9C0EB0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765" y="4042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0" name="path-2647">
            <a:extLst xmlns:a="http://schemas.openxmlformats.org/drawingml/2006/main">
              <a:ext uri="{FF2B5EF4-FFF2-40B4-BE49-F238E27FC236}">
                <a16:creationId xmlns:a16="http://schemas.microsoft.com/office/drawing/2014/main" id="{FFF96BB9-5A94-4E32-99EE-A0CB6565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9" y="4050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1" name="path-2648">
            <a:extLst xmlns:a="http://schemas.openxmlformats.org/drawingml/2006/main">
              <a:ext uri="{FF2B5EF4-FFF2-40B4-BE49-F238E27FC236}">
                <a16:creationId xmlns:a16="http://schemas.microsoft.com/office/drawing/2014/main" id="{96C711BD-50D7-47BF-BFED-AFC5641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470" y="4039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2" name="path-2649">
            <a:extLst xmlns:a="http://schemas.openxmlformats.org/drawingml/2006/main">
              <a:ext uri="{FF2B5EF4-FFF2-40B4-BE49-F238E27FC236}">
                <a16:creationId xmlns:a16="http://schemas.microsoft.com/office/drawing/2014/main" id="{0E3B28B8-011A-42DB-A07F-4940BB3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9889" y="40437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3" name="path-2650">
            <a:extLst xmlns:a="http://schemas.openxmlformats.org/drawingml/2006/main">
              <a:ext uri="{FF2B5EF4-FFF2-40B4-BE49-F238E27FC236}">
                <a16:creationId xmlns:a16="http://schemas.microsoft.com/office/drawing/2014/main" id="{3BD98A25-2F19-49C5-BDD5-8B622C22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242" y="40489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4" name="path-2651">
            <a:extLst xmlns:a="http://schemas.openxmlformats.org/drawingml/2006/main">
              <a:ext uri="{FF2B5EF4-FFF2-40B4-BE49-F238E27FC236}">
                <a16:creationId xmlns:a16="http://schemas.microsoft.com/office/drawing/2014/main" id="{36674321-5B9A-4B1F-90F4-F79FD78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936" y="40399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5" name="path-2652">
            <a:extLst xmlns:a="http://schemas.openxmlformats.org/drawingml/2006/main">
              <a:ext uri="{FF2B5EF4-FFF2-40B4-BE49-F238E27FC236}">
                <a16:creationId xmlns:a16="http://schemas.microsoft.com/office/drawing/2014/main" id="{8C79E5C9-5B26-46D4-AE73-0EF9749B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255" y="40387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6" name="path-2653">
            <a:extLst xmlns:a="http://schemas.openxmlformats.org/drawingml/2006/main">
              <a:ext uri="{FF2B5EF4-FFF2-40B4-BE49-F238E27FC236}">
                <a16:creationId xmlns:a16="http://schemas.microsoft.com/office/drawing/2014/main" id="{CB46DD18-A919-4C2D-8132-CCC5A77F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4480" y="4037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7" name="path-2654">
            <a:extLst xmlns:a="http://schemas.openxmlformats.org/drawingml/2006/main">
              <a:ext uri="{FF2B5EF4-FFF2-40B4-BE49-F238E27FC236}">
                <a16:creationId xmlns:a16="http://schemas.microsoft.com/office/drawing/2014/main" id="{FDE85900-46E6-48AF-AA8A-FA7C810E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996" y="40513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8" name="path-2655">
            <a:extLst xmlns:a="http://schemas.openxmlformats.org/drawingml/2006/main">
              <a:ext uri="{FF2B5EF4-FFF2-40B4-BE49-F238E27FC236}">
                <a16:creationId xmlns:a16="http://schemas.microsoft.com/office/drawing/2014/main" id="{5A0FD0B0-00A5-43D5-8DCC-02285878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928" y="40576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9" name="path-2656">
            <a:extLst xmlns:a="http://schemas.openxmlformats.org/drawingml/2006/main">
              <a:ext uri="{FF2B5EF4-FFF2-40B4-BE49-F238E27FC236}">
                <a16:creationId xmlns:a16="http://schemas.microsoft.com/office/drawing/2014/main" id="{1E5D9C4E-7C3B-42F0-97BD-4C0A2912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543" y="40742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0" name="path-2657">
            <a:extLst xmlns:a="http://schemas.openxmlformats.org/drawingml/2006/main">
              <a:ext uri="{FF2B5EF4-FFF2-40B4-BE49-F238E27FC236}">
                <a16:creationId xmlns:a16="http://schemas.microsoft.com/office/drawing/2014/main" id="{DD9398AC-54C3-4581-BE9A-27A6C13C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6564" y="4015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1" name="path-2658">
            <a:extLst xmlns:a="http://schemas.openxmlformats.org/drawingml/2006/main">
              <a:ext uri="{FF2B5EF4-FFF2-40B4-BE49-F238E27FC236}">
                <a16:creationId xmlns:a16="http://schemas.microsoft.com/office/drawing/2014/main" id="{124E0E7E-B555-4A78-957B-DC3BEBE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247" y="40320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2" name="path-2659">
            <a:extLst xmlns:a="http://schemas.openxmlformats.org/drawingml/2006/main">
              <a:ext uri="{FF2B5EF4-FFF2-40B4-BE49-F238E27FC236}">
                <a16:creationId xmlns:a16="http://schemas.microsoft.com/office/drawing/2014/main" id="{152E678B-ACAC-4422-9158-BF73825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4917" y="40672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3" name="path-2660">
            <a:extLst xmlns:a="http://schemas.openxmlformats.org/drawingml/2006/main">
              <a:ext uri="{FF2B5EF4-FFF2-40B4-BE49-F238E27FC236}">
                <a16:creationId xmlns:a16="http://schemas.microsoft.com/office/drawing/2014/main" id="{7800F425-A0B9-48FA-87EF-864AC47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644" y="4053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4" name="path-2661">
            <a:extLst xmlns:a="http://schemas.openxmlformats.org/drawingml/2006/main">
              <a:ext uri="{FF2B5EF4-FFF2-40B4-BE49-F238E27FC236}">
                <a16:creationId xmlns:a16="http://schemas.microsoft.com/office/drawing/2014/main" id="{E525A7F8-2B1C-4BDB-8E4E-ADC122F9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2319" y="4047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5" name="path-2662">
            <a:extLst xmlns:a="http://schemas.openxmlformats.org/drawingml/2006/main">
              <a:ext uri="{FF2B5EF4-FFF2-40B4-BE49-F238E27FC236}">
                <a16:creationId xmlns:a16="http://schemas.microsoft.com/office/drawing/2014/main" id="{FC36B87C-8DE2-428C-B766-3C9B5E5B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032" y="40423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6" name="path-2663">
            <a:extLst xmlns:a="http://schemas.openxmlformats.org/drawingml/2006/main">
              <a:ext uri="{FF2B5EF4-FFF2-40B4-BE49-F238E27FC236}">
                <a16:creationId xmlns:a16="http://schemas.microsoft.com/office/drawing/2014/main" id="{C19056F9-62D7-4A4A-91FE-BF3A6D4F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179" y="40287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7" name="path-2664">
            <a:extLst xmlns:a="http://schemas.openxmlformats.org/drawingml/2006/main">
              <a:ext uri="{FF2B5EF4-FFF2-40B4-BE49-F238E27FC236}">
                <a16:creationId xmlns:a16="http://schemas.microsoft.com/office/drawing/2014/main" id="{529EDB69-BCAD-4F94-801D-8161B836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178" y="40784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8" name="path-2665">
            <a:extLst xmlns:a="http://schemas.openxmlformats.org/drawingml/2006/main">
              <a:ext uri="{FF2B5EF4-FFF2-40B4-BE49-F238E27FC236}">
                <a16:creationId xmlns:a16="http://schemas.microsoft.com/office/drawing/2014/main" id="{60B7B217-7CC5-4D0A-B603-A6AA563F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896" y="4038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9" name="path-2666">
            <a:extLst xmlns:a="http://schemas.openxmlformats.org/drawingml/2006/main">
              <a:ext uri="{FF2B5EF4-FFF2-40B4-BE49-F238E27FC236}">
                <a16:creationId xmlns:a16="http://schemas.microsoft.com/office/drawing/2014/main" id="{A9590892-A6B1-4148-AADA-D7E2D06A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657" y="40470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0" name="path-2667">
            <a:extLst xmlns:a="http://schemas.openxmlformats.org/drawingml/2006/main">
              <a:ext uri="{FF2B5EF4-FFF2-40B4-BE49-F238E27FC236}">
                <a16:creationId xmlns:a16="http://schemas.microsoft.com/office/drawing/2014/main" id="{C4014CB3-9F07-4334-AB82-DDBD0E89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145" y="40525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1" name="path-2668">
            <a:extLst xmlns:a="http://schemas.openxmlformats.org/drawingml/2006/main">
              <a:ext uri="{FF2B5EF4-FFF2-40B4-BE49-F238E27FC236}">
                <a16:creationId xmlns:a16="http://schemas.microsoft.com/office/drawing/2014/main" id="{293D3549-6B7F-4D26-8EBC-D44E938B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8490" y="4050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2" name="path-2669">
            <a:extLst xmlns:a="http://schemas.openxmlformats.org/drawingml/2006/main">
              <a:ext uri="{FF2B5EF4-FFF2-40B4-BE49-F238E27FC236}">
                <a16:creationId xmlns:a16="http://schemas.microsoft.com/office/drawing/2014/main" id="{D78CA5F2-CCD9-4EAF-9F1F-7E3BE1F4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261" y="40592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3" name="path-2670">
            <a:extLst xmlns:a="http://schemas.openxmlformats.org/drawingml/2006/main">
              <a:ext uri="{FF2B5EF4-FFF2-40B4-BE49-F238E27FC236}">
                <a16:creationId xmlns:a16="http://schemas.microsoft.com/office/drawing/2014/main" id="{1F91205F-750D-4C12-BFEF-13BEF44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469" y="40439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4" name="path-2671">
            <a:extLst xmlns:a="http://schemas.openxmlformats.org/drawingml/2006/main">
              <a:ext uri="{FF2B5EF4-FFF2-40B4-BE49-F238E27FC236}">
                <a16:creationId xmlns:a16="http://schemas.microsoft.com/office/drawing/2014/main" id="{BB7B2E23-2749-4E95-A99C-80EAFBC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335" y="40147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5" name="path-2672">
            <a:extLst xmlns:a="http://schemas.openxmlformats.org/drawingml/2006/main">
              <a:ext uri="{FF2B5EF4-FFF2-40B4-BE49-F238E27FC236}">
                <a16:creationId xmlns:a16="http://schemas.microsoft.com/office/drawing/2014/main" id="{B63FDB35-73A3-4644-9F24-90799B83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029" y="40432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6" name="path-2673">
            <a:extLst xmlns:a="http://schemas.openxmlformats.org/drawingml/2006/main">
              <a:ext uri="{FF2B5EF4-FFF2-40B4-BE49-F238E27FC236}">
                <a16:creationId xmlns:a16="http://schemas.microsoft.com/office/drawing/2014/main" id="{4B1F5061-BA05-41AD-9074-5BFD92A8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248" y="4048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7" name="path-2674">
            <a:extLst xmlns:a="http://schemas.openxmlformats.org/drawingml/2006/main">
              <a:ext uri="{FF2B5EF4-FFF2-40B4-BE49-F238E27FC236}">
                <a16:creationId xmlns:a16="http://schemas.microsoft.com/office/drawing/2014/main" id="{6D77CA1A-F1E7-4DF2-8976-06F1797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000" y="4040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8" name="path-2675">
            <a:extLst xmlns:a="http://schemas.openxmlformats.org/drawingml/2006/main">
              <a:ext uri="{FF2B5EF4-FFF2-40B4-BE49-F238E27FC236}">
                <a16:creationId xmlns:a16="http://schemas.microsoft.com/office/drawing/2014/main" id="{F4E32673-8E11-45F9-9F4F-C5001F33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9213" y="40632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9" name="path-2676">
            <a:extLst xmlns:a="http://schemas.openxmlformats.org/drawingml/2006/main">
              <a:ext uri="{FF2B5EF4-FFF2-40B4-BE49-F238E27FC236}">
                <a16:creationId xmlns:a16="http://schemas.microsoft.com/office/drawing/2014/main" id="{DAC68324-B1A9-46A3-B4AE-5F2EFC9D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708" y="4040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0" name="path-2677">
            <a:extLst xmlns:a="http://schemas.openxmlformats.org/drawingml/2006/main">
              <a:ext uri="{FF2B5EF4-FFF2-40B4-BE49-F238E27FC236}">
                <a16:creationId xmlns:a16="http://schemas.microsoft.com/office/drawing/2014/main" id="{85EB1908-2549-48E2-8501-824FDB52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1609" y="4021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1" name="path-2678">
            <a:extLst xmlns:a="http://schemas.openxmlformats.org/drawingml/2006/main">
              <a:ext uri="{FF2B5EF4-FFF2-40B4-BE49-F238E27FC236}">
                <a16:creationId xmlns:a16="http://schemas.microsoft.com/office/drawing/2014/main" id="{5D2D06CA-C5FD-4405-A530-2A361C72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691" y="40338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2" name="path-2679">
            <a:extLst xmlns:a="http://schemas.openxmlformats.org/drawingml/2006/main">
              <a:ext uri="{FF2B5EF4-FFF2-40B4-BE49-F238E27FC236}">
                <a16:creationId xmlns:a16="http://schemas.microsoft.com/office/drawing/2014/main" id="{E5882789-E99E-46D7-884A-AFDBBC86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0046" y="40251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3" name="path-2680">
            <a:extLst xmlns:a="http://schemas.openxmlformats.org/drawingml/2006/main">
              <a:ext uri="{FF2B5EF4-FFF2-40B4-BE49-F238E27FC236}">
                <a16:creationId xmlns:a16="http://schemas.microsoft.com/office/drawing/2014/main" id="{2918FEC0-33A3-426E-8E6F-CA284F4D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975" y="4036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4" name="path-2681">
            <a:extLst xmlns:a="http://schemas.openxmlformats.org/drawingml/2006/main">
              <a:ext uri="{FF2B5EF4-FFF2-40B4-BE49-F238E27FC236}">
                <a16:creationId xmlns:a16="http://schemas.microsoft.com/office/drawing/2014/main" id="{3A0C8566-0E95-4C9E-B784-BE1F6DAE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377" y="40457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5" name="path-2682">
            <a:extLst xmlns:a="http://schemas.openxmlformats.org/drawingml/2006/main">
              <a:ext uri="{FF2B5EF4-FFF2-40B4-BE49-F238E27FC236}">
                <a16:creationId xmlns:a16="http://schemas.microsoft.com/office/drawing/2014/main" id="{C8F11E80-9E7F-4254-A14C-369DCA39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8145" y="4044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6" name="path-2683">
            <a:extLst xmlns:a="http://schemas.openxmlformats.org/drawingml/2006/main">
              <a:ext uri="{FF2B5EF4-FFF2-40B4-BE49-F238E27FC236}">
                <a16:creationId xmlns:a16="http://schemas.microsoft.com/office/drawing/2014/main" id="{02503B36-92A9-46C2-A2BC-97CBC61D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1303" y="40277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7" name="path-2684">
            <a:extLst xmlns:a="http://schemas.openxmlformats.org/drawingml/2006/main">
              <a:ext uri="{FF2B5EF4-FFF2-40B4-BE49-F238E27FC236}">
                <a16:creationId xmlns:a16="http://schemas.microsoft.com/office/drawing/2014/main" id="{CC4EF21C-746A-448F-8823-CD13351F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757" y="40364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8" name="path-2685">
            <a:extLst xmlns:a="http://schemas.openxmlformats.org/drawingml/2006/main">
              <a:ext uri="{FF2B5EF4-FFF2-40B4-BE49-F238E27FC236}">
                <a16:creationId xmlns:a16="http://schemas.microsoft.com/office/drawing/2014/main" id="{22FFD998-5602-4F3E-9727-6EC3F6E4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448" y="4043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9" name="path-2686">
            <a:extLst xmlns:a="http://schemas.openxmlformats.org/drawingml/2006/main">
              <a:ext uri="{FF2B5EF4-FFF2-40B4-BE49-F238E27FC236}">
                <a16:creationId xmlns:a16="http://schemas.microsoft.com/office/drawing/2014/main" id="{D0E90CA8-0476-4723-BAF3-2255D1C2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254" y="4030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0" name="path-2687">
            <a:extLst xmlns:a="http://schemas.openxmlformats.org/drawingml/2006/main">
              <a:ext uri="{FF2B5EF4-FFF2-40B4-BE49-F238E27FC236}">
                <a16:creationId xmlns:a16="http://schemas.microsoft.com/office/drawing/2014/main" id="{68C2C699-ECA3-47BF-926E-A1FAB7C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193" y="4043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1" name="path-2688">
            <a:extLst xmlns:a="http://schemas.openxmlformats.org/drawingml/2006/main">
              <a:ext uri="{FF2B5EF4-FFF2-40B4-BE49-F238E27FC236}">
                <a16:creationId xmlns:a16="http://schemas.microsoft.com/office/drawing/2014/main" id="{377E137A-329A-4C4A-BF0C-FB203CAD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752" y="40460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2" name="path-2689">
            <a:extLst xmlns:a="http://schemas.openxmlformats.org/drawingml/2006/main">
              <a:ext uri="{FF2B5EF4-FFF2-40B4-BE49-F238E27FC236}">
                <a16:creationId xmlns:a16="http://schemas.microsoft.com/office/drawing/2014/main" id="{DD6FF76B-09CF-45E0-9227-70F34A39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257" y="40423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3" name="path-2690">
            <a:extLst xmlns:a="http://schemas.openxmlformats.org/drawingml/2006/main">
              <a:ext uri="{FF2B5EF4-FFF2-40B4-BE49-F238E27FC236}">
                <a16:creationId xmlns:a16="http://schemas.microsoft.com/office/drawing/2014/main" id="{C3BDA856-8A7A-47C7-BD9C-F03BF6EF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854" y="40643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4" name="path-2691">
            <a:extLst xmlns:a="http://schemas.openxmlformats.org/drawingml/2006/main">
              <a:ext uri="{FF2B5EF4-FFF2-40B4-BE49-F238E27FC236}">
                <a16:creationId xmlns:a16="http://schemas.microsoft.com/office/drawing/2014/main" id="{7ECA92D8-F208-4227-9CB2-9CBBA0FB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174" y="4047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5" name="path-2692">
            <a:extLst xmlns:a="http://schemas.openxmlformats.org/drawingml/2006/main">
              <a:ext uri="{FF2B5EF4-FFF2-40B4-BE49-F238E27FC236}">
                <a16:creationId xmlns:a16="http://schemas.microsoft.com/office/drawing/2014/main" id="{00E7E2BA-729F-4D3F-94EB-4F787043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652" y="4044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6" name="path-2693">
            <a:extLst xmlns:a="http://schemas.openxmlformats.org/drawingml/2006/main">
              <a:ext uri="{FF2B5EF4-FFF2-40B4-BE49-F238E27FC236}">
                <a16:creationId xmlns:a16="http://schemas.microsoft.com/office/drawing/2014/main" id="{38601AC2-9C50-499A-A627-7132B9C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7116" y="40436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7" name="path-2694">
            <a:extLst xmlns:a="http://schemas.openxmlformats.org/drawingml/2006/main">
              <a:ext uri="{FF2B5EF4-FFF2-40B4-BE49-F238E27FC236}">
                <a16:creationId xmlns:a16="http://schemas.microsoft.com/office/drawing/2014/main" id="{1389E283-E789-4F76-B734-DFF2AE3B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2881" y="40356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8" name="path-2695">
            <a:extLst xmlns:a="http://schemas.openxmlformats.org/drawingml/2006/main">
              <a:ext uri="{FF2B5EF4-FFF2-40B4-BE49-F238E27FC236}">
                <a16:creationId xmlns:a16="http://schemas.microsoft.com/office/drawing/2014/main" id="{482F9430-78FD-481A-8213-46EDF122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9712" y="4030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9" name="path-2696">
            <a:extLst xmlns:a="http://schemas.openxmlformats.org/drawingml/2006/main">
              <a:ext uri="{FF2B5EF4-FFF2-40B4-BE49-F238E27FC236}">
                <a16:creationId xmlns:a16="http://schemas.microsoft.com/office/drawing/2014/main" id="{24E989D0-EF78-4D2F-88E7-FD016232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437" y="40385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0" name="path-2697">
            <a:extLst xmlns:a="http://schemas.openxmlformats.org/drawingml/2006/main">
              <a:ext uri="{FF2B5EF4-FFF2-40B4-BE49-F238E27FC236}">
                <a16:creationId xmlns:a16="http://schemas.microsoft.com/office/drawing/2014/main" id="{45E8F4C9-590E-4EDB-AEFE-FE9F58B7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069" y="4037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1" name="path-2698">
            <a:extLst xmlns:a="http://schemas.openxmlformats.org/drawingml/2006/main">
              <a:ext uri="{FF2B5EF4-FFF2-40B4-BE49-F238E27FC236}">
                <a16:creationId xmlns:a16="http://schemas.microsoft.com/office/drawing/2014/main" id="{6004F40C-531C-4793-A1AE-8ED96CE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478" y="40313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2" name="path-2699">
            <a:extLst xmlns:a="http://schemas.openxmlformats.org/drawingml/2006/main">
              <a:ext uri="{FF2B5EF4-FFF2-40B4-BE49-F238E27FC236}">
                <a16:creationId xmlns:a16="http://schemas.microsoft.com/office/drawing/2014/main" id="{32EF35B1-269D-4814-8BA2-A2706474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558" y="40446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3" name="path-2700">
            <a:extLst xmlns:a="http://schemas.openxmlformats.org/drawingml/2006/main">
              <a:ext uri="{FF2B5EF4-FFF2-40B4-BE49-F238E27FC236}">
                <a16:creationId xmlns:a16="http://schemas.microsoft.com/office/drawing/2014/main" id="{F94A92BB-4681-4948-9C6B-12EA2010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815" y="40439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4" name="path-2701">
            <a:extLst xmlns:a="http://schemas.openxmlformats.org/drawingml/2006/main">
              <a:ext uri="{FF2B5EF4-FFF2-40B4-BE49-F238E27FC236}">
                <a16:creationId xmlns:a16="http://schemas.microsoft.com/office/drawing/2014/main" id="{C9EC4DE7-542B-4E25-8A0D-4E04D7F9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478" y="40424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5" name="path-2702">
            <a:extLst xmlns:a="http://schemas.openxmlformats.org/drawingml/2006/main">
              <a:ext uri="{FF2B5EF4-FFF2-40B4-BE49-F238E27FC236}">
                <a16:creationId xmlns:a16="http://schemas.microsoft.com/office/drawing/2014/main" id="{98218685-B9EA-422A-8095-CC308D7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141" y="4041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6" name="path-2703">
            <a:extLst xmlns:a="http://schemas.openxmlformats.org/drawingml/2006/main">
              <a:ext uri="{FF2B5EF4-FFF2-40B4-BE49-F238E27FC236}">
                <a16:creationId xmlns:a16="http://schemas.microsoft.com/office/drawing/2014/main" id="{BA51FC6B-157D-404A-9463-B8851E0A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397" y="4039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7" name="path-2704">
            <a:extLst xmlns:a="http://schemas.openxmlformats.org/drawingml/2006/main">
              <a:ext uri="{FF2B5EF4-FFF2-40B4-BE49-F238E27FC236}">
                <a16:creationId xmlns:a16="http://schemas.microsoft.com/office/drawing/2014/main" id="{675BCDA4-D0E3-4164-A134-7D930EC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2207" y="40613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8" name="path-2705">
            <a:extLst xmlns:a="http://schemas.openxmlformats.org/drawingml/2006/main">
              <a:ext uri="{FF2B5EF4-FFF2-40B4-BE49-F238E27FC236}">
                <a16:creationId xmlns:a16="http://schemas.microsoft.com/office/drawing/2014/main" id="{AD5D0474-E7DB-4AE1-B2D9-6E4D518E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709" y="40464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9" name="path-2706">
            <a:extLst xmlns:a="http://schemas.openxmlformats.org/drawingml/2006/main">
              <a:ext uri="{FF2B5EF4-FFF2-40B4-BE49-F238E27FC236}">
                <a16:creationId xmlns:a16="http://schemas.microsoft.com/office/drawing/2014/main" id="{93659B8B-1934-44BF-8513-AE975341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7994" y="4042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0" name="path-2707">
            <a:extLst xmlns:a="http://schemas.openxmlformats.org/drawingml/2006/main">
              <a:ext uri="{FF2B5EF4-FFF2-40B4-BE49-F238E27FC236}">
                <a16:creationId xmlns:a16="http://schemas.microsoft.com/office/drawing/2014/main" id="{C61DD3D8-19C3-41A0-ADDF-79980C3C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473" y="40547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1" name="path-2708">
            <a:extLst xmlns:a="http://schemas.openxmlformats.org/drawingml/2006/main">
              <a:ext uri="{FF2B5EF4-FFF2-40B4-BE49-F238E27FC236}">
                <a16:creationId xmlns:a16="http://schemas.microsoft.com/office/drawing/2014/main" id="{D0365189-EB3A-48EE-AB20-01E284B2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5145" y="4039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2" name="path-2709">
            <a:extLst xmlns:a="http://schemas.openxmlformats.org/drawingml/2006/main">
              <a:ext uri="{FF2B5EF4-FFF2-40B4-BE49-F238E27FC236}">
                <a16:creationId xmlns:a16="http://schemas.microsoft.com/office/drawing/2014/main" id="{6F2C275E-B3B6-41F3-B824-37C9DC8D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573" y="4042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3" name="path-2710">
            <a:extLst xmlns:a="http://schemas.openxmlformats.org/drawingml/2006/main">
              <a:ext uri="{FF2B5EF4-FFF2-40B4-BE49-F238E27FC236}">
                <a16:creationId xmlns:a16="http://schemas.microsoft.com/office/drawing/2014/main" id="{35D6A9C9-AE99-4D79-9389-F74B3502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683" y="40234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4" name="path-2711">
            <a:extLst xmlns:a="http://schemas.openxmlformats.org/drawingml/2006/main">
              <a:ext uri="{FF2B5EF4-FFF2-40B4-BE49-F238E27FC236}">
                <a16:creationId xmlns:a16="http://schemas.microsoft.com/office/drawing/2014/main" id="{C57F7EAC-2580-4C96-9ECE-0EF53CDD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915" y="4042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5" name="path-2712">
            <a:extLst xmlns:a="http://schemas.openxmlformats.org/drawingml/2006/main">
              <a:ext uri="{FF2B5EF4-FFF2-40B4-BE49-F238E27FC236}">
                <a16:creationId xmlns:a16="http://schemas.microsoft.com/office/drawing/2014/main" id="{3A3D30CA-B4FE-400E-90EE-5BCD4481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256" y="40444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6" name="path-2713">
            <a:extLst xmlns:a="http://schemas.openxmlformats.org/drawingml/2006/main">
              <a:ext uri="{FF2B5EF4-FFF2-40B4-BE49-F238E27FC236}">
                <a16:creationId xmlns:a16="http://schemas.microsoft.com/office/drawing/2014/main" id="{BD7F7517-5510-44C5-824E-DE679216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789" y="4064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7" name="path-2714">
            <a:extLst xmlns:a="http://schemas.openxmlformats.org/drawingml/2006/main">
              <a:ext uri="{FF2B5EF4-FFF2-40B4-BE49-F238E27FC236}">
                <a16:creationId xmlns:a16="http://schemas.microsoft.com/office/drawing/2014/main" id="{C7573108-7404-4A35-931A-376A493C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873" y="4032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8" name="path-2715">
            <a:extLst xmlns:a="http://schemas.openxmlformats.org/drawingml/2006/main">
              <a:ext uri="{FF2B5EF4-FFF2-40B4-BE49-F238E27FC236}">
                <a16:creationId xmlns:a16="http://schemas.microsoft.com/office/drawing/2014/main" id="{D873F3D0-19EA-4C27-B158-B97EF801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909" y="40450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9" name="path-2716">
            <a:extLst xmlns:a="http://schemas.openxmlformats.org/drawingml/2006/main">
              <a:ext uri="{FF2B5EF4-FFF2-40B4-BE49-F238E27FC236}">
                <a16:creationId xmlns:a16="http://schemas.microsoft.com/office/drawing/2014/main" id="{36E1E655-3F59-496F-9A08-B72B227D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858" y="4043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0" name="path-2717">
            <a:extLst xmlns:a="http://schemas.openxmlformats.org/drawingml/2006/main">
              <a:ext uri="{FF2B5EF4-FFF2-40B4-BE49-F238E27FC236}">
                <a16:creationId xmlns:a16="http://schemas.microsoft.com/office/drawing/2014/main" id="{178EFD63-48C9-4771-9BEC-64384522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816" y="40238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1" name="path-2718">
            <a:extLst xmlns:a="http://schemas.openxmlformats.org/drawingml/2006/main">
              <a:ext uri="{FF2B5EF4-FFF2-40B4-BE49-F238E27FC236}">
                <a16:creationId xmlns:a16="http://schemas.microsoft.com/office/drawing/2014/main" id="{473FE2C4-28B9-44A9-B95A-F59CD884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565" y="40410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2" name="path-2719">
            <a:extLst xmlns:a="http://schemas.openxmlformats.org/drawingml/2006/main">
              <a:ext uri="{FF2B5EF4-FFF2-40B4-BE49-F238E27FC236}">
                <a16:creationId xmlns:a16="http://schemas.microsoft.com/office/drawing/2014/main" id="{7E029511-2269-4463-AD2C-71E7A5E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884" y="40443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3" name="path-2720">
            <a:extLst xmlns:a="http://schemas.openxmlformats.org/drawingml/2006/main">
              <a:ext uri="{FF2B5EF4-FFF2-40B4-BE49-F238E27FC236}">
                <a16:creationId xmlns:a16="http://schemas.microsoft.com/office/drawing/2014/main" id="{C809FA6F-16C2-4F4C-A0B2-066B3E2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049" y="40458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4" name="path-2721">
            <a:extLst xmlns:a="http://schemas.openxmlformats.org/drawingml/2006/main">
              <a:ext uri="{FF2B5EF4-FFF2-40B4-BE49-F238E27FC236}">
                <a16:creationId xmlns:a16="http://schemas.microsoft.com/office/drawing/2014/main" id="{2343F8A2-37A9-46B8-8459-8EB61F9F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528" y="40443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5" name="path-2722">
            <a:extLst xmlns:a="http://schemas.openxmlformats.org/drawingml/2006/main">
              <a:ext uri="{FF2B5EF4-FFF2-40B4-BE49-F238E27FC236}">
                <a16:creationId xmlns:a16="http://schemas.microsoft.com/office/drawing/2014/main" id="{7844C3CA-12B2-40F2-85FB-CD161233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100" y="40511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6" name="path-2723">
            <a:extLst xmlns:a="http://schemas.openxmlformats.org/drawingml/2006/main">
              <a:ext uri="{FF2B5EF4-FFF2-40B4-BE49-F238E27FC236}">
                <a16:creationId xmlns:a16="http://schemas.microsoft.com/office/drawing/2014/main" id="{B05C38A0-E8F9-430A-97E9-5C892166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403" y="39954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7" name="path-2724">
            <a:extLst xmlns:a="http://schemas.openxmlformats.org/drawingml/2006/main">
              <a:ext uri="{FF2B5EF4-FFF2-40B4-BE49-F238E27FC236}">
                <a16:creationId xmlns:a16="http://schemas.microsoft.com/office/drawing/2014/main" id="{4CD39D20-31BA-46F1-B7A6-AA2150F4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1774" y="4043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8" name="path-2725">
            <a:extLst xmlns:a="http://schemas.openxmlformats.org/drawingml/2006/main">
              <a:ext uri="{FF2B5EF4-FFF2-40B4-BE49-F238E27FC236}">
                <a16:creationId xmlns:a16="http://schemas.microsoft.com/office/drawing/2014/main" id="{05596720-FFE3-424E-AC87-2B881041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629" y="4041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9" name="path-2726">
            <a:extLst xmlns:a="http://schemas.openxmlformats.org/drawingml/2006/main">
              <a:ext uri="{FF2B5EF4-FFF2-40B4-BE49-F238E27FC236}">
                <a16:creationId xmlns:a16="http://schemas.microsoft.com/office/drawing/2014/main" id="{14CE5B39-2B6A-4F10-9A19-5FA10ECB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755" y="40464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0" name="path-2727">
            <a:extLst xmlns:a="http://schemas.openxmlformats.org/drawingml/2006/main">
              <a:ext uri="{FF2B5EF4-FFF2-40B4-BE49-F238E27FC236}">
                <a16:creationId xmlns:a16="http://schemas.microsoft.com/office/drawing/2014/main" id="{F6D68014-7779-48D9-94CD-F506C3C9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686" y="40476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1" name="path-2728">
            <a:extLst xmlns:a="http://schemas.openxmlformats.org/drawingml/2006/main">
              <a:ext uri="{FF2B5EF4-FFF2-40B4-BE49-F238E27FC236}">
                <a16:creationId xmlns:a16="http://schemas.microsoft.com/office/drawing/2014/main" id="{E5796F9F-52AF-407F-A8CC-C660731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3775" y="40498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2" name="path-2729">
            <a:extLst xmlns:a="http://schemas.openxmlformats.org/drawingml/2006/main">
              <a:ext uri="{FF2B5EF4-FFF2-40B4-BE49-F238E27FC236}">
                <a16:creationId xmlns:a16="http://schemas.microsoft.com/office/drawing/2014/main" id="{6CC9623C-67D4-4AA0-B467-C853E899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370" y="40742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3" name="path-2730">
            <a:extLst xmlns:a="http://schemas.openxmlformats.org/drawingml/2006/main">
              <a:ext uri="{FF2B5EF4-FFF2-40B4-BE49-F238E27FC236}">
                <a16:creationId xmlns:a16="http://schemas.microsoft.com/office/drawing/2014/main" id="{194A02B4-7048-4AFF-91D5-85433FA7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360" y="40428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4" name="path-2731">
            <a:extLst xmlns:a="http://schemas.openxmlformats.org/drawingml/2006/main">
              <a:ext uri="{FF2B5EF4-FFF2-40B4-BE49-F238E27FC236}">
                <a16:creationId xmlns:a16="http://schemas.microsoft.com/office/drawing/2014/main" id="{3843C741-E09B-4961-87B5-E00AE168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6371" y="40437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5" name="path-2732">
            <a:extLst xmlns:a="http://schemas.openxmlformats.org/drawingml/2006/main">
              <a:ext uri="{FF2B5EF4-FFF2-40B4-BE49-F238E27FC236}">
                <a16:creationId xmlns:a16="http://schemas.microsoft.com/office/drawing/2014/main" id="{508F3773-95AB-46D6-9AEE-EFCFDA96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1677" y="40534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6" name="path-2733">
            <a:extLst xmlns:a="http://schemas.openxmlformats.org/drawingml/2006/main">
              <a:ext uri="{FF2B5EF4-FFF2-40B4-BE49-F238E27FC236}">
                <a16:creationId xmlns:a16="http://schemas.microsoft.com/office/drawing/2014/main" id="{CFAD1DD4-17FB-4518-878D-CCBFE230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306" y="40387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7" name="path-2734">
            <a:extLst xmlns:a="http://schemas.openxmlformats.org/drawingml/2006/main">
              <a:ext uri="{FF2B5EF4-FFF2-40B4-BE49-F238E27FC236}">
                <a16:creationId xmlns:a16="http://schemas.microsoft.com/office/drawing/2014/main" id="{0B663130-E1AE-4D17-80B9-FCBC8203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1548" y="40235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8" name="path-2735">
            <a:extLst xmlns:a="http://schemas.openxmlformats.org/drawingml/2006/main">
              <a:ext uri="{FF2B5EF4-FFF2-40B4-BE49-F238E27FC236}">
                <a16:creationId xmlns:a16="http://schemas.microsoft.com/office/drawing/2014/main" id="{F6E9E232-5869-478B-AA61-24C573A2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181" y="4045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9" name="path-2736">
            <a:extLst xmlns:a="http://schemas.openxmlformats.org/drawingml/2006/main">
              <a:ext uri="{FF2B5EF4-FFF2-40B4-BE49-F238E27FC236}">
                <a16:creationId xmlns:a16="http://schemas.microsoft.com/office/drawing/2014/main" id="{0F2DBA08-7368-4D90-8A4E-30659AFC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599" y="4043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0" name="path-2737">
            <a:extLst xmlns:a="http://schemas.openxmlformats.org/drawingml/2006/main">
              <a:ext uri="{FF2B5EF4-FFF2-40B4-BE49-F238E27FC236}">
                <a16:creationId xmlns:a16="http://schemas.microsoft.com/office/drawing/2014/main" id="{7BE00A0B-E21D-4108-A53F-E66C4702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021" y="40472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1" name="path-2738">
            <a:extLst xmlns:a="http://schemas.openxmlformats.org/drawingml/2006/main">
              <a:ext uri="{FF2B5EF4-FFF2-40B4-BE49-F238E27FC236}">
                <a16:creationId xmlns:a16="http://schemas.microsoft.com/office/drawing/2014/main" id="{6DB7483A-5EE7-42AE-8A72-CB030675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0764" y="40119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2" name="path-2739">
            <a:extLst xmlns:a="http://schemas.openxmlformats.org/drawingml/2006/main">
              <a:ext uri="{FF2B5EF4-FFF2-40B4-BE49-F238E27FC236}">
                <a16:creationId xmlns:a16="http://schemas.microsoft.com/office/drawing/2014/main" id="{81A0D8E4-0A7D-4786-91FC-615D6BBA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008" y="40311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3" name="path-2740">
            <a:extLst xmlns:a="http://schemas.openxmlformats.org/drawingml/2006/main">
              <a:ext uri="{FF2B5EF4-FFF2-40B4-BE49-F238E27FC236}">
                <a16:creationId xmlns:a16="http://schemas.microsoft.com/office/drawing/2014/main" id="{30923066-3468-402F-8B6C-A2B823F1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177" y="40474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4" name="path-2741">
            <a:extLst xmlns:a="http://schemas.openxmlformats.org/drawingml/2006/main">
              <a:ext uri="{FF2B5EF4-FFF2-40B4-BE49-F238E27FC236}">
                <a16:creationId xmlns:a16="http://schemas.microsoft.com/office/drawing/2014/main" id="{11DD0E50-3719-4ECD-A2B4-627D1C81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186" y="40637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5" name="path-2742">
            <a:extLst xmlns:a="http://schemas.openxmlformats.org/drawingml/2006/main">
              <a:ext uri="{FF2B5EF4-FFF2-40B4-BE49-F238E27FC236}">
                <a16:creationId xmlns:a16="http://schemas.microsoft.com/office/drawing/2014/main" id="{76534DBB-E2B3-4C0B-A341-6DDAE294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503" y="40453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6" name="path-2743">
            <a:extLst xmlns:a="http://schemas.openxmlformats.org/drawingml/2006/main">
              <a:ext uri="{FF2B5EF4-FFF2-40B4-BE49-F238E27FC236}">
                <a16:creationId xmlns:a16="http://schemas.microsoft.com/office/drawing/2014/main" id="{E6B0A429-8293-41CC-B48D-419F7BCA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32" y="40389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7" name="path-2744">
            <a:extLst xmlns:a="http://schemas.openxmlformats.org/drawingml/2006/main">
              <a:ext uri="{FF2B5EF4-FFF2-40B4-BE49-F238E27FC236}">
                <a16:creationId xmlns:a16="http://schemas.microsoft.com/office/drawing/2014/main" id="{4DE97494-99A2-45CF-B243-AF7F5A33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499" y="40424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8" name="path-2745">
            <a:extLst xmlns:a="http://schemas.openxmlformats.org/drawingml/2006/main">
              <a:ext uri="{FF2B5EF4-FFF2-40B4-BE49-F238E27FC236}">
                <a16:creationId xmlns:a16="http://schemas.microsoft.com/office/drawing/2014/main" id="{74A61DBF-C2B1-4986-8024-4449B2B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253" y="40452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9" name="path-2746">
            <a:extLst xmlns:a="http://schemas.openxmlformats.org/drawingml/2006/main">
              <a:ext uri="{FF2B5EF4-FFF2-40B4-BE49-F238E27FC236}">
                <a16:creationId xmlns:a16="http://schemas.microsoft.com/office/drawing/2014/main" id="{2C0CE931-0173-4E93-BBFB-5D8424D6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258" y="40468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0" name="path-2747">
            <a:extLst xmlns:a="http://schemas.openxmlformats.org/drawingml/2006/main">
              <a:ext uri="{FF2B5EF4-FFF2-40B4-BE49-F238E27FC236}">
                <a16:creationId xmlns:a16="http://schemas.microsoft.com/office/drawing/2014/main" id="{6CC41B48-B800-495C-BB61-3BB3AF89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205" y="40463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1" name="path-2748">
            <a:extLst xmlns:a="http://schemas.openxmlformats.org/drawingml/2006/main">
              <a:ext uri="{FF2B5EF4-FFF2-40B4-BE49-F238E27FC236}">
                <a16:creationId xmlns:a16="http://schemas.microsoft.com/office/drawing/2014/main" id="{F944F645-0CC1-4F50-9552-61ABDC1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755" y="40431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2" name="path-2749">
            <a:extLst xmlns:a="http://schemas.openxmlformats.org/drawingml/2006/main">
              <a:ext uri="{FF2B5EF4-FFF2-40B4-BE49-F238E27FC236}">
                <a16:creationId xmlns:a16="http://schemas.microsoft.com/office/drawing/2014/main" id="{49D64473-1320-4F5F-8666-14C921DA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046" y="4068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3" name="path-2750">
            <a:extLst xmlns:a="http://schemas.openxmlformats.org/drawingml/2006/main">
              <a:ext uri="{FF2B5EF4-FFF2-40B4-BE49-F238E27FC236}">
                <a16:creationId xmlns:a16="http://schemas.microsoft.com/office/drawing/2014/main" id="{7BCCCA02-6031-4501-852F-E05FAF47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947" y="40388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4" name="path-2751">
            <a:extLst xmlns:a="http://schemas.openxmlformats.org/drawingml/2006/main">
              <a:ext uri="{FF2B5EF4-FFF2-40B4-BE49-F238E27FC236}">
                <a16:creationId xmlns:a16="http://schemas.microsoft.com/office/drawing/2014/main" id="{483313B7-C56D-4FAF-BBC9-64C903E6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1967" y="40417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5" name="path-2752">
            <a:extLst xmlns:a="http://schemas.openxmlformats.org/drawingml/2006/main">
              <a:ext uri="{FF2B5EF4-FFF2-40B4-BE49-F238E27FC236}">
                <a16:creationId xmlns:a16="http://schemas.microsoft.com/office/drawing/2014/main" id="{CA154012-F133-44DF-8959-699F7EC5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169" y="4046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6" name="path-2753">
            <a:extLst xmlns:a="http://schemas.openxmlformats.org/drawingml/2006/main">
              <a:ext uri="{FF2B5EF4-FFF2-40B4-BE49-F238E27FC236}">
                <a16:creationId xmlns:a16="http://schemas.microsoft.com/office/drawing/2014/main" id="{E24810BF-0B50-4171-85E1-5EDD7EFE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04" y="40486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7" name="path-2754">
            <a:extLst xmlns:a="http://schemas.openxmlformats.org/drawingml/2006/main">
              <a:ext uri="{FF2B5EF4-FFF2-40B4-BE49-F238E27FC236}">
                <a16:creationId xmlns:a16="http://schemas.microsoft.com/office/drawing/2014/main" id="{6DC3860A-DFAF-471F-A0C2-AF2398BC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609" y="4037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8" name="path-2755">
            <a:extLst xmlns:a="http://schemas.openxmlformats.org/drawingml/2006/main">
              <a:ext uri="{FF2B5EF4-FFF2-40B4-BE49-F238E27FC236}">
                <a16:creationId xmlns:a16="http://schemas.microsoft.com/office/drawing/2014/main" id="{261E9E48-2332-432D-AAF9-6C5789A4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7999" y="4017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9" name="path-2756">
            <a:extLst xmlns:a="http://schemas.openxmlformats.org/drawingml/2006/main">
              <a:ext uri="{FF2B5EF4-FFF2-40B4-BE49-F238E27FC236}">
                <a16:creationId xmlns:a16="http://schemas.microsoft.com/office/drawing/2014/main" id="{0EFC9A57-B629-4B02-8CCD-D30F0973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158" y="40379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0" name="path-2757">
            <a:extLst xmlns:a="http://schemas.openxmlformats.org/drawingml/2006/main">
              <a:ext uri="{FF2B5EF4-FFF2-40B4-BE49-F238E27FC236}">
                <a16:creationId xmlns:a16="http://schemas.microsoft.com/office/drawing/2014/main" id="{420946AF-E756-40F4-9C88-B671075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509" y="4045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1" name="path-2758">
            <a:extLst xmlns:a="http://schemas.openxmlformats.org/drawingml/2006/main">
              <a:ext uri="{FF2B5EF4-FFF2-40B4-BE49-F238E27FC236}">
                <a16:creationId xmlns:a16="http://schemas.microsoft.com/office/drawing/2014/main" id="{8974B35F-745C-4CED-9140-88F00965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040" y="40473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2" name="path-2759">
            <a:extLst xmlns:a="http://schemas.openxmlformats.org/drawingml/2006/main">
              <a:ext uri="{FF2B5EF4-FFF2-40B4-BE49-F238E27FC236}">
                <a16:creationId xmlns:a16="http://schemas.microsoft.com/office/drawing/2014/main" id="{3239176B-5F86-4F69-ADFE-8B1C22E7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679" y="4042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3" name="path-2760">
            <a:extLst xmlns:a="http://schemas.openxmlformats.org/drawingml/2006/main">
              <a:ext uri="{FF2B5EF4-FFF2-40B4-BE49-F238E27FC236}">
                <a16:creationId xmlns:a16="http://schemas.microsoft.com/office/drawing/2014/main" id="{99947120-CF1A-4D37-AA9A-8AF21BD6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1992" y="40598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4" name="path-2761">
            <a:extLst xmlns:a="http://schemas.openxmlformats.org/drawingml/2006/main">
              <a:ext uri="{FF2B5EF4-FFF2-40B4-BE49-F238E27FC236}">
                <a16:creationId xmlns:a16="http://schemas.microsoft.com/office/drawing/2014/main" id="{7910C504-3A0F-4792-A4FE-F209108A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440" y="40490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5" name="path-2762">
            <a:extLst xmlns:a="http://schemas.openxmlformats.org/drawingml/2006/main">
              <a:ext uri="{FF2B5EF4-FFF2-40B4-BE49-F238E27FC236}">
                <a16:creationId xmlns:a16="http://schemas.microsoft.com/office/drawing/2014/main" id="{09408E06-42A7-4368-B75A-F0074EE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3" y="4022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6" name="path-2763">
            <a:extLst xmlns:a="http://schemas.openxmlformats.org/drawingml/2006/main">
              <a:ext uri="{FF2B5EF4-FFF2-40B4-BE49-F238E27FC236}">
                <a16:creationId xmlns:a16="http://schemas.microsoft.com/office/drawing/2014/main" id="{95773F01-E0EF-4A5B-B8F3-93CC4D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051" y="4002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7" name="path-2764">
            <a:extLst xmlns:a="http://schemas.openxmlformats.org/drawingml/2006/main">
              <a:ext uri="{FF2B5EF4-FFF2-40B4-BE49-F238E27FC236}">
                <a16:creationId xmlns:a16="http://schemas.microsoft.com/office/drawing/2014/main" id="{29387232-4C74-4B34-9616-90FBF552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578" y="40277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8" name="path-2765">
            <a:extLst xmlns:a="http://schemas.openxmlformats.org/drawingml/2006/main">
              <a:ext uri="{FF2B5EF4-FFF2-40B4-BE49-F238E27FC236}">
                <a16:creationId xmlns:a16="http://schemas.microsoft.com/office/drawing/2014/main" id="{0C19DC62-8808-41E9-BEDF-591793EC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4887" y="40453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9" name="path-2766">
            <a:extLst xmlns:a="http://schemas.openxmlformats.org/drawingml/2006/main">
              <a:ext uri="{FF2B5EF4-FFF2-40B4-BE49-F238E27FC236}">
                <a16:creationId xmlns:a16="http://schemas.microsoft.com/office/drawing/2014/main" id="{D53DABBB-AF1C-4FE3-A617-C2BE4D9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964" y="4041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0" name="path-2767">
            <a:extLst xmlns:a="http://schemas.openxmlformats.org/drawingml/2006/main">
              <a:ext uri="{FF2B5EF4-FFF2-40B4-BE49-F238E27FC236}">
                <a16:creationId xmlns:a16="http://schemas.microsoft.com/office/drawing/2014/main" id="{9BB8AA5A-9FE9-4178-B1FA-278DF70D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156" y="4043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1" name="path-2768">
            <a:extLst xmlns:a="http://schemas.openxmlformats.org/drawingml/2006/main">
              <a:ext uri="{FF2B5EF4-FFF2-40B4-BE49-F238E27FC236}">
                <a16:creationId xmlns:a16="http://schemas.microsoft.com/office/drawing/2014/main" id="{5B9D0732-9DAA-4BFA-B6CA-5F35035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543" y="40449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2" name="path-2769">
            <a:extLst xmlns:a="http://schemas.openxmlformats.org/drawingml/2006/main">
              <a:ext uri="{FF2B5EF4-FFF2-40B4-BE49-F238E27FC236}">
                <a16:creationId xmlns:a16="http://schemas.microsoft.com/office/drawing/2014/main" id="{0EC5934C-94F5-47F0-912C-6CDFC259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648" y="40370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3" name="path-2770">
            <a:extLst xmlns:a="http://schemas.openxmlformats.org/drawingml/2006/main">
              <a:ext uri="{FF2B5EF4-FFF2-40B4-BE49-F238E27FC236}">
                <a16:creationId xmlns:a16="http://schemas.microsoft.com/office/drawing/2014/main" id="{5BED8588-6A0E-4CCF-AD60-C93C3CF2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465" y="40514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4" name="path-2771">
            <a:extLst xmlns:a="http://schemas.openxmlformats.org/drawingml/2006/main">
              <a:ext uri="{FF2B5EF4-FFF2-40B4-BE49-F238E27FC236}">
                <a16:creationId xmlns:a16="http://schemas.microsoft.com/office/drawing/2014/main" id="{8958BD5E-B4BC-4C6A-9B40-56B92460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1729" y="40720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5" name="path-2772">
            <a:extLst xmlns:a="http://schemas.openxmlformats.org/drawingml/2006/main">
              <a:ext uri="{FF2B5EF4-FFF2-40B4-BE49-F238E27FC236}">
                <a16:creationId xmlns:a16="http://schemas.microsoft.com/office/drawing/2014/main" id="{51144EE0-D735-4232-A763-A864A864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423" y="4017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6" name="path-2773">
            <a:extLst xmlns:a="http://schemas.openxmlformats.org/drawingml/2006/main">
              <a:ext uri="{FF2B5EF4-FFF2-40B4-BE49-F238E27FC236}">
                <a16:creationId xmlns:a16="http://schemas.microsoft.com/office/drawing/2014/main" id="{02142EAC-7D73-4AF5-BEF5-E7152B1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2136" y="40415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7" name="path-2774">
            <a:extLst xmlns:a="http://schemas.openxmlformats.org/drawingml/2006/main">
              <a:ext uri="{FF2B5EF4-FFF2-40B4-BE49-F238E27FC236}">
                <a16:creationId xmlns:a16="http://schemas.microsoft.com/office/drawing/2014/main" id="{7E4D3E28-4AB6-48FC-AF85-7F207E0A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739" y="40479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8" name="path-2775">
            <a:extLst xmlns:a="http://schemas.openxmlformats.org/drawingml/2006/main">
              <a:ext uri="{FF2B5EF4-FFF2-40B4-BE49-F238E27FC236}">
                <a16:creationId xmlns:a16="http://schemas.microsoft.com/office/drawing/2014/main" id="{E98F4CE8-DA9A-409E-B505-6D374D66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538" y="4068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9" name="path-2776">
            <a:extLst xmlns:a="http://schemas.openxmlformats.org/drawingml/2006/main">
              <a:ext uri="{FF2B5EF4-FFF2-40B4-BE49-F238E27FC236}">
                <a16:creationId xmlns:a16="http://schemas.microsoft.com/office/drawing/2014/main" id="{E8FA895E-8D45-44AA-8293-C2EC8464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916" y="4041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0" name="path-2777">
            <a:extLst xmlns:a="http://schemas.openxmlformats.org/drawingml/2006/main">
              <a:ext uri="{FF2B5EF4-FFF2-40B4-BE49-F238E27FC236}">
                <a16:creationId xmlns:a16="http://schemas.microsoft.com/office/drawing/2014/main" id="{91D4BBC6-4AB7-487B-9901-D280EE99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415" y="40319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1" name="path-2778">
            <a:extLst xmlns:a="http://schemas.openxmlformats.org/drawingml/2006/main">
              <a:ext uri="{FF2B5EF4-FFF2-40B4-BE49-F238E27FC236}">
                <a16:creationId xmlns:a16="http://schemas.microsoft.com/office/drawing/2014/main" id="{54EAC748-4B41-4D97-B145-001DE9CF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0155" y="40701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2" name="path-2779">
            <a:extLst xmlns:a="http://schemas.openxmlformats.org/drawingml/2006/main">
              <a:ext uri="{FF2B5EF4-FFF2-40B4-BE49-F238E27FC236}">
                <a16:creationId xmlns:a16="http://schemas.microsoft.com/office/drawing/2014/main" id="{FC9D00E6-1320-40DB-8DC4-980D0F42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091" y="4044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3" name="path-2780">
            <a:extLst xmlns:a="http://schemas.openxmlformats.org/drawingml/2006/main">
              <a:ext uri="{FF2B5EF4-FFF2-40B4-BE49-F238E27FC236}">
                <a16:creationId xmlns:a16="http://schemas.microsoft.com/office/drawing/2014/main" id="{17EFFB9F-8CE7-4D46-8A1F-7F8F690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072" y="40464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4" name="path-2781">
            <a:extLst xmlns:a="http://schemas.openxmlformats.org/drawingml/2006/main">
              <a:ext uri="{FF2B5EF4-FFF2-40B4-BE49-F238E27FC236}">
                <a16:creationId xmlns:a16="http://schemas.microsoft.com/office/drawing/2014/main" id="{84E53F9D-F2C1-4D76-8B75-A65A49A0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306" y="4048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5" name="path-2782">
            <a:extLst xmlns:a="http://schemas.openxmlformats.org/drawingml/2006/main">
              <a:ext uri="{FF2B5EF4-FFF2-40B4-BE49-F238E27FC236}">
                <a16:creationId xmlns:a16="http://schemas.microsoft.com/office/drawing/2014/main" id="{9E6AEAF8-81E9-4D9A-83D5-EF8773A6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310" y="40420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6" name="path-2783">
            <a:extLst xmlns:a="http://schemas.openxmlformats.org/drawingml/2006/main">
              <a:ext uri="{FF2B5EF4-FFF2-40B4-BE49-F238E27FC236}">
                <a16:creationId xmlns:a16="http://schemas.microsoft.com/office/drawing/2014/main" id="{E1D292D1-F541-4888-BDE3-FC6D465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6773" y="40296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7" name="path-2784">
            <a:extLst xmlns:a="http://schemas.openxmlformats.org/drawingml/2006/main">
              <a:ext uri="{FF2B5EF4-FFF2-40B4-BE49-F238E27FC236}">
                <a16:creationId xmlns:a16="http://schemas.microsoft.com/office/drawing/2014/main" id="{527536C0-E2AF-4AE1-B170-4EB58953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012" y="4038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8" name="path-2785">
            <a:extLst xmlns:a="http://schemas.openxmlformats.org/drawingml/2006/main">
              <a:ext uri="{FF2B5EF4-FFF2-40B4-BE49-F238E27FC236}">
                <a16:creationId xmlns:a16="http://schemas.microsoft.com/office/drawing/2014/main" id="{31350C0F-C319-4CB1-9EBE-EA7FBA8B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953" y="40458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9" name="path-2786">
            <a:extLst xmlns:a="http://schemas.openxmlformats.org/drawingml/2006/main">
              <a:ext uri="{FF2B5EF4-FFF2-40B4-BE49-F238E27FC236}">
                <a16:creationId xmlns:a16="http://schemas.microsoft.com/office/drawing/2014/main" id="{BFDCB3E0-DCD5-421E-9600-463AD40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739" y="40453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0" name="path-2787">
            <a:extLst xmlns:a="http://schemas.openxmlformats.org/drawingml/2006/main">
              <a:ext uri="{FF2B5EF4-FFF2-40B4-BE49-F238E27FC236}">
                <a16:creationId xmlns:a16="http://schemas.microsoft.com/office/drawing/2014/main" id="{C15DE520-06BB-4EF3-A494-5F38F12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842" y="4055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1" name="path-2788">
            <a:extLst xmlns:a="http://schemas.openxmlformats.org/drawingml/2006/main">
              <a:ext uri="{FF2B5EF4-FFF2-40B4-BE49-F238E27FC236}">
                <a16:creationId xmlns:a16="http://schemas.microsoft.com/office/drawing/2014/main" id="{11055692-4A51-4F1D-B4F4-BC278256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7565" y="4051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2" name="path-2789">
            <a:extLst xmlns:a="http://schemas.openxmlformats.org/drawingml/2006/main">
              <a:ext uri="{FF2B5EF4-FFF2-40B4-BE49-F238E27FC236}">
                <a16:creationId xmlns:a16="http://schemas.microsoft.com/office/drawing/2014/main" id="{471CED96-53AC-4666-9142-EBA460E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167" y="4045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3" name="path-2790">
            <a:extLst xmlns:a="http://schemas.openxmlformats.org/drawingml/2006/main">
              <a:ext uri="{FF2B5EF4-FFF2-40B4-BE49-F238E27FC236}">
                <a16:creationId xmlns:a16="http://schemas.microsoft.com/office/drawing/2014/main" id="{4E71E0E8-7CA0-4DC1-BB2D-649B815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0029" y="4063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4" name="path-2791">
            <a:extLst xmlns:a="http://schemas.openxmlformats.org/drawingml/2006/main">
              <a:ext uri="{FF2B5EF4-FFF2-40B4-BE49-F238E27FC236}">
                <a16:creationId xmlns:a16="http://schemas.microsoft.com/office/drawing/2014/main" id="{2B6F3BB3-290A-4998-81E0-025F7E58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411" y="4056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5" name="path-2792">
            <a:extLst xmlns:a="http://schemas.openxmlformats.org/drawingml/2006/main">
              <a:ext uri="{FF2B5EF4-FFF2-40B4-BE49-F238E27FC236}">
                <a16:creationId xmlns:a16="http://schemas.microsoft.com/office/drawing/2014/main" id="{9310FEBD-C2F3-4A73-8280-F56FD001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796" y="3992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6" name="path-2793">
            <a:extLst xmlns:a="http://schemas.openxmlformats.org/drawingml/2006/main">
              <a:ext uri="{FF2B5EF4-FFF2-40B4-BE49-F238E27FC236}">
                <a16:creationId xmlns:a16="http://schemas.microsoft.com/office/drawing/2014/main" id="{1EE54E3D-984E-46B7-A8FC-DC52064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1420" y="40411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7" name="path-2794">
            <a:extLst xmlns:a="http://schemas.openxmlformats.org/drawingml/2006/main">
              <a:ext uri="{FF2B5EF4-FFF2-40B4-BE49-F238E27FC236}">
                <a16:creationId xmlns:a16="http://schemas.microsoft.com/office/drawing/2014/main" id="{358DD3F5-6BF0-4F68-848C-A071B1F3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921" y="40479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8" name="path-2795">
            <a:extLst xmlns:a="http://schemas.openxmlformats.org/drawingml/2006/main">
              <a:ext uri="{FF2B5EF4-FFF2-40B4-BE49-F238E27FC236}">
                <a16:creationId xmlns:a16="http://schemas.microsoft.com/office/drawing/2014/main" id="{A8217DF0-FFE1-400A-90B0-26B7558F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027" y="40452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9" name="path-2796">
            <a:extLst xmlns:a="http://schemas.openxmlformats.org/drawingml/2006/main">
              <a:ext uri="{FF2B5EF4-FFF2-40B4-BE49-F238E27FC236}">
                <a16:creationId xmlns:a16="http://schemas.microsoft.com/office/drawing/2014/main" id="{E151092A-C200-4B7E-AEFE-29B97DD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198" y="40412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0" name="path-2797">
            <a:extLst xmlns:a="http://schemas.openxmlformats.org/drawingml/2006/main">
              <a:ext uri="{FF2B5EF4-FFF2-40B4-BE49-F238E27FC236}">
                <a16:creationId xmlns:a16="http://schemas.microsoft.com/office/drawing/2014/main" id="{36632527-7F9A-4865-9796-F4899455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014" y="40366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1" name="path-2798">
            <a:extLst xmlns:a="http://schemas.openxmlformats.org/drawingml/2006/main">
              <a:ext uri="{FF2B5EF4-FFF2-40B4-BE49-F238E27FC236}">
                <a16:creationId xmlns:a16="http://schemas.microsoft.com/office/drawing/2014/main" id="{A54D9642-16C5-4075-9892-685FA7A6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699" y="4048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2" name="path-2799">
            <a:extLst xmlns:a="http://schemas.openxmlformats.org/drawingml/2006/main">
              <a:ext uri="{FF2B5EF4-FFF2-40B4-BE49-F238E27FC236}">
                <a16:creationId xmlns:a16="http://schemas.microsoft.com/office/drawing/2014/main" id="{008F97B6-5289-4200-B468-307C101E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314" y="40470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3" name="path-2800">
            <a:extLst xmlns:a="http://schemas.openxmlformats.org/drawingml/2006/main">
              <a:ext uri="{FF2B5EF4-FFF2-40B4-BE49-F238E27FC236}">
                <a16:creationId xmlns:a16="http://schemas.microsoft.com/office/drawing/2014/main" id="{CB52C77D-2ED9-4F5F-A105-4F0EDE35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165" y="4045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4" name="path-2801">
            <a:extLst xmlns:a="http://schemas.openxmlformats.org/drawingml/2006/main">
              <a:ext uri="{FF2B5EF4-FFF2-40B4-BE49-F238E27FC236}">
                <a16:creationId xmlns:a16="http://schemas.microsoft.com/office/drawing/2014/main" id="{CB0F017B-F51F-498A-9C0D-5C7841FB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782" y="4031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5" name="path-2802">
            <a:extLst xmlns:a="http://schemas.openxmlformats.org/drawingml/2006/main">
              <a:ext uri="{FF2B5EF4-FFF2-40B4-BE49-F238E27FC236}">
                <a16:creationId xmlns:a16="http://schemas.microsoft.com/office/drawing/2014/main" id="{CB880644-A375-4F27-AC02-71F50D7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86" y="4040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6" name="path-2803">
            <a:extLst xmlns:a="http://schemas.openxmlformats.org/drawingml/2006/main">
              <a:ext uri="{FF2B5EF4-FFF2-40B4-BE49-F238E27FC236}">
                <a16:creationId xmlns:a16="http://schemas.microsoft.com/office/drawing/2014/main" id="{46DE6ED8-CB76-43B1-885F-47049BAC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400" y="40425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7" name="path-2804">
            <a:extLst xmlns:a="http://schemas.openxmlformats.org/drawingml/2006/main">
              <a:ext uri="{FF2B5EF4-FFF2-40B4-BE49-F238E27FC236}">
                <a16:creationId xmlns:a16="http://schemas.microsoft.com/office/drawing/2014/main" id="{E82948B9-644B-482B-B90C-707AE26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2415" y="40460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8" name="path-2805">
            <a:extLst xmlns:a="http://schemas.openxmlformats.org/drawingml/2006/main">
              <a:ext uri="{FF2B5EF4-FFF2-40B4-BE49-F238E27FC236}">
                <a16:creationId xmlns:a16="http://schemas.microsoft.com/office/drawing/2014/main" id="{5846CE49-8920-4842-AA3C-D01EF62F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011" y="4045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9" name="path-2806">
            <a:extLst xmlns:a="http://schemas.openxmlformats.org/drawingml/2006/main">
              <a:ext uri="{FF2B5EF4-FFF2-40B4-BE49-F238E27FC236}">
                <a16:creationId xmlns:a16="http://schemas.microsoft.com/office/drawing/2014/main" id="{454F4731-C9D3-4E78-8D1F-C841B9B7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734" y="40684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0" name="path-2807">
            <a:extLst xmlns:a="http://schemas.openxmlformats.org/drawingml/2006/main">
              <a:ext uri="{FF2B5EF4-FFF2-40B4-BE49-F238E27FC236}">
                <a16:creationId xmlns:a16="http://schemas.microsoft.com/office/drawing/2014/main" id="{A49FCA72-D846-4EEF-8623-E6D45766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103" y="4050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1" name="path-2808">
            <a:extLst xmlns:a="http://schemas.openxmlformats.org/drawingml/2006/main">
              <a:ext uri="{FF2B5EF4-FFF2-40B4-BE49-F238E27FC236}">
                <a16:creationId xmlns:a16="http://schemas.microsoft.com/office/drawing/2014/main" id="{652BEFE6-74C6-4E04-B454-58E4F780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992" y="40187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2" name="path-2809">
            <a:extLst xmlns:a="http://schemas.openxmlformats.org/drawingml/2006/main">
              <a:ext uri="{FF2B5EF4-FFF2-40B4-BE49-F238E27FC236}">
                <a16:creationId xmlns:a16="http://schemas.microsoft.com/office/drawing/2014/main" id="{343D786D-ED27-4F66-9458-FCF3A572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4912" y="40405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3" name="path-2810">
            <a:extLst xmlns:a="http://schemas.openxmlformats.org/drawingml/2006/main">
              <a:ext uri="{FF2B5EF4-FFF2-40B4-BE49-F238E27FC236}">
                <a16:creationId xmlns:a16="http://schemas.microsoft.com/office/drawing/2014/main" id="{AC45CA5B-07C6-4670-8205-8130517D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036" y="4038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4" name="path-2811">
            <a:extLst xmlns:a="http://schemas.openxmlformats.org/drawingml/2006/main">
              <a:ext uri="{FF2B5EF4-FFF2-40B4-BE49-F238E27FC236}">
                <a16:creationId xmlns:a16="http://schemas.microsoft.com/office/drawing/2014/main" id="{9EB1ADDA-6960-449F-B1BE-76CDFEAE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751" y="40329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5" name="path-2812">
            <a:extLst xmlns:a="http://schemas.openxmlformats.org/drawingml/2006/main">
              <a:ext uri="{FF2B5EF4-FFF2-40B4-BE49-F238E27FC236}">
                <a16:creationId xmlns:a16="http://schemas.microsoft.com/office/drawing/2014/main" id="{A951B468-130D-4EA6-8B3B-FAD1935C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9312" y="40472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6" name="path-2813">
            <a:extLst xmlns:a="http://schemas.openxmlformats.org/drawingml/2006/main">
              <a:ext uri="{FF2B5EF4-FFF2-40B4-BE49-F238E27FC236}">
                <a16:creationId xmlns:a16="http://schemas.microsoft.com/office/drawing/2014/main" id="{F416F3BC-1049-4150-9D4C-B2D9985A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475" y="4045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7" name="path-2814">
            <a:extLst xmlns:a="http://schemas.openxmlformats.org/drawingml/2006/main">
              <a:ext uri="{FF2B5EF4-FFF2-40B4-BE49-F238E27FC236}">
                <a16:creationId xmlns:a16="http://schemas.microsoft.com/office/drawing/2014/main" id="{94F1E822-0C6B-4F77-8D5F-02A7B968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297" y="40420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8" name="path-2815">
            <a:extLst xmlns:a="http://schemas.openxmlformats.org/drawingml/2006/main">
              <a:ext uri="{FF2B5EF4-FFF2-40B4-BE49-F238E27FC236}">
                <a16:creationId xmlns:a16="http://schemas.microsoft.com/office/drawing/2014/main" id="{92265510-FAE9-42A2-B58E-5D6861BC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105" y="40829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9" name="path-2816">
            <a:extLst xmlns:a="http://schemas.openxmlformats.org/drawingml/2006/main">
              <a:ext uri="{FF2B5EF4-FFF2-40B4-BE49-F238E27FC236}">
                <a16:creationId xmlns:a16="http://schemas.microsoft.com/office/drawing/2014/main" id="{2D37E182-80A1-4D80-AE88-9F861B20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6880" y="4046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0" name="path-2817">
            <a:extLst xmlns:a="http://schemas.openxmlformats.org/drawingml/2006/main">
              <a:ext uri="{FF2B5EF4-FFF2-40B4-BE49-F238E27FC236}">
                <a16:creationId xmlns:a16="http://schemas.microsoft.com/office/drawing/2014/main" id="{3F9D4C0F-AA01-4395-8146-16F75C13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022" y="40517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1" name="path-2818">
            <a:extLst xmlns:a="http://schemas.openxmlformats.org/drawingml/2006/main">
              <a:ext uri="{FF2B5EF4-FFF2-40B4-BE49-F238E27FC236}">
                <a16:creationId xmlns:a16="http://schemas.microsoft.com/office/drawing/2014/main" id="{F7D9C5E6-3208-48CD-A608-FCB7879B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588" y="40072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2" name="path-2819">
            <a:extLst xmlns:a="http://schemas.openxmlformats.org/drawingml/2006/main">
              <a:ext uri="{FF2B5EF4-FFF2-40B4-BE49-F238E27FC236}">
                <a16:creationId xmlns:a16="http://schemas.microsoft.com/office/drawing/2014/main" id="{92E7D767-7431-419C-AB81-4AC24423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388" y="40582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3" name="path-2820">
            <a:extLst xmlns:a="http://schemas.openxmlformats.org/drawingml/2006/main">
              <a:ext uri="{FF2B5EF4-FFF2-40B4-BE49-F238E27FC236}">
                <a16:creationId xmlns:a16="http://schemas.microsoft.com/office/drawing/2014/main" id="{3A62EF3B-0E29-430B-882A-DA7DC0E4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607" y="4045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4" name="path-2821">
            <a:extLst xmlns:a="http://schemas.openxmlformats.org/drawingml/2006/main">
              <a:ext uri="{FF2B5EF4-FFF2-40B4-BE49-F238E27FC236}">
                <a16:creationId xmlns:a16="http://schemas.microsoft.com/office/drawing/2014/main" id="{97D07B46-37C0-499E-887A-2765A419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605" y="4031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5" name="path-2822">
            <a:extLst xmlns:a="http://schemas.openxmlformats.org/drawingml/2006/main">
              <a:ext uri="{FF2B5EF4-FFF2-40B4-BE49-F238E27FC236}">
                <a16:creationId xmlns:a16="http://schemas.microsoft.com/office/drawing/2014/main" id="{07DA8DE4-E9DA-409D-85B6-1A295E2C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1696" y="4044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6" name="path-2823">
            <a:extLst xmlns:a="http://schemas.openxmlformats.org/drawingml/2006/main">
              <a:ext uri="{FF2B5EF4-FFF2-40B4-BE49-F238E27FC236}">
                <a16:creationId xmlns:a16="http://schemas.microsoft.com/office/drawing/2014/main" id="{2BACF14C-19F3-4363-B879-C282D38B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309" y="40428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7" name="path-2824">
            <a:extLst xmlns:a="http://schemas.openxmlformats.org/drawingml/2006/main">
              <a:ext uri="{FF2B5EF4-FFF2-40B4-BE49-F238E27FC236}">
                <a16:creationId xmlns:a16="http://schemas.microsoft.com/office/drawing/2014/main" id="{9341EB87-0A0C-45A6-9963-99A937A4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998" y="40398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8" name="path-2825">
            <a:extLst xmlns:a="http://schemas.openxmlformats.org/drawingml/2006/main">
              <a:ext uri="{FF2B5EF4-FFF2-40B4-BE49-F238E27FC236}">
                <a16:creationId xmlns:a16="http://schemas.microsoft.com/office/drawing/2014/main" id="{C44A8198-67AF-4A05-AFFC-E5F7A4DA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894" y="40739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9" name="path-2826">
            <a:extLst xmlns:a="http://schemas.openxmlformats.org/drawingml/2006/main">
              <a:ext uri="{FF2B5EF4-FFF2-40B4-BE49-F238E27FC236}">
                <a16:creationId xmlns:a16="http://schemas.microsoft.com/office/drawing/2014/main" id="{CC8E1E5D-F10B-49B5-BB9E-36DC189A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442" y="40434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0" name="path-2827">
            <a:extLst xmlns:a="http://schemas.openxmlformats.org/drawingml/2006/main">
              <a:ext uri="{FF2B5EF4-FFF2-40B4-BE49-F238E27FC236}">
                <a16:creationId xmlns:a16="http://schemas.microsoft.com/office/drawing/2014/main" id="{B931FAE5-A366-45A8-B608-0C80A86D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545" y="40349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1" name="path-2828">
            <a:extLst xmlns:a="http://schemas.openxmlformats.org/drawingml/2006/main">
              <a:ext uri="{FF2B5EF4-FFF2-40B4-BE49-F238E27FC236}">
                <a16:creationId xmlns:a16="http://schemas.microsoft.com/office/drawing/2014/main" id="{D766FCB7-1C29-4BD7-BF24-DE0EB5C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619" y="40416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2" name="path-2829">
            <a:extLst xmlns:a="http://schemas.openxmlformats.org/drawingml/2006/main">
              <a:ext uri="{FF2B5EF4-FFF2-40B4-BE49-F238E27FC236}">
                <a16:creationId xmlns:a16="http://schemas.microsoft.com/office/drawing/2014/main" id="{13462497-DE0B-4EC4-9BB9-921DB03E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011" y="40144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3" name="path-2830">
            <a:extLst xmlns:a="http://schemas.openxmlformats.org/drawingml/2006/main">
              <a:ext uri="{FF2B5EF4-FFF2-40B4-BE49-F238E27FC236}">
                <a16:creationId xmlns:a16="http://schemas.microsoft.com/office/drawing/2014/main" id="{A14539CF-50E2-45CE-B034-CE611D5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424" y="40454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4" name="path-2831">
            <a:extLst xmlns:a="http://schemas.openxmlformats.org/drawingml/2006/main">
              <a:ext uri="{FF2B5EF4-FFF2-40B4-BE49-F238E27FC236}">
                <a16:creationId xmlns:a16="http://schemas.microsoft.com/office/drawing/2014/main" id="{A29FC7DF-61DD-488B-A7AC-01C8308D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788" y="40447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5" name="path-2832">
            <a:extLst xmlns:a="http://schemas.openxmlformats.org/drawingml/2006/main">
              <a:ext uri="{FF2B5EF4-FFF2-40B4-BE49-F238E27FC236}">
                <a16:creationId xmlns:a16="http://schemas.microsoft.com/office/drawing/2014/main" id="{D3A7F1A0-283E-435F-A332-BA3E78AF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9090" y="4052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6" name="path-2833">
            <a:extLst xmlns:a="http://schemas.openxmlformats.org/drawingml/2006/main">
              <a:ext uri="{FF2B5EF4-FFF2-40B4-BE49-F238E27FC236}">
                <a16:creationId xmlns:a16="http://schemas.microsoft.com/office/drawing/2014/main" id="{4C10AD06-9DD1-4707-87ED-0D7A412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538" y="40452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7" name="path-2834">
            <a:extLst xmlns:a="http://schemas.openxmlformats.org/drawingml/2006/main">
              <a:ext uri="{FF2B5EF4-FFF2-40B4-BE49-F238E27FC236}">
                <a16:creationId xmlns:a16="http://schemas.microsoft.com/office/drawing/2014/main" id="{005B7C7E-B820-4273-BE9E-B5893271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0930" y="4081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8" name="path-2835">
            <a:extLst xmlns:a="http://schemas.openxmlformats.org/drawingml/2006/main">
              <a:ext uri="{FF2B5EF4-FFF2-40B4-BE49-F238E27FC236}">
                <a16:creationId xmlns:a16="http://schemas.microsoft.com/office/drawing/2014/main" id="{8C5FC26B-07EF-457C-9B25-AB935DF9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291" y="4051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9" name="path-2836">
            <a:extLst xmlns:a="http://schemas.openxmlformats.org/drawingml/2006/main">
              <a:ext uri="{FF2B5EF4-FFF2-40B4-BE49-F238E27FC236}">
                <a16:creationId xmlns:a16="http://schemas.microsoft.com/office/drawing/2014/main" id="{D66B133D-EBDF-4A73-ABD7-244909F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308" y="40438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0" name="path-2837">
            <a:extLst xmlns:a="http://schemas.openxmlformats.org/drawingml/2006/main">
              <a:ext uri="{FF2B5EF4-FFF2-40B4-BE49-F238E27FC236}">
                <a16:creationId xmlns:a16="http://schemas.microsoft.com/office/drawing/2014/main" id="{5DBD6875-7B5F-438D-ADBC-D4926C8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686" y="40065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1" name="path-2838">
            <a:extLst xmlns:a="http://schemas.openxmlformats.org/drawingml/2006/main">
              <a:ext uri="{FF2B5EF4-FFF2-40B4-BE49-F238E27FC236}">
                <a16:creationId xmlns:a16="http://schemas.microsoft.com/office/drawing/2014/main" id="{93E0E64F-64BE-4B12-94D2-207B6A32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954" y="4051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2" name="path-2839">
            <a:extLst xmlns:a="http://schemas.openxmlformats.org/drawingml/2006/main">
              <a:ext uri="{FF2B5EF4-FFF2-40B4-BE49-F238E27FC236}">
                <a16:creationId xmlns:a16="http://schemas.microsoft.com/office/drawing/2014/main" id="{039E8056-67DF-4E55-A443-D11C1A7E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706" y="4040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3" name="path-2840">
            <a:extLst xmlns:a="http://schemas.openxmlformats.org/drawingml/2006/main">
              <a:ext uri="{FF2B5EF4-FFF2-40B4-BE49-F238E27FC236}">
                <a16:creationId xmlns:a16="http://schemas.microsoft.com/office/drawing/2014/main" id="{2AD13C8A-1A96-4591-9765-D2AB210A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250" y="4040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4" name="path-2841">
            <a:extLst xmlns:a="http://schemas.openxmlformats.org/drawingml/2006/main">
              <a:ext uri="{FF2B5EF4-FFF2-40B4-BE49-F238E27FC236}">
                <a16:creationId xmlns:a16="http://schemas.microsoft.com/office/drawing/2014/main" id="{C9A16774-E384-47E5-9CCF-0EF82B5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925" y="40464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5" name="path-2842">
            <a:extLst xmlns:a="http://schemas.openxmlformats.org/drawingml/2006/main">
              <a:ext uri="{FF2B5EF4-FFF2-40B4-BE49-F238E27FC236}">
                <a16:creationId xmlns:a16="http://schemas.microsoft.com/office/drawing/2014/main" id="{FBAD4593-EDD3-45E7-AF8B-F2FD4AF6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690" y="4002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6" name="path-2843">
            <a:extLst xmlns:a="http://schemas.openxmlformats.org/drawingml/2006/main">
              <a:ext uri="{FF2B5EF4-FFF2-40B4-BE49-F238E27FC236}">
                <a16:creationId xmlns:a16="http://schemas.microsoft.com/office/drawing/2014/main" id="{5EC1DA16-49EE-47C0-95B4-6E879DC1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5174" y="40417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7" name="path-2844">
            <a:extLst xmlns:a="http://schemas.openxmlformats.org/drawingml/2006/main">
              <a:ext uri="{FF2B5EF4-FFF2-40B4-BE49-F238E27FC236}">
                <a16:creationId xmlns:a16="http://schemas.microsoft.com/office/drawing/2014/main" id="{2E966162-B12A-435B-86F6-FB2D0EA4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7633" y="40428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8" name="path-2845">
            <a:extLst xmlns:a="http://schemas.openxmlformats.org/drawingml/2006/main">
              <a:ext uri="{FF2B5EF4-FFF2-40B4-BE49-F238E27FC236}">
                <a16:creationId xmlns:a16="http://schemas.microsoft.com/office/drawing/2014/main" id="{3EC9F374-05BE-4641-A529-91081A32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484" y="40460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9" name="path-2846">
            <a:extLst xmlns:a="http://schemas.openxmlformats.org/drawingml/2006/main">
              <a:ext uri="{FF2B5EF4-FFF2-40B4-BE49-F238E27FC236}">
                <a16:creationId xmlns:a16="http://schemas.microsoft.com/office/drawing/2014/main" id="{7A8E1CE9-C68E-4A23-AF3B-0D107F2E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354" y="40484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0" name="path-2847">
            <a:extLst xmlns:a="http://schemas.openxmlformats.org/drawingml/2006/main">
              <a:ext uri="{FF2B5EF4-FFF2-40B4-BE49-F238E27FC236}">
                <a16:creationId xmlns:a16="http://schemas.microsoft.com/office/drawing/2014/main" id="{E2186051-F63A-4BC4-A7A5-188C7224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801" y="4045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1" name="path-2848">
            <a:extLst xmlns:a="http://schemas.openxmlformats.org/drawingml/2006/main">
              <a:ext uri="{FF2B5EF4-FFF2-40B4-BE49-F238E27FC236}">
                <a16:creationId xmlns:a16="http://schemas.microsoft.com/office/drawing/2014/main" id="{90F1553E-72DB-4BFD-9F23-67F76661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044" y="4047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2" name="path-2849">
            <a:extLst xmlns:a="http://schemas.openxmlformats.org/drawingml/2006/main">
              <a:ext uri="{FF2B5EF4-FFF2-40B4-BE49-F238E27FC236}">
                <a16:creationId xmlns:a16="http://schemas.microsoft.com/office/drawing/2014/main" id="{F9F5D739-9ED2-453F-B323-036B4293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215" y="4041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3" name="path-2850">
            <a:extLst xmlns:a="http://schemas.openxmlformats.org/drawingml/2006/main">
              <a:ext uri="{FF2B5EF4-FFF2-40B4-BE49-F238E27FC236}">
                <a16:creationId xmlns:a16="http://schemas.microsoft.com/office/drawing/2014/main" id="{7C2ECAF9-727F-4083-95EF-27F2EF9B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834" y="40710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4" name="path-2851">
            <a:extLst xmlns:a="http://schemas.openxmlformats.org/drawingml/2006/main">
              <a:ext uri="{FF2B5EF4-FFF2-40B4-BE49-F238E27FC236}">
                <a16:creationId xmlns:a16="http://schemas.microsoft.com/office/drawing/2014/main" id="{52CCD97E-E260-459F-B654-9727F15E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395" y="4014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5" name="path-2852">
            <a:extLst xmlns:a="http://schemas.openxmlformats.org/drawingml/2006/main">
              <a:ext uri="{FF2B5EF4-FFF2-40B4-BE49-F238E27FC236}">
                <a16:creationId xmlns:a16="http://schemas.microsoft.com/office/drawing/2014/main" id="{48F7C28A-50D8-41A5-AF4E-8E89C3E9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570" y="40409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6" name="path-2853">
            <a:extLst xmlns:a="http://schemas.openxmlformats.org/drawingml/2006/main">
              <a:ext uri="{FF2B5EF4-FFF2-40B4-BE49-F238E27FC236}">
                <a16:creationId xmlns:a16="http://schemas.microsoft.com/office/drawing/2014/main" id="{DDBB39CB-D625-4E56-BCCB-0DD65ACD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593" y="40443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7" name="path-2854">
            <a:extLst xmlns:a="http://schemas.openxmlformats.org/drawingml/2006/main">
              <a:ext uri="{FF2B5EF4-FFF2-40B4-BE49-F238E27FC236}">
                <a16:creationId xmlns:a16="http://schemas.microsoft.com/office/drawing/2014/main" id="{2881A23B-3C7A-48A4-B7B6-88C37544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835" y="4042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8" name="path-2855">
            <a:extLst xmlns:a="http://schemas.openxmlformats.org/drawingml/2006/main">
              <a:ext uri="{FF2B5EF4-FFF2-40B4-BE49-F238E27FC236}">
                <a16:creationId xmlns:a16="http://schemas.microsoft.com/office/drawing/2014/main" id="{1984CCD9-937C-4DEC-A88E-9DE40670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9348" y="40431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9" name="path-2856">
            <a:extLst xmlns:a="http://schemas.openxmlformats.org/drawingml/2006/main">
              <a:ext uri="{FF2B5EF4-FFF2-40B4-BE49-F238E27FC236}">
                <a16:creationId xmlns:a16="http://schemas.microsoft.com/office/drawing/2014/main" id="{670CDD9F-B143-4765-BF2A-8BF3CCEF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686" y="40421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0" name="path-2857">
            <a:extLst xmlns:a="http://schemas.openxmlformats.org/drawingml/2006/main">
              <a:ext uri="{FF2B5EF4-FFF2-40B4-BE49-F238E27FC236}">
                <a16:creationId xmlns:a16="http://schemas.microsoft.com/office/drawing/2014/main" id="{B63CBDD7-6655-4C56-98BB-793FC3C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2763" y="40451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1" name="path-2858">
            <a:extLst xmlns:a="http://schemas.openxmlformats.org/drawingml/2006/main">
              <a:ext uri="{FF2B5EF4-FFF2-40B4-BE49-F238E27FC236}">
                <a16:creationId xmlns:a16="http://schemas.microsoft.com/office/drawing/2014/main" id="{7D4CFB6E-FA56-4EF4-91DC-C08A5440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00" y="40407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2" name="path-2859">
            <a:extLst xmlns:a="http://schemas.openxmlformats.org/drawingml/2006/main">
              <a:ext uri="{FF2B5EF4-FFF2-40B4-BE49-F238E27FC236}">
                <a16:creationId xmlns:a16="http://schemas.microsoft.com/office/drawing/2014/main" id="{607781FF-56B0-436D-A321-45AB8547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818" y="4046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3" name="path-2860">
            <a:extLst xmlns:a="http://schemas.openxmlformats.org/drawingml/2006/main">
              <a:ext uri="{FF2B5EF4-FFF2-40B4-BE49-F238E27FC236}">
                <a16:creationId xmlns:a16="http://schemas.microsoft.com/office/drawing/2014/main" id="{8AC0F434-A667-4A50-B723-B099FFA4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661" y="40442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4" name="path-2861">
            <a:extLst xmlns:a="http://schemas.openxmlformats.org/drawingml/2006/main">
              <a:ext uri="{FF2B5EF4-FFF2-40B4-BE49-F238E27FC236}">
                <a16:creationId xmlns:a16="http://schemas.microsoft.com/office/drawing/2014/main" id="{9B235BF8-77B5-462C-B9FB-4CF4E7CE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290" y="4069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5" name="path-2862">
            <a:extLst xmlns:a="http://schemas.openxmlformats.org/drawingml/2006/main">
              <a:ext uri="{FF2B5EF4-FFF2-40B4-BE49-F238E27FC236}">
                <a16:creationId xmlns:a16="http://schemas.microsoft.com/office/drawing/2014/main" id="{79370D94-EC80-4463-B341-3F9DCC5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9136" y="4045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6" name="path-2863">
            <a:extLst xmlns:a="http://schemas.openxmlformats.org/drawingml/2006/main">
              <a:ext uri="{FF2B5EF4-FFF2-40B4-BE49-F238E27FC236}">
                <a16:creationId xmlns:a16="http://schemas.microsoft.com/office/drawing/2014/main" id="{C4A2987F-820D-43A6-905A-0510F2B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619" y="4042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7" name="path-2864">
            <a:extLst xmlns:a="http://schemas.openxmlformats.org/drawingml/2006/main">
              <a:ext uri="{FF2B5EF4-FFF2-40B4-BE49-F238E27FC236}">
                <a16:creationId xmlns:a16="http://schemas.microsoft.com/office/drawing/2014/main" id="{6888D078-6D49-43B8-AAA8-87B08DE5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4250" y="40376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8" name="path-2865">
            <a:extLst xmlns:a="http://schemas.openxmlformats.org/drawingml/2006/main">
              <a:ext uri="{FF2B5EF4-FFF2-40B4-BE49-F238E27FC236}">
                <a16:creationId xmlns:a16="http://schemas.microsoft.com/office/drawing/2014/main" id="{91A97974-F9BF-4C7F-8300-4865AAD9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580" y="40466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9" name="path-2866">
            <a:extLst xmlns:a="http://schemas.openxmlformats.org/drawingml/2006/main">
              <a:ext uri="{FF2B5EF4-FFF2-40B4-BE49-F238E27FC236}">
                <a16:creationId xmlns:a16="http://schemas.microsoft.com/office/drawing/2014/main" id="{A866946C-B8ED-422E-968A-8024291B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4061" y="40371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0" name="path-2867">
            <a:extLst xmlns:a="http://schemas.openxmlformats.org/drawingml/2006/main">
              <a:ext uri="{FF2B5EF4-FFF2-40B4-BE49-F238E27FC236}">
                <a16:creationId xmlns:a16="http://schemas.microsoft.com/office/drawing/2014/main" id="{4B531434-36A3-41C5-A3AF-90A4A1F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048" y="40459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1" name="path-2868">
            <a:extLst xmlns:a="http://schemas.openxmlformats.org/drawingml/2006/main">
              <a:ext uri="{FF2B5EF4-FFF2-40B4-BE49-F238E27FC236}">
                <a16:creationId xmlns:a16="http://schemas.microsoft.com/office/drawing/2014/main" id="{5DD441C7-FB8B-4335-8FA2-B66F55C4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1914" y="4042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2" name="path-2869">
            <a:extLst xmlns:a="http://schemas.openxmlformats.org/drawingml/2006/main">
              <a:ext uri="{FF2B5EF4-FFF2-40B4-BE49-F238E27FC236}">
                <a16:creationId xmlns:a16="http://schemas.microsoft.com/office/drawing/2014/main" id="{DF560C22-EC5A-41FE-B355-CBD5CF37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411" y="4046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3" name="path-2870">
            <a:extLst xmlns:a="http://schemas.openxmlformats.org/drawingml/2006/main">
              <a:ext uri="{FF2B5EF4-FFF2-40B4-BE49-F238E27FC236}">
                <a16:creationId xmlns:a16="http://schemas.microsoft.com/office/drawing/2014/main" id="{455B1FC7-4106-4A15-BB20-C7AC4620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314" y="40407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4" name="path-2871">
            <a:extLst xmlns:a="http://schemas.openxmlformats.org/drawingml/2006/main">
              <a:ext uri="{FF2B5EF4-FFF2-40B4-BE49-F238E27FC236}">
                <a16:creationId xmlns:a16="http://schemas.microsoft.com/office/drawing/2014/main" id="{1B625276-1F21-478D-8A47-32D1E42A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027" y="4039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5" name="path-2872">
            <a:extLst xmlns:a="http://schemas.openxmlformats.org/drawingml/2006/main">
              <a:ext uri="{FF2B5EF4-FFF2-40B4-BE49-F238E27FC236}">
                <a16:creationId xmlns:a16="http://schemas.microsoft.com/office/drawing/2014/main" id="{338BE079-AEEB-4DF6-A72A-759E72A6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7315" y="4042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6" name="path-2873">
            <a:extLst xmlns:a="http://schemas.openxmlformats.org/drawingml/2006/main">
              <a:ext uri="{FF2B5EF4-FFF2-40B4-BE49-F238E27FC236}">
                <a16:creationId xmlns:a16="http://schemas.microsoft.com/office/drawing/2014/main" id="{46F48489-4098-4AF3-969A-C2AF725D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017" y="40362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7" name="path-2874">
            <a:extLst xmlns:a="http://schemas.openxmlformats.org/drawingml/2006/main">
              <a:ext uri="{FF2B5EF4-FFF2-40B4-BE49-F238E27FC236}">
                <a16:creationId xmlns:a16="http://schemas.microsoft.com/office/drawing/2014/main" id="{2BF1ABB5-EA70-470A-B625-BA7E543F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606" y="40382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8" name="path-2875">
            <a:extLst xmlns:a="http://schemas.openxmlformats.org/drawingml/2006/main">
              <a:ext uri="{FF2B5EF4-FFF2-40B4-BE49-F238E27FC236}">
                <a16:creationId xmlns:a16="http://schemas.microsoft.com/office/drawing/2014/main" id="{610A7132-45E2-4CFD-8415-F243161B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638" y="40434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9" name="path-2876">
            <a:extLst xmlns:a="http://schemas.openxmlformats.org/drawingml/2006/main">
              <a:ext uri="{FF2B5EF4-FFF2-40B4-BE49-F238E27FC236}">
                <a16:creationId xmlns:a16="http://schemas.microsoft.com/office/drawing/2014/main" id="{3A52403A-BC76-4877-8F66-3DC4404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640" y="4048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0" name="path-2877">
            <a:extLst xmlns:a="http://schemas.openxmlformats.org/drawingml/2006/main">
              <a:ext uri="{FF2B5EF4-FFF2-40B4-BE49-F238E27FC236}">
                <a16:creationId xmlns:a16="http://schemas.microsoft.com/office/drawing/2014/main" id="{8D538058-E501-4A68-A724-CF5C4CB4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990" y="40414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1" name="path-2878">
            <a:extLst xmlns:a="http://schemas.openxmlformats.org/drawingml/2006/main">
              <a:ext uri="{FF2B5EF4-FFF2-40B4-BE49-F238E27FC236}">
                <a16:creationId xmlns:a16="http://schemas.microsoft.com/office/drawing/2014/main" id="{5F4338D0-939E-452A-9E21-2263FA5A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372" y="40480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2" name="path-2879">
            <a:extLst xmlns:a="http://schemas.openxmlformats.org/drawingml/2006/main">
              <a:ext uri="{FF2B5EF4-FFF2-40B4-BE49-F238E27FC236}">
                <a16:creationId xmlns:a16="http://schemas.microsoft.com/office/drawing/2014/main" id="{6828F290-A08C-448A-88FF-0CADF6F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6159" y="4017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3" name="path-2880">
            <a:extLst xmlns:a="http://schemas.openxmlformats.org/drawingml/2006/main">
              <a:ext uri="{FF2B5EF4-FFF2-40B4-BE49-F238E27FC236}">
                <a16:creationId xmlns:a16="http://schemas.microsoft.com/office/drawing/2014/main" id="{E5766A14-EAE9-4EB5-A03E-3992662C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614" y="40238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4" name="path-2881">
            <a:extLst xmlns:a="http://schemas.openxmlformats.org/drawingml/2006/main">
              <a:ext uri="{FF2B5EF4-FFF2-40B4-BE49-F238E27FC236}">
                <a16:creationId xmlns:a16="http://schemas.microsoft.com/office/drawing/2014/main" id="{616201B0-EC20-47D9-986C-C9E39B9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4123" y="4054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5" name="path-2882">
            <a:extLst xmlns:a="http://schemas.openxmlformats.org/drawingml/2006/main">
              <a:ext uri="{FF2B5EF4-FFF2-40B4-BE49-F238E27FC236}">
                <a16:creationId xmlns:a16="http://schemas.microsoft.com/office/drawing/2014/main" id="{5100F1F5-AEC5-4207-B787-D1997AC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214" y="40360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6" name="path-2883">
            <a:extLst xmlns:a="http://schemas.openxmlformats.org/drawingml/2006/main">
              <a:ext uri="{FF2B5EF4-FFF2-40B4-BE49-F238E27FC236}">
                <a16:creationId xmlns:a16="http://schemas.microsoft.com/office/drawing/2014/main" id="{5BE44854-4CE0-4252-A1DA-B0DF9EC0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493" y="40450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7" name="path-2884">
            <a:extLst xmlns:a="http://schemas.openxmlformats.org/drawingml/2006/main">
              <a:ext uri="{FF2B5EF4-FFF2-40B4-BE49-F238E27FC236}">
                <a16:creationId xmlns:a16="http://schemas.microsoft.com/office/drawing/2014/main" id="{EE7D80B0-2063-4BE5-8905-CA0E7C67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415" y="40193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8" name="path-2885">
            <a:extLst xmlns:a="http://schemas.openxmlformats.org/drawingml/2006/main">
              <a:ext uri="{FF2B5EF4-FFF2-40B4-BE49-F238E27FC236}">
                <a16:creationId xmlns:a16="http://schemas.microsoft.com/office/drawing/2014/main" id="{75ACB87F-4A3D-4BF8-BC1A-BD9C3C6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552" y="40441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9" name="path-2886">
            <a:extLst xmlns:a="http://schemas.openxmlformats.org/drawingml/2006/main">
              <a:ext uri="{FF2B5EF4-FFF2-40B4-BE49-F238E27FC236}">
                <a16:creationId xmlns:a16="http://schemas.microsoft.com/office/drawing/2014/main" id="{1F06A500-D831-4897-94FB-D112377A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415" y="40391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0" name="path-2887">
            <a:extLst xmlns:a="http://schemas.openxmlformats.org/drawingml/2006/main">
              <a:ext uri="{FF2B5EF4-FFF2-40B4-BE49-F238E27FC236}">
                <a16:creationId xmlns:a16="http://schemas.microsoft.com/office/drawing/2014/main" id="{13EEFB6B-4C38-4278-BF60-4B0FC7EE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039" y="4044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1" name="path-2888">
            <a:extLst xmlns:a="http://schemas.openxmlformats.org/drawingml/2006/main">
              <a:ext uri="{FF2B5EF4-FFF2-40B4-BE49-F238E27FC236}">
                <a16:creationId xmlns:a16="http://schemas.microsoft.com/office/drawing/2014/main" id="{55B1D732-711F-4D9E-9D27-78B1DE40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848" y="40372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2" name="path-2889">
            <a:extLst xmlns:a="http://schemas.openxmlformats.org/drawingml/2006/main">
              <a:ext uri="{FF2B5EF4-FFF2-40B4-BE49-F238E27FC236}">
                <a16:creationId xmlns:a16="http://schemas.microsoft.com/office/drawing/2014/main" id="{9ECE918B-32EC-4846-9789-358BAFAA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176" y="40554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3" name="path-2890">
            <a:extLst xmlns:a="http://schemas.openxmlformats.org/drawingml/2006/main">
              <a:ext uri="{FF2B5EF4-FFF2-40B4-BE49-F238E27FC236}">
                <a16:creationId xmlns:a16="http://schemas.microsoft.com/office/drawing/2014/main" id="{0392B4F9-3410-4896-9A51-1EE27FCE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530" y="40401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4" name="path-2891">
            <a:extLst xmlns:a="http://schemas.openxmlformats.org/drawingml/2006/main">
              <a:ext uri="{FF2B5EF4-FFF2-40B4-BE49-F238E27FC236}">
                <a16:creationId xmlns:a16="http://schemas.microsoft.com/office/drawing/2014/main" id="{F515757F-FE56-40C1-BE81-4380AA8E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526" y="40429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5" name="path-2892">
            <a:extLst xmlns:a="http://schemas.openxmlformats.org/drawingml/2006/main">
              <a:ext uri="{FF2B5EF4-FFF2-40B4-BE49-F238E27FC236}">
                <a16:creationId xmlns:a16="http://schemas.microsoft.com/office/drawing/2014/main" id="{DF5DC8F0-EEBE-4455-9069-B822F82D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052" y="40461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6" name="path-2893">
            <a:extLst xmlns:a="http://schemas.openxmlformats.org/drawingml/2006/main">
              <a:ext uri="{FF2B5EF4-FFF2-40B4-BE49-F238E27FC236}">
                <a16:creationId xmlns:a16="http://schemas.microsoft.com/office/drawing/2014/main" id="{13CA5A63-B5EA-408D-89D3-D92F5CE2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190" y="4037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7" name="path-2894">
            <a:extLst xmlns:a="http://schemas.openxmlformats.org/drawingml/2006/main">
              <a:ext uri="{FF2B5EF4-FFF2-40B4-BE49-F238E27FC236}">
                <a16:creationId xmlns:a16="http://schemas.microsoft.com/office/drawing/2014/main" id="{E8137E22-D708-485C-A2C3-DA3168F4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620" y="4050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8" name="path-2895">
            <a:extLst xmlns:a="http://schemas.openxmlformats.org/drawingml/2006/main">
              <a:ext uri="{FF2B5EF4-FFF2-40B4-BE49-F238E27FC236}">
                <a16:creationId xmlns:a16="http://schemas.microsoft.com/office/drawing/2014/main" id="{48089927-7EDB-4415-94DA-56016872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912" y="40343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9" name="path-2896">
            <a:extLst xmlns:a="http://schemas.openxmlformats.org/drawingml/2006/main">
              <a:ext uri="{FF2B5EF4-FFF2-40B4-BE49-F238E27FC236}">
                <a16:creationId xmlns:a16="http://schemas.microsoft.com/office/drawing/2014/main" id="{2AAC6015-24F1-48C3-9935-5A8A87E7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600" y="40483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0" name="path-2897">
            <a:extLst xmlns:a="http://schemas.openxmlformats.org/drawingml/2006/main">
              <a:ext uri="{FF2B5EF4-FFF2-40B4-BE49-F238E27FC236}">
                <a16:creationId xmlns:a16="http://schemas.microsoft.com/office/drawing/2014/main" id="{92E834AC-5426-4B83-934F-AEA05AA9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528" y="40412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1" name="path-2898">
            <a:extLst xmlns:a="http://schemas.openxmlformats.org/drawingml/2006/main">
              <a:ext uri="{FF2B5EF4-FFF2-40B4-BE49-F238E27FC236}">
                <a16:creationId xmlns:a16="http://schemas.microsoft.com/office/drawing/2014/main" id="{32CE06E6-0903-497B-8347-75BF1F2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3425" y="40424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2" name="path-2899">
            <a:extLst xmlns:a="http://schemas.openxmlformats.org/drawingml/2006/main">
              <a:ext uri="{FF2B5EF4-FFF2-40B4-BE49-F238E27FC236}">
                <a16:creationId xmlns:a16="http://schemas.microsoft.com/office/drawing/2014/main" id="{A5D7B85A-0FC1-492F-9911-1A3E9126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411" y="40531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3" name="path-2900">
            <a:extLst xmlns:a="http://schemas.openxmlformats.org/drawingml/2006/main">
              <a:ext uri="{FF2B5EF4-FFF2-40B4-BE49-F238E27FC236}">
                <a16:creationId xmlns:a16="http://schemas.microsoft.com/office/drawing/2014/main" id="{8F064156-812A-40EF-8F63-C8C81D0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529" y="40471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4" name="path-2901">
            <a:extLst xmlns:a="http://schemas.openxmlformats.org/drawingml/2006/main">
              <a:ext uri="{FF2B5EF4-FFF2-40B4-BE49-F238E27FC236}">
                <a16:creationId xmlns:a16="http://schemas.microsoft.com/office/drawing/2014/main" id="{22A353DE-80CE-4118-A240-C15FBB37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545" y="40119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5" name="path-2902">
            <a:extLst xmlns:a="http://schemas.openxmlformats.org/drawingml/2006/main">
              <a:ext uri="{FF2B5EF4-FFF2-40B4-BE49-F238E27FC236}">
                <a16:creationId xmlns:a16="http://schemas.microsoft.com/office/drawing/2014/main" id="{5B97A181-256C-4B72-AA08-17D461F2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6108" y="40701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6" name="path-2903">
            <a:extLst xmlns:a="http://schemas.openxmlformats.org/drawingml/2006/main">
              <a:ext uri="{FF2B5EF4-FFF2-40B4-BE49-F238E27FC236}">
                <a16:creationId xmlns:a16="http://schemas.microsoft.com/office/drawing/2014/main" id="{D5D58D56-F74D-466A-A920-3C47ADF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5002" y="40444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7" name="path-2904">
            <a:extLst xmlns:a="http://schemas.openxmlformats.org/drawingml/2006/main">
              <a:ext uri="{FF2B5EF4-FFF2-40B4-BE49-F238E27FC236}">
                <a16:creationId xmlns:a16="http://schemas.microsoft.com/office/drawing/2014/main" id="{C2647357-9AD1-4348-8B5B-3B0A975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056" y="4081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8" name="path-2905">
            <a:extLst xmlns:a="http://schemas.openxmlformats.org/drawingml/2006/main">
              <a:ext uri="{FF2B5EF4-FFF2-40B4-BE49-F238E27FC236}">
                <a16:creationId xmlns:a16="http://schemas.microsoft.com/office/drawing/2014/main" id="{781CEC31-A3B5-47A4-A3CC-0925C35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0829" y="4041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9" name="path-2906">
            <a:extLst xmlns:a="http://schemas.openxmlformats.org/drawingml/2006/main">
              <a:ext uri="{FF2B5EF4-FFF2-40B4-BE49-F238E27FC236}">
                <a16:creationId xmlns:a16="http://schemas.microsoft.com/office/drawing/2014/main" id="{BCB60754-FDA4-44A2-8E0F-13B2C06E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2331" y="4046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0" name="path-2907">
            <a:extLst xmlns:a="http://schemas.openxmlformats.org/drawingml/2006/main">
              <a:ext uri="{FF2B5EF4-FFF2-40B4-BE49-F238E27FC236}">
                <a16:creationId xmlns:a16="http://schemas.microsoft.com/office/drawing/2014/main" id="{A2A0445D-45E8-49D4-82D0-5CB67CB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612" y="40444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1" name="path-2908">
            <a:extLst xmlns:a="http://schemas.openxmlformats.org/drawingml/2006/main">
              <a:ext uri="{FF2B5EF4-FFF2-40B4-BE49-F238E27FC236}">
                <a16:creationId xmlns:a16="http://schemas.microsoft.com/office/drawing/2014/main" id="{41F794D0-EF29-4EC9-BCFB-E45F5C2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612" y="40277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2" name="path-2909">
            <a:extLst xmlns:a="http://schemas.openxmlformats.org/drawingml/2006/main">
              <a:ext uri="{FF2B5EF4-FFF2-40B4-BE49-F238E27FC236}">
                <a16:creationId xmlns:a16="http://schemas.microsoft.com/office/drawing/2014/main" id="{C0CB88A3-EE0A-4375-9389-CB291139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607" y="40430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3" name="path-2910">
            <a:extLst xmlns:a="http://schemas.openxmlformats.org/drawingml/2006/main">
              <a:ext uri="{FF2B5EF4-FFF2-40B4-BE49-F238E27FC236}">
                <a16:creationId xmlns:a16="http://schemas.microsoft.com/office/drawing/2014/main" id="{DF4999FF-1FE1-48B1-A035-BD2243B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604" y="4042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4" name="path-2911">
            <a:extLst xmlns:a="http://schemas.openxmlformats.org/drawingml/2006/main">
              <a:ext uri="{FF2B5EF4-FFF2-40B4-BE49-F238E27FC236}">
                <a16:creationId xmlns:a16="http://schemas.microsoft.com/office/drawing/2014/main" id="{17E4EEB0-2237-4A2D-BA7E-171D1323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9636" y="40548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5" name="path-2912">
            <a:extLst xmlns:a="http://schemas.openxmlformats.org/drawingml/2006/main">
              <a:ext uri="{FF2B5EF4-FFF2-40B4-BE49-F238E27FC236}">
                <a16:creationId xmlns:a16="http://schemas.microsoft.com/office/drawing/2014/main" id="{ADE29E98-8766-4B3F-9397-2A45B829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539" y="4041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6" name="path-2913">
            <a:extLst xmlns:a="http://schemas.openxmlformats.org/drawingml/2006/main">
              <a:ext uri="{FF2B5EF4-FFF2-40B4-BE49-F238E27FC236}">
                <a16:creationId xmlns:a16="http://schemas.microsoft.com/office/drawing/2014/main" id="{C1EFAE88-D7EE-4213-809A-860495E1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199" y="40454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7" name="path-2914">
            <a:extLst xmlns:a="http://schemas.openxmlformats.org/drawingml/2006/main">
              <a:ext uri="{FF2B5EF4-FFF2-40B4-BE49-F238E27FC236}">
                <a16:creationId xmlns:a16="http://schemas.microsoft.com/office/drawing/2014/main" id="{38A05D58-F4DF-4CBF-B156-6355B756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449" y="40473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8" name="path-2915">
            <a:extLst xmlns:a="http://schemas.openxmlformats.org/drawingml/2006/main">
              <a:ext uri="{FF2B5EF4-FFF2-40B4-BE49-F238E27FC236}">
                <a16:creationId xmlns:a16="http://schemas.microsoft.com/office/drawing/2014/main" id="{A1B1B080-D27B-44E6-BF5D-F1C889BC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9039" y="40458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9" name="path-2916">
            <a:extLst xmlns:a="http://schemas.openxmlformats.org/drawingml/2006/main">
              <a:ext uri="{FF2B5EF4-FFF2-40B4-BE49-F238E27FC236}">
                <a16:creationId xmlns:a16="http://schemas.microsoft.com/office/drawing/2014/main" id="{B8BC6627-53EF-4313-8720-9FC176C0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0089" y="40711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0" name="path-2917">
            <a:extLst xmlns:a="http://schemas.openxmlformats.org/drawingml/2006/main">
              <a:ext uri="{FF2B5EF4-FFF2-40B4-BE49-F238E27FC236}">
                <a16:creationId xmlns:a16="http://schemas.microsoft.com/office/drawing/2014/main" id="{D00C2C8C-F07A-478E-8CBE-4376F949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130" y="40562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1" name="path-2918">
            <a:extLst xmlns:a="http://schemas.openxmlformats.org/drawingml/2006/main">
              <a:ext uri="{FF2B5EF4-FFF2-40B4-BE49-F238E27FC236}">
                <a16:creationId xmlns:a16="http://schemas.microsoft.com/office/drawing/2014/main" id="{05350350-C702-421E-9B21-B4D36F3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4396" y="40399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2" name="path-2919">
            <a:extLst xmlns:a="http://schemas.openxmlformats.org/drawingml/2006/main">
              <a:ext uri="{FF2B5EF4-FFF2-40B4-BE49-F238E27FC236}">
                <a16:creationId xmlns:a16="http://schemas.microsoft.com/office/drawing/2014/main" id="{C9F7EEE9-2E20-4545-9483-C7F30692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4719" y="40418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3" name="path-2920">
            <a:extLst xmlns:a="http://schemas.openxmlformats.org/drawingml/2006/main">
              <a:ext uri="{FF2B5EF4-FFF2-40B4-BE49-F238E27FC236}">
                <a16:creationId xmlns:a16="http://schemas.microsoft.com/office/drawing/2014/main" id="{2A18E3F6-32E0-4AC6-9D03-1960AF44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327" y="40211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4" name="path-2921">
            <a:extLst xmlns:a="http://schemas.openxmlformats.org/drawingml/2006/main">
              <a:ext uri="{FF2B5EF4-FFF2-40B4-BE49-F238E27FC236}">
                <a16:creationId xmlns:a16="http://schemas.microsoft.com/office/drawing/2014/main" id="{751DDC5E-B704-43BB-A680-EFD02CAC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908" y="40523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5" name="path-2922">
            <a:extLst xmlns:a="http://schemas.openxmlformats.org/drawingml/2006/main">
              <a:ext uri="{FF2B5EF4-FFF2-40B4-BE49-F238E27FC236}">
                <a16:creationId xmlns:a16="http://schemas.microsoft.com/office/drawing/2014/main" id="{F4E43A27-3A02-4D00-B2F5-A78E55D0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1325" y="40193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6" name="path-2923">
            <a:extLst xmlns:a="http://schemas.openxmlformats.org/drawingml/2006/main">
              <a:ext uri="{FF2B5EF4-FFF2-40B4-BE49-F238E27FC236}">
                <a16:creationId xmlns:a16="http://schemas.microsoft.com/office/drawing/2014/main" id="{DC3EB87B-6A0B-47FD-A1C9-F7F96B19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87" y="40367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7" name="path-2924">
            <a:extLst xmlns:a="http://schemas.openxmlformats.org/drawingml/2006/main">
              <a:ext uri="{FF2B5EF4-FFF2-40B4-BE49-F238E27FC236}">
                <a16:creationId xmlns:a16="http://schemas.microsoft.com/office/drawing/2014/main" id="{356280B3-31D8-4FD9-A343-7F76A85B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039" y="40502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8" name="path-2925">
            <a:extLst xmlns:a="http://schemas.openxmlformats.org/drawingml/2006/main">
              <a:ext uri="{FF2B5EF4-FFF2-40B4-BE49-F238E27FC236}">
                <a16:creationId xmlns:a16="http://schemas.microsoft.com/office/drawing/2014/main" id="{C07A558F-6741-4DBA-9F7A-BD827F35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205" y="40651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9" name="path-2926">
            <a:extLst xmlns:a="http://schemas.openxmlformats.org/drawingml/2006/main">
              <a:ext uri="{FF2B5EF4-FFF2-40B4-BE49-F238E27FC236}">
                <a16:creationId xmlns:a16="http://schemas.microsoft.com/office/drawing/2014/main" id="{BFA33679-0440-4D9E-895C-E3976E75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272" y="40608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0" name="path-2927">
            <a:extLst xmlns:a="http://schemas.openxmlformats.org/drawingml/2006/main">
              <a:ext uri="{FF2B5EF4-FFF2-40B4-BE49-F238E27FC236}">
                <a16:creationId xmlns:a16="http://schemas.microsoft.com/office/drawing/2014/main" id="{36634899-402D-45FE-9A07-D14660D8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212" y="4046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1" name="path-2928">
            <a:extLst xmlns:a="http://schemas.openxmlformats.org/drawingml/2006/main">
              <a:ext uri="{FF2B5EF4-FFF2-40B4-BE49-F238E27FC236}">
                <a16:creationId xmlns:a16="http://schemas.microsoft.com/office/drawing/2014/main" id="{43197D21-F032-40D9-BA5C-F8D379A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28" y="4039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2" name="path-2929">
            <a:extLst xmlns:a="http://schemas.openxmlformats.org/drawingml/2006/main">
              <a:ext uri="{FF2B5EF4-FFF2-40B4-BE49-F238E27FC236}">
                <a16:creationId xmlns:a16="http://schemas.microsoft.com/office/drawing/2014/main" id="{017F69F4-0EFE-46DA-A635-A85EE812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035" y="40636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3" name="path-2930">
            <a:extLst xmlns:a="http://schemas.openxmlformats.org/drawingml/2006/main">
              <a:ext uri="{FF2B5EF4-FFF2-40B4-BE49-F238E27FC236}">
                <a16:creationId xmlns:a16="http://schemas.microsoft.com/office/drawing/2014/main" id="{4BC450A4-582B-4E8D-9EC1-9661096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958" y="40388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4" name="path-2931">
            <a:extLst xmlns:a="http://schemas.openxmlformats.org/drawingml/2006/main">
              <a:ext uri="{FF2B5EF4-FFF2-40B4-BE49-F238E27FC236}">
                <a16:creationId xmlns:a16="http://schemas.microsoft.com/office/drawing/2014/main" id="{72338EB1-F4CE-4ACD-85DB-EE266DFB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067" y="40445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5" name="path-2932">
            <a:extLst xmlns:a="http://schemas.openxmlformats.org/drawingml/2006/main">
              <a:ext uri="{FF2B5EF4-FFF2-40B4-BE49-F238E27FC236}">
                <a16:creationId xmlns:a16="http://schemas.microsoft.com/office/drawing/2014/main" id="{616DE389-9C70-4193-9ED2-27B67CF7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450" y="4044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6" name="path-2933">
            <a:extLst xmlns:a="http://schemas.openxmlformats.org/drawingml/2006/main">
              <a:ext uri="{FF2B5EF4-FFF2-40B4-BE49-F238E27FC236}">
                <a16:creationId xmlns:a16="http://schemas.microsoft.com/office/drawing/2014/main" id="{C44C3269-E12A-4A29-A995-E3F36FE7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8427" y="40435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7" name="path-2934">
            <a:extLst xmlns:a="http://schemas.openxmlformats.org/drawingml/2006/main">
              <a:ext uri="{FF2B5EF4-FFF2-40B4-BE49-F238E27FC236}">
                <a16:creationId xmlns:a16="http://schemas.microsoft.com/office/drawing/2014/main" id="{B9E2772A-4D7A-4C1C-9AD2-C4968388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905" y="40613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8" name="path-2935">
            <a:extLst xmlns:a="http://schemas.openxmlformats.org/drawingml/2006/main">
              <a:ext uri="{FF2B5EF4-FFF2-40B4-BE49-F238E27FC236}">
                <a16:creationId xmlns:a16="http://schemas.microsoft.com/office/drawing/2014/main" id="{F4F90B68-766B-4F24-8805-6AB5BE7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893" y="4044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9" name="path-2936">
            <a:extLst xmlns:a="http://schemas.openxmlformats.org/drawingml/2006/main">
              <a:ext uri="{FF2B5EF4-FFF2-40B4-BE49-F238E27FC236}">
                <a16:creationId xmlns:a16="http://schemas.microsoft.com/office/drawing/2014/main" id="{1AEB2857-3034-4FC2-8F3A-7F7DA1CD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283" y="40486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0" name="path-2937">
            <a:extLst xmlns:a="http://schemas.openxmlformats.org/drawingml/2006/main">
              <a:ext uri="{FF2B5EF4-FFF2-40B4-BE49-F238E27FC236}">
                <a16:creationId xmlns:a16="http://schemas.microsoft.com/office/drawing/2014/main" id="{8E46A727-FB83-4BC7-AC95-95A464F8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0829" y="4038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1" name="path-2938">
            <a:extLst xmlns:a="http://schemas.openxmlformats.org/drawingml/2006/main">
              <a:ext uri="{FF2B5EF4-FFF2-40B4-BE49-F238E27FC236}">
                <a16:creationId xmlns:a16="http://schemas.microsoft.com/office/drawing/2014/main" id="{F7F153B4-DAAB-4D83-BBB6-20099665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6579" y="40524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2" name="path-2939">
            <a:extLst xmlns:a="http://schemas.openxmlformats.org/drawingml/2006/main">
              <a:ext uri="{FF2B5EF4-FFF2-40B4-BE49-F238E27FC236}">
                <a16:creationId xmlns:a16="http://schemas.microsoft.com/office/drawing/2014/main" id="{B6103BF9-9832-4AE0-A078-884658CC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479" y="40468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3" name="path-2940">
            <a:extLst xmlns:a="http://schemas.openxmlformats.org/drawingml/2006/main">
              <a:ext uri="{FF2B5EF4-FFF2-40B4-BE49-F238E27FC236}">
                <a16:creationId xmlns:a16="http://schemas.microsoft.com/office/drawing/2014/main" id="{4204FB66-6055-4894-8032-75CAFCAE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466" y="40662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4" name="path-2941">
            <a:extLst xmlns:a="http://schemas.openxmlformats.org/drawingml/2006/main">
              <a:ext uri="{FF2B5EF4-FFF2-40B4-BE49-F238E27FC236}">
                <a16:creationId xmlns:a16="http://schemas.microsoft.com/office/drawing/2014/main" id="{317EF848-43BA-4E3A-AE96-C8892356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499" y="40428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5" name="path-2942">
            <a:extLst xmlns:a="http://schemas.openxmlformats.org/drawingml/2006/main">
              <a:ext uri="{FF2B5EF4-FFF2-40B4-BE49-F238E27FC236}">
                <a16:creationId xmlns:a16="http://schemas.microsoft.com/office/drawing/2014/main" id="{6FA0EDE2-D08B-4186-9728-77586278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616" y="4044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6" name="path-2943">
            <a:extLst xmlns:a="http://schemas.openxmlformats.org/drawingml/2006/main">
              <a:ext uri="{FF2B5EF4-FFF2-40B4-BE49-F238E27FC236}">
                <a16:creationId xmlns:a16="http://schemas.microsoft.com/office/drawing/2014/main" id="{ACA4A8C2-C173-48A6-B2EA-F51828D0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260" y="40493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7" name="path-2944">
            <a:extLst xmlns:a="http://schemas.openxmlformats.org/drawingml/2006/main">
              <a:ext uri="{FF2B5EF4-FFF2-40B4-BE49-F238E27FC236}">
                <a16:creationId xmlns:a16="http://schemas.microsoft.com/office/drawing/2014/main" id="{B1580DF5-1E57-4F1A-A5E8-923C4D01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2228" y="40468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8" name="path-2945">
            <a:extLst xmlns:a="http://schemas.openxmlformats.org/drawingml/2006/main">
              <a:ext uri="{FF2B5EF4-FFF2-40B4-BE49-F238E27FC236}">
                <a16:creationId xmlns:a16="http://schemas.microsoft.com/office/drawing/2014/main" id="{6A1C4FFE-FBDA-47F0-860B-8BF7A11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3775" y="4062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9" name="path-2946">
            <a:extLst xmlns:a="http://schemas.openxmlformats.org/drawingml/2006/main">
              <a:ext uri="{FF2B5EF4-FFF2-40B4-BE49-F238E27FC236}">
                <a16:creationId xmlns:a16="http://schemas.microsoft.com/office/drawing/2014/main" id="{2605BE65-E6A4-44E6-8F81-B387B939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872" y="3999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0" name="path-2947">
            <a:extLst xmlns:a="http://schemas.openxmlformats.org/drawingml/2006/main">
              <a:ext uri="{FF2B5EF4-FFF2-40B4-BE49-F238E27FC236}">
                <a16:creationId xmlns:a16="http://schemas.microsoft.com/office/drawing/2014/main" id="{58773CC5-63B0-46EB-891F-A547680F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945" y="40459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1" name="path-2948">
            <a:extLst xmlns:a="http://schemas.openxmlformats.org/drawingml/2006/main">
              <a:ext uri="{FF2B5EF4-FFF2-40B4-BE49-F238E27FC236}">
                <a16:creationId xmlns:a16="http://schemas.microsoft.com/office/drawing/2014/main" id="{13D80D54-CE89-494C-8DD8-388582C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268" y="40477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2" name="path-2949">
            <a:extLst xmlns:a="http://schemas.openxmlformats.org/drawingml/2006/main">
              <a:ext uri="{FF2B5EF4-FFF2-40B4-BE49-F238E27FC236}">
                <a16:creationId xmlns:a16="http://schemas.microsoft.com/office/drawing/2014/main" id="{52378C38-E52C-4C9C-BAF1-BBA243F1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439" y="40449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3" name="path-2950">
            <a:extLst xmlns:a="http://schemas.openxmlformats.org/drawingml/2006/main">
              <a:ext uri="{FF2B5EF4-FFF2-40B4-BE49-F238E27FC236}">
                <a16:creationId xmlns:a16="http://schemas.microsoft.com/office/drawing/2014/main" id="{8FACD92C-C195-4704-A1FA-3E696CD6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4363" y="40466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4" name="path-2951">
            <a:extLst xmlns:a="http://schemas.openxmlformats.org/drawingml/2006/main">
              <a:ext uri="{FF2B5EF4-FFF2-40B4-BE49-F238E27FC236}">
                <a16:creationId xmlns:a16="http://schemas.microsoft.com/office/drawing/2014/main" id="{A63EC6D6-BCCE-49C6-8457-B6FFFF1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194" y="40712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5" name="path-2952">
            <a:extLst xmlns:a="http://schemas.openxmlformats.org/drawingml/2006/main">
              <a:ext uri="{FF2B5EF4-FFF2-40B4-BE49-F238E27FC236}">
                <a16:creationId xmlns:a16="http://schemas.microsoft.com/office/drawing/2014/main" id="{C5AFE643-3A13-49E0-938D-0D6371F2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7123" y="40668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6" name="path-2953">
            <a:extLst xmlns:a="http://schemas.openxmlformats.org/drawingml/2006/main">
              <a:ext uri="{FF2B5EF4-FFF2-40B4-BE49-F238E27FC236}">
                <a16:creationId xmlns:a16="http://schemas.microsoft.com/office/drawing/2014/main" id="{31928E96-B45D-4482-9C3A-D4921B51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559" y="40388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7" name="path-2954">
            <a:extLst xmlns:a="http://schemas.openxmlformats.org/drawingml/2006/main">
              <a:ext uri="{FF2B5EF4-FFF2-40B4-BE49-F238E27FC236}">
                <a16:creationId xmlns:a16="http://schemas.microsoft.com/office/drawing/2014/main" id="{3DACC13C-20D5-4BC6-84D7-44C5899C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4281" y="40107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8" name="path-2955">
            <a:extLst xmlns:a="http://schemas.openxmlformats.org/drawingml/2006/main">
              <a:ext uri="{FF2B5EF4-FFF2-40B4-BE49-F238E27FC236}">
                <a16:creationId xmlns:a16="http://schemas.microsoft.com/office/drawing/2014/main" id="{AFEF9E30-EDDC-485D-A666-57DD3DE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9869" y="40394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9" name="path-2956">
            <a:extLst xmlns:a="http://schemas.openxmlformats.org/drawingml/2006/main">
              <a:ext uri="{FF2B5EF4-FFF2-40B4-BE49-F238E27FC236}">
                <a16:creationId xmlns:a16="http://schemas.microsoft.com/office/drawing/2014/main" id="{91512930-3E56-4D1D-A977-14F5AF40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836" y="40484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0" name="path-2957">
            <a:extLst xmlns:a="http://schemas.openxmlformats.org/drawingml/2006/main">
              <a:ext uri="{FF2B5EF4-FFF2-40B4-BE49-F238E27FC236}">
                <a16:creationId xmlns:a16="http://schemas.microsoft.com/office/drawing/2014/main" id="{0F095D1F-E455-4ED1-9A7D-8B3B8393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362" y="40336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1" name="path-2958">
            <a:extLst xmlns:a="http://schemas.openxmlformats.org/drawingml/2006/main">
              <a:ext uri="{FF2B5EF4-FFF2-40B4-BE49-F238E27FC236}">
                <a16:creationId xmlns:a16="http://schemas.microsoft.com/office/drawing/2014/main" id="{72DFBCA5-7A19-4F2D-96BD-07D6EE5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0353" y="4038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2" name="path-2959">
            <a:extLst xmlns:a="http://schemas.openxmlformats.org/drawingml/2006/main">
              <a:ext uri="{FF2B5EF4-FFF2-40B4-BE49-F238E27FC236}">
                <a16:creationId xmlns:a16="http://schemas.microsoft.com/office/drawing/2014/main" id="{2B1FAD6D-3DFB-4EAA-9803-CE9D854D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266" y="40424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3" name="path-2960">
            <a:extLst xmlns:a="http://schemas.openxmlformats.org/drawingml/2006/main">
              <a:ext uri="{FF2B5EF4-FFF2-40B4-BE49-F238E27FC236}">
                <a16:creationId xmlns:a16="http://schemas.microsoft.com/office/drawing/2014/main" id="{B2AED5A7-3CCB-4375-A299-283A0CA5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878" y="40449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4" name="path-2961">
            <a:extLst xmlns:a="http://schemas.openxmlformats.org/drawingml/2006/main">
              <a:ext uri="{FF2B5EF4-FFF2-40B4-BE49-F238E27FC236}">
                <a16:creationId xmlns:a16="http://schemas.microsoft.com/office/drawing/2014/main" id="{7C537D9C-E711-4A42-AD76-48FFA9F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019" y="40439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5" name="path-2962">
            <a:extLst xmlns:a="http://schemas.openxmlformats.org/drawingml/2006/main">
              <a:ext uri="{FF2B5EF4-FFF2-40B4-BE49-F238E27FC236}">
                <a16:creationId xmlns:a16="http://schemas.microsoft.com/office/drawing/2014/main" id="{7640D0F3-E231-44A9-9639-37E2E82B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953" y="4054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6" name="path-2963">
            <a:extLst xmlns:a="http://schemas.openxmlformats.org/drawingml/2006/main">
              <a:ext uri="{FF2B5EF4-FFF2-40B4-BE49-F238E27FC236}">
                <a16:creationId xmlns:a16="http://schemas.microsoft.com/office/drawing/2014/main" id="{09AEBD7C-D092-4531-9DB5-4AA13E8E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919" y="40379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7" name="path-2964">
            <a:extLst xmlns:a="http://schemas.openxmlformats.org/drawingml/2006/main">
              <a:ext uri="{FF2B5EF4-FFF2-40B4-BE49-F238E27FC236}">
                <a16:creationId xmlns:a16="http://schemas.microsoft.com/office/drawing/2014/main" id="{31786120-B56A-48C8-BCCD-6E72FA8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177" y="4041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8" name="path-2965">
            <a:extLst xmlns:a="http://schemas.openxmlformats.org/drawingml/2006/main">
              <a:ext uri="{FF2B5EF4-FFF2-40B4-BE49-F238E27FC236}">
                <a16:creationId xmlns:a16="http://schemas.microsoft.com/office/drawing/2014/main" id="{956E4033-6D1B-4991-8264-8F38C59D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371" y="40429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9" name="path-2966">
            <a:extLst xmlns:a="http://schemas.openxmlformats.org/drawingml/2006/main">
              <a:ext uri="{FF2B5EF4-FFF2-40B4-BE49-F238E27FC236}">
                <a16:creationId xmlns:a16="http://schemas.microsoft.com/office/drawing/2014/main" id="{B6EDF303-F43E-4B06-915F-DC0493F3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207" y="40431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0" name="path-2967">
            <a:extLst xmlns:a="http://schemas.openxmlformats.org/drawingml/2006/main">
              <a:ext uri="{FF2B5EF4-FFF2-40B4-BE49-F238E27FC236}">
                <a16:creationId xmlns:a16="http://schemas.microsoft.com/office/drawing/2014/main" id="{56DF44EF-93D5-4190-AC74-5A0B09A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9834" y="4038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1" name="path-2968">
            <a:extLst xmlns:a="http://schemas.openxmlformats.org/drawingml/2006/main">
              <a:ext uri="{FF2B5EF4-FFF2-40B4-BE49-F238E27FC236}">
                <a16:creationId xmlns:a16="http://schemas.microsoft.com/office/drawing/2014/main" id="{6CBC4A9C-41C1-4740-9974-58AEF3C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909" y="40431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2" name="path-2969">
            <a:extLst xmlns:a="http://schemas.openxmlformats.org/drawingml/2006/main">
              <a:ext uri="{FF2B5EF4-FFF2-40B4-BE49-F238E27FC236}">
                <a16:creationId xmlns:a16="http://schemas.microsoft.com/office/drawing/2014/main" id="{1363E4F7-9EDE-4C28-9722-5767D98E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5008" y="40323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3" name="path-2970">
            <a:extLst xmlns:a="http://schemas.openxmlformats.org/drawingml/2006/main">
              <a:ext uri="{FF2B5EF4-FFF2-40B4-BE49-F238E27FC236}">
                <a16:creationId xmlns:a16="http://schemas.microsoft.com/office/drawing/2014/main" id="{0EC7F992-BCB9-4981-8216-DFAC1DF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8680" y="40463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4" name="path-2971">
            <a:extLst xmlns:a="http://schemas.openxmlformats.org/drawingml/2006/main">
              <a:ext uri="{FF2B5EF4-FFF2-40B4-BE49-F238E27FC236}">
                <a16:creationId xmlns:a16="http://schemas.microsoft.com/office/drawing/2014/main" id="{DF58F7A7-1BC8-45BC-BA40-3A046F8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431" y="40521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5" name="path-2972">
            <a:extLst xmlns:a="http://schemas.openxmlformats.org/drawingml/2006/main">
              <a:ext uri="{FF2B5EF4-FFF2-40B4-BE49-F238E27FC236}">
                <a16:creationId xmlns:a16="http://schemas.microsoft.com/office/drawing/2014/main" id="{2433BA76-4299-43D5-A16F-4F7A66EF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9274" y="40580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6" name="path-2973">
            <a:extLst xmlns:a="http://schemas.openxmlformats.org/drawingml/2006/main">
              <a:ext uri="{FF2B5EF4-FFF2-40B4-BE49-F238E27FC236}">
                <a16:creationId xmlns:a16="http://schemas.microsoft.com/office/drawing/2014/main" id="{597BC910-F0FE-4F92-A36E-03498A8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1985" y="40282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7" name="path-2974">
            <a:extLst xmlns:a="http://schemas.openxmlformats.org/drawingml/2006/main">
              <a:ext uri="{FF2B5EF4-FFF2-40B4-BE49-F238E27FC236}">
                <a16:creationId xmlns:a16="http://schemas.microsoft.com/office/drawing/2014/main" id="{47BEDE86-F2AB-4EA7-A359-171EC2CC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809" y="4042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8" name="path-2975">
            <a:extLst xmlns:a="http://schemas.openxmlformats.org/drawingml/2006/main">
              <a:ext uri="{FF2B5EF4-FFF2-40B4-BE49-F238E27FC236}">
                <a16:creationId xmlns:a16="http://schemas.microsoft.com/office/drawing/2014/main" id="{39022237-554F-4035-BEE6-8C8C859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235" y="4001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9" name="path-2976">
            <a:extLst xmlns:a="http://schemas.openxmlformats.org/drawingml/2006/main">
              <a:ext uri="{FF2B5EF4-FFF2-40B4-BE49-F238E27FC236}">
                <a16:creationId xmlns:a16="http://schemas.microsoft.com/office/drawing/2014/main" id="{ABD8DC15-0B65-41F4-B239-06F5B34E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4702" y="40568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0" name="path-2977">
            <a:extLst xmlns:a="http://schemas.openxmlformats.org/drawingml/2006/main">
              <a:ext uri="{FF2B5EF4-FFF2-40B4-BE49-F238E27FC236}">
                <a16:creationId xmlns:a16="http://schemas.microsoft.com/office/drawing/2014/main" id="{6AAFA697-A393-45AC-9FDC-37B6F10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2512" y="40455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1" name="path-2978">
            <a:extLst xmlns:a="http://schemas.openxmlformats.org/drawingml/2006/main">
              <a:ext uri="{FF2B5EF4-FFF2-40B4-BE49-F238E27FC236}">
                <a16:creationId xmlns:a16="http://schemas.microsoft.com/office/drawing/2014/main" id="{F6B4AF17-C7D5-40E3-8D43-B332B20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486" y="40147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2" name="path-2979">
            <a:extLst xmlns:a="http://schemas.openxmlformats.org/drawingml/2006/main">
              <a:ext uri="{FF2B5EF4-FFF2-40B4-BE49-F238E27FC236}">
                <a16:creationId xmlns:a16="http://schemas.microsoft.com/office/drawing/2014/main" id="{0305B38C-79D7-4035-8296-E3BAFB23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008" y="4045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3" name="path-2980">
            <a:extLst xmlns:a="http://schemas.openxmlformats.org/drawingml/2006/main">
              <a:ext uri="{FF2B5EF4-FFF2-40B4-BE49-F238E27FC236}">
                <a16:creationId xmlns:a16="http://schemas.microsoft.com/office/drawing/2014/main" id="{68ADF784-74B7-469A-9AE2-B0BA31B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974" y="4043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4" name="path-2981">
            <a:extLst xmlns:a="http://schemas.openxmlformats.org/drawingml/2006/main">
              <a:ext uri="{FF2B5EF4-FFF2-40B4-BE49-F238E27FC236}">
                <a16:creationId xmlns:a16="http://schemas.microsoft.com/office/drawing/2014/main" id="{3879EEB4-C645-4F30-A55E-9B67B96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058" y="40566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5" name="path-2982">
            <a:extLst xmlns:a="http://schemas.openxmlformats.org/drawingml/2006/main">
              <a:ext uri="{FF2B5EF4-FFF2-40B4-BE49-F238E27FC236}">
                <a16:creationId xmlns:a16="http://schemas.microsoft.com/office/drawing/2014/main" id="{1C9203A0-EAFD-403A-8591-514E8F62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633" y="4043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6" name="path-2983">
            <a:extLst xmlns:a="http://schemas.openxmlformats.org/drawingml/2006/main">
              <a:ext uri="{FF2B5EF4-FFF2-40B4-BE49-F238E27FC236}">
                <a16:creationId xmlns:a16="http://schemas.microsoft.com/office/drawing/2014/main" id="{A801BFDA-B677-49AE-B3A4-33B238D0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335" y="40553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7" name="path-2984">
            <a:extLst xmlns:a="http://schemas.openxmlformats.org/drawingml/2006/main">
              <a:ext uri="{FF2B5EF4-FFF2-40B4-BE49-F238E27FC236}">
                <a16:creationId xmlns:a16="http://schemas.microsoft.com/office/drawing/2014/main" id="{48E7A30C-8F78-4384-82EB-3326528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770" y="4069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8" name="path-2985">
            <a:extLst xmlns:a="http://schemas.openxmlformats.org/drawingml/2006/main">
              <a:ext uri="{FF2B5EF4-FFF2-40B4-BE49-F238E27FC236}">
                <a16:creationId xmlns:a16="http://schemas.microsoft.com/office/drawing/2014/main" id="{50FC483B-EAF1-4AEE-97D7-23FDE4F6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262" y="40339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9" name="path-2986">
            <a:extLst xmlns:a="http://schemas.openxmlformats.org/drawingml/2006/main">
              <a:ext uri="{FF2B5EF4-FFF2-40B4-BE49-F238E27FC236}">
                <a16:creationId xmlns:a16="http://schemas.microsoft.com/office/drawing/2014/main" id="{93F4FA30-AB79-40EC-95F1-4EB68B5E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726" y="40531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0" name="path-2987">
            <a:extLst xmlns:a="http://schemas.openxmlformats.org/drawingml/2006/main">
              <a:ext uri="{FF2B5EF4-FFF2-40B4-BE49-F238E27FC236}">
                <a16:creationId xmlns:a16="http://schemas.microsoft.com/office/drawing/2014/main" id="{5A8E0715-0BFE-44EA-A7C0-5FC3A601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57" y="40242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1" name="path-2988">
            <a:extLst xmlns:a="http://schemas.openxmlformats.org/drawingml/2006/main">
              <a:ext uri="{FF2B5EF4-FFF2-40B4-BE49-F238E27FC236}">
                <a16:creationId xmlns:a16="http://schemas.microsoft.com/office/drawing/2014/main" id="{F3C18D36-CA54-4814-8D8C-9EC983F1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218" y="40406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2" name="path-2989">
            <a:extLst xmlns:a="http://schemas.openxmlformats.org/drawingml/2006/main">
              <a:ext uri="{FF2B5EF4-FFF2-40B4-BE49-F238E27FC236}">
                <a16:creationId xmlns:a16="http://schemas.microsoft.com/office/drawing/2014/main" id="{1A514925-D390-4059-86C9-BB03EA34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453" y="40658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3" name="path-2990">
            <a:extLst xmlns:a="http://schemas.openxmlformats.org/drawingml/2006/main">
              <a:ext uri="{FF2B5EF4-FFF2-40B4-BE49-F238E27FC236}">
                <a16:creationId xmlns:a16="http://schemas.microsoft.com/office/drawing/2014/main" id="{1A081358-CFBF-4D66-BDAA-9D574912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192" y="40591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4" name="path-2991">
            <a:extLst xmlns:a="http://schemas.openxmlformats.org/drawingml/2006/main">
              <a:ext uri="{FF2B5EF4-FFF2-40B4-BE49-F238E27FC236}">
                <a16:creationId xmlns:a16="http://schemas.microsoft.com/office/drawing/2014/main" id="{328A1418-8AB8-43B3-8F64-6D817747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710" y="40218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5" name="path-2992">
            <a:extLst xmlns:a="http://schemas.openxmlformats.org/drawingml/2006/main">
              <a:ext uri="{FF2B5EF4-FFF2-40B4-BE49-F238E27FC236}">
                <a16:creationId xmlns:a16="http://schemas.microsoft.com/office/drawing/2014/main" id="{C963871E-1417-455A-9599-BC6A71F1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200" y="4040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6" name="path-2993">
            <a:extLst xmlns:a="http://schemas.openxmlformats.org/drawingml/2006/main">
              <a:ext uri="{FF2B5EF4-FFF2-40B4-BE49-F238E27FC236}">
                <a16:creationId xmlns:a16="http://schemas.microsoft.com/office/drawing/2014/main" id="{B3E24EA0-101E-415F-A5D2-735EB9CC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641" y="4041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7" name="path-2994">
            <a:extLst xmlns:a="http://schemas.openxmlformats.org/drawingml/2006/main">
              <a:ext uri="{FF2B5EF4-FFF2-40B4-BE49-F238E27FC236}">
                <a16:creationId xmlns:a16="http://schemas.microsoft.com/office/drawing/2014/main" id="{4B98BAC6-33EB-4326-8C8C-79F231DB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797" y="4047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8" name="path-2995">
            <a:extLst xmlns:a="http://schemas.openxmlformats.org/drawingml/2006/main">
              <a:ext uri="{FF2B5EF4-FFF2-40B4-BE49-F238E27FC236}">
                <a16:creationId xmlns:a16="http://schemas.microsoft.com/office/drawing/2014/main" id="{7E608539-B01A-4377-80BC-5B681894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808" y="40135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9" name="path-2996">
            <a:extLst xmlns:a="http://schemas.openxmlformats.org/drawingml/2006/main">
              <a:ext uri="{FF2B5EF4-FFF2-40B4-BE49-F238E27FC236}">
                <a16:creationId xmlns:a16="http://schemas.microsoft.com/office/drawing/2014/main" id="{0383D023-B1BB-4142-8431-25BBD376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986" y="40453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0" name="path-2997">
            <a:extLst xmlns:a="http://schemas.openxmlformats.org/drawingml/2006/main">
              <a:ext uri="{FF2B5EF4-FFF2-40B4-BE49-F238E27FC236}">
                <a16:creationId xmlns:a16="http://schemas.microsoft.com/office/drawing/2014/main" id="{7304F301-0D1E-414E-B7A7-C386C9E6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980" y="40559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1" name="path-2998">
            <a:extLst xmlns:a="http://schemas.openxmlformats.org/drawingml/2006/main">
              <a:ext uri="{FF2B5EF4-FFF2-40B4-BE49-F238E27FC236}">
                <a16:creationId xmlns:a16="http://schemas.microsoft.com/office/drawing/2014/main" id="{77D9F096-535D-40E4-B1B7-F585559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941" y="4041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2" name="path-2999">
            <a:extLst xmlns:a="http://schemas.openxmlformats.org/drawingml/2006/main">
              <a:ext uri="{FF2B5EF4-FFF2-40B4-BE49-F238E27FC236}">
                <a16:creationId xmlns:a16="http://schemas.microsoft.com/office/drawing/2014/main" id="{174E6D8A-48CC-4125-AEEC-1B23809E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1120" y="4042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3" name="path-3000">
            <a:extLst xmlns:a="http://schemas.openxmlformats.org/drawingml/2006/main">
              <a:ext uri="{FF2B5EF4-FFF2-40B4-BE49-F238E27FC236}">
                <a16:creationId xmlns:a16="http://schemas.microsoft.com/office/drawing/2014/main" id="{1180223A-4CA1-4054-91C0-722FA2F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566" y="40389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4" name="path-3001">
            <a:extLst xmlns:a="http://schemas.openxmlformats.org/drawingml/2006/main">
              <a:ext uri="{FF2B5EF4-FFF2-40B4-BE49-F238E27FC236}">
                <a16:creationId xmlns:a16="http://schemas.microsoft.com/office/drawing/2014/main" id="{2591A543-9F44-4D95-950B-CC59DBB4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985" y="4046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5" name="path-3002">
            <a:extLst xmlns:a="http://schemas.openxmlformats.org/drawingml/2006/main">
              <a:ext uri="{FF2B5EF4-FFF2-40B4-BE49-F238E27FC236}">
                <a16:creationId xmlns:a16="http://schemas.microsoft.com/office/drawing/2014/main" id="{A619F700-FDF2-47A6-839C-5FEDA29F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617" y="40354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6" name="path-3003">
            <a:extLst xmlns:a="http://schemas.openxmlformats.org/drawingml/2006/main">
              <a:ext uri="{FF2B5EF4-FFF2-40B4-BE49-F238E27FC236}">
                <a16:creationId xmlns:a16="http://schemas.microsoft.com/office/drawing/2014/main" id="{BD70AC4F-207A-4FC0-A8BF-703211DB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487" y="4046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7" name="path-3004">
            <a:extLst xmlns:a="http://schemas.openxmlformats.org/drawingml/2006/main">
              <a:ext uri="{FF2B5EF4-FFF2-40B4-BE49-F238E27FC236}">
                <a16:creationId xmlns:a16="http://schemas.microsoft.com/office/drawing/2014/main" id="{EEA742C0-B94B-4586-8DD8-EB12D96F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883" y="40604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8" name="path-3005">
            <a:extLst xmlns:a="http://schemas.openxmlformats.org/drawingml/2006/main">
              <a:ext uri="{FF2B5EF4-FFF2-40B4-BE49-F238E27FC236}">
                <a16:creationId xmlns:a16="http://schemas.microsoft.com/office/drawing/2014/main" id="{A7A5CBF0-6F9E-4813-A81A-BBEC57C3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583" y="4043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9" name="path-3006">
            <a:extLst xmlns:a="http://schemas.openxmlformats.org/drawingml/2006/main">
              <a:ext uri="{FF2B5EF4-FFF2-40B4-BE49-F238E27FC236}">
                <a16:creationId xmlns:a16="http://schemas.microsoft.com/office/drawing/2014/main" id="{F74F9B4A-744A-422B-A4D1-FC0C1D45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116" y="4039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0" name="path-3007">
            <a:extLst xmlns:a="http://schemas.openxmlformats.org/drawingml/2006/main">
              <a:ext uri="{FF2B5EF4-FFF2-40B4-BE49-F238E27FC236}">
                <a16:creationId xmlns:a16="http://schemas.microsoft.com/office/drawing/2014/main" id="{015BF418-B69C-42C0-B0E3-3AA0AECB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583" y="40369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1" name="path-3008">
            <a:extLst xmlns:a="http://schemas.openxmlformats.org/drawingml/2006/main">
              <a:ext uri="{FF2B5EF4-FFF2-40B4-BE49-F238E27FC236}">
                <a16:creationId xmlns:a16="http://schemas.microsoft.com/office/drawing/2014/main" id="{F106DBF7-A5EA-4F98-B76A-A2B454A6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402" y="40178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2" name="path-3009">
            <a:extLst xmlns:a="http://schemas.openxmlformats.org/drawingml/2006/main">
              <a:ext uri="{FF2B5EF4-FFF2-40B4-BE49-F238E27FC236}">
                <a16:creationId xmlns:a16="http://schemas.microsoft.com/office/drawing/2014/main" id="{9522E201-62EC-4DC9-BC10-BE2AB718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7215" y="40403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3" name="path-3010">
            <a:extLst xmlns:a="http://schemas.openxmlformats.org/drawingml/2006/main">
              <a:ext uri="{FF2B5EF4-FFF2-40B4-BE49-F238E27FC236}">
                <a16:creationId xmlns:a16="http://schemas.microsoft.com/office/drawing/2014/main" id="{B342240D-4431-4550-8861-1278D99B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867" y="40455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4" name="path-3011">
            <a:extLst xmlns:a="http://schemas.openxmlformats.org/drawingml/2006/main">
              <a:ext uri="{FF2B5EF4-FFF2-40B4-BE49-F238E27FC236}">
                <a16:creationId xmlns:a16="http://schemas.microsoft.com/office/drawing/2014/main" id="{8D4BB42E-408F-4B3B-8C08-E2CFAA05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465" y="4020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5" name="path-3012">
            <a:extLst xmlns:a="http://schemas.openxmlformats.org/drawingml/2006/main">
              <a:ext uri="{FF2B5EF4-FFF2-40B4-BE49-F238E27FC236}">
                <a16:creationId xmlns:a16="http://schemas.microsoft.com/office/drawing/2014/main" id="{1A456095-C694-48DA-BD1E-1CD92DF7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223" y="40603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6" name="path-3013">
            <a:extLst xmlns:a="http://schemas.openxmlformats.org/drawingml/2006/main">
              <a:ext uri="{FF2B5EF4-FFF2-40B4-BE49-F238E27FC236}">
                <a16:creationId xmlns:a16="http://schemas.microsoft.com/office/drawing/2014/main" id="{55F713E3-2CC3-4DE8-9DC7-EA64E87D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580" y="40343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7" name="path-3014">
            <a:extLst xmlns:a="http://schemas.openxmlformats.org/drawingml/2006/main">
              <a:ext uri="{FF2B5EF4-FFF2-40B4-BE49-F238E27FC236}">
                <a16:creationId xmlns:a16="http://schemas.microsoft.com/office/drawing/2014/main" id="{A77D0731-0FF4-4DF1-9428-115D0E3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6201" y="40285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8" name="path-3015">
            <a:extLst xmlns:a="http://schemas.openxmlformats.org/drawingml/2006/main">
              <a:ext uri="{FF2B5EF4-FFF2-40B4-BE49-F238E27FC236}">
                <a16:creationId xmlns:a16="http://schemas.microsoft.com/office/drawing/2014/main" id="{BC52660E-CCC0-4B8B-9A88-82EC8255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531" y="4070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9" name="path-3016">
            <a:extLst xmlns:a="http://schemas.openxmlformats.org/drawingml/2006/main">
              <a:ext uri="{FF2B5EF4-FFF2-40B4-BE49-F238E27FC236}">
                <a16:creationId xmlns:a16="http://schemas.microsoft.com/office/drawing/2014/main" id="{9E5C048E-C924-4C8A-9012-C6AC6FDB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8840" y="40553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0" name="path-3017">
            <a:extLst xmlns:a="http://schemas.openxmlformats.org/drawingml/2006/main">
              <a:ext uri="{FF2B5EF4-FFF2-40B4-BE49-F238E27FC236}">
                <a16:creationId xmlns:a16="http://schemas.microsoft.com/office/drawing/2014/main" id="{2EE3655A-67A3-4709-A28B-58AFE337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0940" y="40396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1" name="path-3018">
            <a:extLst xmlns:a="http://schemas.openxmlformats.org/drawingml/2006/main">
              <a:ext uri="{FF2B5EF4-FFF2-40B4-BE49-F238E27FC236}">
                <a16:creationId xmlns:a16="http://schemas.microsoft.com/office/drawing/2014/main" id="{9E36062B-8E78-4639-84F2-11A8A36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490" y="40313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2" name="path-3019">
            <a:extLst xmlns:a="http://schemas.openxmlformats.org/drawingml/2006/main">
              <a:ext uri="{FF2B5EF4-FFF2-40B4-BE49-F238E27FC236}">
                <a16:creationId xmlns:a16="http://schemas.microsoft.com/office/drawing/2014/main" id="{C3276BDF-8B9C-404E-9D44-AB318800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882" y="4042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3" name="path-3020">
            <a:extLst xmlns:a="http://schemas.openxmlformats.org/drawingml/2006/main">
              <a:ext uri="{FF2B5EF4-FFF2-40B4-BE49-F238E27FC236}">
                <a16:creationId xmlns:a16="http://schemas.microsoft.com/office/drawing/2014/main" id="{CD3E7326-A777-49FF-8530-85F5C636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265" y="4048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4" name="path-3021">
            <a:extLst xmlns:a="http://schemas.openxmlformats.org/drawingml/2006/main">
              <a:ext uri="{FF2B5EF4-FFF2-40B4-BE49-F238E27FC236}">
                <a16:creationId xmlns:a16="http://schemas.microsoft.com/office/drawing/2014/main" id="{30BD94F9-5D39-4253-B50A-2C418866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458" y="40476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5" name="path-3022">
            <a:extLst xmlns:a="http://schemas.openxmlformats.org/drawingml/2006/main">
              <a:ext uri="{FF2B5EF4-FFF2-40B4-BE49-F238E27FC236}">
                <a16:creationId xmlns:a16="http://schemas.microsoft.com/office/drawing/2014/main" id="{8087F2A7-97A6-476F-A4FE-180E6C0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12" y="40424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6" name="path-3023">
            <a:extLst xmlns:a="http://schemas.openxmlformats.org/drawingml/2006/main">
              <a:ext uri="{FF2B5EF4-FFF2-40B4-BE49-F238E27FC236}">
                <a16:creationId xmlns:a16="http://schemas.microsoft.com/office/drawing/2014/main" id="{ED9F5B4B-FCAE-45FD-AC69-0B78F508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859" y="4043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7" name="path-3024">
            <a:extLst xmlns:a="http://schemas.openxmlformats.org/drawingml/2006/main">
              <a:ext uri="{FF2B5EF4-FFF2-40B4-BE49-F238E27FC236}">
                <a16:creationId xmlns:a16="http://schemas.microsoft.com/office/drawing/2014/main" id="{A2261B52-CFA4-46A0-BE52-5766FB66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7634" y="40719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8" name="path-3025">
            <a:extLst xmlns:a="http://schemas.openxmlformats.org/drawingml/2006/main">
              <a:ext uri="{FF2B5EF4-FFF2-40B4-BE49-F238E27FC236}">
                <a16:creationId xmlns:a16="http://schemas.microsoft.com/office/drawing/2014/main" id="{2DEAEC57-B2BF-4F63-92C8-809F70C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352" y="4044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9" name="path-3026">
            <a:extLst xmlns:a="http://schemas.openxmlformats.org/drawingml/2006/main">
              <a:ext uri="{FF2B5EF4-FFF2-40B4-BE49-F238E27FC236}">
                <a16:creationId xmlns:a16="http://schemas.microsoft.com/office/drawing/2014/main" id="{E5383F9C-6EA2-4AE4-9309-2122F52E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348" y="40452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0" name="path-3027">
            <a:extLst xmlns:a="http://schemas.openxmlformats.org/drawingml/2006/main">
              <a:ext uri="{FF2B5EF4-FFF2-40B4-BE49-F238E27FC236}">
                <a16:creationId xmlns:a16="http://schemas.microsoft.com/office/drawing/2014/main" id="{94BAF76E-19CE-4D3E-B4CA-7F3E9D90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854" y="40440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1" name="path-3028">
            <a:extLst xmlns:a="http://schemas.openxmlformats.org/drawingml/2006/main">
              <a:ext uri="{FF2B5EF4-FFF2-40B4-BE49-F238E27FC236}">
                <a16:creationId xmlns:a16="http://schemas.microsoft.com/office/drawing/2014/main" id="{662D266B-4AA2-40DB-B224-02B809BA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863" y="40406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2" name="path-3029">
            <a:extLst xmlns:a="http://schemas.openxmlformats.org/drawingml/2006/main">
              <a:ext uri="{FF2B5EF4-FFF2-40B4-BE49-F238E27FC236}">
                <a16:creationId xmlns:a16="http://schemas.microsoft.com/office/drawing/2014/main" id="{EC4874A6-11BD-42A3-8DD1-9917D28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125" y="4032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3" name="path-3030">
            <a:extLst xmlns:a="http://schemas.openxmlformats.org/drawingml/2006/main">
              <a:ext uri="{FF2B5EF4-FFF2-40B4-BE49-F238E27FC236}">
                <a16:creationId xmlns:a16="http://schemas.microsoft.com/office/drawing/2014/main" id="{370812A6-19EE-4CF1-B778-5649C498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631" y="40389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4" name="path-3031">
            <a:extLst xmlns:a="http://schemas.openxmlformats.org/drawingml/2006/main">
              <a:ext uri="{FF2B5EF4-FFF2-40B4-BE49-F238E27FC236}">
                <a16:creationId xmlns:a16="http://schemas.microsoft.com/office/drawing/2014/main" id="{5E5450A5-EC01-42AB-A48A-9EA316C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6169" y="40370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5" name="path-3032">
            <a:extLst xmlns:a="http://schemas.openxmlformats.org/drawingml/2006/main">
              <a:ext uri="{FF2B5EF4-FFF2-40B4-BE49-F238E27FC236}">
                <a16:creationId xmlns:a16="http://schemas.microsoft.com/office/drawing/2014/main" id="{6C4D43F2-4ACB-48DA-9CFF-1CCA9B01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760" y="4049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6" name="path-3033">
            <a:extLst xmlns:a="http://schemas.openxmlformats.org/drawingml/2006/main">
              <a:ext uri="{FF2B5EF4-FFF2-40B4-BE49-F238E27FC236}">
                <a16:creationId xmlns:a16="http://schemas.microsoft.com/office/drawing/2014/main" id="{6EAD7F83-20BA-4D6B-BF24-134373CE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119" y="40428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7" name="path-3034">
            <a:extLst xmlns:a="http://schemas.openxmlformats.org/drawingml/2006/main">
              <a:ext uri="{FF2B5EF4-FFF2-40B4-BE49-F238E27FC236}">
                <a16:creationId xmlns:a16="http://schemas.microsoft.com/office/drawing/2014/main" id="{31628CE8-7A85-443E-9B15-3D4E3ADA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615" y="40547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8" name="path-3035">
            <a:extLst xmlns:a="http://schemas.openxmlformats.org/drawingml/2006/main">
              <a:ext uri="{FF2B5EF4-FFF2-40B4-BE49-F238E27FC236}">
                <a16:creationId xmlns:a16="http://schemas.microsoft.com/office/drawing/2014/main" id="{7A10B8D0-BB5B-42C2-8707-82348C55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916" y="40446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9" name="path-3036">
            <a:extLst xmlns:a="http://schemas.openxmlformats.org/drawingml/2006/main">
              <a:ext uri="{FF2B5EF4-FFF2-40B4-BE49-F238E27FC236}">
                <a16:creationId xmlns:a16="http://schemas.microsoft.com/office/drawing/2014/main" id="{E6A94F26-41BD-454A-B7E2-10190E48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7450" y="40231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0" name="path-3037">
            <a:extLst xmlns:a="http://schemas.openxmlformats.org/drawingml/2006/main">
              <a:ext uri="{FF2B5EF4-FFF2-40B4-BE49-F238E27FC236}">
                <a16:creationId xmlns:a16="http://schemas.microsoft.com/office/drawing/2014/main" id="{BA9A50DE-7E3E-4BEA-8166-307D08BF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529" y="39928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1" name="path-3038">
            <a:extLst xmlns:a="http://schemas.openxmlformats.org/drawingml/2006/main">
              <a:ext uri="{FF2B5EF4-FFF2-40B4-BE49-F238E27FC236}">
                <a16:creationId xmlns:a16="http://schemas.microsoft.com/office/drawing/2014/main" id="{47D93830-477E-40CF-BA5D-0F6C662F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365" y="40374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2" name="path-3039">
            <a:extLst xmlns:a="http://schemas.openxmlformats.org/drawingml/2006/main">
              <a:ext uri="{FF2B5EF4-FFF2-40B4-BE49-F238E27FC236}">
                <a16:creationId xmlns:a16="http://schemas.microsoft.com/office/drawing/2014/main" id="{A9B9C1D8-0A5A-453B-8F3A-F485631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481" y="4035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3" name="path-3040">
            <a:extLst xmlns:a="http://schemas.openxmlformats.org/drawingml/2006/main">
              <a:ext uri="{FF2B5EF4-FFF2-40B4-BE49-F238E27FC236}">
                <a16:creationId xmlns:a16="http://schemas.microsoft.com/office/drawing/2014/main" id="{723C40E9-43C8-45BF-BA2B-BE4C4647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258" y="40448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4" name="path-3041">
            <a:extLst xmlns:a="http://schemas.openxmlformats.org/drawingml/2006/main">
              <a:ext uri="{FF2B5EF4-FFF2-40B4-BE49-F238E27FC236}">
                <a16:creationId xmlns:a16="http://schemas.microsoft.com/office/drawing/2014/main" id="{F9F40688-E803-436B-85E3-03925904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245" y="40344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5" name="path-3042">
            <a:extLst xmlns:a="http://schemas.openxmlformats.org/drawingml/2006/main">
              <a:ext uri="{FF2B5EF4-FFF2-40B4-BE49-F238E27FC236}">
                <a16:creationId xmlns:a16="http://schemas.microsoft.com/office/drawing/2014/main" id="{CB1483C6-73D2-4A7A-AD0C-1DF5EBBF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803" y="40669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6" name="path-3043">
            <a:extLst xmlns:a="http://schemas.openxmlformats.org/drawingml/2006/main">
              <a:ext uri="{FF2B5EF4-FFF2-40B4-BE49-F238E27FC236}">
                <a16:creationId xmlns:a16="http://schemas.microsoft.com/office/drawing/2014/main" id="{3A6027EE-125B-4D87-806B-28F4EE14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8046" y="40072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7" name="path-3044">
            <a:extLst xmlns:a="http://schemas.openxmlformats.org/drawingml/2006/main">
              <a:ext uri="{FF2B5EF4-FFF2-40B4-BE49-F238E27FC236}">
                <a16:creationId xmlns:a16="http://schemas.microsoft.com/office/drawing/2014/main" id="{FC6194D6-C44C-433B-AEDD-4FBA50D9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106" y="40618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8" name="path-3045">
            <a:extLst xmlns:a="http://schemas.openxmlformats.org/drawingml/2006/main">
              <a:ext uri="{FF2B5EF4-FFF2-40B4-BE49-F238E27FC236}">
                <a16:creationId xmlns:a16="http://schemas.microsoft.com/office/drawing/2014/main" id="{E7ECFB1D-E2B0-406E-94FF-AADB673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373" y="40407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9" name="path-3046">
            <a:extLst xmlns:a="http://schemas.openxmlformats.org/drawingml/2006/main">
              <a:ext uri="{FF2B5EF4-FFF2-40B4-BE49-F238E27FC236}">
                <a16:creationId xmlns:a16="http://schemas.microsoft.com/office/drawing/2014/main" id="{14342ED3-6A8C-4775-874A-A4EB1DF2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327" y="40408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0" name="path-3047">
            <a:extLst xmlns:a="http://schemas.openxmlformats.org/drawingml/2006/main">
              <a:ext uri="{FF2B5EF4-FFF2-40B4-BE49-F238E27FC236}">
                <a16:creationId xmlns:a16="http://schemas.microsoft.com/office/drawing/2014/main" id="{CDB3CEA6-40A6-43AA-A402-D3517F8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031" y="40419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1" name="path-3048">
            <a:extLst xmlns:a="http://schemas.openxmlformats.org/drawingml/2006/main">
              <a:ext uri="{FF2B5EF4-FFF2-40B4-BE49-F238E27FC236}">
                <a16:creationId xmlns:a16="http://schemas.microsoft.com/office/drawing/2014/main" id="{A92C15A0-ACC9-4C5C-ACC2-0100689B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039" y="40634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2" name="path-3049">
            <a:extLst xmlns:a="http://schemas.openxmlformats.org/drawingml/2006/main">
              <a:ext uri="{FF2B5EF4-FFF2-40B4-BE49-F238E27FC236}">
                <a16:creationId xmlns:a16="http://schemas.microsoft.com/office/drawing/2014/main" id="{2CE0CDDE-FE1F-4117-A4BE-423A010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9119" y="4040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3" name="path-3050">
            <a:extLst xmlns:a="http://schemas.openxmlformats.org/drawingml/2006/main">
              <a:ext uri="{FF2B5EF4-FFF2-40B4-BE49-F238E27FC236}">
                <a16:creationId xmlns:a16="http://schemas.microsoft.com/office/drawing/2014/main" id="{996C323A-4F35-4FFC-AA78-D91B63B1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343" y="4031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4" name="path-3051">
            <a:extLst xmlns:a="http://schemas.openxmlformats.org/drawingml/2006/main">
              <a:ext uri="{FF2B5EF4-FFF2-40B4-BE49-F238E27FC236}">
                <a16:creationId xmlns:a16="http://schemas.microsoft.com/office/drawing/2014/main" id="{3AE79983-B402-41E9-9649-35042557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139" y="4042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5" name="path-3052">
            <a:extLst xmlns:a="http://schemas.openxmlformats.org/drawingml/2006/main">
              <a:ext uri="{FF2B5EF4-FFF2-40B4-BE49-F238E27FC236}">
                <a16:creationId xmlns:a16="http://schemas.microsoft.com/office/drawing/2014/main" id="{6A591AB1-7948-4D85-B313-2C194D1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6844" y="40541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6" name="path-3053">
            <a:extLst xmlns:a="http://schemas.openxmlformats.org/drawingml/2006/main">
              <a:ext uri="{FF2B5EF4-FFF2-40B4-BE49-F238E27FC236}">
                <a16:creationId xmlns:a16="http://schemas.microsoft.com/office/drawing/2014/main" id="{4EE0C750-9268-4861-A7C5-55F4F2B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748" y="4063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7" name="path-3054">
            <a:extLst xmlns:a="http://schemas.openxmlformats.org/drawingml/2006/main">
              <a:ext uri="{FF2B5EF4-FFF2-40B4-BE49-F238E27FC236}">
                <a16:creationId xmlns:a16="http://schemas.microsoft.com/office/drawing/2014/main" id="{CE87D833-3B79-4790-B427-C73E3BAF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908" y="4045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8" name="path-3055">
            <a:extLst xmlns:a="http://schemas.openxmlformats.org/drawingml/2006/main">
              <a:ext uri="{FF2B5EF4-FFF2-40B4-BE49-F238E27FC236}">
                <a16:creationId xmlns:a16="http://schemas.microsoft.com/office/drawing/2014/main" id="{778912FE-4C81-470C-87F3-7016F5DF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570" y="40502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9" name="path-3056">
            <a:extLst xmlns:a="http://schemas.openxmlformats.org/drawingml/2006/main">
              <a:ext uri="{FF2B5EF4-FFF2-40B4-BE49-F238E27FC236}">
                <a16:creationId xmlns:a16="http://schemas.microsoft.com/office/drawing/2014/main" id="{A38D9DE9-69A7-496F-8E8C-A7C0C613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064" y="40409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0" name="path-3057">
            <a:extLst xmlns:a="http://schemas.openxmlformats.org/drawingml/2006/main">
              <a:ext uri="{FF2B5EF4-FFF2-40B4-BE49-F238E27FC236}">
                <a16:creationId xmlns:a16="http://schemas.microsoft.com/office/drawing/2014/main" id="{1810F053-E2A7-4448-AB73-03CC6427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201" y="4033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1" name="path-3058">
            <a:extLst xmlns:a="http://schemas.openxmlformats.org/drawingml/2006/main">
              <a:ext uri="{FF2B5EF4-FFF2-40B4-BE49-F238E27FC236}">
                <a16:creationId xmlns:a16="http://schemas.microsoft.com/office/drawing/2014/main" id="{5DD22A95-CE15-4525-8A9B-F35A97E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1078" y="4046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2" name="path-3059">
            <a:extLst xmlns:a="http://schemas.openxmlformats.org/drawingml/2006/main">
              <a:ext uri="{FF2B5EF4-FFF2-40B4-BE49-F238E27FC236}">
                <a16:creationId xmlns:a16="http://schemas.microsoft.com/office/drawing/2014/main" id="{3EA50757-8DF3-4152-B947-E973518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7899" y="40409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3" name="path-3060">
            <a:extLst xmlns:a="http://schemas.openxmlformats.org/drawingml/2006/main">
              <a:ext uri="{FF2B5EF4-FFF2-40B4-BE49-F238E27FC236}">
                <a16:creationId xmlns:a16="http://schemas.microsoft.com/office/drawing/2014/main" id="{1EAC6177-5272-45F5-B107-13DEAF7F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784" y="4045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4" name="path-3061">
            <a:extLst xmlns:a="http://schemas.openxmlformats.org/drawingml/2006/main">
              <a:ext uri="{FF2B5EF4-FFF2-40B4-BE49-F238E27FC236}">
                <a16:creationId xmlns:a16="http://schemas.microsoft.com/office/drawing/2014/main" id="{72EFB9EB-A8A7-4F59-9871-871343FD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4064" y="40487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5" name="path-3062">
            <a:extLst xmlns:a="http://schemas.openxmlformats.org/drawingml/2006/main">
              <a:ext uri="{FF2B5EF4-FFF2-40B4-BE49-F238E27FC236}">
                <a16:creationId xmlns:a16="http://schemas.microsoft.com/office/drawing/2014/main" id="{679AAE5E-FFBE-458D-A89C-19933888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263" y="40100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6" name="path-3063">
            <a:extLst xmlns:a="http://schemas.openxmlformats.org/drawingml/2006/main">
              <a:ext uri="{FF2B5EF4-FFF2-40B4-BE49-F238E27FC236}">
                <a16:creationId xmlns:a16="http://schemas.microsoft.com/office/drawing/2014/main" id="{49769508-A7CE-4BBF-8A61-DA222105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943" y="40144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7" name="path-3064">
            <a:extLst xmlns:a="http://schemas.openxmlformats.org/drawingml/2006/main">
              <a:ext uri="{FF2B5EF4-FFF2-40B4-BE49-F238E27FC236}">
                <a16:creationId xmlns:a16="http://schemas.microsoft.com/office/drawing/2014/main" id="{FBFDB64C-B2B9-4DF9-8A69-5DA3763D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290" y="40460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8" name="path-3065">
            <a:extLst xmlns:a="http://schemas.openxmlformats.org/drawingml/2006/main">
              <a:ext uri="{FF2B5EF4-FFF2-40B4-BE49-F238E27FC236}">
                <a16:creationId xmlns:a16="http://schemas.microsoft.com/office/drawing/2014/main" id="{445DF184-4735-4269-BE79-859B15A3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657" y="4043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9" name="path-3066">
            <a:extLst xmlns:a="http://schemas.openxmlformats.org/drawingml/2006/main">
              <a:ext uri="{FF2B5EF4-FFF2-40B4-BE49-F238E27FC236}">
                <a16:creationId xmlns:a16="http://schemas.microsoft.com/office/drawing/2014/main" id="{BA3C6007-EF4C-4A41-ACE7-6567480F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427" y="40492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0" name="path-3067">
            <a:extLst xmlns:a="http://schemas.openxmlformats.org/drawingml/2006/main">
              <a:ext uri="{FF2B5EF4-FFF2-40B4-BE49-F238E27FC236}">
                <a16:creationId xmlns:a16="http://schemas.microsoft.com/office/drawing/2014/main" id="{2A936BAB-462E-49EA-8760-DFAFF31C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045" y="4030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1" name="path-3068">
            <a:extLst xmlns:a="http://schemas.openxmlformats.org/drawingml/2006/main">
              <a:ext uri="{FF2B5EF4-FFF2-40B4-BE49-F238E27FC236}">
                <a16:creationId xmlns:a16="http://schemas.microsoft.com/office/drawing/2014/main" id="{415A1A39-2042-43AF-85CF-083126A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287" y="40468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2" name="path-3069">
            <a:extLst xmlns:a="http://schemas.openxmlformats.org/drawingml/2006/main">
              <a:ext uri="{FF2B5EF4-FFF2-40B4-BE49-F238E27FC236}">
                <a16:creationId xmlns:a16="http://schemas.microsoft.com/office/drawing/2014/main" id="{558F955B-7901-4F8F-83BD-9355D256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130" y="4046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3" name="path-3070">
            <a:extLst xmlns:a="http://schemas.openxmlformats.org/drawingml/2006/main">
              <a:ext uri="{FF2B5EF4-FFF2-40B4-BE49-F238E27FC236}">
                <a16:creationId xmlns:a16="http://schemas.microsoft.com/office/drawing/2014/main" id="{06CE11F0-FF59-4202-8CF3-B9E088B5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398" y="40431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4" name="path-3071">
            <a:extLst xmlns:a="http://schemas.openxmlformats.org/drawingml/2006/main">
              <a:ext uri="{FF2B5EF4-FFF2-40B4-BE49-F238E27FC236}">
                <a16:creationId xmlns:a16="http://schemas.microsoft.com/office/drawing/2014/main" id="{C6C77833-D1E2-4D29-AD1E-01FC839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373" y="4024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5" name="path-3072">
            <a:extLst xmlns:a="http://schemas.openxmlformats.org/drawingml/2006/main">
              <a:ext uri="{FF2B5EF4-FFF2-40B4-BE49-F238E27FC236}">
                <a16:creationId xmlns:a16="http://schemas.microsoft.com/office/drawing/2014/main" id="{18A794AA-3503-490A-B597-E0F74DB7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054" y="40511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6" name="path-3073">
            <a:extLst xmlns:a="http://schemas.openxmlformats.org/drawingml/2006/main">
              <a:ext uri="{FF2B5EF4-FFF2-40B4-BE49-F238E27FC236}">
                <a16:creationId xmlns:a16="http://schemas.microsoft.com/office/drawing/2014/main" id="{2505CEB0-4E5C-481B-AFC2-87C10DF2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182" y="40265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7" name="path-3074">
            <a:extLst xmlns:a="http://schemas.openxmlformats.org/drawingml/2006/main">
              <a:ext uri="{FF2B5EF4-FFF2-40B4-BE49-F238E27FC236}">
                <a16:creationId xmlns:a16="http://schemas.microsoft.com/office/drawing/2014/main" id="{0A04E2CF-CF9B-4BE9-BADC-321B0FEB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042" y="40458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8" name="path-3075">
            <a:extLst xmlns:a="http://schemas.openxmlformats.org/drawingml/2006/main">
              <a:ext uri="{FF2B5EF4-FFF2-40B4-BE49-F238E27FC236}">
                <a16:creationId xmlns:a16="http://schemas.microsoft.com/office/drawing/2014/main" id="{DFAD0C8B-9961-40D7-BF57-3EB2895E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815" y="4039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9" name="path-3076">
            <a:extLst xmlns:a="http://schemas.openxmlformats.org/drawingml/2006/main">
              <a:ext uri="{FF2B5EF4-FFF2-40B4-BE49-F238E27FC236}">
                <a16:creationId xmlns:a16="http://schemas.microsoft.com/office/drawing/2014/main" id="{591AC299-FDBF-4D50-B4AB-E5109A0B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361" y="40454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0" name="path-3077">
            <a:extLst xmlns:a="http://schemas.openxmlformats.org/drawingml/2006/main">
              <a:ext uri="{FF2B5EF4-FFF2-40B4-BE49-F238E27FC236}">
                <a16:creationId xmlns:a16="http://schemas.microsoft.com/office/drawing/2014/main" id="{350AF7F0-30DB-4729-9635-E79104B0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297" y="40225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1" name="path-3078">
            <a:extLst xmlns:a="http://schemas.openxmlformats.org/drawingml/2006/main">
              <a:ext uri="{FF2B5EF4-FFF2-40B4-BE49-F238E27FC236}">
                <a16:creationId xmlns:a16="http://schemas.microsoft.com/office/drawing/2014/main" id="{553B60FF-7E01-4B0E-9169-20B71636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236" y="40427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2" name="path-3079">
            <a:extLst xmlns:a="http://schemas.openxmlformats.org/drawingml/2006/main">
              <a:ext uri="{FF2B5EF4-FFF2-40B4-BE49-F238E27FC236}">
                <a16:creationId xmlns:a16="http://schemas.microsoft.com/office/drawing/2014/main" id="{8AC58423-009A-416D-B418-B18B5B0D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084" y="4038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3" name="path-3080">
            <a:extLst xmlns:a="http://schemas.openxmlformats.org/drawingml/2006/main">
              <a:ext uri="{FF2B5EF4-FFF2-40B4-BE49-F238E27FC236}">
                <a16:creationId xmlns:a16="http://schemas.microsoft.com/office/drawing/2014/main" id="{A58E4EE7-FD79-4E7A-9230-11652E2F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561" y="4045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4" name="path-3081">
            <a:extLst xmlns:a="http://schemas.openxmlformats.org/drawingml/2006/main">
              <a:ext uri="{FF2B5EF4-FFF2-40B4-BE49-F238E27FC236}">
                <a16:creationId xmlns:a16="http://schemas.microsoft.com/office/drawing/2014/main" id="{94415E2D-5E59-4010-ABA8-0E347AC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833" y="40401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5" name="path-3082">
            <a:extLst xmlns:a="http://schemas.openxmlformats.org/drawingml/2006/main">
              <a:ext uri="{FF2B5EF4-FFF2-40B4-BE49-F238E27FC236}">
                <a16:creationId xmlns:a16="http://schemas.microsoft.com/office/drawing/2014/main" id="{FB1DF020-E306-4F5F-84F4-3A45DF5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3077" y="40438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6" name="path-3083">
            <a:extLst xmlns:a="http://schemas.openxmlformats.org/drawingml/2006/main">
              <a:ext uri="{FF2B5EF4-FFF2-40B4-BE49-F238E27FC236}">
                <a16:creationId xmlns:a16="http://schemas.microsoft.com/office/drawing/2014/main" id="{C886F8D1-1753-486E-BA61-711D2DC5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195" y="40504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7" name="path-3084">
            <a:extLst xmlns:a="http://schemas.openxmlformats.org/drawingml/2006/main">
              <a:ext uri="{FF2B5EF4-FFF2-40B4-BE49-F238E27FC236}">
                <a16:creationId xmlns:a16="http://schemas.microsoft.com/office/drawing/2014/main" id="{65001466-9704-450D-8936-9C8C92DD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003" y="40608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8" name="path-3085">
            <a:extLst xmlns:a="http://schemas.openxmlformats.org/drawingml/2006/main">
              <a:ext uri="{FF2B5EF4-FFF2-40B4-BE49-F238E27FC236}">
                <a16:creationId xmlns:a16="http://schemas.microsoft.com/office/drawing/2014/main" id="{48D0EC61-DBAE-424D-956A-AE794DFE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195" y="4054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9" name="path-3086">
            <a:extLst xmlns:a="http://schemas.openxmlformats.org/drawingml/2006/main">
              <a:ext uri="{FF2B5EF4-FFF2-40B4-BE49-F238E27FC236}">
                <a16:creationId xmlns:a16="http://schemas.microsoft.com/office/drawing/2014/main" id="{DC7E55AB-441D-46B6-972A-47DC20C7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068" y="40047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0" name="path-3087">
            <a:extLst xmlns:a="http://schemas.openxmlformats.org/drawingml/2006/main">
              <a:ext uri="{FF2B5EF4-FFF2-40B4-BE49-F238E27FC236}">
                <a16:creationId xmlns:a16="http://schemas.microsoft.com/office/drawing/2014/main" id="{FE52C8C0-0AB8-4316-898C-5790AC9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871" y="4047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1" name="path-3088">
            <a:extLst xmlns:a="http://schemas.openxmlformats.org/drawingml/2006/main">
              <a:ext uri="{FF2B5EF4-FFF2-40B4-BE49-F238E27FC236}">
                <a16:creationId xmlns:a16="http://schemas.microsoft.com/office/drawing/2014/main" id="{FC8BDD82-001F-47F1-AFC4-39ECA0AA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380" y="4046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2" name="path-3089">
            <a:extLst xmlns:a="http://schemas.openxmlformats.org/drawingml/2006/main">
              <a:ext uri="{FF2B5EF4-FFF2-40B4-BE49-F238E27FC236}">
                <a16:creationId xmlns:a16="http://schemas.microsoft.com/office/drawing/2014/main" id="{1D4C0397-BF5D-441D-AF72-BE4B6512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84" y="40454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3" name="path-3090">
            <a:extLst xmlns:a="http://schemas.openxmlformats.org/drawingml/2006/main">
              <a:ext uri="{FF2B5EF4-FFF2-40B4-BE49-F238E27FC236}">
                <a16:creationId xmlns:a16="http://schemas.microsoft.com/office/drawing/2014/main" id="{416AD32E-DACA-4061-9812-98FDBEBD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100" y="40399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4" name="path-3091">
            <a:extLst xmlns:a="http://schemas.openxmlformats.org/drawingml/2006/main">
              <a:ext uri="{FF2B5EF4-FFF2-40B4-BE49-F238E27FC236}">
                <a16:creationId xmlns:a16="http://schemas.microsoft.com/office/drawing/2014/main" id="{44CDF210-4592-4D05-B9BE-D49B738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826" y="40399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5" name="path-3092">
            <a:extLst xmlns:a="http://schemas.openxmlformats.org/drawingml/2006/main">
              <a:ext uri="{FF2B5EF4-FFF2-40B4-BE49-F238E27FC236}">
                <a16:creationId xmlns:a16="http://schemas.microsoft.com/office/drawing/2014/main" id="{7EDB6667-9244-4861-B649-09EF364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415" y="4042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6" name="path-3093">
            <a:extLst xmlns:a="http://schemas.openxmlformats.org/drawingml/2006/main">
              <a:ext uri="{FF2B5EF4-FFF2-40B4-BE49-F238E27FC236}">
                <a16:creationId xmlns:a16="http://schemas.microsoft.com/office/drawing/2014/main" id="{653715F3-6ADF-49EF-8FD4-C25D2F40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078" y="4047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7" name="path-3094">
            <a:extLst xmlns:a="http://schemas.openxmlformats.org/drawingml/2006/main">
              <a:ext uri="{FF2B5EF4-FFF2-40B4-BE49-F238E27FC236}">
                <a16:creationId xmlns:a16="http://schemas.microsoft.com/office/drawing/2014/main" id="{03A456B7-1909-4F8B-8E16-3C904775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97" y="40438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8" name="path-3095">
            <a:extLst xmlns:a="http://schemas.openxmlformats.org/drawingml/2006/main">
              <a:ext uri="{FF2B5EF4-FFF2-40B4-BE49-F238E27FC236}">
                <a16:creationId xmlns:a16="http://schemas.microsoft.com/office/drawing/2014/main" id="{98F05564-DBF9-48EC-A120-6EA45C4B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162" y="4065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9" name="path-3096">
            <a:extLst xmlns:a="http://schemas.openxmlformats.org/drawingml/2006/main">
              <a:ext uri="{FF2B5EF4-FFF2-40B4-BE49-F238E27FC236}">
                <a16:creationId xmlns:a16="http://schemas.microsoft.com/office/drawing/2014/main" id="{EA137250-D162-4658-9298-311E49D5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437" y="4045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0" name="path-3097">
            <a:extLst xmlns:a="http://schemas.openxmlformats.org/drawingml/2006/main">
              <a:ext uri="{FF2B5EF4-FFF2-40B4-BE49-F238E27FC236}">
                <a16:creationId xmlns:a16="http://schemas.microsoft.com/office/drawing/2014/main" id="{0B7B8F06-FEB4-4DE5-B79E-517962DA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753" y="40441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1" name="path-3098">
            <a:extLst xmlns:a="http://schemas.openxmlformats.org/drawingml/2006/main">
              <a:ext uri="{FF2B5EF4-FFF2-40B4-BE49-F238E27FC236}">
                <a16:creationId xmlns:a16="http://schemas.microsoft.com/office/drawing/2014/main" id="{2D7DD961-88A0-4888-8C4B-2ED6D610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956" y="40248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2" name="path-3099">
            <a:extLst xmlns:a="http://schemas.openxmlformats.org/drawingml/2006/main">
              <a:ext uri="{FF2B5EF4-FFF2-40B4-BE49-F238E27FC236}">
                <a16:creationId xmlns:a16="http://schemas.microsoft.com/office/drawing/2014/main" id="{33EED2D9-4F67-400F-A9AA-30C49B49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756" y="4040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3" name="path-3100">
            <a:extLst xmlns:a="http://schemas.openxmlformats.org/drawingml/2006/main">
              <a:ext uri="{FF2B5EF4-FFF2-40B4-BE49-F238E27FC236}">
                <a16:creationId xmlns:a16="http://schemas.microsoft.com/office/drawing/2014/main" id="{6E19AF91-BFA0-4ABF-8365-B9D41DCC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1995" y="40515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4" name="path-3101">
            <a:extLst xmlns:a="http://schemas.openxmlformats.org/drawingml/2006/main">
              <a:ext uri="{FF2B5EF4-FFF2-40B4-BE49-F238E27FC236}">
                <a16:creationId xmlns:a16="http://schemas.microsoft.com/office/drawing/2014/main" id="{C8378810-97EE-4D35-A825-2B5903B1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464" y="40450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5" name="path-3102">
            <a:extLst xmlns:a="http://schemas.openxmlformats.org/drawingml/2006/main">
              <a:ext uri="{FF2B5EF4-FFF2-40B4-BE49-F238E27FC236}">
                <a16:creationId xmlns:a16="http://schemas.microsoft.com/office/drawing/2014/main" id="{C672E42D-6D4D-42AF-BAE7-39DB191D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980" y="4038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6" name="path-3103">
            <a:extLst xmlns:a="http://schemas.openxmlformats.org/drawingml/2006/main">
              <a:ext uri="{FF2B5EF4-FFF2-40B4-BE49-F238E27FC236}">
                <a16:creationId xmlns:a16="http://schemas.microsoft.com/office/drawing/2014/main" id="{F48975BA-37AB-4010-908F-EF638131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713" y="4028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7" name="path-3104">
            <a:extLst xmlns:a="http://schemas.openxmlformats.org/drawingml/2006/main">
              <a:ext uri="{FF2B5EF4-FFF2-40B4-BE49-F238E27FC236}">
                <a16:creationId xmlns:a16="http://schemas.microsoft.com/office/drawing/2014/main" id="{373A5759-2C57-4E1D-8A9B-11ABA38B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323" y="4043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8" name="path-3105">
            <a:extLst xmlns:a="http://schemas.openxmlformats.org/drawingml/2006/main">
              <a:ext uri="{FF2B5EF4-FFF2-40B4-BE49-F238E27FC236}">
                <a16:creationId xmlns:a16="http://schemas.microsoft.com/office/drawing/2014/main" id="{F2B2E351-1C16-4783-9D9E-F09951F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831" y="40459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9" name="path-3106">
            <a:extLst xmlns:a="http://schemas.openxmlformats.org/drawingml/2006/main">
              <a:ext uri="{FF2B5EF4-FFF2-40B4-BE49-F238E27FC236}">
                <a16:creationId xmlns:a16="http://schemas.microsoft.com/office/drawing/2014/main" id="{18E61B6B-4F11-4776-AFB1-435FD068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089" y="40366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0" name="path-3107">
            <a:extLst xmlns:a="http://schemas.openxmlformats.org/drawingml/2006/main">
              <a:ext uri="{FF2B5EF4-FFF2-40B4-BE49-F238E27FC236}">
                <a16:creationId xmlns:a16="http://schemas.microsoft.com/office/drawing/2014/main" id="{16A2CFB1-037C-4253-BED1-55DED722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084" y="4046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1" name="path-3108">
            <a:extLst xmlns:a="http://schemas.openxmlformats.org/drawingml/2006/main">
              <a:ext uri="{FF2B5EF4-FFF2-40B4-BE49-F238E27FC236}">
                <a16:creationId xmlns:a16="http://schemas.microsoft.com/office/drawing/2014/main" id="{D7A0197C-6A7A-4279-8E7C-748529D0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398" y="40434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2" name="path-3109">
            <a:extLst xmlns:a="http://schemas.openxmlformats.org/drawingml/2006/main">
              <a:ext uri="{FF2B5EF4-FFF2-40B4-BE49-F238E27FC236}">
                <a16:creationId xmlns:a16="http://schemas.microsoft.com/office/drawing/2014/main" id="{071A025D-267C-4D70-9E46-EA330733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2" y="40491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3" name="path-3110">
            <a:extLst xmlns:a="http://schemas.openxmlformats.org/drawingml/2006/main">
              <a:ext uri="{FF2B5EF4-FFF2-40B4-BE49-F238E27FC236}">
                <a16:creationId xmlns:a16="http://schemas.microsoft.com/office/drawing/2014/main" id="{09B9707C-F1E1-47E5-B191-902DA362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458" y="40722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4" name="path-3111">
            <a:extLst xmlns:a="http://schemas.openxmlformats.org/drawingml/2006/main">
              <a:ext uri="{FF2B5EF4-FFF2-40B4-BE49-F238E27FC236}">
                <a16:creationId xmlns:a16="http://schemas.microsoft.com/office/drawing/2014/main" id="{5217BD8C-7E84-445C-B821-EE396938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454" y="4043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5" name="path-3112">
            <a:extLst xmlns:a="http://schemas.openxmlformats.org/drawingml/2006/main">
              <a:ext uri="{FF2B5EF4-FFF2-40B4-BE49-F238E27FC236}">
                <a16:creationId xmlns:a16="http://schemas.microsoft.com/office/drawing/2014/main" id="{B40BBD90-A635-461A-9794-A58C213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103" y="40413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6" name="path-3113">
            <a:extLst xmlns:a="http://schemas.openxmlformats.org/drawingml/2006/main">
              <a:ext uri="{FF2B5EF4-FFF2-40B4-BE49-F238E27FC236}">
                <a16:creationId xmlns:a16="http://schemas.microsoft.com/office/drawing/2014/main" id="{B31872F1-38B6-4B84-97A6-DBA26226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502" y="40447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7" name="path-3114">
            <a:extLst xmlns:a="http://schemas.openxmlformats.org/drawingml/2006/main">
              <a:ext uri="{FF2B5EF4-FFF2-40B4-BE49-F238E27FC236}">
                <a16:creationId xmlns:a16="http://schemas.microsoft.com/office/drawing/2014/main" id="{F30E4A4C-965E-4A29-9EE4-AFDB3C38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179" y="40410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8" name="path-3115">
            <a:extLst xmlns:a="http://schemas.openxmlformats.org/drawingml/2006/main">
              <a:ext uri="{FF2B5EF4-FFF2-40B4-BE49-F238E27FC236}">
                <a16:creationId xmlns:a16="http://schemas.microsoft.com/office/drawing/2014/main" id="{650EF158-98F3-4602-96A1-32F829D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050" y="4036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9" name="path-3116">
            <a:extLst xmlns:a="http://schemas.openxmlformats.org/drawingml/2006/main">
              <a:ext uri="{FF2B5EF4-FFF2-40B4-BE49-F238E27FC236}">
                <a16:creationId xmlns:a16="http://schemas.microsoft.com/office/drawing/2014/main" id="{66C1B40F-E921-4A6F-8CE9-B6AC36A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186" y="4047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0" name="path-3117">
            <a:extLst xmlns:a="http://schemas.openxmlformats.org/drawingml/2006/main">
              <a:ext uri="{FF2B5EF4-FFF2-40B4-BE49-F238E27FC236}">
                <a16:creationId xmlns:a16="http://schemas.microsoft.com/office/drawing/2014/main" id="{F045BCBC-F078-4B1C-9679-829F126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1486" y="40526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1" name="path-3118">
            <a:extLst xmlns:a="http://schemas.openxmlformats.org/drawingml/2006/main">
              <a:ext uri="{FF2B5EF4-FFF2-40B4-BE49-F238E27FC236}">
                <a16:creationId xmlns:a16="http://schemas.microsoft.com/office/drawing/2014/main" id="{FA70810C-76B9-4AAF-BFF9-9F3683F9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968" y="4042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2" name="path-3119">
            <a:extLst xmlns:a="http://schemas.openxmlformats.org/drawingml/2006/main">
              <a:ext uri="{FF2B5EF4-FFF2-40B4-BE49-F238E27FC236}">
                <a16:creationId xmlns:a16="http://schemas.microsoft.com/office/drawing/2014/main" id="{19D11FB3-07F8-4704-A5DC-5141E495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931" y="4051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3" name="path-3120">
            <a:extLst xmlns:a="http://schemas.openxmlformats.org/drawingml/2006/main">
              <a:ext uri="{FF2B5EF4-FFF2-40B4-BE49-F238E27FC236}">
                <a16:creationId xmlns:a16="http://schemas.microsoft.com/office/drawing/2014/main" id="{3B71EFE2-A273-4A0D-9FFA-3AFF4C69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1391" y="40488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4" name="path-3121">
            <a:extLst xmlns:a="http://schemas.openxmlformats.org/drawingml/2006/main">
              <a:ext uri="{FF2B5EF4-FFF2-40B4-BE49-F238E27FC236}">
                <a16:creationId xmlns:a16="http://schemas.microsoft.com/office/drawing/2014/main" id="{E5C5169C-9265-4648-8691-26F261D1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258" y="4045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5" name="path-3122">
            <a:extLst xmlns:a="http://schemas.openxmlformats.org/drawingml/2006/main">
              <a:ext uri="{FF2B5EF4-FFF2-40B4-BE49-F238E27FC236}">
                <a16:creationId xmlns:a16="http://schemas.microsoft.com/office/drawing/2014/main" id="{D0823C5C-C8CE-407A-84DD-5DBD4BD8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454" y="40431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6" name="path-3123">
            <a:extLst xmlns:a="http://schemas.openxmlformats.org/drawingml/2006/main">
              <a:ext uri="{FF2B5EF4-FFF2-40B4-BE49-F238E27FC236}">
                <a16:creationId xmlns:a16="http://schemas.microsoft.com/office/drawing/2014/main" id="{C5A8F999-9B4C-41D3-A917-E6F9C2A4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906" y="40469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7" name="path-3124">
            <a:extLst xmlns:a="http://schemas.openxmlformats.org/drawingml/2006/main">
              <a:ext uri="{FF2B5EF4-FFF2-40B4-BE49-F238E27FC236}">
                <a16:creationId xmlns:a16="http://schemas.microsoft.com/office/drawing/2014/main" id="{FA318315-B4CD-457F-B6E4-77E5485B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936" y="40426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8" name="path-3125">
            <a:extLst xmlns:a="http://schemas.openxmlformats.org/drawingml/2006/main">
              <a:ext uri="{FF2B5EF4-FFF2-40B4-BE49-F238E27FC236}">
                <a16:creationId xmlns:a16="http://schemas.microsoft.com/office/drawing/2014/main" id="{03D6534A-0F7D-4B89-913C-BA6D8718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020" y="4066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9" name="path-3126">
            <a:extLst xmlns:a="http://schemas.openxmlformats.org/drawingml/2006/main">
              <a:ext uri="{FF2B5EF4-FFF2-40B4-BE49-F238E27FC236}">
                <a16:creationId xmlns:a16="http://schemas.microsoft.com/office/drawing/2014/main" id="{5C742093-DBEF-4B1E-8ACE-36BC76B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915" y="40389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0" name="path-3127">
            <a:extLst xmlns:a="http://schemas.openxmlformats.org/drawingml/2006/main">
              <a:ext uri="{FF2B5EF4-FFF2-40B4-BE49-F238E27FC236}">
                <a16:creationId xmlns:a16="http://schemas.microsoft.com/office/drawing/2014/main" id="{285EBEFA-6ACD-4B39-8EF0-25B3D999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280" y="4048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1" name="path-3128">
            <a:extLst xmlns:a="http://schemas.openxmlformats.org/drawingml/2006/main">
              <a:ext uri="{FF2B5EF4-FFF2-40B4-BE49-F238E27FC236}">
                <a16:creationId xmlns:a16="http://schemas.microsoft.com/office/drawing/2014/main" id="{45EA17A3-CD3D-455C-B4C7-CDE56408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533" y="40423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2" name="path-3129">
            <a:extLst xmlns:a="http://schemas.openxmlformats.org/drawingml/2006/main">
              <a:ext uri="{FF2B5EF4-FFF2-40B4-BE49-F238E27FC236}">
                <a16:creationId xmlns:a16="http://schemas.microsoft.com/office/drawing/2014/main" id="{FE6476E4-4A11-4F48-8202-BDB27C9B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229" y="4044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3" name="path-3130">
            <a:extLst xmlns:a="http://schemas.openxmlformats.org/drawingml/2006/main">
              <a:ext uri="{FF2B5EF4-FFF2-40B4-BE49-F238E27FC236}">
                <a16:creationId xmlns:a16="http://schemas.microsoft.com/office/drawing/2014/main" id="{F560382D-854D-48B4-A012-96F80E7C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774" y="40420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4" name="path-3131">
            <a:extLst xmlns:a="http://schemas.openxmlformats.org/drawingml/2006/main">
              <a:ext uri="{FF2B5EF4-FFF2-40B4-BE49-F238E27FC236}">
                <a16:creationId xmlns:a16="http://schemas.microsoft.com/office/drawing/2014/main" id="{4BE10720-100E-4029-9B33-6B8776A4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767" y="40522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5" name="path-3132">
            <a:extLst xmlns:a="http://schemas.openxmlformats.org/drawingml/2006/main">
              <a:ext uri="{FF2B5EF4-FFF2-40B4-BE49-F238E27FC236}">
                <a16:creationId xmlns:a16="http://schemas.microsoft.com/office/drawing/2014/main" id="{BDE709A6-CF0A-4EF7-A482-3E8A5D81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1420" y="4046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6" name="path-3133">
            <a:extLst xmlns:a="http://schemas.openxmlformats.org/drawingml/2006/main">
              <a:ext uri="{FF2B5EF4-FFF2-40B4-BE49-F238E27FC236}">
                <a16:creationId xmlns:a16="http://schemas.microsoft.com/office/drawing/2014/main" id="{A82F9479-963B-49C8-9555-1EB40125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257" y="4043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7" name="path-3134">
            <a:extLst xmlns:a="http://schemas.openxmlformats.org/drawingml/2006/main">
              <a:ext uri="{FF2B5EF4-FFF2-40B4-BE49-F238E27FC236}">
                <a16:creationId xmlns:a16="http://schemas.microsoft.com/office/drawing/2014/main" id="{7ACEE160-F991-4470-B564-1F8C58F8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875" y="40478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8" name="path-3135">
            <a:extLst xmlns:a="http://schemas.openxmlformats.org/drawingml/2006/main">
              <a:ext uri="{FF2B5EF4-FFF2-40B4-BE49-F238E27FC236}">
                <a16:creationId xmlns:a16="http://schemas.microsoft.com/office/drawing/2014/main" id="{ABF8DEB5-E4BC-4BCA-9B1D-D88F524F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736" y="40425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9" name="path-3136">
            <a:extLst xmlns:a="http://schemas.openxmlformats.org/drawingml/2006/main">
              <a:ext uri="{FF2B5EF4-FFF2-40B4-BE49-F238E27FC236}">
                <a16:creationId xmlns:a16="http://schemas.microsoft.com/office/drawing/2014/main" id="{0E9A32F7-C914-4285-AD32-F6B79E27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136" y="4055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0" name="path-3137">
            <a:extLst xmlns:a="http://schemas.openxmlformats.org/drawingml/2006/main">
              <a:ext uri="{FF2B5EF4-FFF2-40B4-BE49-F238E27FC236}">
                <a16:creationId xmlns:a16="http://schemas.microsoft.com/office/drawing/2014/main" id="{60F4FDCC-67D9-445A-A9E1-4ED63E69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9024" y="4033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1" name="path-3138">
            <a:extLst xmlns:a="http://schemas.openxmlformats.org/drawingml/2006/main">
              <a:ext uri="{FF2B5EF4-FFF2-40B4-BE49-F238E27FC236}">
                <a16:creationId xmlns:a16="http://schemas.microsoft.com/office/drawing/2014/main" id="{913D17AC-1A00-496F-8730-6FB88436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8705" y="40261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2" name="path-3139">
            <a:extLst xmlns:a="http://schemas.openxmlformats.org/drawingml/2006/main">
              <a:ext uri="{FF2B5EF4-FFF2-40B4-BE49-F238E27FC236}">
                <a16:creationId xmlns:a16="http://schemas.microsoft.com/office/drawing/2014/main" id="{52DA7331-BE4A-44AB-9E19-B9EC3157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633" y="40539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3" name="path-3140">
            <a:extLst xmlns:a="http://schemas.openxmlformats.org/drawingml/2006/main">
              <a:ext uri="{FF2B5EF4-FFF2-40B4-BE49-F238E27FC236}">
                <a16:creationId xmlns:a16="http://schemas.microsoft.com/office/drawing/2014/main" id="{A3A05D8E-F315-4258-91EE-03D35F48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251" y="40515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4" name="path-3141">
            <a:extLst xmlns:a="http://schemas.openxmlformats.org/drawingml/2006/main">
              <a:ext uri="{FF2B5EF4-FFF2-40B4-BE49-F238E27FC236}">
                <a16:creationId xmlns:a16="http://schemas.microsoft.com/office/drawing/2014/main" id="{7F0AD4BC-DE98-4C84-991B-7CF5E940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714" y="40455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5" name="path-3142">
            <a:extLst xmlns:a="http://schemas.openxmlformats.org/drawingml/2006/main">
              <a:ext uri="{FF2B5EF4-FFF2-40B4-BE49-F238E27FC236}">
                <a16:creationId xmlns:a16="http://schemas.microsoft.com/office/drawing/2014/main" id="{02340540-1060-4C64-826D-337661E3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818" y="4033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6" name="path-3143">
            <a:extLst xmlns:a="http://schemas.openxmlformats.org/drawingml/2006/main">
              <a:ext uri="{FF2B5EF4-FFF2-40B4-BE49-F238E27FC236}">
                <a16:creationId xmlns:a16="http://schemas.microsoft.com/office/drawing/2014/main" id="{BBFBE404-88A8-4005-99B9-F4812B8C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788" y="40841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7" name="path-3144">
            <a:extLst xmlns:a="http://schemas.openxmlformats.org/drawingml/2006/main">
              <a:ext uri="{FF2B5EF4-FFF2-40B4-BE49-F238E27FC236}">
                <a16:creationId xmlns:a16="http://schemas.microsoft.com/office/drawing/2014/main" id="{50D773A4-0BE5-4D14-B2D4-4A4AB162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98" y="40478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8" name="path-3145">
            <a:extLst xmlns:a="http://schemas.openxmlformats.org/drawingml/2006/main">
              <a:ext uri="{FF2B5EF4-FFF2-40B4-BE49-F238E27FC236}">
                <a16:creationId xmlns:a16="http://schemas.microsoft.com/office/drawing/2014/main" id="{7BD1FA53-B9CD-418B-9E1C-9416387C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1875" y="40360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9" name="path-3146">
            <a:extLst xmlns:a="http://schemas.openxmlformats.org/drawingml/2006/main">
              <a:ext uri="{FF2B5EF4-FFF2-40B4-BE49-F238E27FC236}">
                <a16:creationId xmlns:a16="http://schemas.microsoft.com/office/drawing/2014/main" id="{C4AE170A-EE58-45F1-8BB2-9942961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615" y="4050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0" name="path-3147">
            <a:extLst xmlns:a="http://schemas.openxmlformats.org/drawingml/2006/main">
              <a:ext uri="{FF2B5EF4-FFF2-40B4-BE49-F238E27FC236}">
                <a16:creationId xmlns:a16="http://schemas.microsoft.com/office/drawing/2014/main" id="{3033D5A8-B5B3-448D-A998-A91AD05A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0212" y="40361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1" name="path-3148">
            <a:extLst xmlns:a="http://schemas.openxmlformats.org/drawingml/2006/main">
              <a:ext uri="{FF2B5EF4-FFF2-40B4-BE49-F238E27FC236}">
                <a16:creationId xmlns:a16="http://schemas.microsoft.com/office/drawing/2014/main" id="{8FCB1182-922A-4681-840B-BA763C0D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318" y="4043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2" name="path-3149">
            <a:extLst xmlns:a="http://schemas.openxmlformats.org/drawingml/2006/main">
              <a:ext uri="{FF2B5EF4-FFF2-40B4-BE49-F238E27FC236}">
                <a16:creationId xmlns:a16="http://schemas.microsoft.com/office/drawing/2014/main" id="{194EED28-1D21-4EF0-88B7-32475A8C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059" y="4047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3" name="path-3150">
            <a:extLst xmlns:a="http://schemas.openxmlformats.org/drawingml/2006/main">
              <a:ext uri="{FF2B5EF4-FFF2-40B4-BE49-F238E27FC236}">
                <a16:creationId xmlns:a16="http://schemas.microsoft.com/office/drawing/2014/main" id="{BE53CB7F-C75B-4AD2-8EB9-BF686C1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562" y="4041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4" name="path-3151">
            <a:extLst xmlns:a="http://schemas.openxmlformats.org/drawingml/2006/main">
              <a:ext uri="{FF2B5EF4-FFF2-40B4-BE49-F238E27FC236}">
                <a16:creationId xmlns:a16="http://schemas.microsoft.com/office/drawing/2014/main" id="{742A7E01-3990-40B2-8EF4-74B5FEA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0509" y="40227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5" name="path-3152">
            <a:extLst xmlns:a="http://schemas.openxmlformats.org/drawingml/2006/main">
              <a:ext uri="{FF2B5EF4-FFF2-40B4-BE49-F238E27FC236}">
                <a16:creationId xmlns:a16="http://schemas.microsoft.com/office/drawing/2014/main" id="{D24076C6-BE77-44A2-8E4A-9946E541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806" y="4053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6" name="path-3153">
            <a:extLst xmlns:a="http://schemas.openxmlformats.org/drawingml/2006/main">
              <a:ext uri="{FF2B5EF4-FFF2-40B4-BE49-F238E27FC236}">
                <a16:creationId xmlns:a16="http://schemas.microsoft.com/office/drawing/2014/main" id="{359B49FF-292F-46E6-949A-A1800965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296" y="40413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7" name="path-3154">
            <a:extLst xmlns:a="http://schemas.openxmlformats.org/drawingml/2006/main">
              <a:ext uri="{FF2B5EF4-FFF2-40B4-BE49-F238E27FC236}">
                <a16:creationId xmlns:a16="http://schemas.microsoft.com/office/drawing/2014/main" id="{E01EB125-0B78-45E2-B67D-388ACE6C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630" y="40367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8" name="path-3155">
            <a:extLst xmlns:a="http://schemas.openxmlformats.org/drawingml/2006/main">
              <a:ext uri="{FF2B5EF4-FFF2-40B4-BE49-F238E27FC236}">
                <a16:creationId xmlns:a16="http://schemas.microsoft.com/office/drawing/2014/main" id="{3B1294B1-882A-46E7-AF8F-3AFAF70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578" y="40713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9" name="path-3156">
            <a:extLst xmlns:a="http://schemas.openxmlformats.org/drawingml/2006/main">
              <a:ext uri="{FF2B5EF4-FFF2-40B4-BE49-F238E27FC236}">
                <a16:creationId xmlns:a16="http://schemas.microsoft.com/office/drawing/2014/main" id="{1D2EADDC-D103-4C28-9C11-F4D93E68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0927" y="40277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0" name="path-3157">
            <a:extLst xmlns:a="http://schemas.openxmlformats.org/drawingml/2006/main">
              <a:ext uri="{FF2B5EF4-FFF2-40B4-BE49-F238E27FC236}">
                <a16:creationId xmlns:a16="http://schemas.microsoft.com/office/drawing/2014/main" id="{AB008FDE-96BB-4DE4-9C2D-05835E4F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561" y="40459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1" name="path-3158">
            <a:extLst xmlns:a="http://schemas.openxmlformats.org/drawingml/2006/main">
              <a:ext uri="{FF2B5EF4-FFF2-40B4-BE49-F238E27FC236}">
                <a16:creationId xmlns:a16="http://schemas.microsoft.com/office/drawing/2014/main" id="{5336593F-1615-4F39-804A-075708C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821" y="40528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2" name="path-3159">
            <a:extLst xmlns:a="http://schemas.openxmlformats.org/drawingml/2006/main">
              <a:ext uri="{FF2B5EF4-FFF2-40B4-BE49-F238E27FC236}">
                <a16:creationId xmlns:a16="http://schemas.microsoft.com/office/drawing/2014/main" id="{572BB298-BC6F-45FA-B234-F457B8BB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905" y="4037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3" name="path-3160">
            <a:extLst xmlns:a="http://schemas.openxmlformats.org/drawingml/2006/main">
              <a:ext uri="{FF2B5EF4-FFF2-40B4-BE49-F238E27FC236}">
                <a16:creationId xmlns:a16="http://schemas.microsoft.com/office/drawing/2014/main" id="{0E9F4CBE-C629-4AFA-857C-F4345C2C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330" y="40550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4" name="path-3161">
            <a:extLst xmlns:a="http://schemas.openxmlformats.org/drawingml/2006/main">
              <a:ext uri="{FF2B5EF4-FFF2-40B4-BE49-F238E27FC236}">
                <a16:creationId xmlns:a16="http://schemas.microsoft.com/office/drawing/2014/main" id="{12CB010C-25CE-43D7-80C0-AEE9D890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311" y="40376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5" name="path-3162">
            <a:extLst xmlns:a="http://schemas.openxmlformats.org/drawingml/2006/main">
              <a:ext uri="{FF2B5EF4-FFF2-40B4-BE49-F238E27FC236}">
                <a16:creationId xmlns:a16="http://schemas.microsoft.com/office/drawing/2014/main" id="{216A2A44-5AFE-42B2-A935-6788E203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802" y="40599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6" name="path-3163">
            <a:extLst xmlns:a="http://schemas.openxmlformats.org/drawingml/2006/main">
              <a:ext uri="{FF2B5EF4-FFF2-40B4-BE49-F238E27FC236}">
                <a16:creationId xmlns:a16="http://schemas.microsoft.com/office/drawing/2014/main" id="{2C444BF3-3E49-4D2A-9B14-6EAF8BC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3692" y="4036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7" name="path-3164">
            <a:extLst xmlns:a="http://schemas.openxmlformats.org/drawingml/2006/main">
              <a:ext uri="{FF2B5EF4-FFF2-40B4-BE49-F238E27FC236}">
                <a16:creationId xmlns:a16="http://schemas.microsoft.com/office/drawing/2014/main" id="{7924EC8B-4CCD-48BF-B0F0-6381789E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508" y="40525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8" name="path-3165">
            <a:extLst xmlns:a="http://schemas.openxmlformats.org/drawingml/2006/main">
              <a:ext uri="{FF2B5EF4-FFF2-40B4-BE49-F238E27FC236}">
                <a16:creationId xmlns:a16="http://schemas.microsoft.com/office/drawing/2014/main" id="{37A53F6D-78C3-45C5-BD71-75FDE23C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9388" y="40460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9" name="path-3166">
            <a:extLst xmlns:a="http://schemas.openxmlformats.org/drawingml/2006/main">
              <a:ext uri="{FF2B5EF4-FFF2-40B4-BE49-F238E27FC236}">
                <a16:creationId xmlns:a16="http://schemas.microsoft.com/office/drawing/2014/main" id="{8E69AEDA-C9F1-42CA-9322-6F723AB7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4926" y="4047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0" name="path-3167">
            <a:extLst xmlns:a="http://schemas.openxmlformats.org/drawingml/2006/main">
              <a:ext uri="{FF2B5EF4-FFF2-40B4-BE49-F238E27FC236}">
                <a16:creationId xmlns:a16="http://schemas.microsoft.com/office/drawing/2014/main" id="{767CC9EC-428A-4CB3-A05E-079E07F0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933" y="4038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1" name="path-3168">
            <a:extLst xmlns:a="http://schemas.openxmlformats.org/drawingml/2006/main">
              <a:ext uri="{FF2B5EF4-FFF2-40B4-BE49-F238E27FC236}">
                <a16:creationId xmlns:a16="http://schemas.microsoft.com/office/drawing/2014/main" id="{712728BD-6EA1-42F9-8910-8583359F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1015" y="40753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2" name="path-3169">
            <a:extLst xmlns:a="http://schemas.openxmlformats.org/drawingml/2006/main">
              <a:ext uri="{FF2B5EF4-FFF2-40B4-BE49-F238E27FC236}">
                <a16:creationId xmlns:a16="http://schemas.microsoft.com/office/drawing/2014/main" id="{A50F1B29-9D62-4947-9430-B01D77A7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2731" y="4031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3" name="path-3170">
            <a:extLst xmlns:a="http://schemas.openxmlformats.org/drawingml/2006/main">
              <a:ext uri="{FF2B5EF4-FFF2-40B4-BE49-F238E27FC236}">
                <a16:creationId xmlns:a16="http://schemas.microsoft.com/office/drawing/2014/main" id="{D14F2DCA-9F3C-4E1D-A9F5-4DA15F0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902" y="40420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4" name="path-3171">
            <a:extLst xmlns:a="http://schemas.openxmlformats.org/drawingml/2006/main">
              <a:ext uri="{FF2B5EF4-FFF2-40B4-BE49-F238E27FC236}">
                <a16:creationId xmlns:a16="http://schemas.microsoft.com/office/drawing/2014/main" id="{A4A5E4BA-C695-4E21-A21E-AA74C0D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519" y="4044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5" name="path-3172">
            <a:extLst xmlns:a="http://schemas.openxmlformats.org/drawingml/2006/main">
              <a:ext uri="{FF2B5EF4-FFF2-40B4-BE49-F238E27FC236}">
                <a16:creationId xmlns:a16="http://schemas.microsoft.com/office/drawing/2014/main" id="{F499FDCA-E0CD-4D80-AC1A-689B29A8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218" y="40620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6" name="path-3173">
            <a:extLst xmlns:a="http://schemas.openxmlformats.org/drawingml/2006/main">
              <a:ext uri="{FF2B5EF4-FFF2-40B4-BE49-F238E27FC236}">
                <a16:creationId xmlns:a16="http://schemas.microsoft.com/office/drawing/2014/main" id="{3195CC7D-4AE6-49B8-A66C-10AF2093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2089" y="40347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7" name="path-3174">
            <a:extLst xmlns:a="http://schemas.openxmlformats.org/drawingml/2006/main">
              <a:ext uri="{FF2B5EF4-FFF2-40B4-BE49-F238E27FC236}">
                <a16:creationId xmlns:a16="http://schemas.microsoft.com/office/drawing/2014/main" id="{E2369FB8-A422-40A7-BD8C-B0E02C97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267" y="40426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8" name="path-3175">
            <a:extLst xmlns:a="http://schemas.openxmlformats.org/drawingml/2006/main">
              <a:ext uri="{FF2B5EF4-FFF2-40B4-BE49-F238E27FC236}">
                <a16:creationId xmlns:a16="http://schemas.microsoft.com/office/drawing/2014/main" id="{CDB15A02-C553-4410-BBAB-321B43E1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197" y="4044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9" name="path-3176">
            <a:extLst xmlns:a="http://schemas.openxmlformats.org/drawingml/2006/main">
              <a:ext uri="{FF2B5EF4-FFF2-40B4-BE49-F238E27FC236}">
                <a16:creationId xmlns:a16="http://schemas.microsoft.com/office/drawing/2014/main" id="{DDAF69A1-993E-4390-AF9B-730EC92D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0862" y="4055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0" name="path-3177">
            <a:extLst xmlns:a="http://schemas.openxmlformats.org/drawingml/2006/main">
              <a:ext uri="{FF2B5EF4-FFF2-40B4-BE49-F238E27FC236}">
                <a16:creationId xmlns:a16="http://schemas.microsoft.com/office/drawing/2014/main" id="{A34F053A-391E-482D-860C-A2159112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697" y="4059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1" name="path-3178">
            <a:extLst xmlns:a="http://schemas.openxmlformats.org/drawingml/2006/main">
              <a:ext uri="{FF2B5EF4-FFF2-40B4-BE49-F238E27FC236}">
                <a16:creationId xmlns:a16="http://schemas.microsoft.com/office/drawing/2014/main" id="{2158C40F-D6E6-4A76-B0DE-72C3CC07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773" y="4044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2" name="path-3179">
            <a:extLst xmlns:a="http://schemas.openxmlformats.org/drawingml/2006/main">
              <a:ext uri="{FF2B5EF4-FFF2-40B4-BE49-F238E27FC236}">
                <a16:creationId xmlns:a16="http://schemas.microsoft.com/office/drawing/2014/main" id="{9340EC20-C1B7-45BB-B9B2-4891D6DD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3375" y="40326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3" name="path-3180">
            <a:extLst xmlns:a="http://schemas.openxmlformats.org/drawingml/2006/main">
              <a:ext uri="{FF2B5EF4-FFF2-40B4-BE49-F238E27FC236}">
                <a16:creationId xmlns:a16="http://schemas.microsoft.com/office/drawing/2014/main" id="{3E3CF697-AB79-47C5-8DA1-E03B12F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701" y="4032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4" name="path-3181">
            <a:extLst xmlns:a="http://schemas.openxmlformats.org/drawingml/2006/main">
              <a:ext uri="{FF2B5EF4-FFF2-40B4-BE49-F238E27FC236}">
                <a16:creationId xmlns:a16="http://schemas.microsoft.com/office/drawing/2014/main" id="{E855DF79-97C3-4976-8DD4-8A8484B3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553" y="40470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5" name="path-3182">
            <a:extLst xmlns:a="http://schemas.openxmlformats.org/drawingml/2006/main">
              <a:ext uri="{FF2B5EF4-FFF2-40B4-BE49-F238E27FC236}">
                <a16:creationId xmlns:a16="http://schemas.microsoft.com/office/drawing/2014/main" id="{990BD280-A690-4FEC-87C7-2AD7BF7B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482" y="40513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6" name="path-3183">
            <a:extLst xmlns:a="http://schemas.openxmlformats.org/drawingml/2006/main">
              <a:ext uri="{FF2B5EF4-FFF2-40B4-BE49-F238E27FC236}">
                <a16:creationId xmlns:a16="http://schemas.microsoft.com/office/drawing/2014/main" id="{9D167C60-237F-478D-8A60-35A6C24D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788" y="40454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7" name="path-3184">
            <a:extLst xmlns:a="http://schemas.openxmlformats.org/drawingml/2006/main">
              <a:ext uri="{FF2B5EF4-FFF2-40B4-BE49-F238E27FC236}">
                <a16:creationId xmlns:a16="http://schemas.microsoft.com/office/drawing/2014/main" id="{7A2612DC-9F9E-4C59-B542-BA071FDD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559" y="40517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8" name="path-3185">
            <a:extLst xmlns:a="http://schemas.openxmlformats.org/drawingml/2006/main">
              <a:ext uri="{FF2B5EF4-FFF2-40B4-BE49-F238E27FC236}">
                <a16:creationId xmlns:a16="http://schemas.microsoft.com/office/drawing/2014/main" id="{33ABF80D-3352-4555-8765-106C66E5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352" y="40424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9" name="path-3186">
            <a:extLst xmlns:a="http://schemas.openxmlformats.org/drawingml/2006/main">
              <a:ext uri="{FF2B5EF4-FFF2-40B4-BE49-F238E27FC236}">
                <a16:creationId xmlns:a16="http://schemas.microsoft.com/office/drawing/2014/main" id="{DE0763B7-EFC0-43E9-AEA6-CB82F98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866" y="40476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0" name="path-3187">
            <a:extLst xmlns:a="http://schemas.openxmlformats.org/drawingml/2006/main">
              <a:ext uri="{FF2B5EF4-FFF2-40B4-BE49-F238E27FC236}">
                <a16:creationId xmlns:a16="http://schemas.microsoft.com/office/drawing/2014/main" id="{6489455A-3AC6-4A53-9FF5-874E8F9E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418" y="4044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1" name="path-3188">
            <a:extLst xmlns:a="http://schemas.openxmlformats.org/drawingml/2006/main">
              <a:ext uri="{FF2B5EF4-FFF2-40B4-BE49-F238E27FC236}">
                <a16:creationId xmlns:a16="http://schemas.microsoft.com/office/drawing/2014/main" id="{59C11A66-154B-4BA5-8D31-EA61D4DA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623" y="40435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2" name="path-3189">
            <a:extLst xmlns:a="http://schemas.openxmlformats.org/drawingml/2006/main">
              <a:ext uri="{FF2B5EF4-FFF2-40B4-BE49-F238E27FC236}">
                <a16:creationId xmlns:a16="http://schemas.microsoft.com/office/drawing/2014/main" id="{0525D5BB-8EBD-4DC5-A34C-945606C5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496" y="4049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3" name="path-3190">
            <a:extLst xmlns:a="http://schemas.openxmlformats.org/drawingml/2006/main">
              <a:ext uri="{FF2B5EF4-FFF2-40B4-BE49-F238E27FC236}">
                <a16:creationId xmlns:a16="http://schemas.microsoft.com/office/drawing/2014/main" id="{B5A09905-A996-472B-800B-6F4B89E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009" y="40419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4" name="path-3191">
            <a:extLst xmlns:a="http://schemas.openxmlformats.org/drawingml/2006/main">
              <a:ext uri="{FF2B5EF4-FFF2-40B4-BE49-F238E27FC236}">
                <a16:creationId xmlns:a16="http://schemas.microsoft.com/office/drawing/2014/main" id="{509FFCA6-0B5D-4241-A9C8-282E8E07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118" y="4037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5" name="path-3192">
            <a:extLst xmlns:a="http://schemas.openxmlformats.org/drawingml/2006/main">
              <a:ext uri="{FF2B5EF4-FFF2-40B4-BE49-F238E27FC236}">
                <a16:creationId xmlns:a16="http://schemas.microsoft.com/office/drawing/2014/main" id="{93477DAF-B153-432E-862A-2E68C1EB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789" y="40499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6" name="path-3193">
            <a:extLst xmlns:a="http://schemas.openxmlformats.org/drawingml/2006/main">
              <a:ext uri="{FF2B5EF4-FFF2-40B4-BE49-F238E27FC236}">
                <a16:creationId xmlns:a16="http://schemas.microsoft.com/office/drawing/2014/main" id="{3A904B53-6B57-4300-A64A-7403DD8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4626" y="40429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7" name="path-3194">
            <a:extLst xmlns:a="http://schemas.openxmlformats.org/drawingml/2006/main">
              <a:ext uri="{FF2B5EF4-FFF2-40B4-BE49-F238E27FC236}">
                <a16:creationId xmlns:a16="http://schemas.microsoft.com/office/drawing/2014/main" id="{0F055492-EA07-4334-97D7-8D4744D1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562" y="40418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8" name="path-3195">
            <a:extLst xmlns:a="http://schemas.openxmlformats.org/drawingml/2006/main">
              <a:ext uri="{FF2B5EF4-FFF2-40B4-BE49-F238E27FC236}">
                <a16:creationId xmlns:a16="http://schemas.microsoft.com/office/drawing/2014/main" id="{0AA72FCD-68B4-4971-921D-A642E709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373" y="40416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9" name="path-3196">
            <a:extLst xmlns:a="http://schemas.openxmlformats.org/drawingml/2006/main">
              <a:ext uri="{FF2B5EF4-FFF2-40B4-BE49-F238E27FC236}">
                <a16:creationId xmlns:a16="http://schemas.microsoft.com/office/drawing/2014/main" id="{5B2E3BAF-CD94-40DE-9997-F92059EC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774" y="40481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0" name="path-3197">
            <a:extLst xmlns:a="http://schemas.openxmlformats.org/drawingml/2006/main">
              <a:ext uri="{FF2B5EF4-FFF2-40B4-BE49-F238E27FC236}">
                <a16:creationId xmlns:a16="http://schemas.microsoft.com/office/drawing/2014/main" id="{64C7EA7E-9E29-440C-9F9C-D02D36B9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930" y="40447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1" name="path-3198">
            <a:extLst xmlns:a="http://schemas.openxmlformats.org/drawingml/2006/main">
              <a:ext uri="{FF2B5EF4-FFF2-40B4-BE49-F238E27FC236}">
                <a16:creationId xmlns:a16="http://schemas.microsoft.com/office/drawing/2014/main" id="{D95CCC0E-CE4F-4590-B95B-5DEF9ED3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4184" y="4048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2" name="path-3199">
            <a:extLst xmlns:a="http://schemas.openxmlformats.org/drawingml/2006/main">
              <a:ext uri="{FF2B5EF4-FFF2-40B4-BE49-F238E27FC236}">
                <a16:creationId xmlns:a16="http://schemas.microsoft.com/office/drawing/2014/main" id="{634B92AD-65CA-4F1F-874B-FCAB96E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5773" y="40449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3" name="path-3200">
            <a:extLst xmlns:a="http://schemas.openxmlformats.org/drawingml/2006/main">
              <a:ext uri="{FF2B5EF4-FFF2-40B4-BE49-F238E27FC236}">
                <a16:creationId xmlns:a16="http://schemas.microsoft.com/office/drawing/2014/main" id="{88BE8AC5-BF8B-4F55-AC80-43344BC3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353" y="40273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4" name="path-3201">
            <a:extLst xmlns:a="http://schemas.openxmlformats.org/drawingml/2006/main">
              <a:ext uri="{FF2B5EF4-FFF2-40B4-BE49-F238E27FC236}">
                <a16:creationId xmlns:a16="http://schemas.microsoft.com/office/drawing/2014/main" id="{6E8C5DD1-4E17-43EA-8D93-C023A837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157" y="4050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5" name="path-3202">
            <a:extLst xmlns:a="http://schemas.openxmlformats.org/drawingml/2006/main">
              <a:ext uri="{FF2B5EF4-FFF2-40B4-BE49-F238E27FC236}">
                <a16:creationId xmlns:a16="http://schemas.microsoft.com/office/drawing/2014/main" id="{5194AEAD-D73A-4E4F-B9C9-66623228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850" y="40456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6" name="path-3203">
            <a:extLst xmlns:a="http://schemas.openxmlformats.org/drawingml/2006/main">
              <a:ext uri="{FF2B5EF4-FFF2-40B4-BE49-F238E27FC236}">
                <a16:creationId xmlns:a16="http://schemas.microsoft.com/office/drawing/2014/main" id="{60F0BE4A-CA2C-49F7-B8AE-9E23674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472" y="4040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7" name="path-3204">
            <a:extLst xmlns:a="http://schemas.openxmlformats.org/drawingml/2006/main">
              <a:ext uri="{FF2B5EF4-FFF2-40B4-BE49-F238E27FC236}">
                <a16:creationId xmlns:a16="http://schemas.microsoft.com/office/drawing/2014/main" id="{CA71B4D6-A74A-4114-9092-B2C57EBB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391" y="4044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8" name="path-3205">
            <a:extLst xmlns:a="http://schemas.openxmlformats.org/drawingml/2006/main">
              <a:ext uri="{FF2B5EF4-FFF2-40B4-BE49-F238E27FC236}">
                <a16:creationId xmlns:a16="http://schemas.microsoft.com/office/drawing/2014/main" id="{7EC4156B-B73C-4036-84A3-807BD12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0888" y="40379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9" name="path-3206">
            <a:extLst xmlns:a="http://schemas.openxmlformats.org/drawingml/2006/main">
              <a:ext uri="{FF2B5EF4-FFF2-40B4-BE49-F238E27FC236}">
                <a16:creationId xmlns:a16="http://schemas.microsoft.com/office/drawing/2014/main" id="{761F6A93-E52A-4AAA-9E75-8EAFCCD8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9892" y="4036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0" name="path-3207">
            <a:extLst xmlns:a="http://schemas.openxmlformats.org/drawingml/2006/main">
              <a:ext uri="{FF2B5EF4-FFF2-40B4-BE49-F238E27FC236}">
                <a16:creationId xmlns:a16="http://schemas.microsoft.com/office/drawing/2014/main" id="{BCDA53F3-1936-4E74-AF47-1347EF66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6611" y="40299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1" name="path-3208">
            <a:extLst xmlns:a="http://schemas.openxmlformats.org/drawingml/2006/main">
              <a:ext uri="{FF2B5EF4-FFF2-40B4-BE49-F238E27FC236}">
                <a16:creationId xmlns:a16="http://schemas.microsoft.com/office/drawing/2014/main" id="{5C44734C-5CF4-49F5-BB0A-F5BE912B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573" y="40282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2" name="path-3209">
            <a:extLst xmlns:a="http://schemas.openxmlformats.org/drawingml/2006/main">
              <a:ext uri="{FF2B5EF4-FFF2-40B4-BE49-F238E27FC236}">
                <a16:creationId xmlns:a16="http://schemas.microsoft.com/office/drawing/2014/main" id="{1E457DE2-CC5D-46B0-A9FF-68B5F4C0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030" y="40453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3" name="path-3210">
            <a:extLst xmlns:a="http://schemas.openxmlformats.org/drawingml/2006/main">
              <a:ext uri="{FF2B5EF4-FFF2-40B4-BE49-F238E27FC236}">
                <a16:creationId xmlns:a16="http://schemas.microsoft.com/office/drawing/2014/main" id="{7325B244-780F-4D98-81ED-7F6FE5D6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644" y="4046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4" name="path-3211">
            <a:extLst xmlns:a="http://schemas.openxmlformats.org/drawingml/2006/main">
              <a:ext uri="{FF2B5EF4-FFF2-40B4-BE49-F238E27FC236}">
                <a16:creationId xmlns:a16="http://schemas.microsoft.com/office/drawing/2014/main" id="{8CBC7C8F-CD81-4560-90F2-DCACEEAC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596" y="4045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5" name="path-3212">
            <a:extLst xmlns:a="http://schemas.openxmlformats.org/drawingml/2006/main">
              <a:ext uri="{FF2B5EF4-FFF2-40B4-BE49-F238E27FC236}">
                <a16:creationId xmlns:a16="http://schemas.microsoft.com/office/drawing/2014/main" id="{B5FB1B79-BA68-43BA-965B-86856B5D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800" y="40480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6" name="path-3213">
            <a:extLst xmlns:a="http://schemas.openxmlformats.org/drawingml/2006/main">
              <a:ext uri="{FF2B5EF4-FFF2-40B4-BE49-F238E27FC236}">
                <a16:creationId xmlns:a16="http://schemas.microsoft.com/office/drawing/2014/main" id="{2A1862F9-535C-4676-A5EF-2A7499FA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423" y="40279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7" name="path-3214">
            <a:extLst xmlns:a="http://schemas.openxmlformats.org/drawingml/2006/main">
              <a:ext uri="{FF2B5EF4-FFF2-40B4-BE49-F238E27FC236}">
                <a16:creationId xmlns:a16="http://schemas.microsoft.com/office/drawing/2014/main" id="{554F4E26-61E6-40E5-8CD8-48C7DAFA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096" y="4019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8" name="path-3215">
            <a:extLst xmlns:a="http://schemas.openxmlformats.org/drawingml/2006/main">
              <a:ext uri="{FF2B5EF4-FFF2-40B4-BE49-F238E27FC236}">
                <a16:creationId xmlns:a16="http://schemas.microsoft.com/office/drawing/2014/main" id="{3B8835DC-76A3-438F-B7E7-5903E2F2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1676" y="40420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9" name="path-3216">
            <a:extLst xmlns:a="http://schemas.openxmlformats.org/drawingml/2006/main">
              <a:ext uri="{FF2B5EF4-FFF2-40B4-BE49-F238E27FC236}">
                <a16:creationId xmlns:a16="http://schemas.microsoft.com/office/drawing/2014/main" id="{B2B32744-CC5E-44C3-A1D2-2E5DDA82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244" y="40501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0" name="path-3217">
            <a:extLst xmlns:a="http://schemas.openxmlformats.org/drawingml/2006/main">
              <a:ext uri="{FF2B5EF4-FFF2-40B4-BE49-F238E27FC236}">
                <a16:creationId xmlns:a16="http://schemas.microsoft.com/office/drawing/2014/main" id="{CFC5B4C5-FB99-45BA-B65E-86528DC4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292" y="40477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1" name="path-3218">
            <a:extLst xmlns:a="http://schemas.openxmlformats.org/drawingml/2006/main">
              <a:ext uri="{FF2B5EF4-FFF2-40B4-BE49-F238E27FC236}">
                <a16:creationId xmlns:a16="http://schemas.microsoft.com/office/drawing/2014/main" id="{75FB4B57-B65A-4E05-B36E-A6050472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9203" y="40688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2" name="path-3219">
            <a:extLst xmlns:a="http://schemas.openxmlformats.org/drawingml/2006/main">
              <a:ext uri="{FF2B5EF4-FFF2-40B4-BE49-F238E27FC236}">
                <a16:creationId xmlns:a16="http://schemas.microsoft.com/office/drawing/2014/main" id="{26AD38BE-B4B0-4EEE-92F9-3467278B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049" y="4046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3" name="path-3220">
            <a:extLst xmlns:a="http://schemas.openxmlformats.org/drawingml/2006/main">
              <a:ext uri="{FF2B5EF4-FFF2-40B4-BE49-F238E27FC236}">
                <a16:creationId xmlns:a16="http://schemas.microsoft.com/office/drawing/2014/main" id="{FFD0909F-9FF6-4A92-AF27-B84F462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491" y="40488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4" name="path-3221">
            <a:extLst xmlns:a="http://schemas.openxmlformats.org/drawingml/2006/main">
              <a:ext uri="{FF2B5EF4-FFF2-40B4-BE49-F238E27FC236}">
                <a16:creationId xmlns:a16="http://schemas.microsoft.com/office/drawing/2014/main" id="{EC7A05CE-3E42-43D2-8475-603EACCF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7296" y="40314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5" name="path-3222">
            <a:extLst xmlns:a="http://schemas.openxmlformats.org/drawingml/2006/main">
              <a:ext uri="{FF2B5EF4-FFF2-40B4-BE49-F238E27FC236}">
                <a16:creationId xmlns:a16="http://schemas.microsoft.com/office/drawing/2014/main" id="{5F8EA854-E21A-4B29-9A6B-8DC70D93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277" y="4038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6" name="path-3223">
            <a:extLst xmlns:a="http://schemas.openxmlformats.org/drawingml/2006/main">
              <a:ext uri="{FF2B5EF4-FFF2-40B4-BE49-F238E27FC236}">
                <a16:creationId xmlns:a16="http://schemas.microsoft.com/office/drawing/2014/main" id="{C387C0DD-68B6-4B51-B974-D63E4987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227" y="4072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7" name="path-3224">
            <a:extLst xmlns:a="http://schemas.openxmlformats.org/drawingml/2006/main">
              <a:ext uri="{FF2B5EF4-FFF2-40B4-BE49-F238E27FC236}">
                <a16:creationId xmlns:a16="http://schemas.microsoft.com/office/drawing/2014/main" id="{58DD9316-54CF-4BEC-AC5A-0B5927A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413" y="4039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8" name="path-3225">
            <a:extLst xmlns:a="http://schemas.openxmlformats.org/drawingml/2006/main">
              <a:ext uri="{FF2B5EF4-FFF2-40B4-BE49-F238E27FC236}">
                <a16:creationId xmlns:a16="http://schemas.microsoft.com/office/drawing/2014/main" id="{7BE477D5-31DE-4593-8A04-8CA10DB9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6764" y="40384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9" name="path-3226">
            <a:extLst xmlns:a="http://schemas.openxmlformats.org/drawingml/2006/main">
              <a:ext uri="{FF2B5EF4-FFF2-40B4-BE49-F238E27FC236}">
                <a16:creationId xmlns:a16="http://schemas.microsoft.com/office/drawing/2014/main" id="{5661ADED-CC07-4101-B510-8D803805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066" y="4075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0" name="path-3227">
            <a:extLst xmlns:a="http://schemas.openxmlformats.org/drawingml/2006/main">
              <a:ext uri="{FF2B5EF4-FFF2-40B4-BE49-F238E27FC236}">
                <a16:creationId xmlns:a16="http://schemas.microsoft.com/office/drawing/2014/main" id="{1B3FFE9E-E372-4BA5-B0AD-60D32D3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0375" y="4043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1" name="path-3228">
            <a:extLst xmlns:a="http://schemas.openxmlformats.org/drawingml/2006/main">
              <a:ext uri="{FF2B5EF4-FFF2-40B4-BE49-F238E27FC236}">
                <a16:creationId xmlns:a16="http://schemas.microsoft.com/office/drawing/2014/main" id="{7AE3B215-65C7-4DFC-816F-5A91F744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822" y="40451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2" name="path-3229">
            <a:extLst xmlns:a="http://schemas.openxmlformats.org/drawingml/2006/main">
              <a:ext uri="{FF2B5EF4-FFF2-40B4-BE49-F238E27FC236}">
                <a16:creationId xmlns:a16="http://schemas.microsoft.com/office/drawing/2014/main" id="{F4F0A217-545E-4321-8206-299E323C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601" y="40465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3" name="path-3230">
            <a:extLst xmlns:a="http://schemas.openxmlformats.org/drawingml/2006/main">
              <a:ext uri="{FF2B5EF4-FFF2-40B4-BE49-F238E27FC236}">
                <a16:creationId xmlns:a16="http://schemas.microsoft.com/office/drawing/2014/main" id="{CEE5673C-5B18-4684-9568-45030C4B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3235" y="4042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4" name="path-3231">
            <a:extLst xmlns:a="http://schemas.openxmlformats.org/drawingml/2006/main">
              <a:ext uri="{FF2B5EF4-FFF2-40B4-BE49-F238E27FC236}">
                <a16:creationId xmlns:a16="http://schemas.microsoft.com/office/drawing/2014/main" id="{C2F36DDC-B1BE-4A1A-8EA8-68607954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140" y="4034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5" name="path-3232">
            <a:extLst xmlns:a="http://schemas.openxmlformats.org/drawingml/2006/main">
              <a:ext uri="{FF2B5EF4-FFF2-40B4-BE49-F238E27FC236}">
                <a16:creationId xmlns:a16="http://schemas.microsoft.com/office/drawing/2014/main" id="{6F68B313-ECE0-4232-BB00-9F9AF744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8140" y="4043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6" name="path-3233">
            <a:extLst xmlns:a="http://schemas.openxmlformats.org/drawingml/2006/main">
              <a:ext uri="{FF2B5EF4-FFF2-40B4-BE49-F238E27FC236}">
                <a16:creationId xmlns:a16="http://schemas.microsoft.com/office/drawing/2014/main" id="{1BBF8813-6F47-454F-939C-57FFEFE7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603" y="40471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7" name="path-3234">
            <a:extLst xmlns:a="http://schemas.openxmlformats.org/drawingml/2006/main">
              <a:ext uri="{FF2B5EF4-FFF2-40B4-BE49-F238E27FC236}">
                <a16:creationId xmlns:a16="http://schemas.microsoft.com/office/drawing/2014/main" id="{B959EBDF-53A2-4A2B-84A7-60E76043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915" y="40456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8" name="path-3235">
            <a:extLst xmlns:a="http://schemas.openxmlformats.org/drawingml/2006/main">
              <a:ext uri="{FF2B5EF4-FFF2-40B4-BE49-F238E27FC236}">
                <a16:creationId xmlns:a16="http://schemas.microsoft.com/office/drawing/2014/main" id="{CEF6E873-D3AA-49C9-AEC2-FBD1C2FD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031" y="4027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9" name="path-3236">
            <a:extLst xmlns:a="http://schemas.openxmlformats.org/drawingml/2006/main">
              <a:ext uri="{FF2B5EF4-FFF2-40B4-BE49-F238E27FC236}">
                <a16:creationId xmlns:a16="http://schemas.microsoft.com/office/drawing/2014/main" id="{D5D7E8DA-2678-4D7F-933A-838116F9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569" y="4048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0" name="path-3237">
            <a:extLst xmlns:a="http://schemas.openxmlformats.org/drawingml/2006/main">
              <a:ext uri="{FF2B5EF4-FFF2-40B4-BE49-F238E27FC236}">
                <a16:creationId xmlns:a16="http://schemas.microsoft.com/office/drawing/2014/main" id="{484AF025-D996-434B-9AC9-086E4F5C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3495" y="40489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1" name="path-3238">
            <a:extLst xmlns:a="http://schemas.openxmlformats.org/drawingml/2006/main">
              <a:ext uri="{FF2B5EF4-FFF2-40B4-BE49-F238E27FC236}">
                <a16:creationId xmlns:a16="http://schemas.microsoft.com/office/drawing/2014/main" id="{8666F497-8447-46A4-892D-E26319F5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340" y="4052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2" name="path-3239">
            <a:extLst xmlns:a="http://schemas.openxmlformats.org/drawingml/2006/main">
              <a:ext uri="{FF2B5EF4-FFF2-40B4-BE49-F238E27FC236}">
                <a16:creationId xmlns:a16="http://schemas.microsoft.com/office/drawing/2014/main" id="{E8102F8F-F330-438C-8D20-9D702001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205" y="4040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3" name="path-3240">
            <a:extLst xmlns:a="http://schemas.openxmlformats.org/drawingml/2006/main">
              <a:ext uri="{FF2B5EF4-FFF2-40B4-BE49-F238E27FC236}">
                <a16:creationId xmlns:a16="http://schemas.microsoft.com/office/drawing/2014/main" id="{CCF54025-B17C-488A-B314-8E4191B7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263" y="4042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4" name="path-3241">
            <a:extLst xmlns:a="http://schemas.openxmlformats.org/drawingml/2006/main">
              <a:ext uri="{FF2B5EF4-FFF2-40B4-BE49-F238E27FC236}">
                <a16:creationId xmlns:a16="http://schemas.microsoft.com/office/drawing/2014/main" id="{48E9B56D-D363-459A-A863-4870545B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197" y="40466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5" name="path-3242">
            <a:extLst xmlns:a="http://schemas.openxmlformats.org/drawingml/2006/main">
              <a:ext uri="{FF2B5EF4-FFF2-40B4-BE49-F238E27FC236}">
                <a16:creationId xmlns:a16="http://schemas.microsoft.com/office/drawing/2014/main" id="{A6449D2E-258A-4DAC-9446-B60B3543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263" y="4033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6" name="path-3243">
            <a:extLst xmlns:a="http://schemas.openxmlformats.org/drawingml/2006/main">
              <a:ext uri="{FF2B5EF4-FFF2-40B4-BE49-F238E27FC236}">
                <a16:creationId xmlns:a16="http://schemas.microsoft.com/office/drawing/2014/main" id="{222C2944-2A43-4ED8-8F98-FEB6F9B7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905" y="40297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7" name="path-3244">
            <a:extLst xmlns:a="http://schemas.openxmlformats.org/drawingml/2006/main">
              <a:ext uri="{FF2B5EF4-FFF2-40B4-BE49-F238E27FC236}">
                <a16:creationId xmlns:a16="http://schemas.microsoft.com/office/drawing/2014/main" id="{0344F5BC-56B1-4A55-ABC3-6A0A6E57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8411" y="4073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8" name="path-3245">
            <a:extLst xmlns:a="http://schemas.openxmlformats.org/drawingml/2006/main">
              <a:ext uri="{FF2B5EF4-FFF2-40B4-BE49-F238E27FC236}">
                <a16:creationId xmlns:a16="http://schemas.microsoft.com/office/drawing/2014/main" id="{E0358EF2-2186-4257-859D-AB010A8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3986" y="4041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9" name="path-3246">
            <a:extLst xmlns:a="http://schemas.openxmlformats.org/drawingml/2006/main">
              <a:ext uri="{FF2B5EF4-FFF2-40B4-BE49-F238E27FC236}">
                <a16:creationId xmlns:a16="http://schemas.microsoft.com/office/drawing/2014/main" id="{6E3B4475-13AF-40F5-A117-8B97683F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2332" y="4035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0" name="path-3247">
            <a:extLst xmlns:a="http://schemas.openxmlformats.org/drawingml/2006/main">
              <a:ext uri="{FF2B5EF4-FFF2-40B4-BE49-F238E27FC236}">
                <a16:creationId xmlns:a16="http://schemas.microsoft.com/office/drawing/2014/main" id="{C5919D4A-3385-42F9-889F-B7FBC366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9366" y="4050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1" name="path-3248">
            <a:extLst xmlns:a="http://schemas.openxmlformats.org/drawingml/2006/main">
              <a:ext uri="{FF2B5EF4-FFF2-40B4-BE49-F238E27FC236}">
                <a16:creationId xmlns:a16="http://schemas.microsoft.com/office/drawing/2014/main" id="{75D8858B-7F9D-47DB-8047-297EC8B9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322" y="40437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2" name="path-3249">
            <a:extLst xmlns:a="http://schemas.openxmlformats.org/drawingml/2006/main">
              <a:ext uri="{FF2B5EF4-FFF2-40B4-BE49-F238E27FC236}">
                <a16:creationId xmlns:a16="http://schemas.microsoft.com/office/drawing/2014/main" id="{EE63F487-2A7E-4BF2-B23D-BC559BEF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502" y="4030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3" name="path-3250">
            <a:extLst xmlns:a="http://schemas.openxmlformats.org/drawingml/2006/main">
              <a:ext uri="{FF2B5EF4-FFF2-40B4-BE49-F238E27FC236}">
                <a16:creationId xmlns:a16="http://schemas.microsoft.com/office/drawing/2014/main" id="{D87F3B1C-E0BC-448D-815D-587B4D65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613" y="40428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4" name="path-3251">
            <a:extLst xmlns:a="http://schemas.openxmlformats.org/drawingml/2006/main">
              <a:ext uri="{FF2B5EF4-FFF2-40B4-BE49-F238E27FC236}">
                <a16:creationId xmlns:a16="http://schemas.microsoft.com/office/drawing/2014/main" id="{679665AF-38D2-4BAB-ADFD-6B40689B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746" y="4043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5" name="path-3252">
            <a:extLst xmlns:a="http://schemas.openxmlformats.org/drawingml/2006/main">
              <a:ext uri="{FF2B5EF4-FFF2-40B4-BE49-F238E27FC236}">
                <a16:creationId xmlns:a16="http://schemas.microsoft.com/office/drawing/2014/main" id="{9CDD5C5B-B049-4058-91DF-B466D207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863" y="40378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6" name="path-3253">
            <a:extLst xmlns:a="http://schemas.openxmlformats.org/drawingml/2006/main">
              <a:ext uri="{FF2B5EF4-FFF2-40B4-BE49-F238E27FC236}">
                <a16:creationId xmlns:a16="http://schemas.microsoft.com/office/drawing/2014/main" id="{732EA837-C60A-4777-8EA8-46C978C4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1726" y="4040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7" name="path-3254">
            <a:extLst xmlns:a="http://schemas.openxmlformats.org/drawingml/2006/main">
              <a:ext uri="{FF2B5EF4-FFF2-40B4-BE49-F238E27FC236}">
                <a16:creationId xmlns:a16="http://schemas.microsoft.com/office/drawing/2014/main" id="{A63457DE-7E75-41DE-8A30-47ECCB41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482" y="4045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8" name="path-3255">
            <a:extLst xmlns:a="http://schemas.openxmlformats.org/drawingml/2006/main">
              <a:ext uri="{FF2B5EF4-FFF2-40B4-BE49-F238E27FC236}">
                <a16:creationId xmlns:a16="http://schemas.microsoft.com/office/drawing/2014/main" id="{34ED72C8-8390-46E2-841E-A18D2B9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9935" y="40441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9" name="path-3256">
            <a:extLst xmlns:a="http://schemas.openxmlformats.org/drawingml/2006/main">
              <a:ext uri="{FF2B5EF4-FFF2-40B4-BE49-F238E27FC236}">
                <a16:creationId xmlns:a16="http://schemas.microsoft.com/office/drawing/2014/main" id="{0BFADAB2-FB4B-4811-9834-CC238F16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9305" y="40446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0" name="path-3257">
            <a:extLst xmlns:a="http://schemas.openxmlformats.org/drawingml/2006/main">
              <a:ext uri="{FF2B5EF4-FFF2-40B4-BE49-F238E27FC236}">
                <a16:creationId xmlns:a16="http://schemas.microsoft.com/office/drawing/2014/main" id="{AF12437D-EFFA-41C6-B5EB-9597153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541" y="40494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1" name="path-3258">
            <a:extLst xmlns:a="http://schemas.openxmlformats.org/drawingml/2006/main">
              <a:ext uri="{FF2B5EF4-FFF2-40B4-BE49-F238E27FC236}">
                <a16:creationId xmlns:a16="http://schemas.microsoft.com/office/drawing/2014/main" id="{C93ACAC3-F20E-485E-8271-43889833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588" y="40429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2" name="path-3259">
            <a:extLst xmlns:a="http://schemas.openxmlformats.org/drawingml/2006/main">
              <a:ext uri="{FF2B5EF4-FFF2-40B4-BE49-F238E27FC236}">
                <a16:creationId xmlns:a16="http://schemas.microsoft.com/office/drawing/2014/main" id="{93C14B53-2487-4AA4-8DCA-80C6D695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742" y="40587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3" name="path-3260">
            <a:extLst xmlns:a="http://schemas.openxmlformats.org/drawingml/2006/main">
              <a:ext uri="{FF2B5EF4-FFF2-40B4-BE49-F238E27FC236}">
                <a16:creationId xmlns:a16="http://schemas.microsoft.com/office/drawing/2014/main" id="{6F8C42F5-53DD-4AB4-841D-C2990F2A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711" y="40398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4" name="path-3261">
            <a:extLst xmlns:a="http://schemas.openxmlformats.org/drawingml/2006/main">
              <a:ext uri="{FF2B5EF4-FFF2-40B4-BE49-F238E27FC236}">
                <a16:creationId xmlns:a16="http://schemas.microsoft.com/office/drawing/2014/main" id="{B5EA63AA-2D34-4EEB-93B6-71C49AB0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992" y="40446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5" name="path-3262">
            <a:extLst xmlns:a="http://schemas.openxmlformats.org/drawingml/2006/main">
              <a:ext uri="{FF2B5EF4-FFF2-40B4-BE49-F238E27FC236}">
                <a16:creationId xmlns:a16="http://schemas.microsoft.com/office/drawing/2014/main" id="{B2609672-DB73-4B73-B7DE-0BBDA30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150" y="4052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6" name="path-3263">
            <a:extLst xmlns:a="http://schemas.openxmlformats.org/drawingml/2006/main">
              <a:ext uri="{FF2B5EF4-FFF2-40B4-BE49-F238E27FC236}">
                <a16:creationId xmlns:a16="http://schemas.microsoft.com/office/drawing/2014/main" id="{F5492F69-921C-4331-A4C9-3A4200E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508" y="40614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7" name="path-3264">
            <a:extLst xmlns:a="http://schemas.openxmlformats.org/drawingml/2006/main">
              <a:ext uri="{FF2B5EF4-FFF2-40B4-BE49-F238E27FC236}">
                <a16:creationId xmlns:a16="http://schemas.microsoft.com/office/drawing/2014/main" id="{41EE340F-86EA-4B5D-A66F-B84DC43B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500" y="40478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8" name="path-3265">
            <a:extLst xmlns:a="http://schemas.openxmlformats.org/drawingml/2006/main">
              <a:ext uri="{FF2B5EF4-FFF2-40B4-BE49-F238E27FC236}">
                <a16:creationId xmlns:a16="http://schemas.microsoft.com/office/drawing/2014/main" id="{BA19083F-A7F5-4A52-B44D-9C992B75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209" y="4040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9" name="path-3266">
            <a:extLst xmlns:a="http://schemas.openxmlformats.org/drawingml/2006/main">
              <a:ext uri="{FF2B5EF4-FFF2-40B4-BE49-F238E27FC236}">
                <a16:creationId xmlns:a16="http://schemas.microsoft.com/office/drawing/2014/main" id="{7F5720D2-B27D-4BEA-BA6D-533ACC1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653" y="40474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0" name="path-3267">
            <a:extLst xmlns:a="http://schemas.openxmlformats.org/drawingml/2006/main">
              <a:ext uri="{FF2B5EF4-FFF2-40B4-BE49-F238E27FC236}">
                <a16:creationId xmlns:a16="http://schemas.microsoft.com/office/drawing/2014/main" id="{0E92E790-6431-4107-8451-9DE563FA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962" y="4032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1" name="path-3268">
            <a:extLst xmlns:a="http://schemas.openxmlformats.org/drawingml/2006/main">
              <a:ext uri="{FF2B5EF4-FFF2-40B4-BE49-F238E27FC236}">
                <a16:creationId xmlns:a16="http://schemas.microsoft.com/office/drawing/2014/main" id="{1AFCF264-8001-4D6C-8138-80A07DDA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638" y="40483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2" name="path-3269">
            <a:extLst xmlns:a="http://schemas.openxmlformats.org/drawingml/2006/main">
              <a:ext uri="{FF2B5EF4-FFF2-40B4-BE49-F238E27FC236}">
                <a16:creationId xmlns:a16="http://schemas.microsoft.com/office/drawing/2014/main" id="{3FE74987-CA3E-422A-AD6B-F61A6B1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924" y="40217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3" name="path-3270">
            <a:extLst xmlns:a="http://schemas.openxmlformats.org/drawingml/2006/main">
              <a:ext uri="{FF2B5EF4-FFF2-40B4-BE49-F238E27FC236}">
                <a16:creationId xmlns:a16="http://schemas.microsoft.com/office/drawing/2014/main" id="{A9FC0C5A-27EB-4A2E-8244-CEA5A81F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052" y="40433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4" name="path-3271">
            <a:extLst xmlns:a="http://schemas.openxmlformats.org/drawingml/2006/main">
              <a:ext uri="{FF2B5EF4-FFF2-40B4-BE49-F238E27FC236}">
                <a16:creationId xmlns:a16="http://schemas.microsoft.com/office/drawing/2014/main" id="{E0EC4470-ADDC-47B9-AF51-F985932E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927" y="40401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5" name="path-3272">
            <a:extLst xmlns:a="http://schemas.openxmlformats.org/drawingml/2006/main">
              <a:ext uri="{FF2B5EF4-FFF2-40B4-BE49-F238E27FC236}">
                <a16:creationId xmlns:a16="http://schemas.microsoft.com/office/drawing/2014/main" id="{671C0A28-F35F-4BFA-BA15-5883017E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912" y="40609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6" name="path-3273">
            <a:extLst xmlns:a="http://schemas.openxmlformats.org/drawingml/2006/main">
              <a:ext uri="{FF2B5EF4-FFF2-40B4-BE49-F238E27FC236}">
                <a16:creationId xmlns:a16="http://schemas.microsoft.com/office/drawing/2014/main" id="{C741C91F-E189-4C00-A1BC-7DBCBCDB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0867" y="40472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7" name="path-3274">
            <a:extLst xmlns:a="http://schemas.openxmlformats.org/drawingml/2006/main">
              <a:ext uri="{FF2B5EF4-FFF2-40B4-BE49-F238E27FC236}">
                <a16:creationId xmlns:a16="http://schemas.microsoft.com/office/drawing/2014/main" id="{7824D6AA-1821-41E7-87DB-96896FFF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935" y="40437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8" name="path-3275">
            <a:extLst xmlns:a="http://schemas.openxmlformats.org/drawingml/2006/main">
              <a:ext uri="{FF2B5EF4-FFF2-40B4-BE49-F238E27FC236}">
                <a16:creationId xmlns:a16="http://schemas.microsoft.com/office/drawing/2014/main" id="{C09D3AC7-6D19-4646-B97D-00F47AC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489" y="40465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9" name="path-3276">
            <a:extLst xmlns:a="http://schemas.openxmlformats.org/drawingml/2006/main">
              <a:ext uri="{FF2B5EF4-FFF2-40B4-BE49-F238E27FC236}">
                <a16:creationId xmlns:a16="http://schemas.microsoft.com/office/drawing/2014/main" id="{18F52FD8-4A5E-43B6-ABC3-BC417AB1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1816" y="40477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0" name="path-3277">
            <a:extLst xmlns:a="http://schemas.openxmlformats.org/drawingml/2006/main">
              <a:ext uri="{FF2B5EF4-FFF2-40B4-BE49-F238E27FC236}">
                <a16:creationId xmlns:a16="http://schemas.microsoft.com/office/drawing/2014/main" id="{AC45BAC4-A12F-4088-ABDD-48C4AA29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385" y="40458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1" name="path-3278">
            <a:extLst xmlns:a="http://schemas.openxmlformats.org/drawingml/2006/main">
              <a:ext uri="{FF2B5EF4-FFF2-40B4-BE49-F238E27FC236}">
                <a16:creationId xmlns:a16="http://schemas.microsoft.com/office/drawing/2014/main" id="{CB2839D6-E1FB-4B2D-AE06-ACE030B6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115" y="40457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2" name="path-3279">
            <a:extLst xmlns:a="http://schemas.openxmlformats.org/drawingml/2006/main">
              <a:ext uri="{FF2B5EF4-FFF2-40B4-BE49-F238E27FC236}">
                <a16:creationId xmlns:a16="http://schemas.microsoft.com/office/drawing/2014/main" id="{725898B0-43F8-481D-A1B9-E88A8D7A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9257" y="40391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3" name="path-3280">
            <a:extLst xmlns:a="http://schemas.openxmlformats.org/drawingml/2006/main">
              <a:ext uri="{FF2B5EF4-FFF2-40B4-BE49-F238E27FC236}">
                <a16:creationId xmlns:a16="http://schemas.microsoft.com/office/drawing/2014/main" id="{ACDDB23B-6548-480E-8510-C876177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335" y="40478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4" name="path-3281">
            <a:extLst xmlns:a="http://schemas.openxmlformats.org/drawingml/2006/main">
              <a:ext uri="{FF2B5EF4-FFF2-40B4-BE49-F238E27FC236}">
                <a16:creationId xmlns:a16="http://schemas.microsoft.com/office/drawing/2014/main" id="{94A28CBB-24EA-4E92-8CED-8DE044AB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832" y="4041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5" name="path-3282">
            <a:extLst xmlns:a="http://schemas.openxmlformats.org/drawingml/2006/main">
              <a:ext uri="{FF2B5EF4-FFF2-40B4-BE49-F238E27FC236}">
                <a16:creationId xmlns:a16="http://schemas.microsoft.com/office/drawing/2014/main" id="{7F1CE465-64E8-4359-B016-3DFC5442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5331" y="40648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6" name="path-3283">
            <a:extLst xmlns:a="http://schemas.openxmlformats.org/drawingml/2006/main">
              <a:ext uri="{FF2B5EF4-FFF2-40B4-BE49-F238E27FC236}">
                <a16:creationId xmlns:a16="http://schemas.microsoft.com/office/drawing/2014/main" id="{14797FE7-DEDE-431B-AF5D-B240F951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010" y="40464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7" name="path-3284">
            <a:extLst xmlns:a="http://schemas.openxmlformats.org/drawingml/2006/main">
              <a:ext uri="{FF2B5EF4-FFF2-40B4-BE49-F238E27FC236}">
                <a16:creationId xmlns:a16="http://schemas.microsoft.com/office/drawing/2014/main" id="{AB97E640-B787-46BF-9672-6DE289D5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0179" y="40659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8" name="path-3285">
            <a:extLst xmlns:a="http://schemas.openxmlformats.org/drawingml/2006/main">
              <a:ext uri="{FF2B5EF4-FFF2-40B4-BE49-F238E27FC236}">
                <a16:creationId xmlns:a16="http://schemas.microsoft.com/office/drawing/2014/main" id="{CFE16FA9-6F74-4B66-8B14-6743A783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192" y="40521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9" name="path-3286">
            <a:extLst xmlns:a="http://schemas.openxmlformats.org/drawingml/2006/main">
              <a:ext uri="{FF2B5EF4-FFF2-40B4-BE49-F238E27FC236}">
                <a16:creationId xmlns:a16="http://schemas.microsoft.com/office/drawing/2014/main" id="{04364CA2-0BBB-4867-8C9B-661B889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727" y="40459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0" name="path-3287">
            <a:extLst xmlns:a="http://schemas.openxmlformats.org/drawingml/2006/main">
              <a:ext uri="{FF2B5EF4-FFF2-40B4-BE49-F238E27FC236}">
                <a16:creationId xmlns:a16="http://schemas.microsoft.com/office/drawing/2014/main" id="{403BE513-9962-4DE7-8C37-7EF4E8A4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479" y="40442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1" name="path-3288">
            <a:extLst xmlns:a="http://schemas.openxmlformats.org/drawingml/2006/main">
              <a:ext uri="{FF2B5EF4-FFF2-40B4-BE49-F238E27FC236}">
                <a16:creationId xmlns:a16="http://schemas.microsoft.com/office/drawing/2014/main" id="{C0AC3BE8-6237-408B-BF4D-272182A7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0026" y="40600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2" name="path-3289">
            <a:extLst xmlns:a="http://schemas.openxmlformats.org/drawingml/2006/main">
              <a:ext uri="{FF2B5EF4-FFF2-40B4-BE49-F238E27FC236}">
                <a16:creationId xmlns:a16="http://schemas.microsoft.com/office/drawing/2014/main" id="{E8E5456C-EC36-4CD1-B881-9D1FDC1B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437" y="40449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3" name="path-3290">
            <a:extLst xmlns:a="http://schemas.openxmlformats.org/drawingml/2006/main">
              <a:ext uri="{FF2B5EF4-FFF2-40B4-BE49-F238E27FC236}">
                <a16:creationId xmlns:a16="http://schemas.microsoft.com/office/drawing/2014/main" id="{1557A5A6-7AC6-436F-B7CB-C4AC878D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143" y="40386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4" name="path-3291">
            <a:extLst xmlns:a="http://schemas.openxmlformats.org/drawingml/2006/main">
              <a:ext uri="{FF2B5EF4-FFF2-40B4-BE49-F238E27FC236}">
                <a16:creationId xmlns:a16="http://schemas.microsoft.com/office/drawing/2014/main" id="{FB48FB47-B3F4-4E4D-9B8D-B10BE253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982" y="4044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5" name="path-3292">
            <a:extLst xmlns:a="http://schemas.openxmlformats.org/drawingml/2006/main">
              <a:ext uri="{FF2B5EF4-FFF2-40B4-BE49-F238E27FC236}">
                <a16:creationId xmlns:a16="http://schemas.microsoft.com/office/drawing/2014/main" id="{4EBE4784-671B-41CF-ABD3-C379BA0D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872" y="4045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6" name="path-3293">
            <a:extLst xmlns:a="http://schemas.openxmlformats.org/drawingml/2006/main">
              <a:ext uri="{FF2B5EF4-FFF2-40B4-BE49-F238E27FC236}">
                <a16:creationId xmlns:a16="http://schemas.microsoft.com/office/drawing/2014/main" id="{629CEBF0-3C1D-48AE-AE7B-17DDD8AA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832" y="40307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7" name="path-3294">
            <a:extLst xmlns:a="http://schemas.openxmlformats.org/drawingml/2006/main">
              <a:ext uri="{FF2B5EF4-FFF2-40B4-BE49-F238E27FC236}">
                <a16:creationId xmlns:a16="http://schemas.microsoft.com/office/drawing/2014/main" id="{8924DC4E-1277-44DD-82D4-7282BCA6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723" y="40451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8" name="path-3295">
            <a:extLst xmlns:a="http://schemas.openxmlformats.org/drawingml/2006/main">
              <a:ext uri="{FF2B5EF4-FFF2-40B4-BE49-F238E27FC236}">
                <a16:creationId xmlns:a16="http://schemas.microsoft.com/office/drawing/2014/main" id="{C28C842C-AAC9-4EA8-A0C8-DC97ED41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899" y="3988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9" name="path-3296">
            <a:extLst xmlns:a="http://schemas.openxmlformats.org/drawingml/2006/main">
              <a:ext uri="{FF2B5EF4-FFF2-40B4-BE49-F238E27FC236}">
                <a16:creationId xmlns:a16="http://schemas.microsoft.com/office/drawing/2014/main" id="{333041D3-2C2A-443D-950F-326ED8D1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7501" y="40301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0" name="path-3297">
            <a:extLst xmlns:a="http://schemas.openxmlformats.org/drawingml/2006/main">
              <a:ext uri="{FF2B5EF4-FFF2-40B4-BE49-F238E27FC236}">
                <a16:creationId xmlns:a16="http://schemas.microsoft.com/office/drawing/2014/main" id="{46FAC449-DB75-4544-B1E2-C9BABFA9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387" y="40300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1" name="path-3298">
            <a:extLst xmlns:a="http://schemas.openxmlformats.org/drawingml/2006/main">
              <a:ext uri="{FF2B5EF4-FFF2-40B4-BE49-F238E27FC236}">
                <a16:creationId xmlns:a16="http://schemas.microsoft.com/office/drawing/2014/main" id="{33C5830B-E0FB-4DFC-AE81-9B59F8E4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943" y="40485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2" name="path-3299">
            <a:extLst xmlns:a="http://schemas.openxmlformats.org/drawingml/2006/main">
              <a:ext uri="{FF2B5EF4-FFF2-40B4-BE49-F238E27FC236}">
                <a16:creationId xmlns:a16="http://schemas.microsoft.com/office/drawing/2014/main" id="{F1F35B3C-12C9-4952-8C35-F7F0E144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6249" y="4054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3" name="path-3300">
            <a:extLst xmlns:a="http://schemas.openxmlformats.org/drawingml/2006/main">
              <a:ext uri="{FF2B5EF4-FFF2-40B4-BE49-F238E27FC236}">
                <a16:creationId xmlns:a16="http://schemas.microsoft.com/office/drawing/2014/main" id="{16F25DD1-BB93-45F7-A6BC-95C149C8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118" y="4021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4" name="path-3301">
            <a:extLst xmlns:a="http://schemas.openxmlformats.org/drawingml/2006/main">
              <a:ext uri="{FF2B5EF4-FFF2-40B4-BE49-F238E27FC236}">
                <a16:creationId xmlns:a16="http://schemas.microsoft.com/office/drawing/2014/main" id="{45D41859-31BC-4E7F-B357-EC002E61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967" y="4044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5" name="path-3302">
            <a:extLst xmlns:a="http://schemas.openxmlformats.org/drawingml/2006/main">
              <a:ext uri="{FF2B5EF4-FFF2-40B4-BE49-F238E27FC236}">
                <a16:creationId xmlns:a16="http://schemas.microsoft.com/office/drawing/2014/main" id="{2DF2C506-1411-4BDE-8940-FBC5DFCA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136" y="40488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6" name="path-3303">
            <a:extLst xmlns:a="http://schemas.openxmlformats.org/drawingml/2006/main">
              <a:ext uri="{FF2B5EF4-FFF2-40B4-BE49-F238E27FC236}">
                <a16:creationId xmlns:a16="http://schemas.microsoft.com/office/drawing/2014/main" id="{D5CDA0CD-F869-4029-B452-300A58E4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791" y="4042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7" name="path-3304">
            <a:extLst xmlns:a="http://schemas.openxmlformats.org/drawingml/2006/main">
              <a:ext uri="{FF2B5EF4-FFF2-40B4-BE49-F238E27FC236}">
                <a16:creationId xmlns:a16="http://schemas.microsoft.com/office/drawing/2014/main" id="{44BEC619-2B7C-46D3-A76D-979DCAFC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208" y="4012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8" name="path-3305">
            <a:extLst xmlns:a="http://schemas.openxmlformats.org/drawingml/2006/main">
              <a:ext uri="{FF2B5EF4-FFF2-40B4-BE49-F238E27FC236}">
                <a16:creationId xmlns:a16="http://schemas.microsoft.com/office/drawing/2014/main" id="{8B22E68F-AE99-435B-B124-17D01850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175" y="40530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9" name="path-3306">
            <a:extLst xmlns:a="http://schemas.openxmlformats.org/drawingml/2006/main">
              <a:ext uri="{FF2B5EF4-FFF2-40B4-BE49-F238E27FC236}">
                <a16:creationId xmlns:a16="http://schemas.microsoft.com/office/drawing/2014/main" id="{CB8DD865-0894-4851-A4D0-7A12E9AE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598" y="40435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0" name="path-3307">
            <a:extLst xmlns:a="http://schemas.openxmlformats.org/drawingml/2006/main">
              <a:ext uri="{FF2B5EF4-FFF2-40B4-BE49-F238E27FC236}">
                <a16:creationId xmlns:a16="http://schemas.microsoft.com/office/drawing/2014/main" id="{060B1109-00A4-4606-91AA-DCAB6D2C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706" y="4046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1" name="path-3308">
            <a:extLst xmlns:a="http://schemas.openxmlformats.org/drawingml/2006/main">
              <a:ext uri="{FF2B5EF4-FFF2-40B4-BE49-F238E27FC236}">
                <a16:creationId xmlns:a16="http://schemas.microsoft.com/office/drawing/2014/main" id="{D1445E83-3E86-4F2F-9D19-DE2AED0C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191" y="40773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2" name="path-3309">
            <a:extLst xmlns:a="http://schemas.openxmlformats.org/drawingml/2006/main">
              <a:ext uri="{FF2B5EF4-FFF2-40B4-BE49-F238E27FC236}">
                <a16:creationId xmlns:a16="http://schemas.microsoft.com/office/drawing/2014/main" id="{C18721AE-3530-444F-B8FB-74DB5F1A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245" y="4062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3" name="path-3310">
            <a:extLst xmlns:a="http://schemas.openxmlformats.org/drawingml/2006/main">
              <a:ext uri="{FF2B5EF4-FFF2-40B4-BE49-F238E27FC236}">
                <a16:creationId xmlns:a16="http://schemas.microsoft.com/office/drawing/2014/main" id="{84417552-EA79-44AC-A926-1AE45E8F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4440" y="40491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4" name="path-3311">
            <a:extLst xmlns:a="http://schemas.openxmlformats.org/drawingml/2006/main">
              <a:ext uri="{FF2B5EF4-FFF2-40B4-BE49-F238E27FC236}">
                <a16:creationId xmlns:a16="http://schemas.microsoft.com/office/drawing/2014/main" id="{4DBC62D5-3111-464A-ADCF-5841B680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0381" y="4041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5" name="path-3312">
            <a:extLst xmlns:a="http://schemas.openxmlformats.org/drawingml/2006/main">
              <a:ext uri="{FF2B5EF4-FFF2-40B4-BE49-F238E27FC236}">
                <a16:creationId xmlns:a16="http://schemas.microsoft.com/office/drawing/2014/main" id="{30B3FE83-A8C8-420B-BB99-85217AF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630" y="40585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6" name="path-3313">
            <a:extLst xmlns:a="http://schemas.openxmlformats.org/drawingml/2006/main">
              <a:ext uri="{FF2B5EF4-FFF2-40B4-BE49-F238E27FC236}">
                <a16:creationId xmlns:a16="http://schemas.microsoft.com/office/drawing/2014/main" id="{193FED89-81C7-4444-8F98-0BE92A2B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968" y="40417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7" name="path-3314">
            <a:extLst xmlns:a="http://schemas.openxmlformats.org/drawingml/2006/main">
              <a:ext uri="{FF2B5EF4-FFF2-40B4-BE49-F238E27FC236}">
                <a16:creationId xmlns:a16="http://schemas.microsoft.com/office/drawing/2014/main" id="{76DEDA47-C15A-4120-A769-C2CCE23C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9827" y="4034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8" name="path-3315">
            <a:extLst xmlns:a="http://schemas.openxmlformats.org/drawingml/2006/main">
              <a:ext uri="{FF2B5EF4-FFF2-40B4-BE49-F238E27FC236}">
                <a16:creationId xmlns:a16="http://schemas.microsoft.com/office/drawing/2014/main" id="{6FD3FB1E-9165-41CB-8B64-EC2A091B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084" y="4042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9" name="path-3316">
            <a:extLst xmlns:a="http://schemas.openxmlformats.org/drawingml/2006/main">
              <a:ext uri="{FF2B5EF4-FFF2-40B4-BE49-F238E27FC236}">
                <a16:creationId xmlns:a16="http://schemas.microsoft.com/office/drawing/2014/main" id="{CFA2B091-7C14-41E3-BB8D-A126CE9E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862" y="40148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0" name="path-3317">
            <a:extLst xmlns:a="http://schemas.openxmlformats.org/drawingml/2006/main">
              <a:ext uri="{FF2B5EF4-FFF2-40B4-BE49-F238E27FC236}">
                <a16:creationId xmlns:a16="http://schemas.microsoft.com/office/drawing/2014/main" id="{CBD50BA2-C972-4219-BA72-CE08210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544" y="40386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1" name="path-3318">
            <a:extLst xmlns:a="http://schemas.openxmlformats.org/drawingml/2006/main">
              <a:ext uri="{FF2B5EF4-FFF2-40B4-BE49-F238E27FC236}">
                <a16:creationId xmlns:a16="http://schemas.microsoft.com/office/drawing/2014/main" id="{ADA7419A-84A3-4BC2-961D-7B2091C0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997" y="40839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2" name="path-3319">
            <a:extLst xmlns:a="http://schemas.openxmlformats.org/drawingml/2006/main">
              <a:ext uri="{FF2B5EF4-FFF2-40B4-BE49-F238E27FC236}">
                <a16:creationId xmlns:a16="http://schemas.microsoft.com/office/drawing/2014/main" id="{F95D1219-6EB6-4DE3-89BD-86C3D6FE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721" y="4045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3" name="path-3320">
            <a:extLst xmlns:a="http://schemas.openxmlformats.org/drawingml/2006/main">
              <a:ext uri="{FF2B5EF4-FFF2-40B4-BE49-F238E27FC236}">
                <a16:creationId xmlns:a16="http://schemas.microsoft.com/office/drawing/2014/main" id="{F58DA16C-2BBE-4BB8-AB62-829E91E0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678" y="40246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4" name="path-3321">
            <a:extLst xmlns:a="http://schemas.openxmlformats.org/drawingml/2006/main">
              <a:ext uri="{FF2B5EF4-FFF2-40B4-BE49-F238E27FC236}">
                <a16:creationId xmlns:a16="http://schemas.microsoft.com/office/drawing/2014/main" id="{939FD052-0873-4F8B-BDAF-E432581E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3791" y="40340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5" name="path-3322">
            <a:extLst xmlns:a="http://schemas.openxmlformats.org/drawingml/2006/main">
              <a:ext uri="{FF2B5EF4-FFF2-40B4-BE49-F238E27FC236}">
                <a16:creationId xmlns:a16="http://schemas.microsoft.com/office/drawing/2014/main" id="{8B4C77B9-114B-4E25-AEEB-D0426C73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601" y="40396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6" name="path-3323">
            <a:extLst xmlns:a="http://schemas.openxmlformats.org/drawingml/2006/main">
              <a:ext uri="{FF2B5EF4-FFF2-40B4-BE49-F238E27FC236}">
                <a16:creationId xmlns:a16="http://schemas.microsoft.com/office/drawing/2014/main" id="{8E9FC0BF-6D2F-499B-B8A5-E708A958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084" y="40559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7" name="path-3324">
            <a:extLst xmlns:a="http://schemas.openxmlformats.org/drawingml/2006/main">
              <a:ext uri="{FF2B5EF4-FFF2-40B4-BE49-F238E27FC236}">
                <a16:creationId xmlns:a16="http://schemas.microsoft.com/office/drawing/2014/main" id="{F8283EC4-F7B7-4947-B8CB-DB19E5B4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809" y="4050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8" name="path-3325">
            <a:extLst xmlns:a="http://schemas.openxmlformats.org/drawingml/2006/main">
              <a:ext uri="{FF2B5EF4-FFF2-40B4-BE49-F238E27FC236}">
                <a16:creationId xmlns:a16="http://schemas.microsoft.com/office/drawing/2014/main" id="{CFCCA9FE-4B55-4687-907E-B038605F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122" y="40433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9" name="path-3326">
            <a:extLst xmlns:a="http://schemas.openxmlformats.org/drawingml/2006/main">
              <a:ext uri="{FF2B5EF4-FFF2-40B4-BE49-F238E27FC236}">
                <a16:creationId xmlns:a16="http://schemas.microsoft.com/office/drawing/2014/main" id="{BCBAFEDE-D762-4E54-AB56-A16B3F05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5" y="40615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0" name="path-3327">
            <a:extLst xmlns:a="http://schemas.openxmlformats.org/drawingml/2006/main">
              <a:ext uri="{FF2B5EF4-FFF2-40B4-BE49-F238E27FC236}">
                <a16:creationId xmlns:a16="http://schemas.microsoft.com/office/drawing/2014/main" id="{E4710DA0-E133-48AC-8595-F3D20D5D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432" y="4026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1" name="path-3328">
            <a:extLst xmlns:a="http://schemas.openxmlformats.org/drawingml/2006/main">
              <a:ext uri="{FF2B5EF4-FFF2-40B4-BE49-F238E27FC236}">
                <a16:creationId xmlns:a16="http://schemas.microsoft.com/office/drawing/2014/main" id="{D9BEA9B7-1A00-4283-9EE2-610A98C4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9410" y="4019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2" name="path-3329">
            <a:extLst xmlns:a="http://schemas.openxmlformats.org/drawingml/2006/main">
              <a:ext uri="{FF2B5EF4-FFF2-40B4-BE49-F238E27FC236}">
                <a16:creationId xmlns:a16="http://schemas.microsoft.com/office/drawing/2014/main" id="{8047F3F0-45D4-4B9F-B8CE-C0EAD9E8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444" y="40434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3" name="path-3330">
            <a:extLst xmlns:a="http://schemas.openxmlformats.org/drawingml/2006/main">
              <a:ext uri="{FF2B5EF4-FFF2-40B4-BE49-F238E27FC236}">
                <a16:creationId xmlns:a16="http://schemas.microsoft.com/office/drawing/2014/main" id="{AC94E932-7B23-4F26-A13C-839EDFAA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861" y="40424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4" name="path-3331">
            <a:extLst xmlns:a="http://schemas.openxmlformats.org/drawingml/2006/main">
              <a:ext uri="{FF2B5EF4-FFF2-40B4-BE49-F238E27FC236}">
                <a16:creationId xmlns:a16="http://schemas.microsoft.com/office/drawing/2014/main" id="{1F219078-B997-4475-A4D7-F2DE0471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295" y="4044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5" name="path-3332">
            <a:extLst xmlns:a="http://schemas.openxmlformats.org/drawingml/2006/main">
              <a:ext uri="{FF2B5EF4-FFF2-40B4-BE49-F238E27FC236}">
                <a16:creationId xmlns:a16="http://schemas.microsoft.com/office/drawing/2014/main" id="{6E9E3B30-9B7E-4590-9C1E-B80762FA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3713" y="40377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6" name="path-3333">
            <a:extLst xmlns:a="http://schemas.openxmlformats.org/drawingml/2006/main">
              <a:ext uri="{FF2B5EF4-FFF2-40B4-BE49-F238E27FC236}">
                <a16:creationId xmlns:a16="http://schemas.microsoft.com/office/drawing/2014/main" id="{3A6B1085-AA86-401D-B24C-DED2352D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451" y="4047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7" name="path-3334">
            <a:extLst xmlns:a="http://schemas.openxmlformats.org/drawingml/2006/main">
              <a:ext uri="{FF2B5EF4-FFF2-40B4-BE49-F238E27FC236}">
                <a16:creationId xmlns:a16="http://schemas.microsoft.com/office/drawing/2014/main" id="{6F348B66-D990-4AE3-9A4C-0BC8ABBA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38" y="40464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8" name="path-3335">
            <a:extLst xmlns:a="http://schemas.openxmlformats.org/drawingml/2006/main">
              <a:ext uri="{FF2B5EF4-FFF2-40B4-BE49-F238E27FC236}">
                <a16:creationId xmlns:a16="http://schemas.microsoft.com/office/drawing/2014/main" id="{45C25AA8-6ECA-45A9-9D0A-CDEAA600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861" y="40524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9" name="path-3336">
            <a:extLst xmlns:a="http://schemas.openxmlformats.org/drawingml/2006/main">
              <a:ext uri="{FF2B5EF4-FFF2-40B4-BE49-F238E27FC236}">
                <a16:creationId xmlns:a16="http://schemas.microsoft.com/office/drawing/2014/main" id="{D39683A2-0072-4D0A-84B3-8D8DA160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457" y="4046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0" name="path-3337">
            <a:extLst xmlns:a="http://schemas.openxmlformats.org/drawingml/2006/main">
              <a:ext uri="{FF2B5EF4-FFF2-40B4-BE49-F238E27FC236}">
                <a16:creationId xmlns:a16="http://schemas.microsoft.com/office/drawing/2014/main" id="{C09708F8-CB05-4B30-A6C8-A322F38A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556" y="40390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1" name="path-3338">
            <a:extLst xmlns:a="http://schemas.openxmlformats.org/drawingml/2006/main">
              <a:ext uri="{FF2B5EF4-FFF2-40B4-BE49-F238E27FC236}">
                <a16:creationId xmlns:a16="http://schemas.microsoft.com/office/drawing/2014/main" id="{F61965CD-4FE7-48D4-B365-3710008E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698" y="40430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2" name="path-3339">
            <a:extLst xmlns:a="http://schemas.openxmlformats.org/drawingml/2006/main">
              <a:ext uri="{FF2B5EF4-FFF2-40B4-BE49-F238E27FC236}">
                <a16:creationId xmlns:a16="http://schemas.microsoft.com/office/drawing/2014/main" id="{D0029813-7E6E-4D67-9732-7C2D1AAB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1256" y="4031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3" name="path-3340">
            <a:extLst xmlns:a="http://schemas.openxmlformats.org/drawingml/2006/main">
              <a:ext uri="{FF2B5EF4-FFF2-40B4-BE49-F238E27FC236}">
                <a16:creationId xmlns:a16="http://schemas.microsoft.com/office/drawing/2014/main" id="{AFBBA0F6-A5AF-42BD-A250-62B12D49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964" y="40468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4" name="path-3341">
            <a:extLst xmlns:a="http://schemas.openxmlformats.org/drawingml/2006/main">
              <a:ext uri="{FF2B5EF4-FFF2-40B4-BE49-F238E27FC236}">
                <a16:creationId xmlns:a16="http://schemas.microsoft.com/office/drawing/2014/main" id="{E47AA618-28AB-4B11-81FF-1B1AD3F4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798" y="40503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5" name="path-3342">
            <a:extLst xmlns:a="http://schemas.openxmlformats.org/drawingml/2006/main">
              <a:ext uri="{FF2B5EF4-FFF2-40B4-BE49-F238E27FC236}">
                <a16:creationId xmlns:a16="http://schemas.microsoft.com/office/drawing/2014/main" id="{9F0EC69E-B20C-449F-AB5E-5E387C0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226" y="4027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6" name="path-3343">
            <a:extLst xmlns:a="http://schemas.openxmlformats.org/drawingml/2006/main">
              <a:ext uri="{FF2B5EF4-FFF2-40B4-BE49-F238E27FC236}">
                <a16:creationId xmlns:a16="http://schemas.microsoft.com/office/drawing/2014/main" id="{111A01FD-32B5-41DE-A8F2-9F7538E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192" y="40427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7" name="path-3344">
            <a:extLst xmlns:a="http://schemas.openxmlformats.org/drawingml/2006/main">
              <a:ext uri="{FF2B5EF4-FFF2-40B4-BE49-F238E27FC236}">
                <a16:creationId xmlns:a16="http://schemas.microsoft.com/office/drawing/2014/main" id="{DE9A2687-4BD3-407E-A705-B7A91DF5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464" y="40178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8" name="path-3345">
            <a:extLst xmlns:a="http://schemas.openxmlformats.org/drawingml/2006/main">
              <a:ext uri="{FF2B5EF4-FFF2-40B4-BE49-F238E27FC236}">
                <a16:creationId xmlns:a16="http://schemas.microsoft.com/office/drawing/2014/main" id="{9D5B3136-4CEC-4A83-8F4A-6C1FBB03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3235" y="4053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9" name="path-3346">
            <a:extLst xmlns:a="http://schemas.openxmlformats.org/drawingml/2006/main">
              <a:ext uri="{FF2B5EF4-FFF2-40B4-BE49-F238E27FC236}">
                <a16:creationId xmlns:a16="http://schemas.microsoft.com/office/drawing/2014/main" id="{C54B0740-416C-4525-9284-F2497ECF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254" y="40423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0" name="path-3347">
            <a:extLst xmlns:a="http://schemas.openxmlformats.org/drawingml/2006/main">
              <a:ext uri="{FF2B5EF4-FFF2-40B4-BE49-F238E27FC236}">
                <a16:creationId xmlns:a16="http://schemas.microsoft.com/office/drawing/2014/main" id="{CAB86731-C308-4129-B90E-1066ED5D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1000" y="40413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1" name="path-3348">
            <a:extLst xmlns:a="http://schemas.openxmlformats.org/drawingml/2006/main">
              <a:ext uri="{FF2B5EF4-FFF2-40B4-BE49-F238E27FC236}">
                <a16:creationId xmlns:a16="http://schemas.microsoft.com/office/drawing/2014/main" id="{8543C14F-0312-4281-A871-CB765210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137" y="4043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2" name="path-3349">
            <a:extLst xmlns:a="http://schemas.openxmlformats.org/drawingml/2006/main">
              <a:ext uri="{FF2B5EF4-FFF2-40B4-BE49-F238E27FC236}">
                <a16:creationId xmlns:a16="http://schemas.microsoft.com/office/drawing/2014/main" id="{CB716504-E36B-4927-B956-6E456B49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104" y="40420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3" name="path-3350">
            <a:extLst xmlns:a="http://schemas.openxmlformats.org/drawingml/2006/main">
              <a:ext uri="{FF2B5EF4-FFF2-40B4-BE49-F238E27FC236}">
                <a16:creationId xmlns:a16="http://schemas.microsoft.com/office/drawing/2014/main" id="{161348BC-3805-4150-932B-7A25A3A3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202" y="40255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4" name="path-3351">
            <a:extLst xmlns:a="http://schemas.openxmlformats.org/drawingml/2006/main">
              <a:ext uri="{FF2B5EF4-FFF2-40B4-BE49-F238E27FC236}">
                <a16:creationId xmlns:a16="http://schemas.microsoft.com/office/drawing/2014/main" id="{E51821A1-A160-4402-BC5E-08E4B871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738" y="40396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5" name="path-3352">
            <a:extLst xmlns:a="http://schemas.openxmlformats.org/drawingml/2006/main">
              <a:ext uri="{FF2B5EF4-FFF2-40B4-BE49-F238E27FC236}">
                <a16:creationId xmlns:a16="http://schemas.microsoft.com/office/drawing/2014/main" id="{67EA7F84-8381-4D7D-B264-9990EE4B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065" y="40416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6" name="path-3353">
            <a:extLst xmlns:a="http://schemas.openxmlformats.org/drawingml/2006/main">
              <a:ext uri="{FF2B5EF4-FFF2-40B4-BE49-F238E27FC236}">
                <a16:creationId xmlns:a16="http://schemas.microsoft.com/office/drawing/2014/main" id="{5639E270-DABF-4851-B977-2E52274B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589" y="40468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7" name="path-3354">
            <a:extLst xmlns:a="http://schemas.openxmlformats.org/drawingml/2006/main">
              <a:ext uri="{FF2B5EF4-FFF2-40B4-BE49-F238E27FC236}">
                <a16:creationId xmlns:a16="http://schemas.microsoft.com/office/drawing/2014/main" id="{A3D1F96D-EC5D-4A3B-A17E-84CB9B4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250" y="4042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8" name="path-3355">
            <a:extLst xmlns:a="http://schemas.openxmlformats.org/drawingml/2006/main">
              <a:ext uri="{FF2B5EF4-FFF2-40B4-BE49-F238E27FC236}">
                <a16:creationId xmlns:a16="http://schemas.microsoft.com/office/drawing/2014/main" id="{41027487-E25D-4340-A3E9-F2596070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437" y="40500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9" name="path-3356">
            <a:extLst xmlns:a="http://schemas.openxmlformats.org/drawingml/2006/main">
              <a:ext uri="{FF2B5EF4-FFF2-40B4-BE49-F238E27FC236}">
                <a16:creationId xmlns:a16="http://schemas.microsoft.com/office/drawing/2014/main" id="{83158774-60BB-4D0A-A898-781BD0E5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479" y="40459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0" name="path-3357">
            <a:extLst xmlns:a="http://schemas.openxmlformats.org/drawingml/2006/main">
              <a:ext uri="{FF2B5EF4-FFF2-40B4-BE49-F238E27FC236}">
                <a16:creationId xmlns:a16="http://schemas.microsoft.com/office/drawing/2014/main" id="{1A104589-3C80-44DE-90EB-EE0B6280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884" y="4070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1" name="path-3358">
            <a:extLst xmlns:a="http://schemas.openxmlformats.org/drawingml/2006/main">
              <a:ext uri="{FF2B5EF4-FFF2-40B4-BE49-F238E27FC236}">
                <a16:creationId xmlns:a16="http://schemas.microsoft.com/office/drawing/2014/main" id="{7987132C-ED1C-44CB-80F8-2E02E9DE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330" y="4029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2" name="path-3359">
            <a:extLst xmlns:a="http://schemas.openxmlformats.org/drawingml/2006/main">
              <a:ext uri="{FF2B5EF4-FFF2-40B4-BE49-F238E27FC236}">
                <a16:creationId xmlns:a16="http://schemas.microsoft.com/office/drawing/2014/main" id="{F0F8ED61-F9E9-4FBD-AD9D-3EB755F2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40318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3" name="path-3360">
            <a:extLst xmlns:a="http://schemas.openxmlformats.org/drawingml/2006/main">
              <a:ext uri="{FF2B5EF4-FFF2-40B4-BE49-F238E27FC236}">
                <a16:creationId xmlns:a16="http://schemas.microsoft.com/office/drawing/2014/main" id="{6950D732-50CE-4C5A-880E-A0C98086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079" y="4066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4" name="path-3361">
            <a:extLst xmlns:a="http://schemas.openxmlformats.org/drawingml/2006/main">
              <a:ext uri="{FF2B5EF4-FFF2-40B4-BE49-F238E27FC236}">
                <a16:creationId xmlns:a16="http://schemas.microsoft.com/office/drawing/2014/main" id="{47999D00-152C-4A7C-B2A1-C494C0AF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836" y="4041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5" name="path-3362">
            <a:extLst xmlns:a="http://schemas.openxmlformats.org/drawingml/2006/main">
              <a:ext uri="{FF2B5EF4-FFF2-40B4-BE49-F238E27FC236}">
                <a16:creationId xmlns:a16="http://schemas.microsoft.com/office/drawing/2014/main" id="{4806F9CF-FECF-4DB2-A771-A3BBB52C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203" y="40392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6" name="path-3363">
            <a:extLst xmlns:a="http://schemas.openxmlformats.org/drawingml/2006/main">
              <a:ext uri="{FF2B5EF4-FFF2-40B4-BE49-F238E27FC236}">
                <a16:creationId xmlns:a16="http://schemas.microsoft.com/office/drawing/2014/main" id="{5315A3A0-FE0A-47B2-900C-D33BACA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9551" y="40502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7" name="path-3364">
            <a:extLst xmlns:a="http://schemas.openxmlformats.org/drawingml/2006/main">
              <a:ext uri="{FF2B5EF4-FFF2-40B4-BE49-F238E27FC236}">
                <a16:creationId xmlns:a16="http://schemas.microsoft.com/office/drawing/2014/main" id="{558B24F3-7067-4AB7-AE86-9A2C6FC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519" y="40400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8" name="path-3365">
            <a:extLst xmlns:a="http://schemas.openxmlformats.org/drawingml/2006/main">
              <a:ext uri="{FF2B5EF4-FFF2-40B4-BE49-F238E27FC236}">
                <a16:creationId xmlns:a16="http://schemas.microsoft.com/office/drawing/2014/main" id="{D8F9B838-1D20-4802-836C-560B5B6D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280" y="4045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9" name="path-3366">
            <a:extLst xmlns:a="http://schemas.openxmlformats.org/drawingml/2006/main">
              <a:ext uri="{FF2B5EF4-FFF2-40B4-BE49-F238E27FC236}">
                <a16:creationId xmlns:a16="http://schemas.microsoft.com/office/drawing/2014/main" id="{C730401F-11F8-436F-8D13-9114A473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713" y="4045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0" name="path-3367">
            <a:extLst xmlns:a="http://schemas.openxmlformats.org/drawingml/2006/main">
              <a:ext uri="{FF2B5EF4-FFF2-40B4-BE49-F238E27FC236}">
                <a16:creationId xmlns:a16="http://schemas.microsoft.com/office/drawing/2014/main" id="{A0352505-1E75-4D46-830A-02EEEA9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6518" y="4042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1" name="path-3368">
            <a:extLst xmlns:a="http://schemas.openxmlformats.org/drawingml/2006/main">
              <a:ext uri="{FF2B5EF4-FFF2-40B4-BE49-F238E27FC236}">
                <a16:creationId xmlns:a16="http://schemas.microsoft.com/office/drawing/2014/main" id="{E253129A-99E0-46A7-95B6-BC481F3D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191" y="40452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2" name="path-3369">
            <a:extLst xmlns:a="http://schemas.openxmlformats.org/drawingml/2006/main">
              <a:ext uri="{FF2B5EF4-FFF2-40B4-BE49-F238E27FC236}">
                <a16:creationId xmlns:a16="http://schemas.microsoft.com/office/drawing/2014/main" id="{8EA70CC0-1BAB-4F26-BE7F-5EFE325B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771" y="40428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3" name="path-3370">
            <a:extLst xmlns:a="http://schemas.openxmlformats.org/drawingml/2006/main">
              <a:ext uri="{FF2B5EF4-FFF2-40B4-BE49-F238E27FC236}">
                <a16:creationId xmlns:a16="http://schemas.microsoft.com/office/drawing/2014/main" id="{1CC0789B-DA26-4EFF-9104-0E50A92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641" y="40442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4" name="path-3371">
            <a:extLst xmlns:a="http://schemas.openxmlformats.org/drawingml/2006/main">
              <a:ext uri="{FF2B5EF4-FFF2-40B4-BE49-F238E27FC236}">
                <a16:creationId xmlns:a16="http://schemas.microsoft.com/office/drawing/2014/main" id="{ECFBD3C3-84A7-4435-B1C1-C3D8254B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851" y="40298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5" name="path-3372">
            <a:extLst xmlns:a="http://schemas.openxmlformats.org/drawingml/2006/main">
              <a:ext uri="{FF2B5EF4-FFF2-40B4-BE49-F238E27FC236}">
                <a16:creationId xmlns:a16="http://schemas.microsoft.com/office/drawing/2014/main" id="{A4355FDE-590F-4F76-B109-1B8F4928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723" y="40163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6" name="path-3373">
            <a:extLst xmlns:a="http://schemas.openxmlformats.org/drawingml/2006/main">
              <a:ext uri="{FF2B5EF4-FFF2-40B4-BE49-F238E27FC236}">
                <a16:creationId xmlns:a16="http://schemas.microsoft.com/office/drawing/2014/main" id="{B5337D96-3CA2-46FC-80C6-62800677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646" y="4044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7" name="path-3374">
            <a:extLst xmlns:a="http://schemas.openxmlformats.org/drawingml/2006/main">
              <a:ext uri="{FF2B5EF4-FFF2-40B4-BE49-F238E27FC236}">
                <a16:creationId xmlns:a16="http://schemas.microsoft.com/office/drawing/2014/main" id="{A36B1BF7-80F6-4D1B-AA73-12D0E722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529" y="40469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8" name="path-3375">
            <a:extLst xmlns:a="http://schemas.openxmlformats.org/drawingml/2006/main">
              <a:ext uri="{FF2B5EF4-FFF2-40B4-BE49-F238E27FC236}">
                <a16:creationId xmlns:a16="http://schemas.microsoft.com/office/drawing/2014/main" id="{8BCCEF8F-F62A-4671-87D0-33007AFA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022" y="40488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9" name="path-3376">
            <a:extLst xmlns:a="http://schemas.openxmlformats.org/drawingml/2006/main">
              <a:ext uri="{FF2B5EF4-FFF2-40B4-BE49-F238E27FC236}">
                <a16:creationId xmlns:a16="http://schemas.microsoft.com/office/drawing/2014/main" id="{E79F6942-CD59-4A00-9996-C85DFC2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6993" y="4044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0" name="path-3377">
            <a:extLst xmlns:a="http://schemas.openxmlformats.org/drawingml/2006/main">
              <a:ext uri="{FF2B5EF4-FFF2-40B4-BE49-F238E27FC236}">
                <a16:creationId xmlns:a16="http://schemas.microsoft.com/office/drawing/2014/main" id="{CC99CDB9-EE50-458C-B020-C50F4329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923" y="40446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1" name="path-3378">
            <a:extLst xmlns:a="http://schemas.openxmlformats.org/drawingml/2006/main">
              <a:ext uri="{FF2B5EF4-FFF2-40B4-BE49-F238E27FC236}">
                <a16:creationId xmlns:a16="http://schemas.microsoft.com/office/drawing/2014/main" id="{98B3D55D-2B52-48AC-BF7D-6EA8D67C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548" y="4047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2" name="path-3379">
            <a:extLst xmlns:a="http://schemas.openxmlformats.org/drawingml/2006/main">
              <a:ext uri="{FF2B5EF4-FFF2-40B4-BE49-F238E27FC236}">
                <a16:creationId xmlns:a16="http://schemas.microsoft.com/office/drawing/2014/main" id="{97B48848-59B8-4EA8-A657-CDCBF79E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722" y="4044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3" name="path-3380">
            <a:extLst xmlns:a="http://schemas.openxmlformats.org/drawingml/2006/main">
              <a:ext uri="{FF2B5EF4-FFF2-40B4-BE49-F238E27FC236}">
                <a16:creationId xmlns:a16="http://schemas.microsoft.com/office/drawing/2014/main" id="{1E1D1377-2149-4120-B058-09F73B90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160" y="4036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4" name="path-3381">
            <a:extLst xmlns:a="http://schemas.openxmlformats.org/drawingml/2006/main">
              <a:ext uri="{FF2B5EF4-FFF2-40B4-BE49-F238E27FC236}">
                <a16:creationId xmlns:a16="http://schemas.microsoft.com/office/drawing/2014/main" id="{39B42913-68B3-4DD1-8BFF-564BD14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488" y="4047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5" name="path-3382">
            <a:extLst xmlns:a="http://schemas.openxmlformats.org/drawingml/2006/main">
              <a:ext uri="{FF2B5EF4-FFF2-40B4-BE49-F238E27FC236}">
                <a16:creationId xmlns:a16="http://schemas.microsoft.com/office/drawing/2014/main" id="{BAD2AE91-C282-4C01-A645-C4DA952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572" y="4041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6" name="path-3383">
            <a:extLst xmlns:a="http://schemas.openxmlformats.org/drawingml/2006/main">
              <a:ext uri="{FF2B5EF4-FFF2-40B4-BE49-F238E27FC236}">
                <a16:creationId xmlns:a16="http://schemas.microsoft.com/office/drawing/2014/main" id="{24C3C7E9-996B-40CF-BE99-ECECA085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282" y="40340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7" name="path-3384">
            <a:extLst xmlns:a="http://schemas.openxmlformats.org/drawingml/2006/main">
              <a:ext uri="{FF2B5EF4-FFF2-40B4-BE49-F238E27FC236}">
                <a16:creationId xmlns:a16="http://schemas.microsoft.com/office/drawing/2014/main" id="{CAAE5DC4-7F40-450A-9A8C-BD7371D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246" y="40372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8" name="path-3385">
            <a:extLst xmlns:a="http://schemas.openxmlformats.org/drawingml/2006/main">
              <a:ext uri="{FF2B5EF4-FFF2-40B4-BE49-F238E27FC236}">
                <a16:creationId xmlns:a16="http://schemas.microsoft.com/office/drawing/2014/main" id="{54205AD6-D836-4226-AF45-1B8ACD5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1297" y="40746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9" name="path-3386">
            <a:extLst xmlns:a="http://schemas.openxmlformats.org/drawingml/2006/main">
              <a:ext uri="{FF2B5EF4-FFF2-40B4-BE49-F238E27FC236}">
                <a16:creationId xmlns:a16="http://schemas.microsoft.com/office/drawing/2014/main" id="{80FC09A6-BE52-4C30-8D69-7B5501FC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578" y="40487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0" name="path-3387">
            <a:extLst xmlns:a="http://schemas.openxmlformats.org/drawingml/2006/main">
              <a:ext uri="{FF2B5EF4-FFF2-40B4-BE49-F238E27FC236}">
                <a16:creationId xmlns:a16="http://schemas.microsoft.com/office/drawing/2014/main" id="{253C2B3C-1D4B-4D8A-AF0E-1C3BE6E0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532" y="40419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1" name="path-3388">
            <a:extLst xmlns:a="http://schemas.openxmlformats.org/drawingml/2006/main">
              <a:ext uri="{FF2B5EF4-FFF2-40B4-BE49-F238E27FC236}">
                <a16:creationId xmlns:a16="http://schemas.microsoft.com/office/drawing/2014/main" id="{A667FD34-7E87-4D8A-BC99-EDA0F67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464" y="4047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2" name="path-3389">
            <a:extLst xmlns:a="http://schemas.openxmlformats.org/drawingml/2006/main">
              <a:ext uri="{FF2B5EF4-FFF2-40B4-BE49-F238E27FC236}">
                <a16:creationId xmlns:a16="http://schemas.microsoft.com/office/drawing/2014/main" id="{E707A9ED-358A-425B-B64B-CD62B9A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861" y="4039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3" name="path-3390">
            <a:extLst xmlns:a="http://schemas.openxmlformats.org/drawingml/2006/main">
              <a:ext uri="{FF2B5EF4-FFF2-40B4-BE49-F238E27FC236}">
                <a16:creationId xmlns:a16="http://schemas.microsoft.com/office/drawing/2014/main" id="{476956BD-618E-4D4B-814F-52826760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798" y="40627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4" name="path-3391">
            <a:extLst xmlns:a="http://schemas.openxmlformats.org/drawingml/2006/main">
              <a:ext uri="{FF2B5EF4-FFF2-40B4-BE49-F238E27FC236}">
                <a16:creationId xmlns:a16="http://schemas.microsoft.com/office/drawing/2014/main" id="{B970FC22-14C1-4036-B47F-95FBC16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319" y="40448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5" name="path-3392">
            <a:extLst xmlns:a="http://schemas.openxmlformats.org/drawingml/2006/main">
              <a:ext uri="{FF2B5EF4-FFF2-40B4-BE49-F238E27FC236}">
                <a16:creationId xmlns:a16="http://schemas.microsoft.com/office/drawing/2014/main" id="{1B212108-5046-48DB-9A9C-350494C1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475" y="4044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6" name="path-3393">
            <a:extLst xmlns:a="http://schemas.openxmlformats.org/drawingml/2006/main">
              <a:ext uri="{FF2B5EF4-FFF2-40B4-BE49-F238E27FC236}">
                <a16:creationId xmlns:a16="http://schemas.microsoft.com/office/drawing/2014/main" id="{4F42C6E5-01B0-42D8-923D-81E204DE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083" y="4030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7" name="path-3394">
            <a:extLst xmlns:a="http://schemas.openxmlformats.org/drawingml/2006/main">
              <a:ext uri="{FF2B5EF4-FFF2-40B4-BE49-F238E27FC236}">
                <a16:creationId xmlns:a16="http://schemas.microsoft.com/office/drawing/2014/main" id="{562C0E9B-4B31-434B-B00B-85FBBDD4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626" y="40521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8" name="path-3395">
            <a:extLst xmlns:a="http://schemas.openxmlformats.org/drawingml/2006/main">
              <a:ext uri="{FF2B5EF4-FFF2-40B4-BE49-F238E27FC236}">
                <a16:creationId xmlns:a16="http://schemas.microsoft.com/office/drawing/2014/main" id="{AB137E89-AFF1-4E93-856A-CFF3718D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910" y="4027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9" name="path-3396">
            <a:extLst xmlns:a="http://schemas.openxmlformats.org/drawingml/2006/main">
              <a:ext uri="{FF2B5EF4-FFF2-40B4-BE49-F238E27FC236}">
                <a16:creationId xmlns:a16="http://schemas.microsoft.com/office/drawing/2014/main" id="{CA205D5B-BCB9-465E-88A7-2FF2E55E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401" y="4032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0" name="path-3397">
            <a:extLst xmlns:a="http://schemas.openxmlformats.org/drawingml/2006/main">
              <a:ext uri="{FF2B5EF4-FFF2-40B4-BE49-F238E27FC236}">
                <a16:creationId xmlns:a16="http://schemas.microsoft.com/office/drawing/2014/main" id="{840E2412-FA96-4BC0-A01D-016222D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005" y="40483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1" name="path-3398">
            <a:extLst xmlns:a="http://schemas.openxmlformats.org/drawingml/2006/main">
              <a:ext uri="{FF2B5EF4-FFF2-40B4-BE49-F238E27FC236}">
                <a16:creationId xmlns:a16="http://schemas.microsoft.com/office/drawing/2014/main" id="{BCA3EC62-97EF-47EC-8E07-942EB1F1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812" y="40031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2" name="path-3399">
            <a:extLst xmlns:a="http://schemas.openxmlformats.org/drawingml/2006/main">
              <a:ext uri="{FF2B5EF4-FFF2-40B4-BE49-F238E27FC236}">
                <a16:creationId xmlns:a16="http://schemas.microsoft.com/office/drawing/2014/main" id="{F98CB7D5-F5E9-43B6-AA0F-1B86EFF1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909" y="4038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3" name="path-3400">
            <a:extLst xmlns:a="http://schemas.openxmlformats.org/drawingml/2006/main">
              <a:ext uri="{FF2B5EF4-FFF2-40B4-BE49-F238E27FC236}">
                <a16:creationId xmlns:a16="http://schemas.microsoft.com/office/drawing/2014/main" id="{7FBC01B8-7572-4771-BBB1-0EF74071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359" y="40443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4" name="path-3401">
            <a:extLst xmlns:a="http://schemas.openxmlformats.org/drawingml/2006/main">
              <a:ext uri="{FF2B5EF4-FFF2-40B4-BE49-F238E27FC236}">
                <a16:creationId xmlns:a16="http://schemas.microsoft.com/office/drawing/2014/main" id="{056174E9-6D51-4DDF-A1D5-FCC3ECE4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323" y="4044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5" name="path-3402">
            <a:extLst xmlns:a="http://schemas.openxmlformats.org/drawingml/2006/main">
              <a:ext uri="{FF2B5EF4-FFF2-40B4-BE49-F238E27FC236}">
                <a16:creationId xmlns:a16="http://schemas.microsoft.com/office/drawing/2014/main" id="{205493A1-CF7B-44D3-80EC-FED2089B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987" y="4035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6" name="path-3403">
            <a:extLst xmlns:a="http://schemas.openxmlformats.org/drawingml/2006/main">
              <a:ext uri="{FF2B5EF4-FFF2-40B4-BE49-F238E27FC236}">
                <a16:creationId xmlns:a16="http://schemas.microsoft.com/office/drawing/2014/main" id="{C8631C5E-1AD3-4C10-993A-3BDCB4BB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1910" y="4003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7" name="path-3404">
            <a:extLst xmlns:a="http://schemas.openxmlformats.org/drawingml/2006/main">
              <a:ext uri="{FF2B5EF4-FFF2-40B4-BE49-F238E27FC236}">
                <a16:creationId xmlns:a16="http://schemas.microsoft.com/office/drawing/2014/main" id="{ABBB7BF8-C66C-4613-A2B2-C62B0BD0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712" y="4044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8" name="path-3405">
            <a:extLst xmlns:a="http://schemas.openxmlformats.org/drawingml/2006/main">
              <a:ext uri="{FF2B5EF4-FFF2-40B4-BE49-F238E27FC236}">
                <a16:creationId xmlns:a16="http://schemas.microsoft.com/office/drawing/2014/main" id="{15E9D524-E14C-44DF-926B-234D86E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470" y="40473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9" name="path-3406">
            <a:extLst xmlns:a="http://schemas.openxmlformats.org/drawingml/2006/main">
              <a:ext uri="{FF2B5EF4-FFF2-40B4-BE49-F238E27FC236}">
                <a16:creationId xmlns:a16="http://schemas.microsoft.com/office/drawing/2014/main" id="{66687BD5-10DE-400C-90B9-2766D13B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646" y="40381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0" name="path-3407">
            <a:extLst xmlns:a="http://schemas.openxmlformats.org/drawingml/2006/main">
              <a:ext uri="{FF2B5EF4-FFF2-40B4-BE49-F238E27FC236}">
                <a16:creationId xmlns:a16="http://schemas.microsoft.com/office/drawing/2014/main" id="{96FBC6FD-8D0D-40F2-81F5-6E62400F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042" y="40511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1" name="path-3408">
            <a:extLst xmlns:a="http://schemas.openxmlformats.org/drawingml/2006/main">
              <a:ext uri="{FF2B5EF4-FFF2-40B4-BE49-F238E27FC236}">
                <a16:creationId xmlns:a16="http://schemas.microsoft.com/office/drawing/2014/main" id="{A3A08182-3A24-4E47-A891-61D37382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5320" y="40350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2" name="path-3409">
            <a:extLst xmlns:a="http://schemas.openxmlformats.org/drawingml/2006/main">
              <a:ext uri="{FF2B5EF4-FFF2-40B4-BE49-F238E27FC236}">
                <a16:creationId xmlns:a16="http://schemas.microsoft.com/office/drawing/2014/main" id="{43C9B5C3-91ED-4848-B2D5-921D673F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794" y="4043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3" name="path-3410">
            <a:extLst xmlns:a="http://schemas.openxmlformats.org/drawingml/2006/main">
              <a:ext uri="{FF2B5EF4-FFF2-40B4-BE49-F238E27FC236}">
                <a16:creationId xmlns:a16="http://schemas.microsoft.com/office/drawing/2014/main" id="{F1A6F4C8-705B-4157-800F-2E0AE562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1546" y="4047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4" name="path-3411">
            <a:extLst xmlns:a="http://schemas.openxmlformats.org/drawingml/2006/main">
              <a:ext uri="{FF2B5EF4-FFF2-40B4-BE49-F238E27FC236}">
                <a16:creationId xmlns:a16="http://schemas.microsoft.com/office/drawing/2014/main" id="{F6F771C1-B6BE-4A0C-AE3A-F07B4755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846" y="40242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5" name="path-3412">
            <a:extLst xmlns:a="http://schemas.openxmlformats.org/drawingml/2006/main">
              <a:ext uri="{FF2B5EF4-FFF2-40B4-BE49-F238E27FC236}">
                <a16:creationId xmlns:a16="http://schemas.microsoft.com/office/drawing/2014/main" id="{CE780A27-8C38-48B3-A825-C88B506D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942" y="4024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6" name="path-3413">
            <a:extLst xmlns:a="http://schemas.openxmlformats.org/drawingml/2006/main">
              <a:ext uri="{FF2B5EF4-FFF2-40B4-BE49-F238E27FC236}">
                <a16:creationId xmlns:a16="http://schemas.microsoft.com/office/drawing/2014/main" id="{7235E316-F05E-4F4E-B4FB-262F15FC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383" y="40382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7" name="path-3414">
            <a:extLst xmlns:a="http://schemas.openxmlformats.org/drawingml/2006/main">
              <a:ext uri="{FF2B5EF4-FFF2-40B4-BE49-F238E27FC236}">
                <a16:creationId xmlns:a16="http://schemas.microsoft.com/office/drawing/2014/main" id="{0630C027-C3D7-4DAB-8DF3-11507D0D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028" y="40439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8" name="path-3415">
            <a:extLst xmlns:a="http://schemas.openxmlformats.org/drawingml/2006/main">
              <a:ext uri="{FF2B5EF4-FFF2-40B4-BE49-F238E27FC236}">
                <a16:creationId xmlns:a16="http://schemas.microsoft.com/office/drawing/2014/main" id="{6E3A6661-3831-4FF3-BC87-BA0AFD06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588" y="40408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9" name="path-3416">
            <a:extLst xmlns:a="http://schemas.openxmlformats.org/drawingml/2006/main">
              <a:ext uri="{FF2B5EF4-FFF2-40B4-BE49-F238E27FC236}">
                <a16:creationId xmlns:a16="http://schemas.microsoft.com/office/drawing/2014/main" id="{452F8E61-5E51-41CF-AD77-35525301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459" y="40540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0" name="path-3417">
            <a:extLst xmlns:a="http://schemas.openxmlformats.org/drawingml/2006/main">
              <a:ext uri="{FF2B5EF4-FFF2-40B4-BE49-F238E27FC236}">
                <a16:creationId xmlns:a16="http://schemas.microsoft.com/office/drawing/2014/main" id="{10BD2D19-2D51-40C7-A9F4-4B84C68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683" y="40400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1" name="path-3418">
            <a:extLst xmlns:a="http://schemas.openxmlformats.org/drawingml/2006/main">
              <a:ext uri="{FF2B5EF4-FFF2-40B4-BE49-F238E27FC236}">
                <a16:creationId xmlns:a16="http://schemas.microsoft.com/office/drawing/2014/main" id="{CA59EDE5-ADCF-45BC-8AA0-3AC52F5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681" y="4046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2" name="path-3419">
            <a:extLst xmlns:a="http://schemas.openxmlformats.org/drawingml/2006/main">
              <a:ext uri="{FF2B5EF4-FFF2-40B4-BE49-F238E27FC236}">
                <a16:creationId xmlns:a16="http://schemas.microsoft.com/office/drawing/2014/main" id="{7AF2C980-C7B9-4AEA-9DDA-98DB6076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401" y="40478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3" name="path-3420">
            <a:extLst xmlns:a="http://schemas.openxmlformats.org/drawingml/2006/main">
              <a:ext uri="{FF2B5EF4-FFF2-40B4-BE49-F238E27FC236}">
                <a16:creationId xmlns:a16="http://schemas.microsoft.com/office/drawing/2014/main" id="{7A948C3B-C9DD-4DEA-B125-BC415864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375" y="4047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4" name="path-3421">
            <a:extLst xmlns:a="http://schemas.openxmlformats.org/drawingml/2006/main">
              <a:ext uri="{FF2B5EF4-FFF2-40B4-BE49-F238E27FC236}">
                <a16:creationId xmlns:a16="http://schemas.microsoft.com/office/drawing/2014/main" id="{B32C0C12-5EA3-4D17-94E7-EAF009A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967" y="4054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5" name="path-3422">
            <a:extLst xmlns:a="http://schemas.openxmlformats.org/drawingml/2006/main">
              <a:ext uri="{FF2B5EF4-FFF2-40B4-BE49-F238E27FC236}">
                <a16:creationId xmlns:a16="http://schemas.microsoft.com/office/drawing/2014/main" id="{96E2850F-C61C-404A-9F52-962C1EB0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0397" y="40430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6" name="path-3423">
            <a:extLst xmlns:a="http://schemas.openxmlformats.org/drawingml/2006/main">
              <a:ext uri="{FF2B5EF4-FFF2-40B4-BE49-F238E27FC236}">
                <a16:creationId xmlns:a16="http://schemas.microsoft.com/office/drawing/2014/main" id="{275100D0-83EA-483B-A7F0-24C76D12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708" y="4045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7" name="path-3424">
            <a:extLst xmlns:a="http://schemas.openxmlformats.org/drawingml/2006/main">
              <a:ext uri="{FF2B5EF4-FFF2-40B4-BE49-F238E27FC236}">
                <a16:creationId xmlns:a16="http://schemas.microsoft.com/office/drawing/2014/main" id="{AA4C4F3D-B63C-4D94-8B1E-A98ACDBE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008" y="40546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8" name="path-3425">
            <a:extLst xmlns:a="http://schemas.openxmlformats.org/drawingml/2006/main">
              <a:ext uri="{FF2B5EF4-FFF2-40B4-BE49-F238E27FC236}">
                <a16:creationId xmlns:a16="http://schemas.microsoft.com/office/drawing/2014/main" id="{EF45F97F-9941-4511-B362-28CF2EF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484" y="4044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9" name="path-3426">
            <a:extLst xmlns:a="http://schemas.openxmlformats.org/drawingml/2006/main">
              <a:ext uri="{FF2B5EF4-FFF2-40B4-BE49-F238E27FC236}">
                <a16:creationId xmlns:a16="http://schemas.microsoft.com/office/drawing/2014/main" id="{3D8F268C-9168-4D79-A7AB-9170630C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619" y="4039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0" name="path-3427">
            <a:extLst xmlns:a="http://schemas.openxmlformats.org/drawingml/2006/main">
              <a:ext uri="{FF2B5EF4-FFF2-40B4-BE49-F238E27FC236}">
                <a16:creationId xmlns:a16="http://schemas.microsoft.com/office/drawing/2014/main" id="{D67A0F8B-1C74-48FE-9968-C05115FA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5902" y="40356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1" name="path-3428">
            <a:extLst xmlns:a="http://schemas.openxmlformats.org/drawingml/2006/main">
              <a:ext uri="{FF2B5EF4-FFF2-40B4-BE49-F238E27FC236}">
                <a16:creationId xmlns:a16="http://schemas.microsoft.com/office/drawing/2014/main" id="{D4E882BC-CDE6-4FC8-84D6-59E9300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990" y="40653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2" name="path-3429">
            <a:extLst xmlns:a="http://schemas.openxmlformats.org/drawingml/2006/main">
              <a:ext uri="{FF2B5EF4-FFF2-40B4-BE49-F238E27FC236}">
                <a16:creationId xmlns:a16="http://schemas.microsoft.com/office/drawing/2014/main" id="{401D39CC-2A56-47A2-A069-BB04E544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004" y="40393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3" name="path-3430">
            <a:extLst xmlns:a="http://schemas.openxmlformats.org/drawingml/2006/main">
              <a:ext uri="{FF2B5EF4-FFF2-40B4-BE49-F238E27FC236}">
                <a16:creationId xmlns:a16="http://schemas.microsoft.com/office/drawing/2014/main" id="{4A57F599-857A-41A0-A542-8BB32448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585" y="4048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4" name="path-3431">
            <a:extLst xmlns:a="http://schemas.openxmlformats.org/drawingml/2006/main">
              <a:ext uri="{FF2B5EF4-FFF2-40B4-BE49-F238E27FC236}">
                <a16:creationId xmlns:a16="http://schemas.microsoft.com/office/drawing/2014/main" id="{19CF6319-90E6-47BA-BACF-5AA0B9AC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436" y="4047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5" name="path-3432">
            <a:extLst xmlns:a="http://schemas.openxmlformats.org/drawingml/2006/main">
              <a:ext uri="{FF2B5EF4-FFF2-40B4-BE49-F238E27FC236}">
                <a16:creationId xmlns:a16="http://schemas.microsoft.com/office/drawing/2014/main" id="{483EB3C6-328C-4CCA-AA02-898FFAFF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035" y="40211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6" name="path-3433">
            <a:extLst xmlns:a="http://schemas.openxmlformats.org/drawingml/2006/main">
              <a:ext uri="{FF2B5EF4-FFF2-40B4-BE49-F238E27FC236}">
                <a16:creationId xmlns:a16="http://schemas.microsoft.com/office/drawing/2014/main" id="{9D2670D4-DDF4-4886-9D08-610DE6F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67" y="40347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7" name="path-3434">
            <a:extLst xmlns:a="http://schemas.openxmlformats.org/drawingml/2006/main">
              <a:ext uri="{FF2B5EF4-FFF2-40B4-BE49-F238E27FC236}">
                <a16:creationId xmlns:a16="http://schemas.microsoft.com/office/drawing/2014/main" id="{80A585B7-DCB0-421B-AADA-CCD457AA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378" y="40450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8" name="path-3435">
            <a:extLst xmlns:a="http://schemas.openxmlformats.org/drawingml/2006/main">
              <a:ext uri="{FF2B5EF4-FFF2-40B4-BE49-F238E27FC236}">
                <a16:creationId xmlns:a16="http://schemas.microsoft.com/office/drawing/2014/main" id="{F6467384-6A99-4923-BBC5-CE92BBFD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057" y="40234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9" name="path-3436">
            <a:extLst xmlns:a="http://schemas.openxmlformats.org/drawingml/2006/main">
              <a:ext uri="{FF2B5EF4-FFF2-40B4-BE49-F238E27FC236}">
                <a16:creationId xmlns:a16="http://schemas.microsoft.com/office/drawing/2014/main" id="{77F7B913-9A4E-44D3-9CD5-7B5C9D4D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869" y="40537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0" name="path-3437">
            <a:extLst xmlns:a="http://schemas.openxmlformats.org/drawingml/2006/main">
              <a:ext uri="{FF2B5EF4-FFF2-40B4-BE49-F238E27FC236}">
                <a16:creationId xmlns:a16="http://schemas.microsoft.com/office/drawing/2014/main" id="{CF74AD53-ED90-4522-B3EA-0F4AB952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6077" y="4045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1" name="path-3438">
            <a:extLst xmlns:a="http://schemas.openxmlformats.org/drawingml/2006/main">
              <a:ext uri="{FF2B5EF4-FFF2-40B4-BE49-F238E27FC236}">
                <a16:creationId xmlns:a16="http://schemas.microsoft.com/office/drawing/2014/main" id="{A62820F5-0D30-45A1-897F-19D1939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287" y="4062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2" name="path-3439">
            <a:extLst xmlns:a="http://schemas.openxmlformats.org/drawingml/2006/main">
              <a:ext uri="{FF2B5EF4-FFF2-40B4-BE49-F238E27FC236}">
                <a16:creationId xmlns:a16="http://schemas.microsoft.com/office/drawing/2014/main" id="{ED3D3FCE-5DCB-4F80-8199-68A7A058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318" y="4045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3" name="path-3440">
            <a:extLst xmlns:a="http://schemas.openxmlformats.org/drawingml/2006/main">
              <a:ext uri="{FF2B5EF4-FFF2-40B4-BE49-F238E27FC236}">
                <a16:creationId xmlns:a16="http://schemas.microsoft.com/office/drawing/2014/main" id="{9BA6669A-18E6-4E00-B4E8-1EB32A03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263" y="40517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4" name="path-3441">
            <a:extLst xmlns:a="http://schemas.openxmlformats.org/drawingml/2006/main">
              <a:ext uri="{FF2B5EF4-FFF2-40B4-BE49-F238E27FC236}">
                <a16:creationId xmlns:a16="http://schemas.microsoft.com/office/drawing/2014/main" id="{5BF5D6D7-6393-4047-BBEF-26B3093A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212" y="40351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5" name="path-3442">
            <a:extLst xmlns:a="http://schemas.openxmlformats.org/drawingml/2006/main">
              <a:ext uri="{FF2B5EF4-FFF2-40B4-BE49-F238E27FC236}">
                <a16:creationId xmlns:a16="http://schemas.microsoft.com/office/drawing/2014/main" id="{B7AF9DA4-F846-4389-98C4-C509537F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255" y="4059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6" name="path-3443">
            <a:extLst xmlns:a="http://schemas.openxmlformats.org/drawingml/2006/main">
              <a:ext uri="{FF2B5EF4-FFF2-40B4-BE49-F238E27FC236}">
                <a16:creationId xmlns:a16="http://schemas.microsoft.com/office/drawing/2014/main" id="{24838AA5-8BEB-4D4B-9A6E-687704A4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6644" y="40449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7" name="path-3444">
            <a:extLst xmlns:a="http://schemas.openxmlformats.org/drawingml/2006/main">
              <a:ext uri="{FF2B5EF4-FFF2-40B4-BE49-F238E27FC236}">
                <a16:creationId xmlns:a16="http://schemas.microsoft.com/office/drawing/2014/main" id="{7D551B31-AE32-4091-B494-B3C2EF5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944" y="40451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8" name="path-3445">
            <a:extLst xmlns:a="http://schemas.openxmlformats.org/drawingml/2006/main">
              <a:ext uri="{FF2B5EF4-FFF2-40B4-BE49-F238E27FC236}">
                <a16:creationId xmlns:a16="http://schemas.microsoft.com/office/drawing/2014/main" id="{15FCA8BF-B301-41D2-B552-0831D105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798" y="40535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9" name="path-3446">
            <a:extLst xmlns:a="http://schemas.openxmlformats.org/drawingml/2006/main">
              <a:ext uri="{FF2B5EF4-FFF2-40B4-BE49-F238E27FC236}">
                <a16:creationId xmlns:a16="http://schemas.microsoft.com/office/drawing/2014/main" id="{07088A52-C93C-49E2-854F-CDB0DCDD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1268" y="4046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0" name="path-3447">
            <a:extLst xmlns:a="http://schemas.openxmlformats.org/drawingml/2006/main">
              <a:ext uri="{FF2B5EF4-FFF2-40B4-BE49-F238E27FC236}">
                <a16:creationId xmlns:a16="http://schemas.microsoft.com/office/drawing/2014/main" id="{FB8BADA1-E3DC-44A2-AFFB-9A0DEC69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807" y="40643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1" name="path-3448">
            <a:extLst xmlns:a="http://schemas.openxmlformats.org/drawingml/2006/main">
              <a:ext uri="{FF2B5EF4-FFF2-40B4-BE49-F238E27FC236}">
                <a16:creationId xmlns:a16="http://schemas.microsoft.com/office/drawing/2014/main" id="{E465098D-1EC8-4D46-8C9B-1636DA01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260" y="4048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2" name="path-3449">
            <a:extLst xmlns:a="http://schemas.openxmlformats.org/drawingml/2006/main">
              <a:ext uri="{FF2B5EF4-FFF2-40B4-BE49-F238E27FC236}">
                <a16:creationId xmlns:a16="http://schemas.microsoft.com/office/drawing/2014/main" id="{276D9462-F658-4634-96A6-0221B911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924" y="40489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3" name="path-3450">
            <a:extLst xmlns:a="http://schemas.openxmlformats.org/drawingml/2006/main">
              <a:ext uri="{FF2B5EF4-FFF2-40B4-BE49-F238E27FC236}">
                <a16:creationId xmlns:a16="http://schemas.microsoft.com/office/drawing/2014/main" id="{630FA81D-66E8-4E62-B517-36351EE0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0357" y="4038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4" name="path-3451">
            <a:extLst xmlns:a="http://schemas.openxmlformats.org/drawingml/2006/main">
              <a:ext uri="{FF2B5EF4-FFF2-40B4-BE49-F238E27FC236}">
                <a16:creationId xmlns:a16="http://schemas.microsoft.com/office/drawing/2014/main" id="{FA0CF8CA-81F2-4A5B-874F-9D8648E4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224" y="4047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5" name="path-3452">
            <a:extLst xmlns:a="http://schemas.openxmlformats.org/drawingml/2006/main">
              <a:ext uri="{FF2B5EF4-FFF2-40B4-BE49-F238E27FC236}">
                <a16:creationId xmlns:a16="http://schemas.microsoft.com/office/drawing/2014/main" id="{8D80D874-D0B8-465D-935B-E8FCD51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722" y="40216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6" name="path-3453">
            <a:extLst xmlns:a="http://schemas.openxmlformats.org/drawingml/2006/main">
              <a:ext uri="{FF2B5EF4-FFF2-40B4-BE49-F238E27FC236}">
                <a16:creationId xmlns:a16="http://schemas.microsoft.com/office/drawing/2014/main" id="{F5A252E4-05E1-46DC-BB1C-D195894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711" y="4042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7" name="path-3454">
            <a:extLst xmlns:a="http://schemas.openxmlformats.org/drawingml/2006/main">
              <a:ext uri="{FF2B5EF4-FFF2-40B4-BE49-F238E27FC236}">
                <a16:creationId xmlns:a16="http://schemas.microsoft.com/office/drawing/2014/main" id="{1BE63D7F-512D-4F39-AFC3-9A22B2B6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286" y="4045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8" name="path-3455">
            <a:extLst xmlns:a="http://schemas.openxmlformats.org/drawingml/2006/main">
              <a:ext uri="{FF2B5EF4-FFF2-40B4-BE49-F238E27FC236}">
                <a16:creationId xmlns:a16="http://schemas.microsoft.com/office/drawing/2014/main" id="{32251789-4B24-4D58-8F26-A842EA62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1625" y="4048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9" name="path-3456">
            <a:extLst xmlns:a="http://schemas.openxmlformats.org/drawingml/2006/main">
              <a:ext uri="{FF2B5EF4-FFF2-40B4-BE49-F238E27FC236}">
                <a16:creationId xmlns:a16="http://schemas.microsoft.com/office/drawing/2014/main" id="{58CED1D4-D65E-4B11-83FA-2699D2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258" y="4041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0" name="path-3457">
            <a:extLst xmlns:a="http://schemas.openxmlformats.org/drawingml/2006/main">
              <a:ext uri="{FF2B5EF4-FFF2-40B4-BE49-F238E27FC236}">
                <a16:creationId xmlns:a16="http://schemas.microsoft.com/office/drawing/2014/main" id="{D433400C-1B1D-4C51-86A9-9DDFB5B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6835" y="4009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1" name="path-3458">
            <a:extLst xmlns:a="http://schemas.openxmlformats.org/drawingml/2006/main">
              <a:ext uri="{FF2B5EF4-FFF2-40B4-BE49-F238E27FC236}">
                <a16:creationId xmlns:a16="http://schemas.microsoft.com/office/drawing/2014/main" id="{1E9659B3-8110-49EF-8F84-7B8B3D52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3008" y="40418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2" name="path-3459">
            <a:extLst xmlns:a="http://schemas.openxmlformats.org/drawingml/2006/main">
              <a:ext uri="{FF2B5EF4-FFF2-40B4-BE49-F238E27FC236}">
                <a16:creationId xmlns:a16="http://schemas.microsoft.com/office/drawing/2014/main" id="{61E112DE-149D-4D4E-B590-C59BA56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1582" y="4012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3" name="path-3460">
            <a:extLst xmlns:a="http://schemas.openxmlformats.org/drawingml/2006/main">
              <a:ext uri="{FF2B5EF4-FFF2-40B4-BE49-F238E27FC236}">
                <a16:creationId xmlns:a16="http://schemas.microsoft.com/office/drawing/2014/main" id="{1183EDF9-6BAE-4198-88D5-58C82974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5088" y="40540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4" name="path-3461">
            <a:extLst xmlns:a="http://schemas.openxmlformats.org/drawingml/2006/main">
              <a:ext uri="{FF2B5EF4-FFF2-40B4-BE49-F238E27FC236}">
                <a16:creationId xmlns:a16="http://schemas.microsoft.com/office/drawing/2014/main" id="{ACD80AA4-1F71-4921-AD56-D1AE7F9A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9424" y="4079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5" name="path-3462">
            <a:extLst xmlns:a="http://schemas.openxmlformats.org/drawingml/2006/main">
              <a:ext uri="{FF2B5EF4-FFF2-40B4-BE49-F238E27FC236}">
                <a16:creationId xmlns:a16="http://schemas.microsoft.com/office/drawing/2014/main" id="{91186024-E02E-4B15-83CA-332EED17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0368" y="4047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6" name="path-3463">
            <a:extLst xmlns:a="http://schemas.openxmlformats.org/drawingml/2006/main">
              <a:ext uri="{FF2B5EF4-FFF2-40B4-BE49-F238E27FC236}">
                <a16:creationId xmlns:a16="http://schemas.microsoft.com/office/drawing/2014/main" id="{C55DDCEE-68BB-48BC-91D7-9F1260B4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397" y="40474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7" name="path-3464">
            <a:extLst xmlns:a="http://schemas.openxmlformats.org/drawingml/2006/main">
              <a:ext uri="{FF2B5EF4-FFF2-40B4-BE49-F238E27FC236}">
                <a16:creationId xmlns:a16="http://schemas.microsoft.com/office/drawing/2014/main" id="{DC4B26B4-C9AD-4CD0-A516-85578F85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085" y="4042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8" name="path-3465">
            <a:extLst xmlns:a="http://schemas.openxmlformats.org/drawingml/2006/main">
              <a:ext uri="{FF2B5EF4-FFF2-40B4-BE49-F238E27FC236}">
                <a16:creationId xmlns:a16="http://schemas.microsoft.com/office/drawing/2014/main" id="{9D17779C-3FBA-40EC-9085-34F72F2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9" y="4015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9" name="path-3466">
            <a:extLst xmlns:a="http://schemas.openxmlformats.org/drawingml/2006/main">
              <a:ext uri="{FF2B5EF4-FFF2-40B4-BE49-F238E27FC236}">
                <a16:creationId xmlns:a16="http://schemas.microsoft.com/office/drawing/2014/main" id="{C7A73208-9B74-4F9F-91D8-F715D658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281" y="4043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0" name="path-3467">
            <a:extLst xmlns:a="http://schemas.openxmlformats.org/drawingml/2006/main">
              <a:ext uri="{FF2B5EF4-FFF2-40B4-BE49-F238E27FC236}">
                <a16:creationId xmlns:a16="http://schemas.microsoft.com/office/drawing/2014/main" id="{6F92DC64-5C6B-492C-8DC1-148B9DB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9789" y="40383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1" name="path-3468">
            <a:extLst xmlns:a="http://schemas.openxmlformats.org/drawingml/2006/main">
              <a:ext uri="{FF2B5EF4-FFF2-40B4-BE49-F238E27FC236}">
                <a16:creationId xmlns:a16="http://schemas.microsoft.com/office/drawing/2014/main" id="{F870755B-E84F-4830-AC58-27DFEFE7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430" y="4045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2" name="path-3469">
            <a:extLst xmlns:a="http://schemas.openxmlformats.org/drawingml/2006/main">
              <a:ext uri="{FF2B5EF4-FFF2-40B4-BE49-F238E27FC236}">
                <a16:creationId xmlns:a16="http://schemas.microsoft.com/office/drawing/2014/main" id="{1601AB58-72CE-4F2B-9DBC-29D5EAE2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256" y="4047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3" name="path-3470">
            <a:extLst xmlns:a="http://schemas.openxmlformats.org/drawingml/2006/main">
              <a:ext uri="{FF2B5EF4-FFF2-40B4-BE49-F238E27FC236}">
                <a16:creationId xmlns:a16="http://schemas.microsoft.com/office/drawing/2014/main" id="{808AD7D8-7451-497D-AE62-ED3F9F39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829" y="40441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4" name="path-3471">
            <a:extLst xmlns:a="http://schemas.openxmlformats.org/drawingml/2006/main">
              <a:ext uri="{FF2B5EF4-FFF2-40B4-BE49-F238E27FC236}">
                <a16:creationId xmlns:a16="http://schemas.microsoft.com/office/drawing/2014/main" id="{4E4A5C99-BF3F-415D-BCD1-6F4E5117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099" y="4043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5" name="path-3472">
            <a:extLst xmlns:a="http://schemas.openxmlformats.org/drawingml/2006/main">
              <a:ext uri="{FF2B5EF4-FFF2-40B4-BE49-F238E27FC236}">
                <a16:creationId xmlns:a16="http://schemas.microsoft.com/office/drawing/2014/main" id="{C7609A7F-6E0F-4D92-AF14-5E46ECE3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9584" y="4038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6" name="path-3473">
            <a:extLst xmlns:a="http://schemas.openxmlformats.org/drawingml/2006/main">
              <a:ext uri="{FF2B5EF4-FFF2-40B4-BE49-F238E27FC236}">
                <a16:creationId xmlns:a16="http://schemas.microsoft.com/office/drawing/2014/main" id="{7B62D12D-2F32-45FB-A2E0-D7A51E4E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790" y="40356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7" name="path-3474">
            <a:extLst xmlns:a="http://schemas.openxmlformats.org/drawingml/2006/main">
              <a:ext uri="{FF2B5EF4-FFF2-40B4-BE49-F238E27FC236}">
                <a16:creationId xmlns:a16="http://schemas.microsoft.com/office/drawing/2014/main" id="{78795DB6-2CF6-4952-9522-FF48150F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162" y="40423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8" name="path-3475">
            <a:extLst xmlns:a="http://schemas.openxmlformats.org/drawingml/2006/main">
              <a:ext uri="{FF2B5EF4-FFF2-40B4-BE49-F238E27FC236}">
                <a16:creationId xmlns:a16="http://schemas.microsoft.com/office/drawing/2014/main" id="{66672525-9DCD-491A-9576-855354B3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270" y="40423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9" name="path-3476">
            <a:extLst xmlns:a="http://schemas.openxmlformats.org/drawingml/2006/main">
              <a:ext uri="{FF2B5EF4-FFF2-40B4-BE49-F238E27FC236}">
                <a16:creationId xmlns:a16="http://schemas.microsoft.com/office/drawing/2014/main" id="{B5F58298-F3AA-433C-92D6-ADBAAA5E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387" y="4044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0" name="path-3477">
            <a:extLst xmlns:a="http://schemas.openxmlformats.org/drawingml/2006/main">
              <a:ext uri="{FF2B5EF4-FFF2-40B4-BE49-F238E27FC236}">
                <a16:creationId xmlns:a16="http://schemas.microsoft.com/office/drawing/2014/main" id="{79364AA3-B13D-4D02-96BA-379A4DC5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873" y="4049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1" name="path-3478">
            <a:extLst xmlns:a="http://schemas.openxmlformats.org/drawingml/2006/main">
              <a:ext uri="{FF2B5EF4-FFF2-40B4-BE49-F238E27FC236}">
                <a16:creationId xmlns:a16="http://schemas.microsoft.com/office/drawing/2014/main" id="{C3EA7D6D-6BAD-4281-8F03-9429745E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10" y="4047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2" name="path-3479">
            <a:extLst xmlns:a="http://schemas.openxmlformats.org/drawingml/2006/main">
              <a:ext uri="{FF2B5EF4-FFF2-40B4-BE49-F238E27FC236}">
                <a16:creationId xmlns:a16="http://schemas.microsoft.com/office/drawing/2014/main" id="{AA18C959-D5ED-430A-8FF0-86425869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237" y="40561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3" name="path-3480">
            <a:extLst xmlns:a="http://schemas.openxmlformats.org/drawingml/2006/main">
              <a:ext uri="{FF2B5EF4-FFF2-40B4-BE49-F238E27FC236}">
                <a16:creationId xmlns:a16="http://schemas.microsoft.com/office/drawing/2014/main" id="{29D10A82-5480-4659-9A4D-7CEF984F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8928" y="40587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4" name="path-3481">
            <a:extLst xmlns:a="http://schemas.openxmlformats.org/drawingml/2006/main">
              <a:ext uri="{FF2B5EF4-FFF2-40B4-BE49-F238E27FC236}">
                <a16:creationId xmlns:a16="http://schemas.microsoft.com/office/drawing/2014/main" id="{AC27BC02-D528-4C52-AE55-173714C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581" y="40438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5" name="path-3482">
            <a:extLst xmlns:a="http://schemas.openxmlformats.org/drawingml/2006/main">
              <a:ext uri="{FF2B5EF4-FFF2-40B4-BE49-F238E27FC236}">
                <a16:creationId xmlns:a16="http://schemas.microsoft.com/office/drawing/2014/main" id="{B2738E98-0323-4409-B114-D969972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311" y="4046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6" name="path-3483">
            <a:extLst xmlns:a="http://schemas.openxmlformats.org/drawingml/2006/main">
              <a:ext uri="{FF2B5EF4-FFF2-40B4-BE49-F238E27FC236}">
                <a16:creationId xmlns:a16="http://schemas.microsoft.com/office/drawing/2014/main" id="{ADDF9FBD-D5BC-4082-912D-5E9A89E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208" y="40455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7" name="path-3484">
            <a:extLst xmlns:a="http://schemas.openxmlformats.org/drawingml/2006/main">
              <a:ext uri="{FF2B5EF4-FFF2-40B4-BE49-F238E27FC236}">
                <a16:creationId xmlns:a16="http://schemas.microsoft.com/office/drawing/2014/main" id="{5923E95A-475C-41CD-996D-CD7B8C76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439" y="40802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8" name="path-3485">
            <a:extLst xmlns:a="http://schemas.openxmlformats.org/drawingml/2006/main">
              <a:ext uri="{FF2B5EF4-FFF2-40B4-BE49-F238E27FC236}">
                <a16:creationId xmlns:a16="http://schemas.microsoft.com/office/drawing/2014/main" id="{5C6915B0-FB06-432A-AC09-B83A583A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31" y="40529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9" name="path-3486">
            <a:extLst xmlns:a="http://schemas.openxmlformats.org/drawingml/2006/main">
              <a:ext uri="{FF2B5EF4-FFF2-40B4-BE49-F238E27FC236}">
                <a16:creationId xmlns:a16="http://schemas.microsoft.com/office/drawing/2014/main" id="{A02130F5-225F-4C60-8317-8D87B2D8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730" y="40262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0" name="path-3487">
            <a:extLst xmlns:a="http://schemas.openxmlformats.org/drawingml/2006/main">
              <a:ext uri="{FF2B5EF4-FFF2-40B4-BE49-F238E27FC236}">
                <a16:creationId xmlns:a16="http://schemas.microsoft.com/office/drawing/2014/main" id="{58DB353E-2241-4BD1-8324-DA1D8867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3639" y="40453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1" name="path-3488">
            <a:extLst xmlns:a="http://schemas.openxmlformats.org/drawingml/2006/main">
              <a:ext uri="{FF2B5EF4-FFF2-40B4-BE49-F238E27FC236}">
                <a16:creationId xmlns:a16="http://schemas.microsoft.com/office/drawing/2014/main" id="{E6F5CB98-7EEF-42FA-9740-6A178550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151" y="4060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2" name="path-3489">
            <a:extLst xmlns:a="http://schemas.openxmlformats.org/drawingml/2006/main">
              <a:ext uri="{FF2B5EF4-FFF2-40B4-BE49-F238E27FC236}">
                <a16:creationId xmlns:a16="http://schemas.microsoft.com/office/drawing/2014/main" id="{3868DB67-477B-4C69-A7B5-5970DBA6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528" y="40377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3" name="path-3490">
            <a:extLst xmlns:a="http://schemas.openxmlformats.org/drawingml/2006/main">
              <a:ext uri="{FF2B5EF4-FFF2-40B4-BE49-F238E27FC236}">
                <a16:creationId xmlns:a16="http://schemas.microsoft.com/office/drawing/2014/main" id="{426FBF97-623A-47EA-AF44-7916592F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494" y="4042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4" name="path-3491">
            <a:extLst xmlns:a="http://schemas.openxmlformats.org/drawingml/2006/main">
              <a:ext uri="{FF2B5EF4-FFF2-40B4-BE49-F238E27FC236}">
                <a16:creationId xmlns:a16="http://schemas.microsoft.com/office/drawing/2014/main" id="{3B91CD3A-E495-4CBA-91C0-A1C297D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842" y="40410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5" name="path-3492">
            <a:extLst xmlns:a="http://schemas.openxmlformats.org/drawingml/2006/main">
              <a:ext uri="{FF2B5EF4-FFF2-40B4-BE49-F238E27FC236}">
                <a16:creationId xmlns:a16="http://schemas.microsoft.com/office/drawing/2014/main" id="{E15C3F74-4969-4ABC-A9AE-71A909F7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887" y="40498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6" name="path-3493">
            <a:extLst xmlns:a="http://schemas.openxmlformats.org/drawingml/2006/main">
              <a:ext uri="{FF2B5EF4-FFF2-40B4-BE49-F238E27FC236}">
                <a16:creationId xmlns:a16="http://schemas.microsoft.com/office/drawing/2014/main" id="{E64AEBA6-F4DC-4C69-B719-29BBF518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268" y="40397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7" name="path-3494">
            <a:extLst xmlns:a="http://schemas.openxmlformats.org/drawingml/2006/main">
              <a:ext uri="{FF2B5EF4-FFF2-40B4-BE49-F238E27FC236}">
                <a16:creationId xmlns:a16="http://schemas.microsoft.com/office/drawing/2014/main" id="{DA1ADBCC-A857-45DF-9A09-1C2C387C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838" y="4046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8" name="path-3495">
            <a:extLst xmlns:a="http://schemas.openxmlformats.org/drawingml/2006/main">
              <a:ext uri="{FF2B5EF4-FFF2-40B4-BE49-F238E27FC236}">
                <a16:creationId xmlns:a16="http://schemas.microsoft.com/office/drawing/2014/main" id="{0D1971E3-DD0B-4C30-9638-4B0B95A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667" y="40397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9" name="path-3496">
            <a:extLst xmlns:a="http://schemas.openxmlformats.org/drawingml/2006/main">
              <a:ext uri="{FF2B5EF4-FFF2-40B4-BE49-F238E27FC236}">
                <a16:creationId xmlns:a16="http://schemas.microsoft.com/office/drawing/2014/main" id="{3B36FEE7-2C1C-453F-8B1B-64FEE759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452" y="40484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0" name="path-3497">
            <a:extLst xmlns:a="http://schemas.openxmlformats.org/drawingml/2006/main">
              <a:ext uri="{FF2B5EF4-FFF2-40B4-BE49-F238E27FC236}">
                <a16:creationId xmlns:a16="http://schemas.microsoft.com/office/drawing/2014/main" id="{E033CD6E-1511-400B-97E8-3771768A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666" y="40538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1" name="path-3498">
            <a:extLst xmlns:a="http://schemas.openxmlformats.org/drawingml/2006/main">
              <a:ext uri="{FF2B5EF4-FFF2-40B4-BE49-F238E27FC236}">
                <a16:creationId xmlns:a16="http://schemas.microsoft.com/office/drawing/2014/main" id="{00D22C52-DA18-4A96-A384-A8A5415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088" y="40531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2" name="path-3499">
            <a:extLst xmlns:a="http://schemas.openxmlformats.org/drawingml/2006/main">
              <a:ext uri="{FF2B5EF4-FFF2-40B4-BE49-F238E27FC236}">
                <a16:creationId xmlns:a16="http://schemas.microsoft.com/office/drawing/2014/main" id="{EED2E5CD-CD79-447D-A955-317D9681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965" y="4065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3" name="path-3500">
            <a:extLst xmlns:a="http://schemas.openxmlformats.org/drawingml/2006/main">
              <a:ext uri="{FF2B5EF4-FFF2-40B4-BE49-F238E27FC236}">
                <a16:creationId xmlns:a16="http://schemas.microsoft.com/office/drawing/2014/main" id="{70F09506-74E7-4741-B779-2DF4EA7D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305" y="40463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4" name="path-3501">
            <a:extLst xmlns:a="http://schemas.openxmlformats.org/drawingml/2006/main">
              <a:ext uri="{FF2B5EF4-FFF2-40B4-BE49-F238E27FC236}">
                <a16:creationId xmlns:a16="http://schemas.microsoft.com/office/drawing/2014/main" id="{1297161F-2EFD-457A-B81C-D20D3E1F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753" y="4045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5" name="path-3502">
            <a:extLst xmlns:a="http://schemas.openxmlformats.org/drawingml/2006/main">
              <a:ext uri="{FF2B5EF4-FFF2-40B4-BE49-F238E27FC236}">
                <a16:creationId xmlns:a16="http://schemas.microsoft.com/office/drawing/2014/main" id="{6D88F3F3-ECCF-40CE-8382-B4287830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000" y="40390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6" name="path-3503">
            <a:extLst xmlns:a="http://schemas.openxmlformats.org/drawingml/2006/main">
              <a:ext uri="{FF2B5EF4-FFF2-40B4-BE49-F238E27FC236}">
                <a16:creationId xmlns:a16="http://schemas.microsoft.com/office/drawing/2014/main" id="{4780D6FB-A987-476A-A987-3F439847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167" y="40398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7" name="path-3504">
            <a:extLst xmlns:a="http://schemas.openxmlformats.org/drawingml/2006/main">
              <a:ext uri="{FF2B5EF4-FFF2-40B4-BE49-F238E27FC236}">
                <a16:creationId xmlns:a16="http://schemas.microsoft.com/office/drawing/2014/main" id="{1849E1DD-7DFC-461E-BA24-4603807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9961" y="40304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8" name="path-3505">
            <a:extLst xmlns:a="http://schemas.openxmlformats.org/drawingml/2006/main">
              <a:ext uri="{FF2B5EF4-FFF2-40B4-BE49-F238E27FC236}">
                <a16:creationId xmlns:a16="http://schemas.microsoft.com/office/drawing/2014/main" id="{48B7151F-427D-4EF0-B8C8-AEFCA68F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541" y="40530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9" name="path-3506">
            <a:extLst xmlns:a="http://schemas.openxmlformats.org/drawingml/2006/main">
              <a:ext uri="{FF2B5EF4-FFF2-40B4-BE49-F238E27FC236}">
                <a16:creationId xmlns:a16="http://schemas.microsoft.com/office/drawing/2014/main" id="{BE50C15A-72AC-4DB2-9856-3E530D1A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112" y="40692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0" name="path-3507">
            <a:extLst xmlns:a="http://schemas.openxmlformats.org/drawingml/2006/main">
              <a:ext uri="{FF2B5EF4-FFF2-40B4-BE49-F238E27FC236}">
                <a16:creationId xmlns:a16="http://schemas.microsoft.com/office/drawing/2014/main" id="{A5E7D5AD-720F-4599-A0DB-B9B5A61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6089" y="40456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1" name="path-3508">
            <a:extLst xmlns:a="http://schemas.openxmlformats.org/drawingml/2006/main">
              <a:ext uri="{FF2B5EF4-FFF2-40B4-BE49-F238E27FC236}">
                <a16:creationId xmlns:a16="http://schemas.microsoft.com/office/drawing/2014/main" id="{665296AF-72EE-4FBA-A601-41E08E2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163" y="4081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2" name="path-3509">
            <a:extLst xmlns:a="http://schemas.openxmlformats.org/drawingml/2006/main">
              <a:ext uri="{FF2B5EF4-FFF2-40B4-BE49-F238E27FC236}">
                <a16:creationId xmlns:a16="http://schemas.microsoft.com/office/drawing/2014/main" id="{C9235B76-46DF-4217-8156-6D79AC6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355" y="40455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3" name="path-3510">
            <a:extLst xmlns:a="http://schemas.openxmlformats.org/drawingml/2006/main">
              <a:ext uri="{FF2B5EF4-FFF2-40B4-BE49-F238E27FC236}">
                <a16:creationId xmlns:a16="http://schemas.microsoft.com/office/drawing/2014/main" id="{55595987-7E35-4A3B-B57E-B88790DF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743" y="40455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4" name="path-3511">
            <a:extLst xmlns:a="http://schemas.openxmlformats.org/drawingml/2006/main">
              <a:ext uri="{FF2B5EF4-FFF2-40B4-BE49-F238E27FC236}">
                <a16:creationId xmlns:a16="http://schemas.microsoft.com/office/drawing/2014/main" id="{B6C1EAED-82A2-4B84-9355-E16E277B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779" y="40441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5" name="path-3512">
            <a:extLst xmlns:a="http://schemas.openxmlformats.org/drawingml/2006/main">
              <a:ext uri="{FF2B5EF4-FFF2-40B4-BE49-F238E27FC236}">
                <a16:creationId xmlns:a16="http://schemas.microsoft.com/office/drawing/2014/main" id="{872B5EB1-F812-41AE-A2C3-A331EF11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869" y="40458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6" name="path-3513">
            <a:extLst xmlns:a="http://schemas.openxmlformats.org/drawingml/2006/main">
              <a:ext uri="{FF2B5EF4-FFF2-40B4-BE49-F238E27FC236}">
                <a16:creationId xmlns:a16="http://schemas.microsoft.com/office/drawing/2014/main" id="{E30C4133-3619-4F10-B3FD-742450A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72" y="4053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7" name="path-3514">
            <a:extLst xmlns:a="http://schemas.openxmlformats.org/drawingml/2006/main">
              <a:ext uri="{FF2B5EF4-FFF2-40B4-BE49-F238E27FC236}">
                <a16:creationId xmlns:a16="http://schemas.microsoft.com/office/drawing/2014/main" id="{5178E020-9818-4366-AA04-9D7ECABE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634" y="40602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8" name="path-3515">
            <a:extLst xmlns:a="http://schemas.openxmlformats.org/drawingml/2006/main">
              <a:ext uri="{FF2B5EF4-FFF2-40B4-BE49-F238E27FC236}">
                <a16:creationId xmlns:a16="http://schemas.microsoft.com/office/drawing/2014/main" id="{542C1D5D-F7DB-481D-8624-6469D8E7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8087" y="4060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9" name="path-3516">
            <a:extLst xmlns:a="http://schemas.openxmlformats.org/drawingml/2006/main">
              <a:ext uri="{FF2B5EF4-FFF2-40B4-BE49-F238E27FC236}">
                <a16:creationId xmlns:a16="http://schemas.microsoft.com/office/drawing/2014/main" id="{44C59E46-AB8B-43F1-9089-2DD2B201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178" y="40454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0" name="path-3517">
            <a:extLst xmlns:a="http://schemas.openxmlformats.org/drawingml/2006/main">
              <a:ext uri="{FF2B5EF4-FFF2-40B4-BE49-F238E27FC236}">
                <a16:creationId xmlns:a16="http://schemas.microsoft.com/office/drawing/2014/main" id="{6D0A19F0-543B-45A3-BF70-2B745FF5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081" y="40475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1" name="path-3518">
            <a:extLst xmlns:a="http://schemas.openxmlformats.org/drawingml/2006/main">
              <a:ext uri="{FF2B5EF4-FFF2-40B4-BE49-F238E27FC236}">
                <a16:creationId xmlns:a16="http://schemas.microsoft.com/office/drawing/2014/main" id="{05FFC472-6693-4E46-909D-7B8F74F1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826" y="40296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2" name="path-3519">
            <a:extLst xmlns:a="http://schemas.openxmlformats.org/drawingml/2006/main">
              <a:ext uri="{FF2B5EF4-FFF2-40B4-BE49-F238E27FC236}">
                <a16:creationId xmlns:a16="http://schemas.microsoft.com/office/drawing/2014/main" id="{4EF46309-6695-41A0-B380-BDAE0125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9120" y="40440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3" name="path-3520">
            <a:extLst xmlns:a="http://schemas.openxmlformats.org/drawingml/2006/main">
              <a:ext uri="{FF2B5EF4-FFF2-40B4-BE49-F238E27FC236}">
                <a16:creationId xmlns:a16="http://schemas.microsoft.com/office/drawing/2014/main" id="{B80979A6-40A4-4C94-A978-6D3A899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361" y="40419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4" name="path-3521">
            <a:extLst xmlns:a="http://schemas.openxmlformats.org/drawingml/2006/main">
              <a:ext uri="{FF2B5EF4-FFF2-40B4-BE49-F238E27FC236}">
                <a16:creationId xmlns:a16="http://schemas.microsoft.com/office/drawing/2014/main" id="{1AF7AF41-D393-41A3-9DC1-DCCA6B3F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944" y="40459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5" name="path-3522">
            <a:extLst xmlns:a="http://schemas.openxmlformats.org/drawingml/2006/main">
              <a:ext uri="{FF2B5EF4-FFF2-40B4-BE49-F238E27FC236}">
                <a16:creationId xmlns:a16="http://schemas.microsoft.com/office/drawing/2014/main" id="{DC4C8932-7033-4C98-AC2A-CAF2A135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294" y="4044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6" name="path-3523">
            <a:extLst xmlns:a="http://schemas.openxmlformats.org/drawingml/2006/main">
              <a:ext uri="{FF2B5EF4-FFF2-40B4-BE49-F238E27FC236}">
                <a16:creationId xmlns:a16="http://schemas.microsoft.com/office/drawing/2014/main" id="{0B178CE0-1E2C-4ED7-B186-9F72A88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657" y="40382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7" name="path-3524">
            <a:extLst xmlns:a="http://schemas.openxmlformats.org/drawingml/2006/main">
              <a:ext uri="{FF2B5EF4-FFF2-40B4-BE49-F238E27FC236}">
                <a16:creationId xmlns:a16="http://schemas.microsoft.com/office/drawing/2014/main" id="{59337DEF-7680-453D-86ED-DDD577D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529" y="40350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8" name="path-3525">
            <a:extLst xmlns:a="http://schemas.openxmlformats.org/drawingml/2006/main">
              <a:ext uri="{FF2B5EF4-FFF2-40B4-BE49-F238E27FC236}">
                <a16:creationId xmlns:a16="http://schemas.microsoft.com/office/drawing/2014/main" id="{6FA7E1D5-BE10-4E48-B603-32F8CD6C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4448" y="4062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9" name="path-3526">
            <a:extLst xmlns:a="http://schemas.openxmlformats.org/drawingml/2006/main">
              <a:ext uri="{FF2B5EF4-FFF2-40B4-BE49-F238E27FC236}">
                <a16:creationId xmlns:a16="http://schemas.microsoft.com/office/drawing/2014/main" id="{3BCB1601-3D83-4CD8-B509-663E4B9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8887" y="4037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0" name="path-3527">
            <a:extLst xmlns:a="http://schemas.openxmlformats.org/drawingml/2006/main">
              <a:ext uri="{FF2B5EF4-FFF2-40B4-BE49-F238E27FC236}">
                <a16:creationId xmlns:a16="http://schemas.microsoft.com/office/drawing/2014/main" id="{19DEC807-4D1C-4857-B2F8-9541D949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966" y="40482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1" name="path-3528">
            <a:extLst xmlns:a="http://schemas.openxmlformats.org/drawingml/2006/main">
              <a:ext uri="{FF2B5EF4-FFF2-40B4-BE49-F238E27FC236}">
                <a16:creationId xmlns:a16="http://schemas.microsoft.com/office/drawing/2014/main" id="{DA645649-F356-4A48-9094-1145873F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806" y="40717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2" name="path-3529">
            <a:extLst xmlns:a="http://schemas.openxmlformats.org/drawingml/2006/main">
              <a:ext uri="{FF2B5EF4-FFF2-40B4-BE49-F238E27FC236}">
                <a16:creationId xmlns:a16="http://schemas.microsoft.com/office/drawing/2014/main" id="{2577C753-D2F9-4636-81DF-FEF44A7C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188" y="40501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3" name="path-3530">
            <a:extLst xmlns:a="http://schemas.openxmlformats.org/drawingml/2006/main">
              <a:ext uri="{FF2B5EF4-FFF2-40B4-BE49-F238E27FC236}">
                <a16:creationId xmlns:a16="http://schemas.microsoft.com/office/drawing/2014/main" id="{2CAC3C94-2BAA-463A-9102-4F8AA1C9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667" y="4037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4" name="path-3531">
            <a:extLst xmlns:a="http://schemas.openxmlformats.org/drawingml/2006/main">
              <a:ext uri="{FF2B5EF4-FFF2-40B4-BE49-F238E27FC236}">
                <a16:creationId xmlns:a16="http://schemas.microsoft.com/office/drawing/2014/main" id="{D5D5AA1E-4F3B-4656-A374-C935593C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345" y="4046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5" name="path-3532">
            <a:extLst xmlns:a="http://schemas.openxmlformats.org/drawingml/2006/main">
              <a:ext uri="{FF2B5EF4-FFF2-40B4-BE49-F238E27FC236}">
                <a16:creationId xmlns:a16="http://schemas.microsoft.com/office/drawing/2014/main" id="{9716411B-288B-48A9-8E6C-3AD9AC4D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705" y="40382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6" name="path-3533">
            <a:extLst xmlns:a="http://schemas.openxmlformats.org/drawingml/2006/main">
              <a:ext uri="{FF2B5EF4-FFF2-40B4-BE49-F238E27FC236}">
                <a16:creationId xmlns:a16="http://schemas.microsoft.com/office/drawing/2014/main" id="{1250F0C2-3022-419E-911C-692F8E1F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798" y="4041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7" name="path-3534">
            <a:extLst xmlns:a="http://schemas.openxmlformats.org/drawingml/2006/main">
              <a:ext uri="{FF2B5EF4-FFF2-40B4-BE49-F238E27FC236}">
                <a16:creationId xmlns:a16="http://schemas.microsoft.com/office/drawing/2014/main" id="{9ADE1CEE-1127-4B64-BD8F-ABB584E6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573" y="40444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8" name="path-3535">
            <a:extLst xmlns:a="http://schemas.openxmlformats.org/drawingml/2006/main">
              <a:ext uri="{FF2B5EF4-FFF2-40B4-BE49-F238E27FC236}">
                <a16:creationId xmlns:a16="http://schemas.microsoft.com/office/drawing/2014/main" id="{7A2F68F8-7202-45A7-8ED3-B2BEB9D0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078" y="4062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9" name="path-3536">
            <a:extLst xmlns:a="http://schemas.openxmlformats.org/drawingml/2006/main">
              <a:ext uri="{FF2B5EF4-FFF2-40B4-BE49-F238E27FC236}">
                <a16:creationId xmlns:a16="http://schemas.microsoft.com/office/drawing/2014/main" id="{A9922039-9F30-417F-B56B-7CF5D0AD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209" y="4036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0" name="path-3537">
            <a:extLst xmlns:a="http://schemas.openxmlformats.org/drawingml/2006/main">
              <a:ext uri="{FF2B5EF4-FFF2-40B4-BE49-F238E27FC236}">
                <a16:creationId xmlns:a16="http://schemas.microsoft.com/office/drawing/2014/main" id="{0C3F8176-FA76-46CA-BE09-95159FF6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152" y="4046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1" name="path-3538">
            <a:extLst xmlns:a="http://schemas.openxmlformats.org/drawingml/2006/main">
              <a:ext uri="{FF2B5EF4-FFF2-40B4-BE49-F238E27FC236}">
                <a16:creationId xmlns:a16="http://schemas.microsoft.com/office/drawing/2014/main" id="{4A52DD13-A937-4C64-BBA7-43309A3E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9706" y="40500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2" name="path-3539">
            <a:extLst xmlns:a="http://schemas.openxmlformats.org/drawingml/2006/main">
              <a:ext uri="{FF2B5EF4-FFF2-40B4-BE49-F238E27FC236}">
                <a16:creationId xmlns:a16="http://schemas.microsoft.com/office/drawing/2014/main" id="{B64222D1-38DA-487E-A88D-761A367F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124" y="4045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3" name="path-3540">
            <a:extLst xmlns:a="http://schemas.openxmlformats.org/drawingml/2006/main">
              <a:ext uri="{FF2B5EF4-FFF2-40B4-BE49-F238E27FC236}">
                <a16:creationId xmlns:a16="http://schemas.microsoft.com/office/drawing/2014/main" id="{6D517505-15BF-4D18-B9E1-6C846988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629" y="4047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4" name="path-3541">
            <a:extLst xmlns:a="http://schemas.openxmlformats.org/drawingml/2006/main">
              <a:ext uri="{FF2B5EF4-FFF2-40B4-BE49-F238E27FC236}">
                <a16:creationId xmlns:a16="http://schemas.microsoft.com/office/drawing/2014/main" id="{6C04AC21-995C-4C7C-B5B6-28988A6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483" y="4020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5" name="path-3542">
            <a:extLst xmlns:a="http://schemas.openxmlformats.org/drawingml/2006/main">
              <a:ext uri="{FF2B5EF4-FFF2-40B4-BE49-F238E27FC236}">
                <a16:creationId xmlns:a16="http://schemas.microsoft.com/office/drawing/2014/main" id="{F834C291-C9EE-4156-9319-BD75B224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886" y="4044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6" name="path-3543">
            <a:extLst xmlns:a="http://schemas.openxmlformats.org/drawingml/2006/main">
              <a:ext uri="{FF2B5EF4-FFF2-40B4-BE49-F238E27FC236}">
                <a16:creationId xmlns:a16="http://schemas.microsoft.com/office/drawing/2014/main" id="{3696BBF3-B45A-4157-9633-9F0FE13C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212" y="40408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7" name="path-3544">
            <a:extLst xmlns:a="http://schemas.openxmlformats.org/drawingml/2006/main">
              <a:ext uri="{FF2B5EF4-FFF2-40B4-BE49-F238E27FC236}">
                <a16:creationId xmlns:a16="http://schemas.microsoft.com/office/drawing/2014/main" id="{376218B5-D4A7-4A67-8667-66C20180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514" y="40421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8" name="path-3545">
            <a:extLst xmlns:a="http://schemas.openxmlformats.org/drawingml/2006/main">
              <a:ext uri="{FF2B5EF4-FFF2-40B4-BE49-F238E27FC236}">
                <a16:creationId xmlns:a16="http://schemas.microsoft.com/office/drawing/2014/main" id="{C935F1E5-73CB-4A71-9B94-2F3F9260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785" y="40461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9" name="path-3546">
            <a:extLst xmlns:a="http://schemas.openxmlformats.org/drawingml/2006/main">
              <a:ext uri="{FF2B5EF4-FFF2-40B4-BE49-F238E27FC236}">
                <a16:creationId xmlns:a16="http://schemas.microsoft.com/office/drawing/2014/main" id="{C9257C24-8231-4E0B-AF00-94D3DDF8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120" y="4048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0" name="path-3547">
            <a:extLst xmlns:a="http://schemas.openxmlformats.org/drawingml/2006/main">
              <a:ext uri="{FF2B5EF4-FFF2-40B4-BE49-F238E27FC236}">
                <a16:creationId xmlns:a16="http://schemas.microsoft.com/office/drawing/2014/main" id="{AEA950C7-EB8C-4E3F-BA5D-3257E06F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7960" y="40527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1" name="path-3548">
            <a:extLst xmlns:a="http://schemas.openxmlformats.org/drawingml/2006/main">
              <a:ext uri="{FF2B5EF4-FFF2-40B4-BE49-F238E27FC236}">
                <a16:creationId xmlns:a16="http://schemas.microsoft.com/office/drawing/2014/main" id="{0B0BB6B5-BDCE-44EC-8587-8FD30BC9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396" y="40511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2" name="path-3549">
            <a:extLst xmlns:a="http://schemas.openxmlformats.org/drawingml/2006/main">
              <a:ext uri="{FF2B5EF4-FFF2-40B4-BE49-F238E27FC236}">
                <a16:creationId xmlns:a16="http://schemas.microsoft.com/office/drawing/2014/main" id="{9CE1D71F-4205-4A4E-881D-035D2AEC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353" y="40430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3" name="path-3550">
            <a:extLst xmlns:a="http://schemas.openxmlformats.org/drawingml/2006/main">
              <a:ext uri="{FF2B5EF4-FFF2-40B4-BE49-F238E27FC236}">
                <a16:creationId xmlns:a16="http://schemas.microsoft.com/office/drawing/2014/main" id="{3C02B69A-16F9-4019-A909-8BD53192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1874" y="40344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4" name="path-3551">
            <a:extLst xmlns:a="http://schemas.openxmlformats.org/drawingml/2006/main">
              <a:ext uri="{FF2B5EF4-FFF2-40B4-BE49-F238E27FC236}">
                <a16:creationId xmlns:a16="http://schemas.microsoft.com/office/drawing/2014/main" id="{A986B001-DF01-40FE-AF71-58756A02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425" y="4039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5" name="path-3552">
            <a:extLst xmlns:a="http://schemas.openxmlformats.org/drawingml/2006/main">
              <a:ext uri="{FF2B5EF4-FFF2-40B4-BE49-F238E27FC236}">
                <a16:creationId xmlns:a16="http://schemas.microsoft.com/office/drawing/2014/main" id="{191EE4D6-00F7-4F19-A58A-7F78FFD7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400" y="40447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6" name="path-3553">
            <a:extLst xmlns:a="http://schemas.openxmlformats.org/drawingml/2006/main">
              <a:ext uri="{FF2B5EF4-FFF2-40B4-BE49-F238E27FC236}">
                <a16:creationId xmlns:a16="http://schemas.microsoft.com/office/drawing/2014/main" id="{C03AE97D-26BF-40DE-B5FA-E2D8637D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345" y="4048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7" name="path-3554">
            <a:extLst xmlns:a="http://schemas.openxmlformats.org/drawingml/2006/main">
              <a:ext uri="{FF2B5EF4-FFF2-40B4-BE49-F238E27FC236}">
                <a16:creationId xmlns:a16="http://schemas.microsoft.com/office/drawing/2014/main" id="{2C942833-CE51-4FB0-8CD7-D17A34D0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931" y="40508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8" name="path-3555">
            <a:extLst xmlns:a="http://schemas.openxmlformats.org/drawingml/2006/main">
              <a:ext uri="{FF2B5EF4-FFF2-40B4-BE49-F238E27FC236}">
                <a16:creationId xmlns:a16="http://schemas.microsoft.com/office/drawing/2014/main" id="{79378554-1023-4B50-865E-C5739687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1583" y="40215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9" name="path-3556">
            <a:extLst xmlns:a="http://schemas.openxmlformats.org/drawingml/2006/main">
              <a:ext uri="{FF2B5EF4-FFF2-40B4-BE49-F238E27FC236}">
                <a16:creationId xmlns:a16="http://schemas.microsoft.com/office/drawing/2014/main" id="{059366C2-7B00-4384-B1EF-BFF2CBC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4967" y="4013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0" name="path-3557">
            <a:extLst xmlns:a="http://schemas.openxmlformats.org/drawingml/2006/main">
              <a:ext uri="{FF2B5EF4-FFF2-40B4-BE49-F238E27FC236}">
                <a16:creationId xmlns:a16="http://schemas.microsoft.com/office/drawing/2014/main" id="{13907F77-6AA1-4F95-BCCD-A1B4994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857" y="40468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1" name="path-3558">
            <a:extLst xmlns:a="http://schemas.openxmlformats.org/drawingml/2006/main">
              <a:ext uri="{FF2B5EF4-FFF2-40B4-BE49-F238E27FC236}">
                <a16:creationId xmlns:a16="http://schemas.microsoft.com/office/drawing/2014/main" id="{C6C18E77-390A-477C-991B-255B25D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829" y="4065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2" name="path-3559">
            <a:extLst xmlns:a="http://schemas.openxmlformats.org/drawingml/2006/main">
              <a:ext uri="{FF2B5EF4-FFF2-40B4-BE49-F238E27FC236}">
                <a16:creationId xmlns:a16="http://schemas.microsoft.com/office/drawing/2014/main" id="{4F74F53D-E895-42F7-A5B7-82E2EECE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706" y="40412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3" name="path-3560">
            <a:extLst xmlns:a="http://schemas.openxmlformats.org/drawingml/2006/main">
              <a:ext uri="{FF2B5EF4-FFF2-40B4-BE49-F238E27FC236}">
                <a16:creationId xmlns:a16="http://schemas.microsoft.com/office/drawing/2014/main" id="{15DBB5E4-4B3C-4312-82B2-9C3480E2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2289" y="40472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4" name="path-3561">
            <a:extLst xmlns:a="http://schemas.openxmlformats.org/drawingml/2006/main">
              <a:ext uri="{FF2B5EF4-FFF2-40B4-BE49-F238E27FC236}">
                <a16:creationId xmlns:a16="http://schemas.microsoft.com/office/drawing/2014/main" id="{2E30D010-DCEB-4DBD-A057-ABA4E9A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9446" y="40521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5" name="path-3562">
            <a:extLst xmlns:a="http://schemas.openxmlformats.org/drawingml/2006/main">
              <a:ext uri="{FF2B5EF4-FFF2-40B4-BE49-F238E27FC236}">
                <a16:creationId xmlns:a16="http://schemas.microsoft.com/office/drawing/2014/main" id="{85A54727-1A89-499D-8C90-2FE67D02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3425" y="4012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6" name="path-3563">
            <a:extLst xmlns:a="http://schemas.openxmlformats.org/drawingml/2006/main">
              <a:ext uri="{FF2B5EF4-FFF2-40B4-BE49-F238E27FC236}">
                <a16:creationId xmlns:a16="http://schemas.microsoft.com/office/drawing/2014/main" id="{9F2D59DF-9B77-4202-8B16-12DB2B32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313" y="40458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7" name="path-3564">
            <a:extLst xmlns:a="http://schemas.openxmlformats.org/drawingml/2006/main">
              <a:ext uri="{FF2B5EF4-FFF2-40B4-BE49-F238E27FC236}">
                <a16:creationId xmlns:a16="http://schemas.microsoft.com/office/drawing/2014/main" id="{608D1FF9-5064-4CB6-B55C-0B19816E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664" y="40302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8" name="path-3565">
            <a:extLst xmlns:a="http://schemas.openxmlformats.org/drawingml/2006/main">
              <a:ext uri="{FF2B5EF4-FFF2-40B4-BE49-F238E27FC236}">
                <a16:creationId xmlns:a16="http://schemas.microsoft.com/office/drawing/2014/main" id="{EE57835E-AA57-4093-A40F-6F30422B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062" y="40470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9" name="path-3566">
            <a:extLst xmlns:a="http://schemas.openxmlformats.org/drawingml/2006/main">
              <a:ext uri="{FF2B5EF4-FFF2-40B4-BE49-F238E27FC236}">
                <a16:creationId xmlns:a16="http://schemas.microsoft.com/office/drawing/2014/main" id="{B4AD5E3E-2641-417F-9FB0-1EEF7476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436" y="40397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0" name="path-3567">
            <a:extLst xmlns:a="http://schemas.openxmlformats.org/drawingml/2006/main">
              <a:ext uri="{FF2B5EF4-FFF2-40B4-BE49-F238E27FC236}">
                <a16:creationId xmlns:a16="http://schemas.microsoft.com/office/drawing/2014/main" id="{5D862EFF-D48C-4804-92F4-02DAA13C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234" y="40468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1" name="path-3568">
            <a:extLst xmlns:a="http://schemas.openxmlformats.org/drawingml/2006/main">
              <a:ext uri="{FF2B5EF4-FFF2-40B4-BE49-F238E27FC236}">
                <a16:creationId xmlns:a16="http://schemas.microsoft.com/office/drawing/2014/main" id="{A227B05F-C5F0-4884-9005-43724808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97" y="40509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2" name="path-3569">
            <a:extLst xmlns:a="http://schemas.openxmlformats.org/drawingml/2006/main">
              <a:ext uri="{FF2B5EF4-FFF2-40B4-BE49-F238E27FC236}">
                <a16:creationId xmlns:a16="http://schemas.microsoft.com/office/drawing/2014/main" id="{13F4548F-35EA-42A9-A5C5-9BA4903B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061" y="40523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3" name="path-3570">
            <a:extLst xmlns:a="http://schemas.openxmlformats.org/drawingml/2006/main">
              <a:ext uri="{FF2B5EF4-FFF2-40B4-BE49-F238E27FC236}">
                <a16:creationId xmlns:a16="http://schemas.microsoft.com/office/drawing/2014/main" id="{BD74F167-21E0-4369-B53A-55B7846E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396" y="40446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4" name="path-3571">
            <a:extLst xmlns:a="http://schemas.openxmlformats.org/drawingml/2006/main">
              <a:ext uri="{FF2B5EF4-FFF2-40B4-BE49-F238E27FC236}">
                <a16:creationId xmlns:a16="http://schemas.microsoft.com/office/drawing/2014/main" id="{54DAFD5A-BB1D-41D4-A02C-B00509FD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474" y="40487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5" name="path-3572">
            <a:extLst xmlns:a="http://schemas.openxmlformats.org/drawingml/2006/main">
              <a:ext uri="{FF2B5EF4-FFF2-40B4-BE49-F238E27FC236}">
                <a16:creationId xmlns:a16="http://schemas.microsoft.com/office/drawing/2014/main" id="{727EA0B9-6515-4CD2-A5D2-E1FE07B0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483" y="40470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6" name="path-3573">
            <a:extLst xmlns:a="http://schemas.openxmlformats.org/drawingml/2006/main">
              <a:ext uri="{FF2B5EF4-FFF2-40B4-BE49-F238E27FC236}">
                <a16:creationId xmlns:a16="http://schemas.microsoft.com/office/drawing/2014/main" id="{52450A1E-E963-4407-933D-AB091AED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052" y="4050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7" name="path-3574">
            <a:extLst xmlns:a="http://schemas.openxmlformats.org/drawingml/2006/main">
              <a:ext uri="{FF2B5EF4-FFF2-40B4-BE49-F238E27FC236}">
                <a16:creationId xmlns:a16="http://schemas.microsoft.com/office/drawing/2014/main" id="{F0864344-2C9B-412A-A7D0-CD432A0B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327" y="40448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8" name="path-3575">
            <a:extLst xmlns:a="http://schemas.openxmlformats.org/drawingml/2006/main">
              <a:ext uri="{FF2B5EF4-FFF2-40B4-BE49-F238E27FC236}">
                <a16:creationId xmlns:a16="http://schemas.microsoft.com/office/drawing/2014/main" id="{7BAB21BC-CBBC-4AE7-94DD-5550C399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897" y="40473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9" name="path-3576">
            <a:extLst xmlns:a="http://schemas.openxmlformats.org/drawingml/2006/main">
              <a:ext uri="{FF2B5EF4-FFF2-40B4-BE49-F238E27FC236}">
                <a16:creationId xmlns:a16="http://schemas.microsoft.com/office/drawing/2014/main" id="{CF33EE49-4C04-4BD3-A33D-8463BBD9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726" y="40455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0" name="path-3577">
            <a:extLst xmlns:a="http://schemas.openxmlformats.org/drawingml/2006/main">
              <a:ext uri="{FF2B5EF4-FFF2-40B4-BE49-F238E27FC236}">
                <a16:creationId xmlns:a16="http://schemas.microsoft.com/office/drawing/2014/main" id="{5A673EF7-4074-4F00-B99A-A92E407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882" y="40151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1" name="path-3578">
            <a:extLst xmlns:a="http://schemas.openxmlformats.org/drawingml/2006/main">
              <a:ext uri="{FF2B5EF4-FFF2-40B4-BE49-F238E27FC236}">
                <a16:creationId xmlns:a16="http://schemas.microsoft.com/office/drawing/2014/main" id="{C0956170-1B91-4894-AB3F-B76ABB5D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877" y="4025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2" name="path-3579">
            <a:extLst xmlns:a="http://schemas.openxmlformats.org/drawingml/2006/main">
              <a:ext uri="{FF2B5EF4-FFF2-40B4-BE49-F238E27FC236}">
                <a16:creationId xmlns:a16="http://schemas.microsoft.com/office/drawing/2014/main" id="{F28DF69B-975D-4F85-8FF2-07C5468F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6714" y="40672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3" name="path-3580">
            <a:extLst xmlns:a="http://schemas.openxmlformats.org/drawingml/2006/main">
              <a:ext uri="{FF2B5EF4-FFF2-40B4-BE49-F238E27FC236}">
                <a16:creationId xmlns:a16="http://schemas.microsoft.com/office/drawing/2014/main" id="{0E0EE4CC-9D9F-44BA-9E8C-1AFAEAD8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526" y="40436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4" name="path-3581">
            <a:extLst xmlns:a="http://schemas.openxmlformats.org/drawingml/2006/main">
              <a:ext uri="{FF2B5EF4-FFF2-40B4-BE49-F238E27FC236}">
                <a16:creationId xmlns:a16="http://schemas.microsoft.com/office/drawing/2014/main" id="{29579873-3180-4A01-896F-57A9BBC5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930" y="40544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5" name="path-3582">
            <a:extLst xmlns:a="http://schemas.openxmlformats.org/drawingml/2006/main">
              <a:ext uri="{FF2B5EF4-FFF2-40B4-BE49-F238E27FC236}">
                <a16:creationId xmlns:a16="http://schemas.microsoft.com/office/drawing/2014/main" id="{BA872BB8-76D8-49BB-9A1A-29C6774D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886" y="4065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6" name="path-3583">
            <a:extLst xmlns:a="http://schemas.openxmlformats.org/drawingml/2006/main">
              <a:ext uri="{FF2B5EF4-FFF2-40B4-BE49-F238E27FC236}">
                <a16:creationId xmlns:a16="http://schemas.microsoft.com/office/drawing/2014/main" id="{51CB5BE6-0F26-4BB1-9C00-A1ACDB1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581" y="40311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7" name="path-3584">
            <a:extLst xmlns:a="http://schemas.openxmlformats.org/drawingml/2006/main">
              <a:ext uri="{FF2B5EF4-FFF2-40B4-BE49-F238E27FC236}">
                <a16:creationId xmlns:a16="http://schemas.microsoft.com/office/drawing/2014/main" id="{E7566252-FFB9-48AB-9694-5E8E03BD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860" y="40462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8" name="path-3585">
            <a:extLst xmlns:a="http://schemas.openxmlformats.org/drawingml/2006/main">
              <a:ext uri="{FF2B5EF4-FFF2-40B4-BE49-F238E27FC236}">
                <a16:creationId xmlns:a16="http://schemas.microsoft.com/office/drawing/2014/main" id="{6CE7297A-9B94-4B71-99B3-9C89B5F4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100" y="40436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9" name="path-3586">
            <a:extLst xmlns:a="http://schemas.openxmlformats.org/drawingml/2006/main">
              <a:ext uri="{FF2B5EF4-FFF2-40B4-BE49-F238E27FC236}">
                <a16:creationId xmlns:a16="http://schemas.microsoft.com/office/drawing/2014/main" id="{1B461436-2D48-454E-B2AB-6AF6862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144" y="4064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0" name="path-3587">
            <a:extLst xmlns:a="http://schemas.openxmlformats.org/drawingml/2006/main">
              <a:ext uri="{FF2B5EF4-FFF2-40B4-BE49-F238E27FC236}">
                <a16:creationId xmlns:a16="http://schemas.microsoft.com/office/drawing/2014/main" id="{6AFD4EB7-A0E4-470B-9840-8FF9DBE3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615" y="40142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1" name="path-3588">
            <a:extLst xmlns:a="http://schemas.openxmlformats.org/drawingml/2006/main">
              <a:ext uri="{FF2B5EF4-FFF2-40B4-BE49-F238E27FC236}">
                <a16:creationId xmlns:a16="http://schemas.microsoft.com/office/drawing/2014/main" id="{2715E61B-E883-46BB-851A-D7FE61FB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3931" y="4045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2" name="path-3589">
            <a:extLst xmlns:a="http://schemas.openxmlformats.org/drawingml/2006/main">
              <a:ext uri="{FF2B5EF4-FFF2-40B4-BE49-F238E27FC236}">
                <a16:creationId xmlns:a16="http://schemas.microsoft.com/office/drawing/2014/main" id="{03364438-2995-46E0-BC8E-7B2368F6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097" y="40449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3" name="path-3590">
            <a:extLst xmlns:a="http://schemas.openxmlformats.org/drawingml/2006/main">
              <a:ext uri="{FF2B5EF4-FFF2-40B4-BE49-F238E27FC236}">
                <a16:creationId xmlns:a16="http://schemas.microsoft.com/office/drawing/2014/main" id="{590AFF61-DF6F-4953-AE87-B5652FFF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445" y="40470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4" name="path-3591">
            <a:extLst xmlns:a="http://schemas.openxmlformats.org/drawingml/2006/main">
              <a:ext uri="{FF2B5EF4-FFF2-40B4-BE49-F238E27FC236}">
                <a16:creationId xmlns:a16="http://schemas.microsoft.com/office/drawing/2014/main" id="{1A38527D-D033-4E0E-BC83-1B3D5C0E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903" y="4045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5" name="path-3592">
            <a:extLst xmlns:a="http://schemas.openxmlformats.org/drawingml/2006/main">
              <a:ext uri="{FF2B5EF4-FFF2-40B4-BE49-F238E27FC236}">
                <a16:creationId xmlns:a16="http://schemas.microsoft.com/office/drawing/2014/main" id="{223635FF-A4E7-4ADA-AB98-EC1C134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953" y="4039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6" name="path-3593">
            <a:extLst xmlns:a="http://schemas.openxmlformats.org/drawingml/2006/main">
              <a:ext uri="{FF2B5EF4-FFF2-40B4-BE49-F238E27FC236}">
                <a16:creationId xmlns:a16="http://schemas.microsoft.com/office/drawing/2014/main" id="{436E990D-6490-4423-817D-0A511779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0054" y="40574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7" name="path-3594">
            <a:extLst xmlns:a="http://schemas.openxmlformats.org/drawingml/2006/main">
              <a:ext uri="{FF2B5EF4-FFF2-40B4-BE49-F238E27FC236}">
                <a16:creationId xmlns:a16="http://schemas.microsoft.com/office/drawing/2014/main" id="{69199B09-8E9E-4966-9CE4-07FEE2D5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910" y="4047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8" name="path-3595">
            <a:extLst xmlns:a="http://schemas.openxmlformats.org/drawingml/2006/main">
              <a:ext uri="{FF2B5EF4-FFF2-40B4-BE49-F238E27FC236}">
                <a16:creationId xmlns:a16="http://schemas.microsoft.com/office/drawing/2014/main" id="{6987C82D-C27B-4B14-9CD9-E681904C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741" y="40409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9" name="path-3596">
            <a:extLst xmlns:a="http://schemas.openxmlformats.org/drawingml/2006/main">
              <a:ext uri="{FF2B5EF4-FFF2-40B4-BE49-F238E27FC236}">
                <a16:creationId xmlns:a16="http://schemas.microsoft.com/office/drawing/2014/main" id="{CAFCE53B-51B8-4151-9227-FE512039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3875" y="40474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0" name="path-3597">
            <a:extLst xmlns:a="http://schemas.openxmlformats.org/drawingml/2006/main">
              <a:ext uri="{FF2B5EF4-FFF2-40B4-BE49-F238E27FC236}">
                <a16:creationId xmlns:a16="http://schemas.microsoft.com/office/drawing/2014/main" id="{541F195B-CD3F-4F87-9AA8-8444310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857" y="40513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1" name="path-3598">
            <a:extLst xmlns:a="http://schemas.openxmlformats.org/drawingml/2006/main">
              <a:ext uri="{FF2B5EF4-FFF2-40B4-BE49-F238E27FC236}">
                <a16:creationId xmlns:a16="http://schemas.microsoft.com/office/drawing/2014/main" id="{77C8D564-BF42-4CF7-82A2-0451B2F5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8805" y="40496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2" name="path-3599">
            <a:extLst xmlns:a="http://schemas.openxmlformats.org/drawingml/2006/main">
              <a:ext uri="{FF2B5EF4-FFF2-40B4-BE49-F238E27FC236}">
                <a16:creationId xmlns:a16="http://schemas.microsoft.com/office/drawing/2014/main" id="{42A0364F-0EBF-4503-90E1-D0D4895C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140" y="40401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3" name="path-3600">
            <a:extLst xmlns:a="http://schemas.openxmlformats.org/drawingml/2006/main">
              <a:ext uri="{FF2B5EF4-FFF2-40B4-BE49-F238E27FC236}">
                <a16:creationId xmlns:a16="http://schemas.microsoft.com/office/drawing/2014/main" id="{68AF9D08-87DB-480C-B7D5-4BF9448B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4802" y="40331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4" name="path-3601">
            <a:extLst xmlns:a="http://schemas.openxmlformats.org/drawingml/2006/main">
              <a:ext uri="{FF2B5EF4-FFF2-40B4-BE49-F238E27FC236}">
                <a16:creationId xmlns:a16="http://schemas.microsoft.com/office/drawing/2014/main" id="{03C98A14-9F51-4191-9612-A86BC2BE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715" y="40865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5" name="path-3602">
            <a:extLst xmlns:a="http://schemas.openxmlformats.org/drawingml/2006/main">
              <a:ext uri="{FF2B5EF4-FFF2-40B4-BE49-F238E27FC236}">
                <a16:creationId xmlns:a16="http://schemas.microsoft.com/office/drawing/2014/main" id="{C3EF900A-E6CA-46FE-B544-7F7EAC3B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277" y="40422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6" name="path-3603">
            <a:extLst xmlns:a="http://schemas.openxmlformats.org/drawingml/2006/main">
              <a:ext uri="{FF2B5EF4-FFF2-40B4-BE49-F238E27FC236}">
                <a16:creationId xmlns:a16="http://schemas.microsoft.com/office/drawing/2014/main" id="{BEC8D174-7636-402F-AD12-BC7C2EA3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666" y="4045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7" name="path-3604">
            <a:extLst xmlns:a="http://schemas.openxmlformats.org/drawingml/2006/main">
              <a:ext uri="{FF2B5EF4-FFF2-40B4-BE49-F238E27FC236}">
                <a16:creationId xmlns:a16="http://schemas.microsoft.com/office/drawing/2014/main" id="{EB8D0645-4C5C-4985-88D5-66B4D7C0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863" y="40463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8" name="path-3605">
            <a:extLst xmlns:a="http://schemas.openxmlformats.org/drawingml/2006/main">
              <a:ext uri="{FF2B5EF4-FFF2-40B4-BE49-F238E27FC236}">
                <a16:creationId xmlns:a16="http://schemas.microsoft.com/office/drawing/2014/main" id="{9CFF83D0-6594-4A5F-A4A3-2EE76E5A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562" y="40491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9" name="path-3606">
            <a:extLst xmlns:a="http://schemas.openxmlformats.org/drawingml/2006/main">
              <a:ext uri="{FF2B5EF4-FFF2-40B4-BE49-F238E27FC236}">
                <a16:creationId xmlns:a16="http://schemas.microsoft.com/office/drawing/2014/main" id="{4F118748-6F23-42E0-952A-77FD7547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908" y="40419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0" name="path-3607">
            <a:extLst xmlns:a="http://schemas.openxmlformats.org/drawingml/2006/main">
              <a:ext uri="{FF2B5EF4-FFF2-40B4-BE49-F238E27FC236}">
                <a16:creationId xmlns:a16="http://schemas.microsoft.com/office/drawing/2014/main" id="{E20C6D53-2DA6-4E4D-9ED1-0766CAEB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4556" y="4076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1" name="path-3608">
            <a:extLst xmlns:a="http://schemas.openxmlformats.org/drawingml/2006/main">
              <a:ext uri="{FF2B5EF4-FFF2-40B4-BE49-F238E27FC236}">
                <a16:creationId xmlns:a16="http://schemas.microsoft.com/office/drawing/2014/main" id="{1BF0F705-3885-4659-958A-4C849A13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558" y="4049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2" name="path-3609">
            <a:extLst xmlns:a="http://schemas.openxmlformats.org/drawingml/2006/main">
              <a:ext uri="{FF2B5EF4-FFF2-40B4-BE49-F238E27FC236}">
                <a16:creationId xmlns:a16="http://schemas.microsoft.com/office/drawing/2014/main" id="{6D909CF6-F56C-4C23-B93E-6AA83A07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483" y="4019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3" name="path-3610">
            <a:extLst xmlns:a="http://schemas.openxmlformats.org/drawingml/2006/main">
              <a:ext uri="{FF2B5EF4-FFF2-40B4-BE49-F238E27FC236}">
                <a16:creationId xmlns:a16="http://schemas.microsoft.com/office/drawing/2014/main" id="{82656308-F000-4CF6-89A5-C4C0B10B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822" y="4046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4" name="path-3611">
            <a:extLst xmlns:a="http://schemas.openxmlformats.org/drawingml/2006/main">
              <a:ext uri="{FF2B5EF4-FFF2-40B4-BE49-F238E27FC236}">
                <a16:creationId xmlns:a16="http://schemas.microsoft.com/office/drawing/2014/main" id="{B3CF4776-4406-47E0-A28F-C245AE6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380" y="40428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5" name="path-3612">
            <a:extLst xmlns:a="http://schemas.openxmlformats.org/drawingml/2006/main">
              <a:ext uri="{FF2B5EF4-FFF2-40B4-BE49-F238E27FC236}">
                <a16:creationId xmlns:a16="http://schemas.microsoft.com/office/drawing/2014/main" id="{8269DD2B-B76C-4133-8345-815AADE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17" y="40848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6" name="path-3613">
            <a:extLst xmlns:a="http://schemas.openxmlformats.org/drawingml/2006/main">
              <a:ext uri="{FF2B5EF4-FFF2-40B4-BE49-F238E27FC236}">
                <a16:creationId xmlns:a16="http://schemas.microsoft.com/office/drawing/2014/main" id="{A2FD0799-50BA-4888-B39F-28A3DBD0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254" y="4044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7" name="path-3614">
            <a:extLst xmlns:a="http://schemas.openxmlformats.org/drawingml/2006/main">
              <a:ext uri="{FF2B5EF4-FFF2-40B4-BE49-F238E27FC236}">
                <a16:creationId xmlns:a16="http://schemas.microsoft.com/office/drawing/2014/main" id="{A9B86717-56F9-4877-9764-D84288C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175" y="4070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8" name="path-3615">
            <a:extLst xmlns:a="http://schemas.openxmlformats.org/drawingml/2006/main">
              <a:ext uri="{FF2B5EF4-FFF2-40B4-BE49-F238E27FC236}">
                <a16:creationId xmlns:a16="http://schemas.microsoft.com/office/drawing/2014/main" id="{C8D7AD48-5991-4F8C-89F4-E8A55CBE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3407" y="40448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9" name="path-3616">
            <a:extLst xmlns:a="http://schemas.openxmlformats.org/drawingml/2006/main">
              <a:ext uri="{FF2B5EF4-FFF2-40B4-BE49-F238E27FC236}">
                <a16:creationId xmlns:a16="http://schemas.microsoft.com/office/drawing/2014/main" id="{E161BB5F-1F7F-49F0-9125-FD957363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722" y="4024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0" name="path-3617">
            <a:extLst xmlns:a="http://schemas.openxmlformats.org/drawingml/2006/main">
              <a:ext uri="{FF2B5EF4-FFF2-40B4-BE49-F238E27FC236}">
                <a16:creationId xmlns:a16="http://schemas.microsoft.com/office/drawing/2014/main" id="{9721D135-B846-4A6F-A6FE-E7BC92E4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91" y="4042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1" name="path-3618">
            <a:extLst xmlns:a="http://schemas.openxmlformats.org/drawingml/2006/main">
              <a:ext uri="{FF2B5EF4-FFF2-40B4-BE49-F238E27FC236}">
                <a16:creationId xmlns:a16="http://schemas.microsoft.com/office/drawing/2014/main" id="{73ACB34B-63BF-4465-998D-C5C9B273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2250" y="40298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2" name="path-3619">
            <a:extLst xmlns:a="http://schemas.openxmlformats.org/drawingml/2006/main">
              <a:ext uri="{FF2B5EF4-FFF2-40B4-BE49-F238E27FC236}">
                <a16:creationId xmlns:a16="http://schemas.microsoft.com/office/drawing/2014/main" id="{E8A7B4C2-2DDF-4DA0-8E7D-6DED762C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434" y="4041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3" name="path-3620">
            <a:extLst xmlns:a="http://schemas.openxmlformats.org/drawingml/2006/main">
              <a:ext uri="{FF2B5EF4-FFF2-40B4-BE49-F238E27FC236}">
                <a16:creationId xmlns:a16="http://schemas.microsoft.com/office/drawing/2014/main" id="{AB6286E4-B8B4-4525-BB5F-09C94B00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4607" y="40704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4" name="path-3621">
            <a:extLst xmlns:a="http://schemas.openxmlformats.org/drawingml/2006/main">
              <a:ext uri="{FF2B5EF4-FFF2-40B4-BE49-F238E27FC236}">
                <a16:creationId xmlns:a16="http://schemas.microsoft.com/office/drawing/2014/main" id="{9D14E05C-A008-413C-82E5-8FC2FD3A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851" y="4044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5" name="path-3622">
            <a:extLst xmlns:a="http://schemas.openxmlformats.org/drawingml/2006/main">
              <a:ext uri="{FF2B5EF4-FFF2-40B4-BE49-F238E27FC236}">
                <a16:creationId xmlns:a16="http://schemas.microsoft.com/office/drawing/2014/main" id="{29FA1CA1-4B11-4C5C-BC6C-43CAB92E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087" y="4049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6" name="path-3623">
            <a:extLst xmlns:a="http://schemas.openxmlformats.org/drawingml/2006/main">
              <a:ext uri="{FF2B5EF4-FFF2-40B4-BE49-F238E27FC236}">
                <a16:creationId xmlns:a16="http://schemas.microsoft.com/office/drawing/2014/main" id="{CFE61779-2A51-4986-ACB4-CC7D7A4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816" y="4039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7" name="path-3624">
            <a:extLst xmlns:a="http://schemas.openxmlformats.org/drawingml/2006/main">
              <a:ext uri="{FF2B5EF4-FFF2-40B4-BE49-F238E27FC236}">
                <a16:creationId xmlns:a16="http://schemas.microsoft.com/office/drawing/2014/main" id="{B537A69F-A017-46FD-991A-3F3122D4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137" y="40567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8" name="path-3625">
            <a:extLst xmlns:a="http://schemas.openxmlformats.org/drawingml/2006/main">
              <a:ext uri="{FF2B5EF4-FFF2-40B4-BE49-F238E27FC236}">
                <a16:creationId xmlns:a16="http://schemas.microsoft.com/office/drawing/2014/main" id="{409920E9-4DB5-4123-96D5-D0E7FF06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942" y="4073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9" name="path-3626">
            <a:extLst xmlns:a="http://schemas.openxmlformats.org/drawingml/2006/main">
              <a:ext uri="{FF2B5EF4-FFF2-40B4-BE49-F238E27FC236}">
                <a16:creationId xmlns:a16="http://schemas.microsoft.com/office/drawing/2014/main" id="{CF2204DE-FA3F-43DC-8F8A-1782F8B3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227" y="4041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0" name="path-3627">
            <a:extLst xmlns:a="http://schemas.openxmlformats.org/drawingml/2006/main">
              <a:ext uri="{FF2B5EF4-FFF2-40B4-BE49-F238E27FC236}">
                <a16:creationId xmlns:a16="http://schemas.microsoft.com/office/drawing/2014/main" id="{D87488F0-9BC3-4A97-863F-DC5F7BE5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027" y="40468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1" name="path-3628">
            <a:extLst xmlns:a="http://schemas.openxmlformats.org/drawingml/2006/main">
              <a:ext uri="{FF2B5EF4-FFF2-40B4-BE49-F238E27FC236}">
                <a16:creationId xmlns:a16="http://schemas.microsoft.com/office/drawing/2014/main" id="{0B9CC140-DB1C-4E4C-8034-7B4FF8EA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188" y="4056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2" name="path-3629">
            <a:extLst xmlns:a="http://schemas.openxmlformats.org/drawingml/2006/main">
              <a:ext uri="{FF2B5EF4-FFF2-40B4-BE49-F238E27FC236}">
                <a16:creationId xmlns:a16="http://schemas.microsoft.com/office/drawing/2014/main" id="{BE587A76-53FC-40EB-882A-D67BCDAB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485" y="40435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3" name="path-3630">
            <a:extLst xmlns:a="http://schemas.openxmlformats.org/drawingml/2006/main">
              <a:ext uri="{FF2B5EF4-FFF2-40B4-BE49-F238E27FC236}">
                <a16:creationId xmlns:a16="http://schemas.microsoft.com/office/drawing/2014/main" id="{E451FE6F-DB3B-4326-822B-2DF6EFA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561" y="40356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4" name="path-3631">
            <a:extLst xmlns:a="http://schemas.openxmlformats.org/drawingml/2006/main">
              <a:ext uri="{FF2B5EF4-FFF2-40B4-BE49-F238E27FC236}">
                <a16:creationId xmlns:a16="http://schemas.microsoft.com/office/drawing/2014/main" id="{35CF5B42-3B70-420B-9CFA-02BE5A3C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492" y="40913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5" name="path-3632">
            <a:extLst xmlns:a="http://schemas.openxmlformats.org/drawingml/2006/main">
              <a:ext uri="{FF2B5EF4-FFF2-40B4-BE49-F238E27FC236}">
                <a16:creationId xmlns:a16="http://schemas.microsoft.com/office/drawing/2014/main" id="{1CFBD348-857D-4066-A1D3-5D49803C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245" y="4057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6" name="path-3633">
            <a:extLst xmlns:a="http://schemas.openxmlformats.org/drawingml/2006/main">
              <a:ext uri="{FF2B5EF4-FFF2-40B4-BE49-F238E27FC236}">
                <a16:creationId xmlns:a16="http://schemas.microsoft.com/office/drawing/2014/main" id="{1F64AC26-A32C-486A-99E0-255E4B8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897" y="40332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7" name="path-3634">
            <a:extLst xmlns:a="http://schemas.openxmlformats.org/drawingml/2006/main">
              <a:ext uri="{FF2B5EF4-FFF2-40B4-BE49-F238E27FC236}">
                <a16:creationId xmlns:a16="http://schemas.microsoft.com/office/drawing/2014/main" id="{674DA83F-AD80-40AD-988E-BFD9849F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423" y="40458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8" name="path-3635">
            <a:extLst xmlns:a="http://schemas.openxmlformats.org/drawingml/2006/main">
              <a:ext uri="{FF2B5EF4-FFF2-40B4-BE49-F238E27FC236}">
                <a16:creationId xmlns:a16="http://schemas.microsoft.com/office/drawing/2014/main" id="{6E17D229-B485-4FD4-9914-414E0272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468" y="40477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9" name="path-3636">
            <a:extLst xmlns:a="http://schemas.openxmlformats.org/drawingml/2006/main">
              <a:ext uri="{FF2B5EF4-FFF2-40B4-BE49-F238E27FC236}">
                <a16:creationId xmlns:a16="http://schemas.microsoft.com/office/drawing/2014/main" id="{73EBD7BE-12B7-4FD2-AD92-A1DB745F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273" y="40448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0" name="path-3637">
            <a:extLst xmlns:a="http://schemas.openxmlformats.org/drawingml/2006/main">
              <a:ext uri="{FF2B5EF4-FFF2-40B4-BE49-F238E27FC236}">
                <a16:creationId xmlns:a16="http://schemas.microsoft.com/office/drawing/2014/main" id="{FF7C1DF8-1ABE-4B43-B504-C4464514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879" y="40449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1" name="path-3638">
            <a:extLst xmlns:a="http://schemas.openxmlformats.org/drawingml/2006/main">
              <a:ext uri="{FF2B5EF4-FFF2-40B4-BE49-F238E27FC236}">
                <a16:creationId xmlns:a16="http://schemas.microsoft.com/office/drawing/2014/main" id="{31C8620C-B1B5-4772-8E2C-7CB08ECB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671" y="4029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2" name="path-3639">
            <a:extLst xmlns:a="http://schemas.openxmlformats.org/drawingml/2006/main">
              <a:ext uri="{FF2B5EF4-FFF2-40B4-BE49-F238E27FC236}">
                <a16:creationId xmlns:a16="http://schemas.microsoft.com/office/drawing/2014/main" id="{A1831671-FD84-4739-BC92-FB8523FD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638" y="40799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3" name="path-3640">
            <a:extLst xmlns:a="http://schemas.openxmlformats.org/drawingml/2006/main">
              <a:ext uri="{FF2B5EF4-FFF2-40B4-BE49-F238E27FC236}">
                <a16:creationId xmlns:a16="http://schemas.microsoft.com/office/drawing/2014/main" id="{C15DDEA6-809C-4574-B09A-4E0096FC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354" y="4041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4" name="path-3641">
            <a:extLst xmlns:a="http://schemas.openxmlformats.org/drawingml/2006/main">
              <a:ext uri="{FF2B5EF4-FFF2-40B4-BE49-F238E27FC236}">
                <a16:creationId xmlns:a16="http://schemas.microsoft.com/office/drawing/2014/main" id="{6757E953-6341-4733-8DE0-A6F54E03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120" y="4035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5" name="path-3642">
            <a:extLst xmlns:a="http://schemas.openxmlformats.org/drawingml/2006/main">
              <a:ext uri="{FF2B5EF4-FFF2-40B4-BE49-F238E27FC236}">
                <a16:creationId xmlns:a16="http://schemas.microsoft.com/office/drawing/2014/main" id="{C841E7D3-F45C-47A3-A2CD-E2486A11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356" y="4041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6" name="path-3643">
            <a:extLst xmlns:a="http://schemas.openxmlformats.org/drawingml/2006/main">
              <a:ext uri="{FF2B5EF4-FFF2-40B4-BE49-F238E27FC236}">
                <a16:creationId xmlns:a16="http://schemas.microsoft.com/office/drawing/2014/main" id="{443C1479-60F2-4A0E-B9E4-CE15005D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0972" y="40490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7" name="path-3644">
            <a:extLst xmlns:a="http://schemas.openxmlformats.org/drawingml/2006/main">
              <a:ext uri="{FF2B5EF4-FFF2-40B4-BE49-F238E27FC236}">
                <a16:creationId xmlns:a16="http://schemas.microsoft.com/office/drawing/2014/main" id="{3FB5A1A3-A96B-4003-A6E3-756E0646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889" y="40563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8" name="path-3645">
            <a:extLst xmlns:a="http://schemas.openxmlformats.org/drawingml/2006/main">
              <a:ext uri="{FF2B5EF4-FFF2-40B4-BE49-F238E27FC236}">
                <a16:creationId xmlns:a16="http://schemas.microsoft.com/office/drawing/2014/main" id="{BEC45802-13A0-4AE7-AD3A-8878A6E3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3461" y="40438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9" name="path-3646">
            <a:extLst xmlns:a="http://schemas.openxmlformats.org/drawingml/2006/main">
              <a:ext uri="{FF2B5EF4-FFF2-40B4-BE49-F238E27FC236}">
                <a16:creationId xmlns:a16="http://schemas.microsoft.com/office/drawing/2014/main" id="{E0C28538-A7BD-4D46-B44F-B5E23677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322" y="4008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0" name="path-3647">
            <a:extLst xmlns:a="http://schemas.openxmlformats.org/drawingml/2006/main">
              <a:ext uri="{FF2B5EF4-FFF2-40B4-BE49-F238E27FC236}">
                <a16:creationId xmlns:a16="http://schemas.microsoft.com/office/drawing/2014/main" id="{DDF1D314-7462-4B79-B116-EEAD9D6E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881" y="40369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1" name="path-3648">
            <a:extLst xmlns:a="http://schemas.openxmlformats.org/drawingml/2006/main">
              <a:ext uri="{FF2B5EF4-FFF2-40B4-BE49-F238E27FC236}">
                <a16:creationId xmlns:a16="http://schemas.microsoft.com/office/drawing/2014/main" id="{B5788440-6B58-48CF-A909-0A7E1E5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246" y="40520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2" name="path-3649">
            <a:extLst xmlns:a="http://schemas.openxmlformats.org/drawingml/2006/main">
              <a:ext uri="{FF2B5EF4-FFF2-40B4-BE49-F238E27FC236}">
                <a16:creationId xmlns:a16="http://schemas.microsoft.com/office/drawing/2014/main" id="{F63B1015-58DF-44EB-BC81-A65235BD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0498" y="4063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3" name="path-3650">
            <a:extLst xmlns:a="http://schemas.openxmlformats.org/drawingml/2006/main">
              <a:ext uri="{FF2B5EF4-FFF2-40B4-BE49-F238E27FC236}">
                <a16:creationId xmlns:a16="http://schemas.microsoft.com/office/drawing/2014/main" id="{67096AB1-0972-4A70-AA48-8ACB7BA4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906" y="4043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4" name="path-3651">
            <a:extLst xmlns:a="http://schemas.openxmlformats.org/drawingml/2006/main">
              <a:ext uri="{FF2B5EF4-FFF2-40B4-BE49-F238E27FC236}">
                <a16:creationId xmlns:a16="http://schemas.microsoft.com/office/drawing/2014/main" id="{428E1016-3082-41CA-B7B1-560B1272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674" y="40376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5" name="path-3652">
            <a:extLst xmlns:a="http://schemas.openxmlformats.org/drawingml/2006/main">
              <a:ext uri="{FF2B5EF4-FFF2-40B4-BE49-F238E27FC236}">
                <a16:creationId xmlns:a16="http://schemas.microsoft.com/office/drawing/2014/main" id="{9F9CA868-0685-44AB-9AED-9F205447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415" y="40619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6" name="path-3653">
            <a:extLst xmlns:a="http://schemas.openxmlformats.org/drawingml/2006/main">
              <a:ext uri="{FF2B5EF4-FFF2-40B4-BE49-F238E27FC236}">
                <a16:creationId xmlns:a16="http://schemas.microsoft.com/office/drawing/2014/main" id="{EAE6EB5C-E893-44B1-A365-2FBAE0C5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222" y="40435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7" name="path-3654">
            <a:extLst xmlns:a="http://schemas.openxmlformats.org/drawingml/2006/main">
              <a:ext uri="{FF2B5EF4-FFF2-40B4-BE49-F238E27FC236}">
                <a16:creationId xmlns:a16="http://schemas.microsoft.com/office/drawing/2014/main" id="{6DF40D16-FAD5-444A-A3D9-C01432F4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689" y="4042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8" name="path-3655">
            <a:extLst xmlns:a="http://schemas.openxmlformats.org/drawingml/2006/main">
              <a:ext uri="{FF2B5EF4-FFF2-40B4-BE49-F238E27FC236}">
                <a16:creationId xmlns:a16="http://schemas.microsoft.com/office/drawing/2014/main" id="{5BD7AE58-8AAC-4CDF-9B68-9F51525B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346" y="40293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9" name="path-3656">
            <a:extLst xmlns:a="http://schemas.openxmlformats.org/drawingml/2006/main">
              <a:ext uri="{FF2B5EF4-FFF2-40B4-BE49-F238E27FC236}">
                <a16:creationId xmlns:a16="http://schemas.microsoft.com/office/drawing/2014/main" id="{004A6181-AF9D-4458-83DC-348F552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277" y="40447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0" name="path-3657">
            <a:extLst xmlns:a="http://schemas.openxmlformats.org/drawingml/2006/main">
              <a:ext uri="{FF2B5EF4-FFF2-40B4-BE49-F238E27FC236}">
                <a16:creationId xmlns:a16="http://schemas.microsoft.com/office/drawing/2014/main" id="{709AC72F-8B01-4CED-BF4A-0CC41AC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389" y="40384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1" name="path-3658">
            <a:extLst xmlns:a="http://schemas.openxmlformats.org/drawingml/2006/main">
              <a:ext uri="{FF2B5EF4-FFF2-40B4-BE49-F238E27FC236}">
                <a16:creationId xmlns:a16="http://schemas.microsoft.com/office/drawing/2014/main" id="{73271E11-8E2C-41A5-8B6B-A26DDE49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691" y="40294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2" name="path-3659">
            <a:extLst xmlns:a="http://schemas.openxmlformats.org/drawingml/2006/main">
              <a:ext uri="{FF2B5EF4-FFF2-40B4-BE49-F238E27FC236}">
                <a16:creationId xmlns:a16="http://schemas.microsoft.com/office/drawing/2014/main" id="{6E6F226D-B839-4EC9-8D98-24B91871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5682" y="4025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3" name="path-3660">
            <a:extLst xmlns:a="http://schemas.openxmlformats.org/drawingml/2006/main">
              <a:ext uri="{FF2B5EF4-FFF2-40B4-BE49-F238E27FC236}">
                <a16:creationId xmlns:a16="http://schemas.microsoft.com/office/drawing/2014/main" id="{ECE85E0D-36C5-4DB1-97C4-B5FE961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511" y="4042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4" name="path-3661">
            <a:extLst xmlns:a="http://schemas.openxmlformats.org/drawingml/2006/main">
              <a:ext uri="{FF2B5EF4-FFF2-40B4-BE49-F238E27FC236}">
                <a16:creationId xmlns:a16="http://schemas.microsoft.com/office/drawing/2014/main" id="{19AD40FF-8CD2-4D6B-BE2F-1598B2E4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445" y="4071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5" name="path-3662">
            <a:extLst xmlns:a="http://schemas.openxmlformats.org/drawingml/2006/main">
              <a:ext uri="{FF2B5EF4-FFF2-40B4-BE49-F238E27FC236}">
                <a16:creationId xmlns:a16="http://schemas.microsoft.com/office/drawing/2014/main" id="{AD2604C1-A99B-43B1-9FDA-0D19F625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782" y="40326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6" name="path-3663">
            <a:extLst xmlns:a="http://schemas.openxmlformats.org/drawingml/2006/main">
              <a:ext uri="{FF2B5EF4-FFF2-40B4-BE49-F238E27FC236}">
                <a16:creationId xmlns:a16="http://schemas.microsoft.com/office/drawing/2014/main" id="{E6597B24-7920-4457-9B94-8D0D6391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446" y="40417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7" name="path-3664">
            <a:extLst xmlns:a="http://schemas.openxmlformats.org/drawingml/2006/main">
              <a:ext uri="{FF2B5EF4-FFF2-40B4-BE49-F238E27FC236}">
                <a16:creationId xmlns:a16="http://schemas.microsoft.com/office/drawing/2014/main" id="{D1C74F86-664A-483E-8A59-E4EB658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488" y="4035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8" name="path-3665">
            <a:extLst xmlns:a="http://schemas.openxmlformats.org/drawingml/2006/main">
              <a:ext uri="{FF2B5EF4-FFF2-40B4-BE49-F238E27FC236}">
                <a16:creationId xmlns:a16="http://schemas.microsoft.com/office/drawing/2014/main" id="{DAC2F1AE-6640-4C0F-A187-187648B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7182" y="40619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9" name="path-3666">
            <a:extLst xmlns:a="http://schemas.openxmlformats.org/drawingml/2006/main">
              <a:ext uri="{FF2B5EF4-FFF2-40B4-BE49-F238E27FC236}">
                <a16:creationId xmlns:a16="http://schemas.microsoft.com/office/drawing/2014/main" id="{0D5EAB5E-75A7-4837-99F9-235E549E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8748" y="4045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0" name="path-3667">
            <a:extLst xmlns:a="http://schemas.openxmlformats.org/drawingml/2006/main">
              <a:ext uri="{FF2B5EF4-FFF2-40B4-BE49-F238E27FC236}">
                <a16:creationId xmlns:a16="http://schemas.microsoft.com/office/drawing/2014/main" id="{760BFFE4-AC7F-41C2-B580-92A0D0A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423" y="40494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1" name="path-3668">
            <a:extLst xmlns:a="http://schemas.openxmlformats.org/drawingml/2006/main">
              <a:ext uri="{FF2B5EF4-FFF2-40B4-BE49-F238E27FC236}">
                <a16:creationId xmlns:a16="http://schemas.microsoft.com/office/drawing/2014/main" id="{EAA9F57C-4E3E-449D-8BE6-3754977E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834" y="40550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2" name="path-3669">
            <a:extLst xmlns:a="http://schemas.openxmlformats.org/drawingml/2006/main">
              <a:ext uri="{FF2B5EF4-FFF2-40B4-BE49-F238E27FC236}">
                <a16:creationId xmlns:a16="http://schemas.microsoft.com/office/drawing/2014/main" id="{6B6FAEA1-741C-4FCA-83D0-5BC4BAC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868" y="4054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3" name="path-3670">
            <a:extLst xmlns:a="http://schemas.openxmlformats.org/drawingml/2006/main">
              <a:ext uri="{FF2B5EF4-FFF2-40B4-BE49-F238E27FC236}">
                <a16:creationId xmlns:a16="http://schemas.microsoft.com/office/drawing/2014/main" id="{25C1CCFC-D0A7-4346-8364-E23B2FF2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140" y="40488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4" name="path-3671">
            <a:extLst xmlns:a="http://schemas.openxmlformats.org/drawingml/2006/main">
              <a:ext uri="{FF2B5EF4-FFF2-40B4-BE49-F238E27FC236}">
                <a16:creationId xmlns:a16="http://schemas.microsoft.com/office/drawing/2014/main" id="{1A104E61-0A47-471E-A908-6983497F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593" y="4028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5" name="path-3672">
            <a:extLst xmlns:a="http://schemas.openxmlformats.org/drawingml/2006/main">
              <a:ext uri="{FF2B5EF4-FFF2-40B4-BE49-F238E27FC236}">
                <a16:creationId xmlns:a16="http://schemas.microsoft.com/office/drawing/2014/main" id="{086CDF88-D843-4F02-8781-C4E0BDDA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717" y="4033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6" name="path-3673">
            <a:extLst xmlns:a="http://schemas.openxmlformats.org/drawingml/2006/main">
              <a:ext uri="{FF2B5EF4-FFF2-40B4-BE49-F238E27FC236}">
                <a16:creationId xmlns:a16="http://schemas.microsoft.com/office/drawing/2014/main" id="{2B9A5A48-F0DC-4AD7-9B56-677D7E0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7511" y="4045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7" name="path-3674">
            <a:extLst xmlns:a="http://schemas.openxmlformats.org/drawingml/2006/main">
              <a:ext uri="{FF2B5EF4-FFF2-40B4-BE49-F238E27FC236}">
                <a16:creationId xmlns:a16="http://schemas.microsoft.com/office/drawing/2014/main" id="{D5ABA435-945B-47E2-9E5B-90F73F7F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620" y="4044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8" name="path-3675">
            <a:extLst xmlns:a="http://schemas.openxmlformats.org/drawingml/2006/main">
              <a:ext uri="{FF2B5EF4-FFF2-40B4-BE49-F238E27FC236}">
                <a16:creationId xmlns:a16="http://schemas.microsoft.com/office/drawing/2014/main" id="{8C3F1EE6-C6D1-478D-914E-CB97821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4462" y="40392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9" name="path-3676">
            <a:extLst xmlns:a="http://schemas.openxmlformats.org/drawingml/2006/main">
              <a:ext uri="{FF2B5EF4-FFF2-40B4-BE49-F238E27FC236}">
                <a16:creationId xmlns:a16="http://schemas.microsoft.com/office/drawing/2014/main" id="{EEEA326C-1A95-4855-972A-625391A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861" y="40418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0" name="path-3677">
            <a:extLst xmlns:a="http://schemas.openxmlformats.org/drawingml/2006/main">
              <a:ext uri="{FF2B5EF4-FFF2-40B4-BE49-F238E27FC236}">
                <a16:creationId xmlns:a16="http://schemas.microsoft.com/office/drawing/2014/main" id="{6B301757-2C08-425D-BA9B-82ECCBFC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135" y="4061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1" name="path-3678">
            <a:extLst xmlns:a="http://schemas.openxmlformats.org/drawingml/2006/main">
              <a:ext uri="{FF2B5EF4-FFF2-40B4-BE49-F238E27FC236}">
                <a16:creationId xmlns:a16="http://schemas.microsoft.com/office/drawing/2014/main" id="{6E978EB4-41D0-4D3E-A622-8783DE10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875" y="40402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2" name="path-3679">
            <a:extLst xmlns:a="http://schemas.openxmlformats.org/drawingml/2006/main">
              <a:ext uri="{FF2B5EF4-FFF2-40B4-BE49-F238E27FC236}">
                <a16:creationId xmlns:a16="http://schemas.microsoft.com/office/drawing/2014/main" id="{668577AA-E17A-4209-A726-21884C49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3759" y="40158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3" name="path-3680">
            <a:extLst xmlns:a="http://schemas.openxmlformats.org/drawingml/2006/main">
              <a:ext uri="{FF2B5EF4-FFF2-40B4-BE49-F238E27FC236}">
                <a16:creationId xmlns:a16="http://schemas.microsoft.com/office/drawing/2014/main" id="{18810EBD-96CE-477C-8A8D-0619FF0D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359" y="40286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4" name="path-3681">
            <a:extLst xmlns:a="http://schemas.openxmlformats.org/drawingml/2006/main">
              <a:ext uri="{FF2B5EF4-FFF2-40B4-BE49-F238E27FC236}">
                <a16:creationId xmlns:a16="http://schemas.microsoft.com/office/drawing/2014/main" id="{165DADD4-EAD9-4B8C-845B-1CD161BF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0208" y="40244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5" name="path-3682">
            <a:extLst xmlns:a="http://schemas.openxmlformats.org/drawingml/2006/main">
              <a:ext uri="{FF2B5EF4-FFF2-40B4-BE49-F238E27FC236}">
                <a16:creationId xmlns:a16="http://schemas.microsoft.com/office/drawing/2014/main" id="{D39A065D-39F5-4990-8383-E327CBEE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66" y="4040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6" name="path-3683">
            <a:extLst xmlns:a="http://schemas.openxmlformats.org/drawingml/2006/main">
              <a:ext uri="{FF2B5EF4-FFF2-40B4-BE49-F238E27FC236}">
                <a16:creationId xmlns:a16="http://schemas.microsoft.com/office/drawing/2014/main" id="{75AB1954-DC23-4A7F-B141-A43129D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335" y="4054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7" name="path-3684">
            <a:extLst xmlns:a="http://schemas.openxmlformats.org/drawingml/2006/main">
              <a:ext uri="{FF2B5EF4-FFF2-40B4-BE49-F238E27FC236}">
                <a16:creationId xmlns:a16="http://schemas.microsoft.com/office/drawing/2014/main" id="{25C426DE-0E49-4A4F-9457-01B28C7A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771" y="40416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8" name="path-3685">
            <a:extLst xmlns:a="http://schemas.openxmlformats.org/drawingml/2006/main">
              <a:ext uri="{FF2B5EF4-FFF2-40B4-BE49-F238E27FC236}">
                <a16:creationId xmlns:a16="http://schemas.microsoft.com/office/drawing/2014/main" id="{4ADB70C8-F5FA-4EAF-B33E-2BB7762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426" y="40383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9" name="path-3686">
            <a:extLst xmlns:a="http://schemas.openxmlformats.org/drawingml/2006/main">
              <a:ext uri="{FF2B5EF4-FFF2-40B4-BE49-F238E27FC236}">
                <a16:creationId xmlns:a16="http://schemas.microsoft.com/office/drawing/2014/main" id="{C26EA702-7362-4FF3-91DD-ABE4320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929" y="40346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0" name="path-3687">
            <a:extLst xmlns:a="http://schemas.openxmlformats.org/drawingml/2006/main">
              <a:ext uri="{FF2B5EF4-FFF2-40B4-BE49-F238E27FC236}">
                <a16:creationId xmlns:a16="http://schemas.microsoft.com/office/drawing/2014/main" id="{8CF65661-E496-4F2F-A609-C7A3A59C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701" y="4065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1" name="path-3688">
            <a:extLst xmlns:a="http://schemas.openxmlformats.org/drawingml/2006/main">
              <a:ext uri="{FF2B5EF4-FFF2-40B4-BE49-F238E27FC236}">
                <a16:creationId xmlns:a16="http://schemas.microsoft.com/office/drawing/2014/main" id="{07EAD6E0-A6B9-473C-A794-2CC7571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729" y="4048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2" name="path-3689">
            <a:extLst xmlns:a="http://schemas.openxmlformats.org/drawingml/2006/main">
              <a:ext uri="{FF2B5EF4-FFF2-40B4-BE49-F238E27FC236}">
                <a16:creationId xmlns:a16="http://schemas.microsoft.com/office/drawing/2014/main" id="{F732A137-C811-41B5-ADB5-34C5677E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857" y="40651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3" name="path-3690">
            <a:extLst xmlns:a="http://schemas.openxmlformats.org/drawingml/2006/main">
              <a:ext uri="{FF2B5EF4-FFF2-40B4-BE49-F238E27FC236}">
                <a16:creationId xmlns:a16="http://schemas.microsoft.com/office/drawing/2014/main" id="{28724C8D-CE3E-4E18-803D-E5F177C1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258" y="4052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4" name="path-3691">
            <a:extLst xmlns:a="http://schemas.openxmlformats.org/drawingml/2006/main">
              <a:ext uri="{FF2B5EF4-FFF2-40B4-BE49-F238E27FC236}">
                <a16:creationId xmlns:a16="http://schemas.microsoft.com/office/drawing/2014/main" id="{A7F46F4E-8A5B-43DB-927F-B4A3BBA6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1742" y="40170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5" name="path-3692">
            <a:extLst xmlns:a="http://schemas.openxmlformats.org/drawingml/2006/main">
              <a:ext uri="{FF2B5EF4-FFF2-40B4-BE49-F238E27FC236}">
                <a16:creationId xmlns:a16="http://schemas.microsoft.com/office/drawing/2014/main" id="{7742B96B-4654-47FE-996B-13752EC1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629" y="40474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6" name="path-3693">
            <a:extLst xmlns:a="http://schemas.openxmlformats.org/drawingml/2006/main">
              <a:ext uri="{FF2B5EF4-FFF2-40B4-BE49-F238E27FC236}">
                <a16:creationId xmlns:a16="http://schemas.microsoft.com/office/drawing/2014/main" id="{4AD281D5-F88B-4AE8-BFFF-7C167FC5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161" y="4046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7" name="path-3694">
            <a:extLst xmlns:a="http://schemas.openxmlformats.org/drawingml/2006/main">
              <a:ext uri="{FF2B5EF4-FFF2-40B4-BE49-F238E27FC236}">
                <a16:creationId xmlns:a16="http://schemas.microsoft.com/office/drawing/2014/main" id="{15CA454E-0629-49FA-BEC1-11406552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548" y="40469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8" name="path-3695">
            <a:extLst xmlns:a="http://schemas.openxmlformats.org/drawingml/2006/main">
              <a:ext uri="{FF2B5EF4-FFF2-40B4-BE49-F238E27FC236}">
                <a16:creationId xmlns:a16="http://schemas.microsoft.com/office/drawing/2014/main" id="{839BD978-E7EC-40BB-AD90-C4FA1113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532" y="40140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9" name="path-3696">
            <a:extLst xmlns:a="http://schemas.openxmlformats.org/drawingml/2006/main">
              <a:ext uri="{FF2B5EF4-FFF2-40B4-BE49-F238E27FC236}">
                <a16:creationId xmlns:a16="http://schemas.microsoft.com/office/drawing/2014/main" id="{D2F1D8EF-25E7-4CEF-8F6E-1C858222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422" y="40482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0" name="path-3697">
            <a:extLst xmlns:a="http://schemas.openxmlformats.org/drawingml/2006/main">
              <a:ext uri="{FF2B5EF4-FFF2-40B4-BE49-F238E27FC236}">
                <a16:creationId xmlns:a16="http://schemas.microsoft.com/office/drawing/2014/main" id="{A08DAD51-2533-4493-A65D-F9992207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301" y="40231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1" name="path-3698">
            <a:extLst xmlns:a="http://schemas.openxmlformats.org/drawingml/2006/main">
              <a:ext uri="{FF2B5EF4-FFF2-40B4-BE49-F238E27FC236}">
                <a16:creationId xmlns:a16="http://schemas.microsoft.com/office/drawing/2014/main" id="{66811C81-FADA-478F-98E8-7551BAF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571" y="40487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2" name="path-3699">
            <a:extLst xmlns:a="http://schemas.openxmlformats.org/drawingml/2006/main">
              <a:ext uri="{FF2B5EF4-FFF2-40B4-BE49-F238E27FC236}">
                <a16:creationId xmlns:a16="http://schemas.microsoft.com/office/drawing/2014/main" id="{4DB86F79-E379-4B01-BA02-4B0FBE3A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449" y="40425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3" name="path-3700">
            <a:extLst xmlns:a="http://schemas.openxmlformats.org/drawingml/2006/main">
              <a:ext uri="{FF2B5EF4-FFF2-40B4-BE49-F238E27FC236}">
                <a16:creationId xmlns:a16="http://schemas.microsoft.com/office/drawing/2014/main" id="{D686CD56-7BCF-4965-9182-0B21631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756" y="4018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4" name="path-3701">
            <a:extLst xmlns:a="http://schemas.openxmlformats.org/drawingml/2006/main">
              <a:ext uri="{FF2B5EF4-FFF2-40B4-BE49-F238E27FC236}">
                <a16:creationId xmlns:a16="http://schemas.microsoft.com/office/drawing/2014/main" id="{D4369C4D-DDD1-44C6-8915-AFD5E71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256" y="40444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5" name="path-3702">
            <a:extLst xmlns:a="http://schemas.openxmlformats.org/drawingml/2006/main">
              <a:ext uri="{FF2B5EF4-FFF2-40B4-BE49-F238E27FC236}">
                <a16:creationId xmlns:a16="http://schemas.microsoft.com/office/drawing/2014/main" id="{D3632205-DE83-4A34-8919-14137C8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585" y="40652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6" name="path-3703">
            <a:extLst xmlns:a="http://schemas.openxmlformats.org/drawingml/2006/main">
              <a:ext uri="{FF2B5EF4-FFF2-40B4-BE49-F238E27FC236}">
                <a16:creationId xmlns:a16="http://schemas.microsoft.com/office/drawing/2014/main" id="{2E8687E7-6635-4AEA-9C02-21F4138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406" y="40437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7" name="path-3704">
            <a:extLst xmlns:a="http://schemas.openxmlformats.org/drawingml/2006/main">
              <a:ext uri="{FF2B5EF4-FFF2-40B4-BE49-F238E27FC236}">
                <a16:creationId xmlns:a16="http://schemas.microsoft.com/office/drawing/2014/main" id="{C92463A0-3BF6-4C80-8E1A-4173D97F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1989" y="40509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8" name="path-3705">
            <a:extLst xmlns:a="http://schemas.openxmlformats.org/drawingml/2006/main">
              <a:ext uri="{FF2B5EF4-FFF2-40B4-BE49-F238E27FC236}">
                <a16:creationId xmlns:a16="http://schemas.microsoft.com/office/drawing/2014/main" id="{BFB096E5-A2F5-4B24-AF54-E81DF393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9626" y="40490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9" name="path-3706">
            <a:extLst xmlns:a="http://schemas.openxmlformats.org/drawingml/2006/main">
              <a:ext uri="{FF2B5EF4-FFF2-40B4-BE49-F238E27FC236}">
                <a16:creationId xmlns:a16="http://schemas.microsoft.com/office/drawing/2014/main" id="{65E6C6F8-0445-414A-81C8-16BB3753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8865" y="40473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0" name="path-3707">
            <a:extLst xmlns:a="http://schemas.openxmlformats.org/drawingml/2006/main">
              <a:ext uri="{FF2B5EF4-FFF2-40B4-BE49-F238E27FC236}">
                <a16:creationId xmlns:a16="http://schemas.microsoft.com/office/drawing/2014/main" id="{7897358A-6075-45D8-8D63-FEB6182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867" y="40437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1" name="path-3708">
            <a:extLst xmlns:a="http://schemas.openxmlformats.org/drawingml/2006/main">
              <a:ext uri="{FF2B5EF4-FFF2-40B4-BE49-F238E27FC236}">
                <a16:creationId xmlns:a16="http://schemas.microsoft.com/office/drawing/2014/main" id="{9C2CCE83-B8C1-4481-9186-BCF8F3B6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490" y="40536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2" name="path-3709">
            <a:extLst xmlns:a="http://schemas.openxmlformats.org/drawingml/2006/main">
              <a:ext uri="{FF2B5EF4-FFF2-40B4-BE49-F238E27FC236}">
                <a16:creationId xmlns:a16="http://schemas.microsoft.com/office/drawing/2014/main" id="{3305B7DC-E555-41BE-B208-2832DE60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5519" y="4044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3" name="path-3710">
            <a:extLst xmlns:a="http://schemas.openxmlformats.org/drawingml/2006/main">
              <a:ext uri="{FF2B5EF4-FFF2-40B4-BE49-F238E27FC236}">
                <a16:creationId xmlns:a16="http://schemas.microsoft.com/office/drawing/2014/main" id="{2902B77D-80B4-4F85-904C-D35FBEB7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210" y="40342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4" name="path-3711">
            <a:extLst xmlns:a="http://schemas.openxmlformats.org/drawingml/2006/main">
              <a:ext uri="{FF2B5EF4-FFF2-40B4-BE49-F238E27FC236}">
                <a16:creationId xmlns:a16="http://schemas.microsoft.com/office/drawing/2014/main" id="{414B23C9-A89B-489C-84C3-CB39EAB7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375" y="4050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5" name="path-3712">
            <a:extLst xmlns:a="http://schemas.openxmlformats.org/drawingml/2006/main">
              <a:ext uri="{FF2B5EF4-FFF2-40B4-BE49-F238E27FC236}">
                <a16:creationId xmlns:a16="http://schemas.microsoft.com/office/drawing/2014/main" id="{2A544819-07EC-4F2C-BBF4-5E3D0B8C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209" y="4055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6" name="path-3713">
            <a:extLst xmlns:a="http://schemas.openxmlformats.org/drawingml/2006/main">
              <a:ext uri="{FF2B5EF4-FFF2-40B4-BE49-F238E27FC236}">
                <a16:creationId xmlns:a16="http://schemas.microsoft.com/office/drawing/2014/main" id="{AF63E2A1-5E14-4914-8536-AFC006E4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444" y="40612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7" name="path-3714">
            <a:extLst xmlns:a="http://schemas.openxmlformats.org/drawingml/2006/main">
              <a:ext uri="{FF2B5EF4-FFF2-40B4-BE49-F238E27FC236}">
                <a16:creationId xmlns:a16="http://schemas.microsoft.com/office/drawing/2014/main" id="{496D6F92-BD4F-45D9-8532-76BAFFA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110" y="4017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8" name="path-3715">
            <a:extLst xmlns:a="http://schemas.openxmlformats.org/drawingml/2006/main">
              <a:ext uri="{FF2B5EF4-FFF2-40B4-BE49-F238E27FC236}">
                <a16:creationId xmlns:a16="http://schemas.microsoft.com/office/drawing/2014/main" id="{EAF02072-7A49-4AB9-8457-067F625C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261" y="40502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9" name="path-3716">
            <a:extLst xmlns:a="http://schemas.openxmlformats.org/drawingml/2006/main">
              <a:ext uri="{FF2B5EF4-FFF2-40B4-BE49-F238E27FC236}">
                <a16:creationId xmlns:a16="http://schemas.microsoft.com/office/drawing/2014/main" id="{1C60A824-6398-43D8-BDB5-5B04000C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3802" y="40444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0" name="path-3717">
            <a:extLst xmlns:a="http://schemas.openxmlformats.org/drawingml/2006/main">
              <a:ext uri="{FF2B5EF4-FFF2-40B4-BE49-F238E27FC236}">
                <a16:creationId xmlns:a16="http://schemas.microsoft.com/office/drawing/2014/main" id="{17855EDF-C32E-4059-BE32-5DBA13F3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391" y="40504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1" name="path-3718">
            <a:extLst xmlns:a="http://schemas.openxmlformats.org/drawingml/2006/main">
              <a:ext uri="{FF2B5EF4-FFF2-40B4-BE49-F238E27FC236}">
                <a16:creationId xmlns:a16="http://schemas.microsoft.com/office/drawing/2014/main" id="{2434C4D2-5A88-4455-80FA-AE7671A1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902" y="4044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2" name="path-3719">
            <a:extLst xmlns:a="http://schemas.openxmlformats.org/drawingml/2006/main">
              <a:ext uri="{FF2B5EF4-FFF2-40B4-BE49-F238E27FC236}">
                <a16:creationId xmlns:a16="http://schemas.microsoft.com/office/drawing/2014/main" id="{AFF230DB-A88A-48E6-8B11-AA5B6DF3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778" y="40411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3" name="path-3720">
            <a:extLst xmlns:a="http://schemas.openxmlformats.org/drawingml/2006/main">
              <a:ext uri="{FF2B5EF4-FFF2-40B4-BE49-F238E27FC236}">
                <a16:creationId xmlns:a16="http://schemas.microsoft.com/office/drawing/2014/main" id="{672CC53C-AA31-4E8A-867A-24E07433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705" y="40409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4" name="path-3721">
            <a:extLst xmlns:a="http://schemas.openxmlformats.org/drawingml/2006/main">
              <a:ext uri="{FF2B5EF4-FFF2-40B4-BE49-F238E27FC236}">
                <a16:creationId xmlns:a16="http://schemas.microsoft.com/office/drawing/2014/main" id="{B4FDAAB1-0527-43AE-9E28-1CB77914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939" y="4042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5" name="path-3722">
            <a:extLst xmlns:a="http://schemas.openxmlformats.org/drawingml/2006/main">
              <a:ext uri="{FF2B5EF4-FFF2-40B4-BE49-F238E27FC236}">
                <a16:creationId xmlns:a16="http://schemas.microsoft.com/office/drawing/2014/main" id="{48047F67-F209-4BBC-BA22-3E825619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405" y="40440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6" name="path-3723">
            <a:extLst xmlns:a="http://schemas.openxmlformats.org/drawingml/2006/main">
              <a:ext uri="{FF2B5EF4-FFF2-40B4-BE49-F238E27FC236}">
                <a16:creationId xmlns:a16="http://schemas.microsoft.com/office/drawing/2014/main" id="{B221274A-8BB7-414C-B0FF-D4D8C380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474" y="40431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7" name="path-3724">
            <a:extLst xmlns:a="http://schemas.openxmlformats.org/drawingml/2006/main">
              <a:ext uri="{FF2B5EF4-FFF2-40B4-BE49-F238E27FC236}">
                <a16:creationId xmlns:a16="http://schemas.microsoft.com/office/drawing/2014/main" id="{5BAB3618-41B3-488C-85B6-EA03F959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449" y="4041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8" name="path-3725">
            <a:extLst xmlns:a="http://schemas.openxmlformats.org/drawingml/2006/main">
              <a:ext uri="{FF2B5EF4-FFF2-40B4-BE49-F238E27FC236}">
                <a16:creationId xmlns:a16="http://schemas.microsoft.com/office/drawing/2014/main" id="{0DA0FBF8-9C51-4DCC-B8B3-D742A4B8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861" y="4023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9" name="path-3726">
            <a:extLst xmlns:a="http://schemas.openxmlformats.org/drawingml/2006/main">
              <a:ext uri="{FF2B5EF4-FFF2-40B4-BE49-F238E27FC236}">
                <a16:creationId xmlns:a16="http://schemas.microsoft.com/office/drawing/2014/main" id="{33132827-8183-498F-9E2A-D4AAF59E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925" y="40433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0" name="path-3727">
            <a:extLst xmlns:a="http://schemas.openxmlformats.org/drawingml/2006/main">
              <a:ext uri="{FF2B5EF4-FFF2-40B4-BE49-F238E27FC236}">
                <a16:creationId xmlns:a16="http://schemas.microsoft.com/office/drawing/2014/main" id="{9031634E-B4B1-42B9-BCFD-A130A5D8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473" y="40599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1" name="path-3728">
            <a:extLst xmlns:a="http://schemas.openxmlformats.org/drawingml/2006/main">
              <a:ext uri="{FF2B5EF4-FFF2-40B4-BE49-F238E27FC236}">
                <a16:creationId xmlns:a16="http://schemas.microsoft.com/office/drawing/2014/main" id="{B948B356-8BAB-450C-81FE-83116F60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224" y="4049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2" name="path-3729">
            <a:extLst xmlns:a="http://schemas.openxmlformats.org/drawingml/2006/main">
              <a:ext uri="{FF2B5EF4-FFF2-40B4-BE49-F238E27FC236}">
                <a16:creationId xmlns:a16="http://schemas.microsoft.com/office/drawing/2014/main" id="{0E3254A8-4054-46DA-9DCE-CA5BB348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937" y="40734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3" name="path-3730">
            <a:extLst xmlns:a="http://schemas.openxmlformats.org/drawingml/2006/main">
              <a:ext uri="{FF2B5EF4-FFF2-40B4-BE49-F238E27FC236}">
                <a16:creationId xmlns:a16="http://schemas.microsoft.com/office/drawing/2014/main" id="{8B04CB58-3899-490D-A678-906D78E6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981" y="40417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4" name="path-3731">
            <a:extLst xmlns:a="http://schemas.openxmlformats.org/drawingml/2006/main">
              <a:ext uri="{FF2B5EF4-FFF2-40B4-BE49-F238E27FC236}">
                <a16:creationId xmlns:a16="http://schemas.microsoft.com/office/drawing/2014/main" id="{96ACC989-83D1-4C03-8C4A-64485393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062" y="40445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5" name="path-3732">
            <a:extLst xmlns:a="http://schemas.openxmlformats.org/drawingml/2006/main">
              <a:ext uri="{FF2B5EF4-FFF2-40B4-BE49-F238E27FC236}">
                <a16:creationId xmlns:a16="http://schemas.microsoft.com/office/drawing/2014/main" id="{D272F51E-E69C-410F-A83E-45450AA2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880" y="40383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6" name="path-3733">
            <a:extLst xmlns:a="http://schemas.openxmlformats.org/drawingml/2006/main">
              <a:ext uri="{FF2B5EF4-FFF2-40B4-BE49-F238E27FC236}">
                <a16:creationId xmlns:a16="http://schemas.microsoft.com/office/drawing/2014/main" id="{6952DCFF-3744-4803-A518-73603B03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976" y="40345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7" name="path-3734">
            <a:extLst xmlns:a="http://schemas.openxmlformats.org/drawingml/2006/main">
              <a:ext uri="{FF2B5EF4-FFF2-40B4-BE49-F238E27FC236}">
                <a16:creationId xmlns:a16="http://schemas.microsoft.com/office/drawing/2014/main" id="{6533664E-7F50-423A-9F6B-3C6561EC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5280" y="4041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8" name="path-3735">
            <a:extLst xmlns:a="http://schemas.openxmlformats.org/drawingml/2006/main">
              <a:ext uri="{FF2B5EF4-FFF2-40B4-BE49-F238E27FC236}">
                <a16:creationId xmlns:a16="http://schemas.microsoft.com/office/drawing/2014/main" id="{2FDC16C8-D711-4866-8597-918DBF6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1756" y="4045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9" name="path-3736">
            <a:extLst xmlns:a="http://schemas.openxmlformats.org/drawingml/2006/main">
              <a:ext uri="{FF2B5EF4-FFF2-40B4-BE49-F238E27FC236}">
                <a16:creationId xmlns:a16="http://schemas.microsoft.com/office/drawing/2014/main" id="{016041D0-4415-483D-ADC5-885034B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332" y="40469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0" name="path-3737">
            <a:extLst xmlns:a="http://schemas.openxmlformats.org/drawingml/2006/main">
              <a:ext uri="{FF2B5EF4-FFF2-40B4-BE49-F238E27FC236}">
                <a16:creationId xmlns:a16="http://schemas.microsoft.com/office/drawing/2014/main" id="{0469035A-467F-46E0-BA88-FCDF0B4F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287" y="4043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1" name="path-3738">
            <a:extLst xmlns:a="http://schemas.openxmlformats.org/drawingml/2006/main">
              <a:ext uri="{FF2B5EF4-FFF2-40B4-BE49-F238E27FC236}">
                <a16:creationId xmlns:a16="http://schemas.microsoft.com/office/drawing/2014/main" id="{528CB877-37CA-4BBD-AC5B-BE9C4008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015" y="40473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2" name="path-3739">
            <a:extLst xmlns:a="http://schemas.openxmlformats.org/drawingml/2006/main">
              <a:ext uri="{FF2B5EF4-FFF2-40B4-BE49-F238E27FC236}">
                <a16:creationId xmlns:a16="http://schemas.microsoft.com/office/drawing/2014/main" id="{99EC7FA9-25E7-42D6-9238-94E84F9D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7097" y="40404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3" name="path-3740">
            <a:extLst xmlns:a="http://schemas.openxmlformats.org/drawingml/2006/main">
              <a:ext uri="{FF2B5EF4-FFF2-40B4-BE49-F238E27FC236}">
                <a16:creationId xmlns:a16="http://schemas.microsoft.com/office/drawing/2014/main" id="{FFB43834-9942-4058-BD07-EE09991D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140" y="40469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4" name="path-3741">
            <a:extLst xmlns:a="http://schemas.openxmlformats.org/drawingml/2006/main">
              <a:ext uri="{FF2B5EF4-FFF2-40B4-BE49-F238E27FC236}">
                <a16:creationId xmlns:a16="http://schemas.microsoft.com/office/drawing/2014/main" id="{6843BDE5-CC95-434D-BC3A-DA8EAA32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703" y="40292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5" name="path-3742">
            <a:extLst xmlns:a="http://schemas.openxmlformats.org/drawingml/2006/main">
              <a:ext uri="{FF2B5EF4-FFF2-40B4-BE49-F238E27FC236}">
                <a16:creationId xmlns:a16="http://schemas.microsoft.com/office/drawing/2014/main" id="{294E6C11-36D7-432D-9D84-83FF6E9B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7652" y="40434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6" name="path-3743">
            <a:extLst xmlns:a="http://schemas.openxmlformats.org/drawingml/2006/main">
              <a:ext uri="{FF2B5EF4-FFF2-40B4-BE49-F238E27FC236}">
                <a16:creationId xmlns:a16="http://schemas.microsoft.com/office/drawing/2014/main" id="{FC71A404-4D4D-4C92-ABA5-234A9AF6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847" y="4062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7" name="path-3744">
            <a:extLst xmlns:a="http://schemas.openxmlformats.org/drawingml/2006/main">
              <a:ext uri="{FF2B5EF4-FFF2-40B4-BE49-F238E27FC236}">
                <a16:creationId xmlns:a16="http://schemas.microsoft.com/office/drawing/2014/main" id="{FE0AFD6F-A4CC-4AAA-B7FF-81B943FE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000" y="4048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8" name="path-3745">
            <a:extLst xmlns:a="http://schemas.openxmlformats.org/drawingml/2006/main">
              <a:ext uri="{FF2B5EF4-FFF2-40B4-BE49-F238E27FC236}">
                <a16:creationId xmlns:a16="http://schemas.microsoft.com/office/drawing/2014/main" id="{C99D63F7-C637-4249-BC98-88416A74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703" y="40513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9" name="path-3746">
            <a:extLst xmlns:a="http://schemas.openxmlformats.org/drawingml/2006/main">
              <a:ext uri="{FF2B5EF4-FFF2-40B4-BE49-F238E27FC236}">
                <a16:creationId xmlns:a16="http://schemas.microsoft.com/office/drawing/2014/main" id="{EF766177-CECF-4AFD-A7C1-7B0CE0F0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752" y="4015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0" name="path-3747">
            <a:extLst xmlns:a="http://schemas.openxmlformats.org/drawingml/2006/main">
              <a:ext uri="{FF2B5EF4-FFF2-40B4-BE49-F238E27FC236}">
                <a16:creationId xmlns:a16="http://schemas.microsoft.com/office/drawing/2014/main" id="{08876335-F8A4-48B8-9EC2-B69302EC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483" y="40228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1" name="path-3748">
            <a:extLst xmlns:a="http://schemas.openxmlformats.org/drawingml/2006/main">
              <a:ext uri="{FF2B5EF4-FFF2-40B4-BE49-F238E27FC236}">
                <a16:creationId xmlns:a16="http://schemas.microsoft.com/office/drawing/2014/main" id="{A2477D3B-4219-422D-9A5D-A5014571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8682" y="40522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2" name="path-3749">
            <a:extLst xmlns:a="http://schemas.openxmlformats.org/drawingml/2006/main">
              <a:ext uri="{FF2B5EF4-FFF2-40B4-BE49-F238E27FC236}">
                <a16:creationId xmlns:a16="http://schemas.microsoft.com/office/drawing/2014/main" id="{E95A87F7-DF32-42A9-9E07-C418BC2C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984" y="4040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3" name="path-3750">
            <a:extLst xmlns:a="http://schemas.openxmlformats.org/drawingml/2006/main">
              <a:ext uri="{FF2B5EF4-FFF2-40B4-BE49-F238E27FC236}">
                <a16:creationId xmlns:a16="http://schemas.microsoft.com/office/drawing/2014/main" id="{276619E3-66E1-4797-8C8F-A7DC732F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993" y="4016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4" name="path-3751">
            <a:extLst xmlns:a="http://schemas.openxmlformats.org/drawingml/2006/main">
              <a:ext uri="{FF2B5EF4-FFF2-40B4-BE49-F238E27FC236}">
                <a16:creationId xmlns:a16="http://schemas.microsoft.com/office/drawing/2014/main" id="{43D1DBDE-6630-4115-B421-682720BD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347" y="4043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5" name="path-3752">
            <a:extLst xmlns:a="http://schemas.openxmlformats.org/drawingml/2006/main">
              <a:ext uri="{FF2B5EF4-FFF2-40B4-BE49-F238E27FC236}">
                <a16:creationId xmlns:a16="http://schemas.microsoft.com/office/drawing/2014/main" id="{2F6E6936-53B4-4FE9-B386-242DFF3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673" y="40436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6" name="path-3753">
            <a:extLst xmlns:a="http://schemas.openxmlformats.org/drawingml/2006/main">
              <a:ext uri="{FF2B5EF4-FFF2-40B4-BE49-F238E27FC236}">
                <a16:creationId xmlns:a16="http://schemas.microsoft.com/office/drawing/2014/main" id="{5BDEA03C-C949-4B42-973B-CFAD1B03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255" y="40464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7" name="path-3754">
            <a:extLst xmlns:a="http://schemas.openxmlformats.org/drawingml/2006/main">
              <a:ext uri="{FF2B5EF4-FFF2-40B4-BE49-F238E27FC236}">
                <a16:creationId xmlns:a16="http://schemas.microsoft.com/office/drawing/2014/main" id="{CA332BCF-DC3E-42E6-9BD0-CD588B19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6720" y="40252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8" name="path-3755">
            <a:extLst xmlns:a="http://schemas.openxmlformats.org/drawingml/2006/main">
              <a:ext uri="{FF2B5EF4-FFF2-40B4-BE49-F238E27FC236}">
                <a16:creationId xmlns:a16="http://schemas.microsoft.com/office/drawing/2014/main" id="{7E05C105-8836-4715-9E01-F3FAC8FE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708" y="40424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9" name="path-3756">
            <a:extLst xmlns:a="http://schemas.openxmlformats.org/drawingml/2006/main">
              <a:ext uri="{FF2B5EF4-FFF2-40B4-BE49-F238E27FC236}">
                <a16:creationId xmlns:a16="http://schemas.microsoft.com/office/drawing/2014/main" id="{FB08E903-291D-43B7-85F0-7D9C654B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53" y="40583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0" name="path-3757">
            <a:extLst xmlns:a="http://schemas.openxmlformats.org/drawingml/2006/main">
              <a:ext uri="{FF2B5EF4-FFF2-40B4-BE49-F238E27FC236}">
                <a16:creationId xmlns:a16="http://schemas.microsoft.com/office/drawing/2014/main" id="{7EA33E52-F7F7-4963-A441-9D557E7C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979" y="4047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1" name="path-3758">
            <a:extLst xmlns:a="http://schemas.openxmlformats.org/drawingml/2006/main">
              <a:ext uri="{FF2B5EF4-FFF2-40B4-BE49-F238E27FC236}">
                <a16:creationId xmlns:a16="http://schemas.microsoft.com/office/drawing/2014/main" id="{AD8850E7-2A15-4B06-B565-E469DDAA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8554" y="4041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2" name="path-3759">
            <a:extLst xmlns:a="http://schemas.openxmlformats.org/drawingml/2006/main">
              <a:ext uri="{FF2B5EF4-FFF2-40B4-BE49-F238E27FC236}">
                <a16:creationId xmlns:a16="http://schemas.microsoft.com/office/drawing/2014/main" id="{207C0847-BEFD-4AC8-A5C5-59A8BEAA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787" y="40434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3" name="path-3760">
            <a:extLst xmlns:a="http://schemas.openxmlformats.org/drawingml/2006/main">
              <a:ext uri="{FF2B5EF4-FFF2-40B4-BE49-F238E27FC236}">
                <a16:creationId xmlns:a16="http://schemas.microsoft.com/office/drawing/2014/main" id="{EA59EFA4-DDAC-4FD1-B69D-F6FEC05B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134" y="40395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4" name="path-3761">
            <a:extLst xmlns:a="http://schemas.openxmlformats.org/drawingml/2006/main">
              <a:ext uri="{FF2B5EF4-FFF2-40B4-BE49-F238E27FC236}">
                <a16:creationId xmlns:a16="http://schemas.microsoft.com/office/drawing/2014/main" id="{AE6A0471-132F-4FDE-9D65-52F040B7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077" y="4044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5" name="path-3762">
            <a:extLst xmlns:a="http://schemas.openxmlformats.org/drawingml/2006/main">
              <a:ext uri="{FF2B5EF4-FFF2-40B4-BE49-F238E27FC236}">
                <a16:creationId xmlns:a16="http://schemas.microsoft.com/office/drawing/2014/main" id="{18D8930D-4016-40AD-A723-85E32644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467" y="40404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6" name="path-3763">
            <a:extLst xmlns:a="http://schemas.openxmlformats.org/drawingml/2006/main">
              <a:ext uri="{FF2B5EF4-FFF2-40B4-BE49-F238E27FC236}">
                <a16:creationId xmlns:a16="http://schemas.microsoft.com/office/drawing/2014/main" id="{73BF91B7-7A36-44DF-B7D1-4818C95C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260" y="4039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7" name="path-3764">
            <a:extLst xmlns:a="http://schemas.openxmlformats.org/drawingml/2006/main">
              <a:ext uri="{FF2B5EF4-FFF2-40B4-BE49-F238E27FC236}">
                <a16:creationId xmlns:a16="http://schemas.microsoft.com/office/drawing/2014/main" id="{6A4C6BE4-C367-4C55-9D58-52A128EB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9257" y="40446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8" name="path-3765">
            <a:extLst xmlns:a="http://schemas.openxmlformats.org/drawingml/2006/main">
              <a:ext uri="{FF2B5EF4-FFF2-40B4-BE49-F238E27FC236}">
                <a16:creationId xmlns:a16="http://schemas.microsoft.com/office/drawing/2014/main" id="{6A2309C4-3F50-4CBD-B5FF-E9999642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242" y="4049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9" name="path-3766">
            <a:extLst xmlns:a="http://schemas.openxmlformats.org/drawingml/2006/main">
              <a:ext uri="{FF2B5EF4-FFF2-40B4-BE49-F238E27FC236}">
                <a16:creationId xmlns:a16="http://schemas.microsoft.com/office/drawing/2014/main" id="{C7E5A811-052C-4CDD-A8E6-1084BF35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3979" y="40363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0" name="path-3767">
            <a:extLst xmlns:a="http://schemas.openxmlformats.org/drawingml/2006/main">
              <a:ext uri="{FF2B5EF4-FFF2-40B4-BE49-F238E27FC236}">
                <a16:creationId xmlns:a16="http://schemas.microsoft.com/office/drawing/2014/main" id="{E0701121-00F9-4AC3-8700-100F741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650" y="40510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1" name="path-3768">
            <a:extLst xmlns:a="http://schemas.openxmlformats.org/drawingml/2006/main">
              <a:ext uri="{FF2B5EF4-FFF2-40B4-BE49-F238E27FC236}">
                <a16:creationId xmlns:a16="http://schemas.microsoft.com/office/drawing/2014/main" id="{9DE206D1-54EB-4221-BAE1-96F853BA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962" y="4046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2" name="path-3769">
            <a:extLst xmlns:a="http://schemas.openxmlformats.org/drawingml/2006/main">
              <a:ext uri="{FF2B5EF4-FFF2-40B4-BE49-F238E27FC236}">
                <a16:creationId xmlns:a16="http://schemas.microsoft.com/office/drawing/2014/main" id="{335BDADD-6000-4695-A6E0-2F6C25C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035" y="4020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3" name="path-3770">
            <a:extLst xmlns:a="http://schemas.openxmlformats.org/drawingml/2006/main">
              <a:ext uri="{FF2B5EF4-FFF2-40B4-BE49-F238E27FC236}">
                <a16:creationId xmlns:a16="http://schemas.microsoft.com/office/drawing/2014/main" id="{C2AD3702-3FE0-47AB-9935-D0F081A4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531" y="4038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4" name="path-3771">
            <a:extLst xmlns:a="http://schemas.openxmlformats.org/drawingml/2006/main">
              <a:ext uri="{FF2B5EF4-FFF2-40B4-BE49-F238E27FC236}">
                <a16:creationId xmlns:a16="http://schemas.microsoft.com/office/drawing/2014/main" id="{6C1CDB86-ED54-48AC-8242-89F45193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6714" y="40323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5" name="path-3772">
            <a:extLst xmlns:a="http://schemas.openxmlformats.org/drawingml/2006/main">
              <a:ext uri="{FF2B5EF4-FFF2-40B4-BE49-F238E27FC236}">
                <a16:creationId xmlns:a16="http://schemas.microsoft.com/office/drawing/2014/main" id="{0079834C-33B6-46B1-9994-1A68F33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458" y="40460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6" name="path-3773">
            <a:extLst xmlns:a="http://schemas.openxmlformats.org/drawingml/2006/main">
              <a:ext uri="{FF2B5EF4-FFF2-40B4-BE49-F238E27FC236}">
                <a16:creationId xmlns:a16="http://schemas.microsoft.com/office/drawing/2014/main" id="{EDC1F06B-7ACB-4464-AE73-3D972961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896" y="4047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7" name="path-3774">
            <a:extLst xmlns:a="http://schemas.openxmlformats.org/drawingml/2006/main">
              <a:ext uri="{FF2B5EF4-FFF2-40B4-BE49-F238E27FC236}">
                <a16:creationId xmlns:a16="http://schemas.microsoft.com/office/drawing/2014/main" id="{EF4920ED-0991-43E5-AEC7-B2983C31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310" y="40510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8" name="path-3775">
            <a:extLst xmlns:a="http://schemas.openxmlformats.org/drawingml/2006/main">
              <a:ext uri="{FF2B5EF4-FFF2-40B4-BE49-F238E27FC236}">
                <a16:creationId xmlns:a16="http://schemas.microsoft.com/office/drawing/2014/main" id="{DE667C08-DD2E-44A1-84B0-B4C13205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106" y="4047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9" name="path-3776">
            <a:extLst xmlns:a="http://schemas.openxmlformats.org/drawingml/2006/main">
              <a:ext uri="{FF2B5EF4-FFF2-40B4-BE49-F238E27FC236}">
                <a16:creationId xmlns:a16="http://schemas.microsoft.com/office/drawing/2014/main" id="{4FD365AB-D7CC-4B13-B369-9BC66F7B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7828" y="40651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0" name="path-3777">
            <a:extLst xmlns:a="http://schemas.openxmlformats.org/drawingml/2006/main">
              <a:ext uri="{FF2B5EF4-FFF2-40B4-BE49-F238E27FC236}">
                <a16:creationId xmlns:a16="http://schemas.microsoft.com/office/drawing/2014/main" id="{5D60A698-78BF-419B-BA1E-9A0F0A4D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000" y="4047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1" name="path-3778">
            <a:extLst xmlns:a="http://schemas.openxmlformats.org/drawingml/2006/main">
              <a:ext uri="{FF2B5EF4-FFF2-40B4-BE49-F238E27FC236}">
                <a16:creationId xmlns:a16="http://schemas.microsoft.com/office/drawing/2014/main" id="{69C59A4B-09F7-4EA4-A689-E4CF507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491" y="40497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2" name="path-3779">
            <a:extLst xmlns:a="http://schemas.openxmlformats.org/drawingml/2006/main">
              <a:ext uri="{FF2B5EF4-FFF2-40B4-BE49-F238E27FC236}">
                <a16:creationId xmlns:a16="http://schemas.microsoft.com/office/drawing/2014/main" id="{38B71986-1C53-4102-92A1-C3C49A0F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019" y="40422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3" name="path-3780">
            <a:extLst xmlns:a="http://schemas.openxmlformats.org/drawingml/2006/main">
              <a:ext uri="{FF2B5EF4-FFF2-40B4-BE49-F238E27FC236}">
                <a16:creationId xmlns:a16="http://schemas.microsoft.com/office/drawing/2014/main" id="{9E4D4007-CB66-4D00-8629-A5F2BFFA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774" y="40522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4" name="path-3781">
            <a:extLst xmlns:a="http://schemas.openxmlformats.org/drawingml/2006/main">
              <a:ext uri="{FF2B5EF4-FFF2-40B4-BE49-F238E27FC236}">
                <a16:creationId xmlns:a16="http://schemas.microsoft.com/office/drawing/2014/main" id="{F81520C7-9BE2-4848-BB95-B1C424B0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376" y="40365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5" name="path-3782">
            <a:extLst xmlns:a="http://schemas.openxmlformats.org/drawingml/2006/main">
              <a:ext uri="{FF2B5EF4-FFF2-40B4-BE49-F238E27FC236}">
                <a16:creationId xmlns:a16="http://schemas.microsoft.com/office/drawing/2014/main" id="{7FDA8E4F-A327-4744-8AEE-2F28680C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060" y="40458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6" name="path-3783">
            <a:extLst xmlns:a="http://schemas.openxmlformats.org/drawingml/2006/main">
              <a:ext uri="{FF2B5EF4-FFF2-40B4-BE49-F238E27FC236}">
                <a16:creationId xmlns:a16="http://schemas.microsoft.com/office/drawing/2014/main" id="{E6103708-09EE-4E66-A797-70FD88F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027" y="40432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7" name="path-3784">
            <a:extLst xmlns:a="http://schemas.openxmlformats.org/drawingml/2006/main">
              <a:ext uri="{FF2B5EF4-FFF2-40B4-BE49-F238E27FC236}">
                <a16:creationId xmlns:a16="http://schemas.microsoft.com/office/drawing/2014/main" id="{08AC415D-D0CF-41ED-A3E7-BB20847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062" y="40345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8" name="path-3785">
            <a:extLst xmlns:a="http://schemas.openxmlformats.org/drawingml/2006/main">
              <a:ext uri="{FF2B5EF4-FFF2-40B4-BE49-F238E27FC236}">
                <a16:creationId xmlns:a16="http://schemas.microsoft.com/office/drawing/2014/main" id="{5B9347B9-EBF8-4EE2-99B6-38A91934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024" y="4036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9" name="path-3786">
            <a:extLst xmlns:a="http://schemas.openxmlformats.org/drawingml/2006/main">
              <a:ext uri="{FF2B5EF4-FFF2-40B4-BE49-F238E27FC236}">
                <a16:creationId xmlns:a16="http://schemas.microsoft.com/office/drawing/2014/main" id="{5308F977-3E18-4245-BC64-ED1B47DF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310" y="4045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0" name="path-3787">
            <a:extLst xmlns:a="http://schemas.openxmlformats.org/drawingml/2006/main">
              <a:ext uri="{FF2B5EF4-FFF2-40B4-BE49-F238E27FC236}">
                <a16:creationId xmlns:a16="http://schemas.microsoft.com/office/drawing/2014/main" id="{1F77AB4E-0A12-423A-B76E-C96B6763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5107" y="40440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1" name="path-3788">
            <a:extLst xmlns:a="http://schemas.openxmlformats.org/drawingml/2006/main">
              <a:ext uri="{FF2B5EF4-FFF2-40B4-BE49-F238E27FC236}">
                <a16:creationId xmlns:a16="http://schemas.microsoft.com/office/drawing/2014/main" id="{2BBCA2C4-60D4-4ECE-A20A-F2F626D1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548" y="4044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2" name="path-3789">
            <a:extLst xmlns:a="http://schemas.openxmlformats.org/drawingml/2006/main">
              <a:ext uri="{FF2B5EF4-FFF2-40B4-BE49-F238E27FC236}">
                <a16:creationId xmlns:a16="http://schemas.microsoft.com/office/drawing/2014/main" id="{FC055D66-8C64-4929-8012-368C8906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626" y="40622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3" name="path-3790">
            <a:extLst xmlns:a="http://schemas.openxmlformats.org/drawingml/2006/main">
              <a:ext uri="{FF2B5EF4-FFF2-40B4-BE49-F238E27FC236}">
                <a16:creationId xmlns:a16="http://schemas.microsoft.com/office/drawing/2014/main" id="{01D657CA-AD60-4001-8675-3A08709A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38" y="4022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4" name="path-3791">
            <a:extLst xmlns:a="http://schemas.openxmlformats.org/drawingml/2006/main">
              <a:ext uri="{FF2B5EF4-FFF2-40B4-BE49-F238E27FC236}">
                <a16:creationId xmlns:a16="http://schemas.microsoft.com/office/drawing/2014/main" id="{B8C9F702-D51B-40E0-9AA8-BC500AC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007" y="40438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5" name="path-3792">
            <a:extLst xmlns:a="http://schemas.openxmlformats.org/drawingml/2006/main">
              <a:ext uri="{FF2B5EF4-FFF2-40B4-BE49-F238E27FC236}">
                <a16:creationId xmlns:a16="http://schemas.microsoft.com/office/drawing/2014/main" id="{D2584AFF-2EDD-4C1B-B899-7222C7C7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935" y="4046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6" name="path-3793">
            <a:extLst xmlns:a="http://schemas.openxmlformats.org/drawingml/2006/main">
              <a:ext uri="{FF2B5EF4-FFF2-40B4-BE49-F238E27FC236}">
                <a16:creationId xmlns:a16="http://schemas.microsoft.com/office/drawing/2014/main" id="{522BE677-A58A-4512-AA41-6E6F3125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568" y="40474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7" name="path-3794">
            <a:extLst xmlns:a="http://schemas.openxmlformats.org/drawingml/2006/main">
              <a:ext uri="{FF2B5EF4-FFF2-40B4-BE49-F238E27FC236}">
                <a16:creationId xmlns:a16="http://schemas.microsoft.com/office/drawing/2014/main" id="{37EE8374-9D93-4F93-9099-B80D0A3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1777" y="40076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8" name="path-3795">
            <a:extLst xmlns:a="http://schemas.openxmlformats.org/drawingml/2006/main">
              <a:ext uri="{FF2B5EF4-FFF2-40B4-BE49-F238E27FC236}">
                <a16:creationId xmlns:a16="http://schemas.microsoft.com/office/drawing/2014/main" id="{69CF09EC-589D-4CF0-AB40-EEBFEAC1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849" y="4027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9" name="path-3796">
            <a:extLst xmlns:a="http://schemas.openxmlformats.org/drawingml/2006/main">
              <a:ext uri="{FF2B5EF4-FFF2-40B4-BE49-F238E27FC236}">
                <a16:creationId xmlns:a16="http://schemas.microsoft.com/office/drawing/2014/main" id="{62EC45CF-4546-401E-9219-EEA71F88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099" y="40402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0" name="path-3797">
            <a:extLst xmlns:a="http://schemas.openxmlformats.org/drawingml/2006/main">
              <a:ext uri="{FF2B5EF4-FFF2-40B4-BE49-F238E27FC236}">
                <a16:creationId xmlns:a16="http://schemas.microsoft.com/office/drawing/2014/main" id="{017D7E10-EE14-4F3B-886E-BAC72A59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540" y="4016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1" name="path-3798">
            <a:extLst xmlns:a="http://schemas.openxmlformats.org/drawingml/2006/main">
              <a:ext uri="{FF2B5EF4-FFF2-40B4-BE49-F238E27FC236}">
                <a16:creationId xmlns:a16="http://schemas.microsoft.com/office/drawing/2014/main" id="{7434963B-859C-491C-A5EE-DD01377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7167" y="40422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2" name="path-3799">
            <a:extLst xmlns:a="http://schemas.openxmlformats.org/drawingml/2006/main">
              <a:ext uri="{FF2B5EF4-FFF2-40B4-BE49-F238E27FC236}">
                <a16:creationId xmlns:a16="http://schemas.microsoft.com/office/drawing/2014/main" id="{1A0F1D84-16EE-4F8B-B435-A9913E95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607" y="40627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3" name="path-3800">
            <a:extLst xmlns:a="http://schemas.openxmlformats.org/drawingml/2006/main">
              <a:ext uri="{FF2B5EF4-FFF2-40B4-BE49-F238E27FC236}">
                <a16:creationId xmlns:a16="http://schemas.microsoft.com/office/drawing/2014/main" id="{B0B2BFEB-87C0-40A3-8470-CAAB6252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712" y="4033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4" name="path-3801">
            <a:extLst xmlns:a="http://schemas.openxmlformats.org/drawingml/2006/main">
              <a:ext uri="{FF2B5EF4-FFF2-40B4-BE49-F238E27FC236}">
                <a16:creationId xmlns:a16="http://schemas.microsoft.com/office/drawing/2014/main" id="{D9D4CD8A-313A-4FDA-BB27-B9FB4B3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113" y="40434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5" name="path-3802">
            <a:extLst xmlns:a="http://schemas.openxmlformats.org/drawingml/2006/main">
              <a:ext uri="{FF2B5EF4-FFF2-40B4-BE49-F238E27FC236}">
                <a16:creationId xmlns:a16="http://schemas.microsoft.com/office/drawing/2014/main" id="{901170B2-BB77-41D7-970E-799419B3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190" y="40363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6" name="path-3803">
            <a:extLst xmlns:a="http://schemas.openxmlformats.org/drawingml/2006/main">
              <a:ext uri="{FF2B5EF4-FFF2-40B4-BE49-F238E27FC236}">
                <a16:creationId xmlns:a16="http://schemas.microsoft.com/office/drawing/2014/main" id="{7BBE3E6F-CF4F-49D8-AB55-00D577F2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921" y="40383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7" name="path-3804">
            <a:extLst xmlns:a="http://schemas.openxmlformats.org/drawingml/2006/main">
              <a:ext uri="{FF2B5EF4-FFF2-40B4-BE49-F238E27FC236}">
                <a16:creationId xmlns:a16="http://schemas.microsoft.com/office/drawing/2014/main" id="{239338AC-F297-4878-B5D7-199D2B01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1765" y="40527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8" name="path-3805">
            <a:extLst xmlns:a="http://schemas.openxmlformats.org/drawingml/2006/main">
              <a:ext uri="{FF2B5EF4-FFF2-40B4-BE49-F238E27FC236}">
                <a16:creationId xmlns:a16="http://schemas.microsoft.com/office/drawing/2014/main" id="{99E2E00B-1ED9-4AE5-8C06-1E95BA94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924" y="4042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9" name="path-3806">
            <a:extLst xmlns:a="http://schemas.openxmlformats.org/drawingml/2006/main">
              <a:ext uri="{FF2B5EF4-FFF2-40B4-BE49-F238E27FC236}">
                <a16:creationId xmlns:a16="http://schemas.microsoft.com/office/drawing/2014/main" id="{27B3E8A8-4C30-4ED6-A147-89CB71B6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122" y="40443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0" name="path-3807">
            <a:extLst xmlns:a="http://schemas.openxmlformats.org/drawingml/2006/main">
              <a:ext uri="{FF2B5EF4-FFF2-40B4-BE49-F238E27FC236}">
                <a16:creationId xmlns:a16="http://schemas.microsoft.com/office/drawing/2014/main" id="{8A925F12-BF41-4458-9ED4-E915F8E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562" y="40415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1" name="path-3808">
            <a:extLst xmlns:a="http://schemas.openxmlformats.org/drawingml/2006/main">
              <a:ext uri="{FF2B5EF4-FFF2-40B4-BE49-F238E27FC236}">
                <a16:creationId xmlns:a16="http://schemas.microsoft.com/office/drawing/2014/main" id="{2450A198-81B2-4A8D-83BC-066D421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549" y="40438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2" name="path-3809">
            <a:extLst xmlns:a="http://schemas.openxmlformats.org/drawingml/2006/main">
              <a:ext uri="{FF2B5EF4-FFF2-40B4-BE49-F238E27FC236}">
                <a16:creationId xmlns:a16="http://schemas.microsoft.com/office/drawing/2014/main" id="{9CCAE922-2B9B-4380-B0A2-B69430A7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529" y="40470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3" name="path-3810">
            <a:extLst xmlns:a="http://schemas.openxmlformats.org/drawingml/2006/main">
              <a:ext uri="{FF2B5EF4-FFF2-40B4-BE49-F238E27FC236}">
                <a16:creationId xmlns:a16="http://schemas.microsoft.com/office/drawing/2014/main" id="{C7B37A28-4355-4667-99AE-4E430566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637" y="40468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4" name="path-3811">
            <a:extLst xmlns:a="http://schemas.openxmlformats.org/drawingml/2006/main">
              <a:ext uri="{FF2B5EF4-FFF2-40B4-BE49-F238E27FC236}">
                <a16:creationId xmlns:a16="http://schemas.microsoft.com/office/drawing/2014/main" id="{439AF171-DA37-49C7-A867-738C44AC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343" y="40449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5" name="path-3812">
            <a:extLst xmlns:a="http://schemas.openxmlformats.org/drawingml/2006/main">
              <a:ext uri="{FF2B5EF4-FFF2-40B4-BE49-F238E27FC236}">
                <a16:creationId xmlns:a16="http://schemas.microsoft.com/office/drawing/2014/main" id="{89D0745B-B6F5-4D63-9D57-F9324BE5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6367" y="4072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6" name="path-3813">
            <a:extLst xmlns:a="http://schemas.openxmlformats.org/drawingml/2006/main">
              <a:ext uri="{FF2B5EF4-FFF2-40B4-BE49-F238E27FC236}">
                <a16:creationId xmlns:a16="http://schemas.microsoft.com/office/drawing/2014/main" id="{D15D27F0-CA92-42C4-A998-50DD1ABA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215" y="4043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7" name="path-3814">
            <a:extLst xmlns:a="http://schemas.openxmlformats.org/drawingml/2006/main">
              <a:ext uri="{FF2B5EF4-FFF2-40B4-BE49-F238E27FC236}">
                <a16:creationId xmlns:a16="http://schemas.microsoft.com/office/drawing/2014/main" id="{949CBA59-0EC1-4E08-B588-0A16C445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538" y="4041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8" name="path-3815">
            <a:extLst xmlns:a="http://schemas.openxmlformats.org/drawingml/2006/main">
              <a:ext uri="{FF2B5EF4-FFF2-40B4-BE49-F238E27FC236}">
                <a16:creationId xmlns:a16="http://schemas.microsoft.com/office/drawing/2014/main" id="{374E415F-BAE5-4133-B06F-705AE0D3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060" y="4041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9" name="path-3816">
            <a:extLst xmlns:a="http://schemas.openxmlformats.org/drawingml/2006/main">
              <a:ext uri="{FF2B5EF4-FFF2-40B4-BE49-F238E27FC236}">
                <a16:creationId xmlns:a16="http://schemas.microsoft.com/office/drawing/2014/main" id="{7C905C92-DB9A-4984-8573-11EE269E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845" y="4042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0" name="path-3817">
            <a:extLst xmlns:a="http://schemas.openxmlformats.org/drawingml/2006/main">
              <a:ext uri="{FF2B5EF4-FFF2-40B4-BE49-F238E27FC236}">
                <a16:creationId xmlns:a16="http://schemas.microsoft.com/office/drawing/2014/main" id="{6320CA24-9B27-42C5-860A-C7E8AB00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760" y="40322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1" name="path-3818">
            <a:extLst xmlns:a="http://schemas.openxmlformats.org/drawingml/2006/main">
              <a:ext uri="{FF2B5EF4-FFF2-40B4-BE49-F238E27FC236}">
                <a16:creationId xmlns:a16="http://schemas.microsoft.com/office/drawing/2014/main" id="{1567C7F2-C646-499A-9DE2-639C8D2B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563" y="4026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2" name="path-3819">
            <a:extLst xmlns:a="http://schemas.openxmlformats.org/drawingml/2006/main">
              <a:ext uri="{FF2B5EF4-FFF2-40B4-BE49-F238E27FC236}">
                <a16:creationId xmlns:a16="http://schemas.microsoft.com/office/drawing/2014/main" id="{DD6D832D-F45E-4658-8DC6-0E326925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353" y="4022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3" name="path-3820">
            <a:extLst xmlns:a="http://schemas.openxmlformats.org/drawingml/2006/main">
              <a:ext uri="{FF2B5EF4-FFF2-40B4-BE49-F238E27FC236}">
                <a16:creationId xmlns:a16="http://schemas.microsoft.com/office/drawing/2014/main" id="{C784297C-454C-4F27-B8B8-C5EB5A03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327" y="4044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4" name="path-3821">
            <a:extLst xmlns:a="http://schemas.openxmlformats.org/drawingml/2006/main">
              <a:ext uri="{FF2B5EF4-FFF2-40B4-BE49-F238E27FC236}">
                <a16:creationId xmlns:a16="http://schemas.microsoft.com/office/drawing/2014/main" id="{27D84998-21C5-4636-BA3A-9553EA7D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512" y="40462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5" name="path-3822">
            <a:extLst xmlns:a="http://schemas.openxmlformats.org/drawingml/2006/main">
              <a:ext uri="{FF2B5EF4-FFF2-40B4-BE49-F238E27FC236}">
                <a16:creationId xmlns:a16="http://schemas.microsoft.com/office/drawing/2014/main" id="{63447DA0-F975-4BBC-8DE5-E2DDBAD0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6470" y="40229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6" name="path-3823">
            <a:extLst xmlns:a="http://schemas.openxmlformats.org/drawingml/2006/main">
              <a:ext uri="{FF2B5EF4-FFF2-40B4-BE49-F238E27FC236}">
                <a16:creationId xmlns:a16="http://schemas.microsoft.com/office/drawing/2014/main" id="{87BE78A7-12AD-4D31-8CCA-D717F2FB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170" y="4046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7" name="path-3824">
            <a:extLst xmlns:a="http://schemas.openxmlformats.org/drawingml/2006/main">
              <a:ext uri="{FF2B5EF4-FFF2-40B4-BE49-F238E27FC236}">
                <a16:creationId xmlns:a16="http://schemas.microsoft.com/office/drawing/2014/main" id="{5B4529D7-F3CF-4E13-8CF4-474FA15F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528" y="4036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8" name="path-3825">
            <a:extLst xmlns:a="http://schemas.openxmlformats.org/drawingml/2006/main">
              <a:ext uri="{FF2B5EF4-FFF2-40B4-BE49-F238E27FC236}">
                <a16:creationId xmlns:a16="http://schemas.microsoft.com/office/drawing/2014/main" id="{BD214BF3-041D-4CFA-9645-B9361FAC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042" y="40482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9" name="path-3826">
            <a:extLst xmlns:a="http://schemas.openxmlformats.org/drawingml/2006/main">
              <a:ext uri="{FF2B5EF4-FFF2-40B4-BE49-F238E27FC236}">
                <a16:creationId xmlns:a16="http://schemas.microsoft.com/office/drawing/2014/main" id="{E527CA43-9A87-429B-ABE8-BEBEC7C5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987" y="4043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0" name="path-3827">
            <a:extLst xmlns:a="http://schemas.openxmlformats.org/drawingml/2006/main">
              <a:ext uri="{FF2B5EF4-FFF2-40B4-BE49-F238E27FC236}">
                <a16:creationId xmlns:a16="http://schemas.microsoft.com/office/drawing/2014/main" id="{5385F270-FBC6-4E61-8B63-126CDF5C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388" y="40408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1" name="path-3828">
            <a:extLst xmlns:a="http://schemas.openxmlformats.org/drawingml/2006/main">
              <a:ext uri="{FF2B5EF4-FFF2-40B4-BE49-F238E27FC236}">
                <a16:creationId xmlns:a16="http://schemas.microsoft.com/office/drawing/2014/main" id="{6FB1DC57-24AE-4C2B-9294-161656B7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806" y="40466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2" name="path-3829">
            <a:extLst xmlns:a="http://schemas.openxmlformats.org/drawingml/2006/main">
              <a:ext uri="{FF2B5EF4-FFF2-40B4-BE49-F238E27FC236}">
                <a16:creationId xmlns:a16="http://schemas.microsoft.com/office/drawing/2014/main" id="{76ECB061-03B1-4EAB-B4D3-CC5507C2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157" y="4036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3" name="path-3830">
            <a:extLst xmlns:a="http://schemas.openxmlformats.org/drawingml/2006/main">
              <a:ext uri="{FF2B5EF4-FFF2-40B4-BE49-F238E27FC236}">
                <a16:creationId xmlns:a16="http://schemas.microsoft.com/office/drawing/2014/main" id="{388D0288-43ED-4FD2-862C-2A6CC7CD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674" y="40560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4" name="path-3831">
            <a:extLst xmlns:a="http://schemas.openxmlformats.org/drawingml/2006/main">
              <a:ext uri="{FF2B5EF4-FFF2-40B4-BE49-F238E27FC236}">
                <a16:creationId xmlns:a16="http://schemas.microsoft.com/office/drawing/2014/main" id="{5E8E7F89-2DF6-4988-B453-BA472AF5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2084" y="40358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5" name="path-3832">
            <a:extLst xmlns:a="http://schemas.openxmlformats.org/drawingml/2006/main">
              <a:ext uri="{FF2B5EF4-FFF2-40B4-BE49-F238E27FC236}">
                <a16:creationId xmlns:a16="http://schemas.microsoft.com/office/drawing/2014/main" id="{CBB8B3D2-06CC-4C22-A0A0-E75BBC7B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500" y="40142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6" name="path-3833">
            <a:extLst xmlns:a="http://schemas.openxmlformats.org/drawingml/2006/main">
              <a:ext uri="{FF2B5EF4-FFF2-40B4-BE49-F238E27FC236}">
                <a16:creationId xmlns:a16="http://schemas.microsoft.com/office/drawing/2014/main" id="{B633D36F-D00E-4983-A6A2-0F690AB0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719" y="40385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7" name="path-3834">
            <a:extLst xmlns:a="http://schemas.openxmlformats.org/drawingml/2006/main">
              <a:ext uri="{FF2B5EF4-FFF2-40B4-BE49-F238E27FC236}">
                <a16:creationId xmlns:a16="http://schemas.microsoft.com/office/drawing/2014/main" id="{975A70FE-BDA6-4E3F-B9E9-C66AF337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949" y="4048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8" name="path-3835">
            <a:extLst xmlns:a="http://schemas.openxmlformats.org/drawingml/2006/main">
              <a:ext uri="{FF2B5EF4-FFF2-40B4-BE49-F238E27FC236}">
                <a16:creationId xmlns:a16="http://schemas.microsoft.com/office/drawing/2014/main" id="{B60DDA4D-CF2D-4622-A520-C2A77F9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682" y="4048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9" name="path-3836">
            <a:extLst xmlns:a="http://schemas.openxmlformats.org/drawingml/2006/main">
              <a:ext uri="{FF2B5EF4-FFF2-40B4-BE49-F238E27FC236}">
                <a16:creationId xmlns:a16="http://schemas.microsoft.com/office/drawing/2014/main" id="{1FE0958F-A77A-46C8-A5F6-75BBEDA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374" y="40421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0" name="path-3837">
            <a:extLst xmlns:a="http://schemas.openxmlformats.org/drawingml/2006/main">
              <a:ext uri="{FF2B5EF4-FFF2-40B4-BE49-F238E27FC236}">
                <a16:creationId xmlns:a16="http://schemas.microsoft.com/office/drawing/2014/main" id="{78D49747-CF3C-42E1-959D-1B5DCE0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126" y="40444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1" name="path-3838">
            <a:extLst xmlns:a="http://schemas.openxmlformats.org/drawingml/2006/main">
              <a:ext uri="{FF2B5EF4-FFF2-40B4-BE49-F238E27FC236}">
                <a16:creationId xmlns:a16="http://schemas.microsoft.com/office/drawing/2014/main" id="{DE5C4E3F-D94E-47E6-9E79-E4D638C1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631" y="4057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2" name="path-3839">
            <a:extLst xmlns:a="http://schemas.openxmlformats.org/drawingml/2006/main">
              <a:ext uri="{FF2B5EF4-FFF2-40B4-BE49-F238E27FC236}">
                <a16:creationId xmlns:a16="http://schemas.microsoft.com/office/drawing/2014/main" id="{A8BE1D94-E683-40AC-9B40-2E0B8E2C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994" y="40407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3" name="path-3840">
            <a:extLst xmlns:a="http://schemas.openxmlformats.org/drawingml/2006/main">
              <a:ext uri="{FF2B5EF4-FFF2-40B4-BE49-F238E27FC236}">
                <a16:creationId xmlns:a16="http://schemas.microsoft.com/office/drawing/2014/main" id="{16CC63D8-1440-437F-9F6E-F3432234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310" y="40523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4" name="path-3841">
            <a:extLst xmlns:a="http://schemas.openxmlformats.org/drawingml/2006/main">
              <a:ext uri="{FF2B5EF4-FFF2-40B4-BE49-F238E27FC236}">
                <a16:creationId xmlns:a16="http://schemas.microsoft.com/office/drawing/2014/main" id="{C999F8BF-74F4-43A2-954F-2733435F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1732" y="4042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5" name="path-3842">
            <a:extLst xmlns:a="http://schemas.openxmlformats.org/drawingml/2006/main">
              <a:ext uri="{FF2B5EF4-FFF2-40B4-BE49-F238E27FC236}">
                <a16:creationId xmlns:a16="http://schemas.microsoft.com/office/drawing/2014/main" id="{551AB715-5195-4FB7-80DA-40644097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120" y="40434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6" name="path-3843">
            <a:extLst xmlns:a="http://schemas.openxmlformats.org/drawingml/2006/main">
              <a:ext uri="{FF2B5EF4-FFF2-40B4-BE49-F238E27FC236}">
                <a16:creationId xmlns:a16="http://schemas.microsoft.com/office/drawing/2014/main" id="{7B0AA728-4E33-4F56-B57E-A31765B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37" y="4072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7" name="path-3844">
            <a:extLst xmlns:a="http://schemas.openxmlformats.org/drawingml/2006/main">
              <a:ext uri="{FF2B5EF4-FFF2-40B4-BE49-F238E27FC236}">
                <a16:creationId xmlns:a16="http://schemas.microsoft.com/office/drawing/2014/main" id="{4B6F7985-26C2-4A09-807E-1E0EEBD3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162" y="40483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8" name="path-3845">
            <a:extLst xmlns:a="http://schemas.openxmlformats.org/drawingml/2006/main">
              <a:ext uri="{FF2B5EF4-FFF2-40B4-BE49-F238E27FC236}">
                <a16:creationId xmlns:a16="http://schemas.microsoft.com/office/drawing/2014/main" id="{68C55925-9578-4FA5-9C81-7F18E7BF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974" y="40385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9" name="path-3846">
            <a:extLst xmlns:a="http://schemas.openxmlformats.org/drawingml/2006/main">
              <a:ext uri="{FF2B5EF4-FFF2-40B4-BE49-F238E27FC236}">
                <a16:creationId xmlns:a16="http://schemas.microsoft.com/office/drawing/2014/main" id="{9EF43AAE-C732-45B9-9F6A-D6C0658F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925" y="40406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0" name="path-3847">
            <a:extLst xmlns:a="http://schemas.openxmlformats.org/drawingml/2006/main">
              <a:ext uri="{FF2B5EF4-FFF2-40B4-BE49-F238E27FC236}">
                <a16:creationId xmlns:a16="http://schemas.microsoft.com/office/drawing/2014/main" id="{7105E38D-A0C3-4BA8-96DB-FFAB1501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459" y="40434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1" name="path-3848">
            <a:extLst xmlns:a="http://schemas.openxmlformats.org/drawingml/2006/main">
              <a:ext uri="{FF2B5EF4-FFF2-40B4-BE49-F238E27FC236}">
                <a16:creationId xmlns:a16="http://schemas.microsoft.com/office/drawing/2014/main" id="{0BA60750-3A2D-4851-93CA-7FFEEC83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807" y="4079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2" name="path-3849">
            <a:extLst xmlns:a="http://schemas.openxmlformats.org/drawingml/2006/main">
              <a:ext uri="{FF2B5EF4-FFF2-40B4-BE49-F238E27FC236}">
                <a16:creationId xmlns:a16="http://schemas.microsoft.com/office/drawing/2014/main" id="{81617722-3A43-4696-8CC9-04B9909A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599" y="4041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3" name="path-3850">
            <a:extLst xmlns:a="http://schemas.openxmlformats.org/drawingml/2006/main">
              <a:ext uri="{FF2B5EF4-FFF2-40B4-BE49-F238E27FC236}">
                <a16:creationId xmlns:a16="http://schemas.microsoft.com/office/drawing/2014/main" id="{450647A3-5861-44CC-A169-FFDADE6D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3391" y="4046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4" name="path-3851">
            <a:extLst xmlns:a="http://schemas.openxmlformats.org/drawingml/2006/main">
              <a:ext uri="{FF2B5EF4-FFF2-40B4-BE49-F238E27FC236}">
                <a16:creationId xmlns:a16="http://schemas.microsoft.com/office/drawing/2014/main" id="{8F969838-BDB8-4CBE-844A-827E7108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587" y="4036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5" name="path-3852">
            <a:extLst xmlns:a="http://schemas.openxmlformats.org/drawingml/2006/main">
              <a:ext uri="{FF2B5EF4-FFF2-40B4-BE49-F238E27FC236}">
                <a16:creationId xmlns:a16="http://schemas.microsoft.com/office/drawing/2014/main" id="{266BE4D3-4E53-4842-B720-245D9CAF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384" y="4033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6" name="path-3853">
            <a:extLst xmlns:a="http://schemas.openxmlformats.org/drawingml/2006/main">
              <a:ext uri="{FF2B5EF4-FFF2-40B4-BE49-F238E27FC236}">
                <a16:creationId xmlns:a16="http://schemas.microsoft.com/office/drawing/2014/main" id="{7581F770-327F-434B-B77B-606F5329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1136" y="40529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7" name="path-3854">
            <a:extLst xmlns:a="http://schemas.openxmlformats.org/drawingml/2006/main">
              <a:ext uri="{FF2B5EF4-FFF2-40B4-BE49-F238E27FC236}">
                <a16:creationId xmlns:a16="http://schemas.microsoft.com/office/drawing/2014/main" id="{5D1C5D24-6B9F-4D68-916E-0368187B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6895" y="40617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8" name="path-3855">
            <a:extLst xmlns:a="http://schemas.openxmlformats.org/drawingml/2006/main">
              <a:ext uri="{FF2B5EF4-FFF2-40B4-BE49-F238E27FC236}">
                <a16:creationId xmlns:a16="http://schemas.microsoft.com/office/drawing/2014/main" id="{AABE3A88-FD88-4063-BF67-15B1883C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219" y="40455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9" name="path-3856">
            <a:extLst xmlns:a="http://schemas.openxmlformats.org/drawingml/2006/main">
              <a:ext uri="{FF2B5EF4-FFF2-40B4-BE49-F238E27FC236}">
                <a16:creationId xmlns:a16="http://schemas.microsoft.com/office/drawing/2014/main" id="{E4CC9EDC-6075-45AC-8A6F-0603F2E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958" y="40506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0" name="path-3857">
            <a:extLst xmlns:a="http://schemas.openxmlformats.org/drawingml/2006/main">
              <a:ext uri="{FF2B5EF4-FFF2-40B4-BE49-F238E27FC236}">
                <a16:creationId xmlns:a16="http://schemas.microsoft.com/office/drawing/2014/main" id="{316768A3-8E9C-45B3-B149-BBD701D0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639" y="4041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1" name="path-3858">
            <a:extLst xmlns:a="http://schemas.openxmlformats.org/drawingml/2006/main">
              <a:ext uri="{FF2B5EF4-FFF2-40B4-BE49-F238E27FC236}">
                <a16:creationId xmlns:a16="http://schemas.microsoft.com/office/drawing/2014/main" id="{9CDFDAD4-EA4C-4C82-A6F5-38454D6F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097" y="4041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2" name="path-3859">
            <a:extLst xmlns:a="http://schemas.openxmlformats.org/drawingml/2006/main">
              <a:ext uri="{FF2B5EF4-FFF2-40B4-BE49-F238E27FC236}">
                <a16:creationId xmlns:a16="http://schemas.microsoft.com/office/drawing/2014/main" id="{562B5555-C76B-4716-9E81-73968BD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080" y="40893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3" name="path-3860">
            <a:extLst xmlns:a="http://schemas.openxmlformats.org/drawingml/2006/main">
              <a:ext uri="{FF2B5EF4-FFF2-40B4-BE49-F238E27FC236}">
                <a16:creationId xmlns:a16="http://schemas.microsoft.com/office/drawing/2014/main" id="{AA615554-C164-4AF6-A5EA-B6F8E909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209" y="4046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4" name="path-3861">
            <a:extLst xmlns:a="http://schemas.openxmlformats.org/drawingml/2006/main">
              <a:ext uri="{FF2B5EF4-FFF2-40B4-BE49-F238E27FC236}">
                <a16:creationId xmlns:a16="http://schemas.microsoft.com/office/drawing/2014/main" id="{DE4D1BE2-8886-45DC-B41E-74238B86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868" y="40463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5" name="path-3862">
            <a:extLst xmlns:a="http://schemas.openxmlformats.org/drawingml/2006/main">
              <a:ext uri="{FF2B5EF4-FFF2-40B4-BE49-F238E27FC236}">
                <a16:creationId xmlns:a16="http://schemas.microsoft.com/office/drawing/2014/main" id="{A7B14DAA-C74A-4F0C-BB14-C1C43AC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914" y="40452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6" name="path-3863">
            <a:extLst xmlns:a="http://schemas.openxmlformats.org/drawingml/2006/main">
              <a:ext uri="{FF2B5EF4-FFF2-40B4-BE49-F238E27FC236}">
                <a16:creationId xmlns:a16="http://schemas.microsoft.com/office/drawing/2014/main" id="{B363C437-4DBA-4115-9DF7-15A22E80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355" y="4051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7" name="path-3864">
            <a:extLst xmlns:a="http://schemas.openxmlformats.org/drawingml/2006/main">
              <a:ext uri="{FF2B5EF4-FFF2-40B4-BE49-F238E27FC236}">
                <a16:creationId xmlns:a16="http://schemas.microsoft.com/office/drawing/2014/main" id="{F84F5BB4-9FF0-4E67-B992-688E13CD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706" y="4046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8" name="path-3865">
            <a:extLst xmlns:a="http://schemas.openxmlformats.org/drawingml/2006/main">
              <a:ext uri="{FF2B5EF4-FFF2-40B4-BE49-F238E27FC236}">
                <a16:creationId xmlns:a16="http://schemas.microsoft.com/office/drawing/2014/main" id="{15268E3A-4785-4AFC-BE0E-49D7B524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411" y="40447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9" name="path-3866">
            <a:extLst xmlns:a="http://schemas.openxmlformats.org/drawingml/2006/main">
              <a:ext uri="{FF2B5EF4-FFF2-40B4-BE49-F238E27FC236}">
                <a16:creationId xmlns:a16="http://schemas.microsoft.com/office/drawing/2014/main" id="{142B119A-4FC0-44ED-AAF2-00AFDF92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3938" y="4070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0" name="path-3867">
            <a:extLst xmlns:a="http://schemas.openxmlformats.org/drawingml/2006/main">
              <a:ext uri="{FF2B5EF4-FFF2-40B4-BE49-F238E27FC236}">
                <a16:creationId xmlns:a16="http://schemas.microsoft.com/office/drawing/2014/main" id="{CD90F11B-4C84-4221-A49A-92A8A520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466" y="40470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1" name="path-3868">
            <a:extLst xmlns:a="http://schemas.openxmlformats.org/drawingml/2006/main">
              <a:ext uri="{FF2B5EF4-FFF2-40B4-BE49-F238E27FC236}">
                <a16:creationId xmlns:a16="http://schemas.microsoft.com/office/drawing/2014/main" id="{77D2DE62-6C9E-44B7-8779-119EB4A5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245" y="40429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2" name="path-3869">
            <a:extLst xmlns:a="http://schemas.openxmlformats.org/drawingml/2006/main">
              <a:ext uri="{FF2B5EF4-FFF2-40B4-BE49-F238E27FC236}">
                <a16:creationId xmlns:a16="http://schemas.microsoft.com/office/drawing/2014/main" id="{38D806EE-C5D5-4328-AD61-1F19D604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615" y="40436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3" name="path-3870">
            <a:extLst xmlns:a="http://schemas.openxmlformats.org/drawingml/2006/main">
              <a:ext uri="{FF2B5EF4-FFF2-40B4-BE49-F238E27FC236}">
                <a16:creationId xmlns:a16="http://schemas.microsoft.com/office/drawing/2014/main" id="{368EAFDC-C145-481F-A495-19464FC8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034" y="40407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4" name="path-3871">
            <a:extLst xmlns:a="http://schemas.openxmlformats.org/drawingml/2006/main">
              <a:ext uri="{FF2B5EF4-FFF2-40B4-BE49-F238E27FC236}">
                <a16:creationId xmlns:a16="http://schemas.microsoft.com/office/drawing/2014/main" id="{52C4B708-D457-4D58-A5EF-74EA2869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212" y="40665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5" name="path-3872">
            <a:extLst xmlns:a="http://schemas.openxmlformats.org/drawingml/2006/main">
              <a:ext uri="{FF2B5EF4-FFF2-40B4-BE49-F238E27FC236}">
                <a16:creationId xmlns:a16="http://schemas.microsoft.com/office/drawing/2014/main" id="{66C1FA07-3D6A-4BE3-BF4B-A1CF38BA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8262" y="40395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6" name="path-3873">
            <a:extLst xmlns:a="http://schemas.openxmlformats.org/drawingml/2006/main">
              <a:ext uri="{FF2B5EF4-FFF2-40B4-BE49-F238E27FC236}">
                <a16:creationId xmlns:a16="http://schemas.microsoft.com/office/drawing/2014/main" id="{221D826D-C06A-45BC-9101-6E44BEF2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412" y="4015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7" name="path-3874">
            <a:extLst xmlns:a="http://schemas.openxmlformats.org/drawingml/2006/main">
              <a:ext uri="{FF2B5EF4-FFF2-40B4-BE49-F238E27FC236}">
                <a16:creationId xmlns:a16="http://schemas.microsoft.com/office/drawing/2014/main" id="{15F57186-B645-416A-93C1-A58706FB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62" y="40475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8" name="path-3875">
            <a:extLst xmlns:a="http://schemas.openxmlformats.org/drawingml/2006/main">
              <a:ext uri="{FF2B5EF4-FFF2-40B4-BE49-F238E27FC236}">
                <a16:creationId xmlns:a16="http://schemas.microsoft.com/office/drawing/2014/main" id="{78FEA468-0FE3-4DDD-AAB5-E06F00BD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152" y="40381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9" name="path-3876">
            <a:extLst xmlns:a="http://schemas.openxmlformats.org/drawingml/2006/main">
              <a:ext uri="{FF2B5EF4-FFF2-40B4-BE49-F238E27FC236}">
                <a16:creationId xmlns:a16="http://schemas.microsoft.com/office/drawing/2014/main" id="{270412FA-E710-4CFB-B49C-D6C76F0E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052" y="40434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0" name="path-3877">
            <a:extLst xmlns:a="http://schemas.openxmlformats.org/drawingml/2006/main">
              <a:ext uri="{FF2B5EF4-FFF2-40B4-BE49-F238E27FC236}">
                <a16:creationId xmlns:a16="http://schemas.microsoft.com/office/drawing/2014/main" id="{C6188CAC-626F-48CC-9A92-DF6A5583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0883" y="40443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1" name="path-3878">
            <a:extLst xmlns:a="http://schemas.openxmlformats.org/drawingml/2006/main">
              <a:ext uri="{FF2B5EF4-FFF2-40B4-BE49-F238E27FC236}">
                <a16:creationId xmlns:a16="http://schemas.microsoft.com/office/drawing/2014/main" id="{560DC664-28A3-440B-BE2A-6C461694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886" y="40465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2" name="path-3879">
            <a:extLst xmlns:a="http://schemas.openxmlformats.org/drawingml/2006/main">
              <a:ext uri="{FF2B5EF4-FFF2-40B4-BE49-F238E27FC236}">
                <a16:creationId xmlns:a16="http://schemas.microsoft.com/office/drawing/2014/main" id="{A6CBE1CE-6FCB-4167-A9E8-3F710696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766" y="40491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3" name="path-3880">
            <a:extLst xmlns:a="http://schemas.openxmlformats.org/drawingml/2006/main">
              <a:ext uri="{FF2B5EF4-FFF2-40B4-BE49-F238E27FC236}">
                <a16:creationId xmlns:a16="http://schemas.microsoft.com/office/drawing/2014/main" id="{39BD4D6A-EF46-4E2D-AE2A-06C8613B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091" y="40470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4" name="path-3881">
            <a:extLst xmlns:a="http://schemas.openxmlformats.org/drawingml/2006/main">
              <a:ext uri="{FF2B5EF4-FFF2-40B4-BE49-F238E27FC236}">
                <a16:creationId xmlns:a16="http://schemas.microsoft.com/office/drawing/2014/main" id="{B8BAAC0E-14BE-4131-A432-3ED4BE98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932" y="4037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5" name="path-3882">
            <a:extLst xmlns:a="http://schemas.openxmlformats.org/drawingml/2006/main">
              <a:ext uri="{FF2B5EF4-FFF2-40B4-BE49-F238E27FC236}">
                <a16:creationId xmlns:a16="http://schemas.microsoft.com/office/drawing/2014/main" id="{02691052-5B77-40BA-91B8-B52DD5ED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574" y="40475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6" name="path-3883">
            <a:extLst xmlns:a="http://schemas.openxmlformats.org/drawingml/2006/main">
              <a:ext uri="{FF2B5EF4-FFF2-40B4-BE49-F238E27FC236}">
                <a16:creationId xmlns:a16="http://schemas.microsoft.com/office/drawing/2014/main" id="{F73875B9-7087-460F-BD92-DD544EFF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359" y="4045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7" name="path-3884">
            <a:extLst xmlns:a="http://schemas.openxmlformats.org/drawingml/2006/main">
              <a:ext uri="{FF2B5EF4-FFF2-40B4-BE49-F238E27FC236}">
                <a16:creationId xmlns:a16="http://schemas.microsoft.com/office/drawing/2014/main" id="{B1B77C01-E306-4BCC-8049-DC963291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555" y="40458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8" name="path-3885">
            <a:extLst xmlns:a="http://schemas.openxmlformats.org/drawingml/2006/main">
              <a:ext uri="{FF2B5EF4-FFF2-40B4-BE49-F238E27FC236}">
                <a16:creationId xmlns:a16="http://schemas.microsoft.com/office/drawing/2014/main" id="{9B65C806-7E76-4491-8054-C5B59B27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843" y="40521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9" name="path-3886">
            <a:extLst xmlns:a="http://schemas.openxmlformats.org/drawingml/2006/main">
              <a:ext uri="{FF2B5EF4-FFF2-40B4-BE49-F238E27FC236}">
                <a16:creationId xmlns:a16="http://schemas.microsoft.com/office/drawing/2014/main" id="{1E4E9F94-E26A-4E15-AAAA-15C1E05A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751" y="4042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0" name="path-3887">
            <a:extLst xmlns:a="http://schemas.openxmlformats.org/drawingml/2006/main">
              <a:ext uri="{FF2B5EF4-FFF2-40B4-BE49-F238E27FC236}">
                <a16:creationId xmlns:a16="http://schemas.microsoft.com/office/drawing/2014/main" id="{F2BC5995-1463-4DDD-8BA7-CEF51426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830" y="40431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1" name="path-3888">
            <a:extLst xmlns:a="http://schemas.openxmlformats.org/drawingml/2006/main">
              <a:ext uri="{FF2B5EF4-FFF2-40B4-BE49-F238E27FC236}">
                <a16:creationId xmlns:a16="http://schemas.microsoft.com/office/drawing/2014/main" id="{25AE7D91-58E4-4281-8B7B-5912C5C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031" y="40359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2" name="path-3889">
            <a:extLst xmlns:a="http://schemas.openxmlformats.org/drawingml/2006/main">
              <a:ext uri="{FF2B5EF4-FFF2-40B4-BE49-F238E27FC236}">
                <a16:creationId xmlns:a16="http://schemas.microsoft.com/office/drawing/2014/main" id="{5584AC35-B248-4604-BA8D-1C257C5C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125" y="40502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3" name="path-3890">
            <a:extLst xmlns:a="http://schemas.openxmlformats.org/drawingml/2006/main">
              <a:ext uri="{FF2B5EF4-FFF2-40B4-BE49-F238E27FC236}">
                <a16:creationId xmlns:a16="http://schemas.microsoft.com/office/drawing/2014/main" id="{FA6BA822-1805-469A-BC6E-F689633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499" y="40148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4" name="path-3891">
            <a:extLst xmlns:a="http://schemas.openxmlformats.org/drawingml/2006/main">
              <a:ext uri="{FF2B5EF4-FFF2-40B4-BE49-F238E27FC236}">
                <a16:creationId xmlns:a16="http://schemas.microsoft.com/office/drawing/2014/main" id="{A5A85D4E-2A0F-4C2D-BF9F-28A5A32B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508" y="40248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5" name="path-3892">
            <a:extLst xmlns:a="http://schemas.openxmlformats.org/drawingml/2006/main">
              <a:ext uri="{FF2B5EF4-FFF2-40B4-BE49-F238E27FC236}">
                <a16:creationId xmlns:a16="http://schemas.microsoft.com/office/drawing/2014/main" id="{65631E9C-9850-4D77-BE71-704A888D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216" y="40401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6" name="path-3893">
            <a:extLst xmlns:a="http://schemas.openxmlformats.org/drawingml/2006/main">
              <a:ext uri="{FF2B5EF4-FFF2-40B4-BE49-F238E27FC236}">
                <a16:creationId xmlns:a16="http://schemas.microsoft.com/office/drawing/2014/main" id="{6AC37802-A047-4DD5-AB54-8316D27A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287" y="4042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7" name="path-3894">
            <a:extLst xmlns:a="http://schemas.openxmlformats.org/drawingml/2006/main">
              <a:ext uri="{FF2B5EF4-FFF2-40B4-BE49-F238E27FC236}">
                <a16:creationId xmlns:a16="http://schemas.microsoft.com/office/drawing/2014/main" id="{9F14531B-4E16-4EDB-92C9-AF8D87A1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643" y="40493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8" name="path-3895">
            <a:extLst xmlns:a="http://schemas.openxmlformats.org/drawingml/2006/main">
              <a:ext uri="{FF2B5EF4-FFF2-40B4-BE49-F238E27FC236}">
                <a16:creationId xmlns:a16="http://schemas.microsoft.com/office/drawing/2014/main" id="{87BBE012-908C-468B-9177-5C20CC00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962" y="40433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9" name="path-3896">
            <a:extLst xmlns:a="http://schemas.openxmlformats.org/drawingml/2006/main">
              <a:ext uri="{FF2B5EF4-FFF2-40B4-BE49-F238E27FC236}">
                <a16:creationId xmlns:a16="http://schemas.microsoft.com/office/drawing/2014/main" id="{9C34024C-1CA6-4916-8D9F-04C3A808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057" y="40403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0" name="path-3897">
            <a:extLst xmlns:a="http://schemas.openxmlformats.org/drawingml/2006/main">
              <a:ext uri="{FF2B5EF4-FFF2-40B4-BE49-F238E27FC236}">
                <a16:creationId xmlns:a16="http://schemas.microsoft.com/office/drawing/2014/main" id="{04EE4587-562B-4BAC-A51D-6ED00964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295" y="40495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1" name="path-3898">
            <a:extLst xmlns:a="http://schemas.openxmlformats.org/drawingml/2006/main">
              <a:ext uri="{FF2B5EF4-FFF2-40B4-BE49-F238E27FC236}">
                <a16:creationId xmlns:a16="http://schemas.microsoft.com/office/drawing/2014/main" id="{9B9DE081-06F5-4E92-9918-4946AE5E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7284" y="4026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2" name="path-3899">
            <a:extLst xmlns:a="http://schemas.openxmlformats.org/drawingml/2006/main">
              <a:ext uri="{FF2B5EF4-FFF2-40B4-BE49-F238E27FC236}">
                <a16:creationId xmlns:a16="http://schemas.microsoft.com/office/drawing/2014/main" id="{369B66D9-69AE-482C-93A9-8B57FAD7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008" y="40519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3" name="path-3900">
            <a:extLst xmlns:a="http://schemas.openxmlformats.org/drawingml/2006/main">
              <a:ext uri="{FF2B5EF4-FFF2-40B4-BE49-F238E27FC236}">
                <a16:creationId xmlns:a16="http://schemas.microsoft.com/office/drawing/2014/main" id="{CAAD038C-18FC-43E8-9B7E-6A5AC9E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416" y="4048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4" name="path-3901">
            <a:extLst xmlns:a="http://schemas.openxmlformats.org/drawingml/2006/main">
              <a:ext uri="{FF2B5EF4-FFF2-40B4-BE49-F238E27FC236}">
                <a16:creationId xmlns:a16="http://schemas.microsoft.com/office/drawing/2014/main" id="{47ECD8D3-61B9-49F1-BD51-5D1F6ABF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921" y="40420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5" name="path-3902">
            <a:extLst xmlns:a="http://schemas.openxmlformats.org/drawingml/2006/main">
              <a:ext uri="{FF2B5EF4-FFF2-40B4-BE49-F238E27FC236}">
                <a16:creationId xmlns:a16="http://schemas.microsoft.com/office/drawing/2014/main" id="{CBD53E35-B83E-42E1-B83B-D1E2BC5A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780" y="40509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6" name="path-3903">
            <a:extLst xmlns:a="http://schemas.openxmlformats.org/drawingml/2006/main">
              <a:ext uri="{FF2B5EF4-FFF2-40B4-BE49-F238E27FC236}">
                <a16:creationId xmlns:a16="http://schemas.microsoft.com/office/drawing/2014/main" id="{7E986C42-2151-430B-BEB7-3AA68618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792" y="40435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7" name="path-3904">
            <a:extLst xmlns:a="http://schemas.openxmlformats.org/drawingml/2006/main">
              <a:ext uri="{FF2B5EF4-FFF2-40B4-BE49-F238E27FC236}">
                <a16:creationId xmlns:a16="http://schemas.microsoft.com/office/drawing/2014/main" id="{3474F40F-94F7-4337-AC55-597B695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352" y="40440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8" name="path-3905">
            <a:extLst xmlns:a="http://schemas.openxmlformats.org/drawingml/2006/main">
              <a:ext uri="{FF2B5EF4-FFF2-40B4-BE49-F238E27FC236}">
                <a16:creationId xmlns:a16="http://schemas.microsoft.com/office/drawing/2014/main" id="{C863A5FE-90B3-496F-AE72-12B1F5F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8995" y="40482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9" name="path-3906">
            <a:extLst xmlns:a="http://schemas.openxmlformats.org/drawingml/2006/main">
              <a:ext uri="{FF2B5EF4-FFF2-40B4-BE49-F238E27FC236}">
                <a16:creationId xmlns:a16="http://schemas.microsoft.com/office/drawing/2014/main" id="{4FFECF2F-85C3-4F50-BF6C-F79F76C7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720" y="4047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0" name="path-3907">
            <a:extLst xmlns:a="http://schemas.openxmlformats.org/drawingml/2006/main">
              <a:ext uri="{FF2B5EF4-FFF2-40B4-BE49-F238E27FC236}">
                <a16:creationId xmlns:a16="http://schemas.microsoft.com/office/drawing/2014/main" id="{7778179F-89A3-492F-A095-9941FCF6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393" y="40506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1" name="path-3908">
            <a:extLst xmlns:a="http://schemas.openxmlformats.org/drawingml/2006/main">
              <a:ext uri="{FF2B5EF4-FFF2-40B4-BE49-F238E27FC236}">
                <a16:creationId xmlns:a16="http://schemas.microsoft.com/office/drawing/2014/main" id="{B92FF9FA-6889-43BB-AD7E-45CA7E82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962" y="4047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2" name="path-3909">
            <a:extLst xmlns:a="http://schemas.openxmlformats.org/drawingml/2006/main">
              <a:ext uri="{FF2B5EF4-FFF2-40B4-BE49-F238E27FC236}">
                <a16:creationId xmlns:a16="http://schemas.microsoft.com/office/drawing/2014/main" id="{706C1897-CFBF-4F8F-A9D1-72187D77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421" y="40404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3" name="path-3910">
            <a:extLst xmlns:a="http://schemas.openxmlformats.org/drawingml/2006/main">
              <a:ext uri="{FF2B5EF4-FFF2-40B4-BE49-F238E27FC236}">
                <a16:creationId xmlns:a16="http://schemas.microsoft.com/office/drawing/2014/main" id="{3507D90C-27E3-4D42-8BDB-9EB674E9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6631" y="40488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4" name="path-3911">
            <a:extLst xmlns:a="http://schemas.openxmlformats.org/drawingml/2006/main">
              <a:ext uri="{FF2B5EF4-FFF2-40B4-BE49-F238E27FC236}">
                <a16:creationId xmlns:a16="http://schemas.microsoft.com/office/drawing/2014/main" id="{706D7526-3C1C-43B3-B08C-7E79619C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1856" y="40852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5" name="path-3912">
            <a:extLst xmlns:a="http://schemas.openxmlformats.org/drawingml/2006/main">
              <a:ext uri="{FF2B5EF4-FFF2-40B4-BE49-F238E27FC236}">
                <a16:creationId xmlns:a16="http://schemas.microsoft.com/office/drawing/2014/main" id="{C8E48A97-B672-4C3E-881F-3AA645CA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213" y="4044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6" name="path-3913">
            <a:extLst xmlns:a="http://schemas.openxmlformats.org/drawingml/2006/main">
              <a:ext uri="{FF2B5EF4-FFF2-40B4-BE49-F238E27FC236}">
                <a16:creationId xmlns:a16="http://schemas.microsoft.com/office/drawing/2014/main" id="{DFEA964A-F4C9-421E-91FD-AB027C89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2412" y="40535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7" name="path-3914">
            <a:extLst xmlns:a="http://schemas.openxmlformats.org/drawingml/2006/main">
              <a:ext uri="{FF2B5EF4-FFF2-40B4-BE49-F238E27FC236}">
                <a16:creationId xmlns:a16="http://schemas.microsoft.com/office/drawing/2014/main" id="{0A997FCF-8955-41AD-81F9-7B89559C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24" y="4042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8" name="path-3915">
            <a:extLst xmlns:a="http://schemas.openxmlformats.org/drawingml/2006/main">
              <a:ext uri="{FF2B5EF4-FFF2-40B4-BE49-F238E27FC236}">
                <a16:creationId xmlns:a16="http://schemas.microsoft.com/office/drawing/2014/main" id="{8B00CC80-4F28-4174-A00E-D7854370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033" y="40583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9" name="path-3916">
            <a:extLst xmlns:a="http://schemas.openxmlformats.org/drawingml/2006/main">
              <a:ext uri="{FF2B5EF4-FFF2-40B4-BE49-F238E27FC236}">
                <a16:creationId xmlns:a16="http://schemas.microsoft.com/office/drawing/2014/main" id="{A73A5EAF-CB1C-40FE-95CC-9E2F09F1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1382" y="40513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0" name="path-3917">
            <a:extLst xmlns:a="http://schemas.openxmlformats.org/drawingml/2006/main">
              <a:ext uri="{FF2B5EF4-FFF2-40B4-BE49-F238E27FC236}">
                <a16:creationId xmlns:a16="http://schemas.microsoft.com/office/drawing/2014/main" id="{75E0DF1C-6D10-44AF-8F8F-ADA05752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2321" y="4037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1" name="path-3918">
            <a:extLst xmlns:a="http://schemas.openxmlformats.org/drawingml/2006/main">
              <a:ext uri="{FF2B5EF4-FFF2-40B4-BE49-F238E27FC236}">
                <a16:creationId xmlns:a16="http://schemas.microsoft.com/office/drawing/2014/main" id="{1DB7FCC7-C766-4748-B243-34D75F6D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8206" y="40338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2" name="path-3919">
            <a:extLst xmlns:a="http://schemas.openxmlformats.org/drawingml/2006/main">
              <a:ext uri="{FF2B5EF4-FFF2-40B4-BE49-F238E27FC236}">
                <a16:creationId xmlns:a16="http://schemas.microsoft.com/office/drawing/2014/main" id="{3839CC86-EF03-4F6B-A809-72AFC05B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400" y="40404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3" name="path-3920">
            <a:extLst xmlns:a="http://schemas.openxmlformats.org/drawingml/2006/main">
              <a:ext uri="{FF2B5EF4-FFF2-40B4-BE49-F238E27FC236}">
                <a16:creationId xmlns:a16="http://schemas.microsoft.com/office/drawing/2014/main" id="{11C4EE88-F3EA-44C5-85A0-0AD99B46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955" y="4045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4" name="path-3921">
            <a:extLst xmlns:a="http://schemas.openxmlformats.org/drawingml/2006/main">
              <a:ext uri="{FF2B5EF4-FFF2-40B4-BE49-F238E27FC236}">
                <a16:creationId xmlns:a16="http://schemas.microsoft.com/office/drawing/2014/main" id="{FA8826B0-E584-4376-99CD-B2E7BD38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882" y="4050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5" name="path-3922">
            <a:extLst xmlns:a="http://schemas.openxmlformats.org/drawingml/2006/main">
              <a:ext uri="{FF2B5EF4-FFF2-40B4-BE49-F238E27FC236}">
                <a16:creationId xmlns:a16="http://schemas.microsoft.com/office/drawing/2014/main" id="{116B9CC0-6B9F-41D3-9BA2-B2539250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676" y="4012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6" name="path-3923">
            <a:extLst xmlns:a="http://schemas.openxmlformats.org/drawingml/2006/main">
              <a:ext uri="{FF2B5EF4-FFF2-40B4-BE49-F238E27FC236}">
                <a16:creationId xmlns:a16="http://schemas.microsoft.com/office/drawing/2014/main" id="{0BD7EA0F-FF05-4EFF-94B3-69E9E02D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598" y="40483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7" name="path-3924">
            <a:extLst xmlns:a="http://schemas.openxmlformats.org/drawingml/2006/main">
              <a:ext uri="{FF2B5EF4-FFF2-40B4-BE49-F238E27FC236}">
                <a16:creationId xmlns:a16="http://schemas.microsoft.com/office/drawing/2014/main" id="{9A41E9D3-3C94-4FEA-A322-AD427880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213" y="40485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8" name="path-3925">
            <a:extLst xmlns:a="http://schemas.openxmlformats.org/drawingml/2006/main">
              <a:ext uri="{FF2B5EF4-FFF2-40B4-BE49-F238E27FC236}">
                <a16:creationId xmlns:a16="http://schemas.microsoft.com/office/drawing/2014/main" id="{3893CC5D-AEC8-4956-AC90-47DEC2B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420" y="40369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9" name="path-3926">
            <a:extLst xmlns:a="http://schemas.openxmlformats.org/drawingml/2006/main">
              <a:ext uri="{FF2B5EF4-FFF2-40B4-BE49-F238E27FC236}">
                <a16:creationId xmlns:a16="http://schemas.microsoft.com/office/drawing/2014/main" id="{B273471B-818B-4F2E-92FB-8CD2956D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940" y="4042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0" name="path-3927">
            <a:extLst xmlns:a="http://schemas.openxmlformats.org/drawingml/2006/main">
              <a:ext uri="{FF2B5EF4-FFF2-40B4-BE49-F238E27FC236}">
                <a16:creationId xmlns:a16="http://schemas.microsoft.com/office/drawing/2014/main" id="{43733AB8-A021-4CD5-841F-2F4FBA12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479" y="4040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1" name="path-3928">
            <a:extLst xmlns:a="http://schemas.openxmlformats.org/drawingml/2006/main">
              <a:ext uri="{FF2B5EF4-FFF2-40B4-BE49-F238E27FC236}">
                <a16:creationId xmlns:a16="http://schemas.microsoft.com/office/drawing/2014/main" id="{405EF565-DDA7-400A-B4EE-7392CC17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339" y="4030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2" name="path-3929">
            <a:extLst xmlns:a="http://schemas.openxmlformats.org/drawingml/2006/main">
              <a:ext uri="{FF2B5EF4-FFF2-40B4-BE49-F238E27FC236}">
                <a16:creationId xmlns:a16="http://schemas.microsoft.com/office/drawing/2014/main" id="{A388B450-F7CD-4E60-9462-8BF0F25F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755" y="40297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3" name="path-3930">
            <a:extLst xmlns:a="http://schemas.openxmlformats.org/drawingml/2006/main">
              <a:ext uri="{FF2B5EF4-FFF2-40B4-BE49-F238E27FC236}">
                <a16:creationId xmlns:a16="http://schemas.microsoft.com/office/drawing/2014/main" id="{C8E9B73C-3548-4984-83A3-247A8051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563" y="40469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4" name="path-3931">
            <a:extLst xmlns:a="http://schemas.openxmlformats.org/drawingml/2006/main">
              <a:ext uri="{FF2B5EF4-FFF2-40B4-BE49-F238E27FC236}">
                <a16:creationId xmlns:a16="http://schemas.microsoft.com/office/drawing/2014/main" id="{1493E204-EB51-4828-AF18-93BCC9AE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712" y="40336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5" name="path-3932">
            <a:extLst xmlns:a="http://schemas.openxmlformats.org/drawingml/2006/main">
              <a:ext uri="{FF2B5EF4-FFF2-40B4-BE49-F238E27FC236}">
                <a16:creationId xmlns:a16="http://schemas.microsoft.com/office/drawing/2014/main" id="{73010D31-86A3-4C62-88D4-26FD2990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806" y="40373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6" name="path-3933">
            <a:extLst xmlns:a="http://schemas.openxmlformats.org/drawingml/2006/main">
              <a:ext uri="{FF2B5EF4-FFF2-40B4-BE49-F238E27FC236}">
                <a16:creationId xmlns:a16="http://schemas.microsoft.com/office/drawing/2014/main" id="{268A313D-8703-42C6-9E43-346C7F42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459" y="40511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7" name="path-3934">
            <a:extLst xmlns:a="http://schemas.openxmlformats.org/drawingml/2006/main">
              <a:ext uri="{FF2B5EF4-FFF2-40B4-BE49-F238E27FC236}">
                <a16:creationId xmlns:a16="http://schemas.microsoft.com/office/drawing/2014/main" id="{429DE9CA-6124-4507-AA2F-97F4C8F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578" y="40487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8" name="path-3935">
            <a:extLst xmlns:a="http://schemas.openxmlformats.org/drawingml/2006/main">
              <a:ext uri="{FF2B5EF4-FFF2-40B4-BE49-F238E27FC236}">
                <a16:creationId xmlns:a16="http://schemas.microsoft.com/office/drawing/2014/main" id="{0B0FD5E8-1B09-45E5-93C9-AAD2ADC3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551" y="40813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9" name="path-3936">
            <a:extLst xmlns:a="http://schemas.openxmlformats.org/drawingml/2006/main">
              <a:ext uri="{FF2B5EF4-FFF2-40B4-BE49-F238E27FC236}">
                <a16:creationId xmlns:a16="http://schemas.microsoft.com/office/drawing/2014/main" id="{F26420A8-7BFC-4579-A9BF-48E6826B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35" y="40432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0" name="path-3937">
            <a:extLst xmlns:a="http://schemas.openxmlformats.org/drawingml/2006/main">
              <a:ext uri="{FF2B5EF4-FFF2-40B4-BE49-F238E27FC236}">
                <a16:creationId xmlns:a16="http://schemas.microsoft.com/office/drawing/2014/main" id="{1D674E5D-1410-4311-872A-5E49E578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244" y="40193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1" name="path-3938">
            <a:extLst xmlns:a="http://schemas.openxmlformats.org/drawingml/2006/main">
              <a:ext uri="{FF2B5EF4-FFF2-40B4-BE49-F238E27FC236}">
                <a16:creationId xmlns:a16="http://schemas.microsoft.com/office/drawing/2014/main" id="{D3863DEF-2540-4DA7-923B-E4F8A5F2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750" y="4025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2" name="path-3939">
            <a:extLst xmlns:a="http://schemas.openxmlformats.org/drawingml/2006/main">
              <a:ext uri="{FF2B5EF4-FFF2-40B4-BE49-F238E27FC236}">
                <a16:creationId xmlns:a16="http://schemas.microsoft.com/office/drawing/2014/main" id="{8A39B271-8C35-419A-8FA1-99F5A9C3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133" y="40414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3" name="path-3940">
            <a:extLst xmlns:a="http://schemas.openxmlformats.org/drawingml/2006/main">
              <a:ext uri="{FF2B5EF4-FFF2-40B4-BE49-F238E27FC236}">
                <a16:creationId xmlns:a16="http://schemas.microsoft.com/office/drawing/2014/main" id="{95864471-C684-4BFE-B05A-BF8CD9C9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622" y="40346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4" name="path-3941">
            <a:extLst xmlns:a="http://schemas.openxmlformats.org/drawingml/2006/main">
              <a:ext uri="{FF2B5EF4-FFF2-40B4-BE49-F238E27FC236}">
                <a16:creationId xmlns:a16="http://schemas.microsoft.com/office/drawing/2014/main" id="{E1831F36-4984-4EC9-A49B-F63C5C0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485" y="40525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5" name="path-3942">
            <a:extLst xmlns:a="http://schemas.openxmlformats.org/drawingml/2006/main">
              <a:ext uri="{FF2B5EF4-FFF2-40B4-BE49-F238E27FC236}">
                <a16:creationId xmlns:a16="http://schemas.microsoft.com/office/drawing/2014/main" id="{E48F9526-2AFB-4977-8E18-86F55B8F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716" y="40572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6" name="path-3943">
            <a:extLst xmlns:a="http://schemas.openxmlformats.org/drawingml/2006/main">
              <a:ext uri="{FF2B5EF4-FFF2-40B4-BE49-F238E27FC236}">
                <a16:creationId xmlns:a16="http://schemas.microsoft.com/office/drawing/2014/main" id="{94249BDC-FAB7-4B6B-BAA8-A9FEE30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007" y="40467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7" name="path-3944">
            <a:extLst xmlns:a="http://schemas.openxmlformats.org/drawingml/2006/main">
              <a:ext uri="{FF2B5EF4-FFF2-40B4-BE49-F238E27FC236}">
                <a16:creationId xmlns:a16="http://schemas.microsoft.com/office/drawing/2014/main" id="{283E6298-84CB-4E11-86DA-493C861A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469" y="40546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8" name="path-3945">
            <a:extLst xmlns:a="http://schemas.openxmlformats.org/drawingml/2006/main">
              <a:ext uri="{FF2B5EF4-FFF2-40B4-BE49-F238E27FC236}">
                <a16:creationId xmlns:a16="http://schemas.microsoft.com/office/drawing/2014/main" id="{8459C4A9-0415-435B-85C2-708F4AA3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434" y="4043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9" name="path-3946">
            <a:extLst xmlns:a="http://schemas.openxmlformats.org/drawingml/2006/main">
              <a:ext uri="{FF2B5EF4-FFF2-40B4-BE49-F238E27FC236}">
                <a16:creationId xmlns:a16="http://schemas.microsoft.com/office/drawing/2014/main" id="{141F17B2-AAED-4F33-AE09-9287351C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354" y="4047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0" name="path-3947">
            <a:extLst xmlns:a="http://schemas.openxmlformats.org/drawingml/2006/main">
              <a:ext uri="{FF2B5EF4-FFF2-40B4-BE49-F238E27FC236}">
                <a16:creationId xmlns:a16="http://schemas.microsoft.com/office/drawing/2014/main" id="{977512A2-B8B5-4260-8A63-BBD67301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0915" y="40647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1" name="path-3948">
            <a:extLst xmlns:a="http://schemas.openxmlformats.org/drawingml/2006/main">
              <a:ext uri="{FF2B5EF4-FFF2-40B4-BE49-F238E27FC236}">
                <a16:creationId xmlns:a16="http://schemas.microsoft.com/office/drawing/2014/main" id="{917A0DBA-F247-4CC7-983C-387CF41A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572" y="40570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2" name="path-3949">
            <a:extLst xmlns:a="http://schemas.openxmlformats.org/drawingml/2006/main">
              <a:ext uri="{FF2B5EF4-FFF2-40B4-BE49-F238E27FC236}">
                <a16:creationId xmlns:a16="http://schemas.microsoft.com/office/drawing/2014/main" id="{DFE323DE-ED7E-4C4F-B294-42DB557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739" y="40471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3" name="path-3950">
            <a:extLst xmlns:a="http://schemas.openxmlformats.org/drawingml/2006/main">
              <a:ext uri="{FF2B5EF4-FFF2-40B4-BE49-F238E27FC236}">
                <a16:creationId xmlns:a16="http://schemas.microsoft.com/office/drawing/2014/main" id="{25967532-71F0-4994-AE75-447C1950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409" y="40524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4" name="path-3951">
            <a:extLst xmlns:a="http://schemas.openxmlformats.org/drawingml/2006/main">
              <a:ext uri="{FF2B5EF4-FFF2-40B4-BE49-F238E27FC236}">
                <a16:creationId xmlns:a16="http://schemas.microsoft.com/office/drawing/2014/main" id="{C96FF7B7-2A26-417F-B222-3CC4EA8F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978" y="40419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5" name="path-3952">
            <a:extLst xmlns:a="http://schemas.openxmlformats.org/drawingml/2006/main">
              <a:ext uri="{FF2B5EF4-FFF2-40B4-BE49-F238E27FC236}">
                <a16:creationId xmlns:a16="http://schemas.microsoft.com/office/drawing/2014/main" id="{760F9FCD-2F3A-47C0-9B59-73A3A571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543" y="40424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6" name="path-3953">
            <a:extLst xmlns:a="http://schemas.openxmlformats.org/drawingml/2006/main">
              <a:ext uri="{FF2B5EF4-FFF2-40B4-BE49-F238E27FC236}">
                <a16:creationId xmlns:a16="http://schemas.microsoft.com/office/drawing/2014/main" id="{EE72DE79-82AF-48A9-8A6D-E7BC3088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482" y="4036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7" name="path-3954">
            <a:extLst xmlns:a="http://schemas.openxmlformats.org/drawingml/2006/main">
              <a:ext uri="{FF2B5EF4-FFF2-40B4-BE49-F238E27FC236}">
                <a16:creationId xmlns:a16="http://schemas.microsoft.com/office/drawing/2014/main" id="{04745E30-8BEA-4845-B7D2-68152B5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156" y="40359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8" name="path-3955">
            <a:extLst xmlns:a="http://schemas.openxmlformats.org/drawingml/2006/main">
              <a:ext uri="{FF2B5EF4-FFF2-40B4-BE49-F238E27FC236}">
                <a16:creationId xmlns:a16="http://schemas.microsoft.com/office/drawing/2014/main" id="{8C4E88C6-184D-4F19-9E06-70F0462B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879" y="4050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9" name="path-3956">
            <a:extLst xmlns:a="http://schemas.openxmlformats.org/drawingml/2006/main">
              <a:ext uri="{FF2B5EF4-FFF2-40B4-BE49-F238E27FC236}">
                <a16:creationId xmlns:a16="http://schemas.microsoft.com/office/drawing/2014/main" id="{3AA09238-5E5C-4CB3-8CBE-A392EBB5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3243" y="40564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0" name="path-3957">
            <a:extLst xmlns:a="http://schemas.openxmlformats.org/drawingml/2006/main">
              <a:ext uri="{FF2B5EF4-FFF2-40B4-BE49-F238E27FC236}">
                <a16:creationId xmlns:a16="http://schemas.microsoft.com/office/drawing/2014/main" id="{54FC7FE0-BCB2-4C24-8954-52F04D49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528" y="40421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1" name="path-3958">
            <a:extLst xmlns:a="http://schemas.openxmlformats.org/drawingml/2006/main">
              <a:ext uri="{FF2B5EF4-FFF2-40B4-BE49-F238E27FC236}">
                <a16:creationId xmlns:a16="http://schemas.microsoft.com/office/drawing/2014/main" id="{E712BB27-C61B-4774-9334-3E9C653A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8599" y="40305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2" name="path-3959">
            <a:extLst xmlns:a="http://schemas.openxmlformats.org/drawingml/2006/main">
              <a:ext uri="{FF2B5EF4-FFF2-40B4-BE49-F238E27FC236}">
                <a16:creationId xmlns:a16="http://schemas.microsoft.com/office/drawing/2014/main" id="{15FC7ADB-A59A-4472-B328-F631FD4E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1760" y="4049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3" name="path-3960">
            <a:extLst xmlns:a="http://schemas.openxmlformats.org/drawingml/2006/main">
              <a:ext uri="{FF2B5EF4-FFF2-40B4-BE49-F238E27FC236}">
                <a16:creationId xmlns:a16="http://schemas.microsoft.com/office/drawing/2014/main" id="{03510AFE-D32E-4770-81F5-F2B10BB1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380" y="4045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4" name="path-3961">
            <a:extLst xmlns:a="http://schemas.openxmlformats.org/drawingml/2006/main">
              <a:ext uri="{FF2B5EF4-FFF2-40B4-BE49-F238E27FC236}">
                <a16:creationId xmlns:a16="http://schemas.microsoft.com/office/drawing/2014/main" id="{16BBB497-3224-494C-9866-F8924199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1726" y="40390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5" name="path-3962">
            <a:extLst xmlns:a="http://schemas.openxmlformats.org/drawingml/2006/main">
              <a:ext uri="{FF2B5EF4-FFF2-40B4-BE49-F238E27FC236}">
                <a16:creationId xmlns:a16="http://schemas.microsoft.com/office/drawing/2014/main" id="{688C2FE4-9C23-4961-B6A1-B6DF85FC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2992" y="40287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6" name="path-3963">
            <a:extLst xmlns:a="http://schemas.openxmlformats.org/drawingml/2006/main">
              <a:ext uri="{FF2B5EF4-FFF2-40B4-BE49-F238E27FC236}">
                <a16:creationId xmlns:a16="http://schemas.microsoft.com/office/drawing/2014/main" id="{85F1E49C-5DFF-4941-841B-8C6C833D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687" y="40463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7" name="path-3964">
            <a:extLst xmlns:a="http://schemas.openxmlformats.org/drawingml/2006/main">
              <a:ext uri="{FF2B5EF4-FFF2-40B4-BE49-F238E27FC236}">
                <a16:creationId xmlns:a16="http://schemas.microsoft.com/office/drawing/2014/main" id="{4AFC2BD9-5A54-479E-A2D7-8F40C30E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621" y="4042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8" name="path-3965">
            <a:extLst xmlns:a="http://schemas.openxmlformats.org/drawingml/2006/main">
              <a:ext uri="{FF2B5EF4-FFF2-40B4-BE49-F238E27FC236}">
                <a16:creationId xmlns:a16="http://schemas.microsoft.com/office/drawing/2014/main" id="{D8E27269-A7C8-4896-B1AC-8094C222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314" y="4028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9" name="path-3966">
            <a:extLst xmlns:a="http://schemas.openxmlformats.org/drawingml/2006/main">
              <a:ext uri="{FF2B5EF4-FFF2-40B4-BE49-F238E27FC236}">
                <a16:creationId xmlns:a16="http://schemas.microsoft.com/office/drawing/2014/main" id="{AAF93C6F-0AF3-47B8-86CF-0A4F3A9A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859" y="4042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0" name="path-3967">
            <a:extLst xmlns:a="http://schemas.openxmlformats.org/drawingml/2006/main">
              <a:ext uri="{FF2B5EF4-FFF2-40B4-BE49-F238E27FC236}">
                <a16:creationId xmlns:a16="http://schemas.microsoft.com/office/drawing/2014/main" id="{D3842D2A-BC44-4993-B9B0-2EDAAC7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704" y="40384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1" name="path-3968">
            <a:extLst xmlns:a="http://schemas.openxmlformats.org/drawingml/2006/main">
              <a:ext uri="{FF2B5EF4-FFF2-40B4-BE49-F238E27FC236}">
                <a16:creationId xmlns:a16="http://schemas.microsoft.com/office/drawing/2014/main" id="{245CB88F-97C1-4F4D-85D2-C1DEC0E2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7236" y="4039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2" name="path-3969">
            <a:extLst xmlns:a="http://schemas.openxmlformats.org/drawingml/2006/main">
              <a:ext uri="{FF2B5EF4-FFF2-40B4-BE49-F238E27FC236}">
                <a16:creationId xmlns:a16="http://schemas.microsoft.com/office/drawing/2014/main" id="{138E368A-3D1E-49FE-A240-D4A84998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6516" y="4047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3" name="path-3970">
            <a:extLst xmlns:a="http://schemas.openxmlformats.org/drawingml/2006/main">
              <a:ext uri="{FF2B5EF4-FFF2-40B4-BE49-F238E27FC236}">
                <a16:creationId xmlns:a16="http://schemas.microsoft.com/office/drawing/2014/main" id="{5FD6E240-1BE3-4723-BBC2-1590BC3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849" y="40448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4" name="path-3971">
            <a:extLst xmlns:a="http://schemas.openxmlformats.org/drawingml/2006/main">
              <a:ext uri="{FF2B5EF4-FFF2-40B4-BE49-F238E27FC236}">
                <a16:creationId xmlns:a16="http://schemas.microsoft.com/office/drawing/2014/main" id="{05D9C215-B92D-4B1F-979E-F2A6C20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199" y="4044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5" name="path-3972">
            <a:extLst xmlns:a="http://schemas.openxmlformats.org/drawingml/2006/main">
              <a:ext uri="{FF2B5EF4-FFF2-40B4-BE49-F238E27FC236}">
                <a16:creationId xmlns:a16="http://schemas.microsoft.com/office/drawing/2014/main" id="{19F3EF96-09F1-4FD2-AB98-EA887AD9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312" y="40645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6" name="path-3973">
            <a:extLst xmlns:a="http://schemas.openxmlformats.org/drawingml/2006/main">
              <a:ext uri="{FF2B5EF4-FFF2-40B4-BE49-F238E27FC236}">
                <a16:creationId xmlns:a16="http://schemas.microsoft.com/office/drawing/2014/main" id="{5FD1D26A-1A3B-46AB-8618-8F3852C6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3888" y="4061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7" name="path-3974">
            <a:extLst xmlns:a="http://schemas.openxmlformats.org/drawingml/2006/main">
              <a:ext uri="{FF2B5EF4-FFF2-40B4-BE49-F238E27FC236}">
                <a16:creationId xmlns:a16="http://schemas.microsoft.com/office/drawing/2014/main" id="{F6AB7AFC-D4D1-4839-9486-452AA330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053" y="4044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8" name="path-3975">
            <a:extLst xmlns:a="http://schemas.openxmlformats.org/drawingml/2006/main">
              <a:ext uri="{FF2B5EF4-FFF2-40B4-BE49-F238E27FC236}">
                <a16:creationId xmlns:a16="http://schemas.microsoft.com/office/drawing/2014/main" id="{C284D29F-8A7B-477A-B098-E4E6DE8E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4458" y="40325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9" name="path-3976">
            <a:extLst xmlns:a="http://schemas.openxmlformats.org/drawingml/2006/main">
              <a:ext uri="{FF2B5EF4-FFF2-40B4-BE49-F238E27FC236}">
                <a16:creationId xmlns:a16="http://schemas.microsoft.com/office/drawing/2014/main" id="{1FC51439-61FE-4393-A842-6AB0B07C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1408" y="40442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0" name="path-3977">
            <a:extLst xmlns:a="http://schemas.openxmlformats.org/drawingml/2006/main">
              <a:ext uri="{FF2B5EF4-FFF2-40B4-BE49-F238E27FC236}">
                <a16:creationId xmlns:a16="http://schemas.microsoft.com/office/drawing/2014/main" id="{9F90C487-C00E-4C79-A1C3-D43CBBDB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816" y="40451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1" name="path-3978">
            <a:extLst xmlns:a="http://schemas.openxmlformats.org/drawingml/2006/main">
              <a:ext uri="{FF2B5EF4-FFF2-40B4-BE49-F238E27FC236}">
                <a16:creationId xmlns:a16="http://schemas.microsoft.com/office/drawing/2014/main" id="{1116A692-5F66-4142-9AA2-9AD33E7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804" y="4047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2" name="path-3979">
            <a:extLst xmlns:a="http://schemas.openxmlformats.org/drawingml/2006/main">
              <a:ext uri="{FF2B5EF4-FFF2-40B4-BE49-F238E27FC236}">
                <a16:creationId xmlns:a16="http://schemas.microsoft.com/office/drawing/2014/main" id="{79BE5013-6345-4368-AECD-A2A24F51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9205" y="4038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3" name="path-3980">
            <a:extLst xmlns:a="http://schemas.openxmlformats.org/drawingml/2006/main">
              <a:ext uri="{FF2B5EF4-FFF2-40B4-BE49-F238E27FC236}">
                <a16:creationId xmlns:a16="http://schemas.microsoft.com/office/drawing/2014/main" id="{6BC538BD-E9BB-4861-BFBB-1AC48C03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610" y="4044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4" name="path-3981">
            <a:extLst xmlns:a="http://schemas.openxmlformats.org/drawingml/2006/main">
              <a:ext uri="{FF2B5EF4-FFF2-40B4-BE49-F238E27FC236}">
                <a16:creationId xmlns:a16="http://schemas.microsoft.com/office/drawing/2014/main" id="{D2E4DC66-216D-48BD-B52D-0C8F93E9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687" y="4029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5" name="path-3982">
            <a:extLst xmlns:a="http://schemas.openxmlformats.org/drawingml/2006/main">
              <a:ext uri="{FF2B5EF4-FFF2-40B4-BE49-F238E27FC236}">
                <a16:creationId xmlns:a16="http://schemas.microsoft.com/office/drawing/2014/main" id="{06F4D6CC-101E-44C5-8794-ADC73937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164" y="40163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6" name="path-3983">
            <a:extLst xmlns:a="http://schemas.openxmlformats.org/drawingml/2006/main">
              <a:ext uri="{FF2B5EF4-FFF2-40B4-BE49-F238E27FC236}">
                <a16:creationId xmlns:a16="http://schemas.microsoft.com/office/drawing/2014/main" id="{4CB47104-3DEA-4726-8E4F-8F30186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940" y="4051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7" name="path-3984">
            <a:extLst xmlns:a="http://schemas.openxmlformats.org/drawingml/2006/main">
              <a:ext uri="{FF2B5EF4-FFF2-40B4-BE49-F238E27FC236}">
                <a16:creationId xmlns:a16="http://schemas.microsoft.com/office/drawing/2014/main" id="{4D141C92-F7C7-4FF9-9342-D2FEEE48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544" y="4020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8" name="path-3985">
            <a:extLst xmlns:a="http://schemas.openxmlformats.org/drawingml/2006/main">
              <a:ext uri="{FF2B5EF4-FFF2-40B4-BE49-F238E27FC236}">
                <a16:creationId xmlns:a16="http://schemas.microsoft.com/office/drawing/2014/main" id="{0B520D99-21A8-442A-AC11-BB2FEAAE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185" y="4052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9" name="path-3986">
            <a:extLst xmlns:a="http://schemas.openxmlformats.org/drawingml/2006/main">
              <a:ext uri="{FF2B5EF4-FFF2-40B4-BE49-F238E27FC236}">
                <a16:creationId xmlns:a16="http://schemas.microsoft.com/office/drawing/2014/main" id="{F335330E-0083-4E4E-B030-C17B70E4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824" y="40441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0" name="path-3987">
            <a:extLst xmlns:a="http://schemas.openxmlformats.org/drawingml/2006/main">
              <a:ext uri="{FF2B5EF4-FFF2-40B4-BE49-F238E27FC236}">
                <a16:creationId xmlns:a16="http://schemas.microsoft.com/office/drawing/2014/main" id="{40413508-04A3-46B9-91FE-47C371B2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625" y="40400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1" name="path-3988">
            <a:extLst xmlns:a="http://schemas.openxmlformats.org/drawingml/2006/main">
              <a:ext uri="{FF2B5EF4-FFF2-40B4-BE49-F238E27FC236}">
                <a16:creationId xmlns:a16="http://schemas.microsoft.com/office/drawing/2014/main" id="{759F9230-1E55-4489-A1FE-17DEABE6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8713" y="4027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2" name="path-3989">
            <a:extLst xmlns:a="http://schemas.openxmlformats.org/drawingml/2006/main">
              <a:ext uri="{FF2B5EF4-FFF2-40B4-BE49-F238E27FC236}">
                <a16:creationId xmlns:a16="http://schemas.microsoft.com/office/drawing/2014/main" id="{95B66927-AAAC-4C07-8824-5E4405F1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351" y="40488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3" name="path-3990">
            <a:extLst xmlns:a="http://schemas.openxmlformats.org/drawingml/2006/main">
              <a:ext uri="{FF2B5EF4-FFF2-40B4-BE49-F238E27FC236}">
                <a16:creationId xmlns:a16="http://schemas.microsoft.com/office/drawing/2014/main" id="{B3F35FB9-5364-45C5-A9B4-F2EE366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193" y="40758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4" name="path-3991">
            <a:extLst xmlns:a="http://schemas.openxmlformats.org/drawingml/2006/main">
              <a:ext uri="{FF2B5EF4-FFF2-40B4-BE49-F238E27FC236}">
                <a16:creationId xmlns:a16="http://schemas.microsoft.com/office/drawing/2014/main" id="{7CDC6557-6A33-4D5E-B497-1943A0D9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0021" y="40647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5" name="path-3992">
            <a:extLst xmlns:a="http://schemas.openxmlformats.org/drawingml/2006/main">
              <a:ext uri="{FF2B5EF4-FFF2-40B4-BE49-F238E27FC236}">
                <a16:creationId xmlns:a16="http://schemas.microsoft.com/office/drawing/2014/main" id="{9CFAB478-E9A5-47F8-B797-E869BDD2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5" y="40426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6" name="path-3993">
            <a:extLst xmlns:a="http://schemas.openxmlformats.org/drawingml/2006/main">
              <a:ext uri="{FF2B5EF4-FFF2-40B4-BE49-F238E27FC236}">
                <a16:creationId xmlns:a16="http://schemas.microsoft.com/office/drawing/2014/main" id="{7D451E9A-544C-4106-9B14-F7CCA712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3974" y="40343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7" name="path-3994">
            <a:extLst xmlns:a="http://schemas.openxmlformats.org/drawingml/2006/main">
              <a:ext uri="{FF2B5EF4-FFF2-40B4-BE49-F238E27FC236}">
                <a16:creationId xmlns:a16="http://schemas.microsoft.com/office/drawing/2014/main" id="{4B433EEE-4C38-4346-873A-C5DFBC48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14" y="40478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8" name="path-3995">
            <a:extLst xmlns:a="http://schemas.openxmlformats.org/drawingml/2006/main">
              <a:ext uri="{FF2B5EF4-FFF2-40B4-BE49-F238E27FC236}">
                <a16:creationId xmlns:a16="http://schemas.microsoft.com/office/drawing/2014/main" id="{7D00254B-F0E3-421D-B9E5-7E156624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083" y="4044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9" name="path-3996">
            <a:extLst xmlns:a="http://schemas.openxmlformats.org/drawingml/2006/main">
              <a:ext uri="{FF2B5EF4-FFF2-40B4-BE49-F238E27FC236}">
                <a16:creationId xmlns:a16="http://schemas.microsoft.com/office/drawing/2014/main" id="{D2D39C2D-ECD7-4070-BA93-563D7270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3770" y="4033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0" name="path-3997">
            <a:extLst xmlns:a="http://schemas.openxmlformats.org/drawingml/2006/main">
              <a:ext uri="{FF2B5EF4-FFF2-40B4-BE49-F238E27FC236}">
                <a16:creationId xmlns:a16="http://schemas.microsoft.com/office/drawing/2014/main" id="{B3278FA7-88C6-4861-8C67-39036F7F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848" y="40439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1" name="path-3998">
            <a:extLst xmlns:a="http://schemas.openxmlformats.org/drawingml/2006/main">
              <a:ext uri="{FF2B5EF4-FFF2-40B4-BE49-F238E27FC236}">
                <a16:creationId xmlns:a16="http://schemas.microsoft.com/office/drawing/2014/main" id="{B6462E44-22AD-43CB-9B72-B6B1BB1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654" y="40329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2" name="path-3999">
            <a:extLst xmlns:a="http://schemas.openxmlformats.org/drawingml/2006/main">
              <a:ext uri="{FF2B5EF4-FFF2-40B4-BE49-F238E27FC236}">
                <a16:creationId xmlns:a16="http://schemas.microsoft.com/office/drawing/2014/main" id="{8E788B40-9B52-472E-A1D6-B8134B76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708" y="40431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3" name="path-4000">
            <a:extLst xmlns:a="http://schemas.openxmlformats.org/drawingml/2006/main">
              <a:ext uri="{FF2B5EF4-FFF2-40B4-BE49-F238E27FC236}">
                <a16:creationId xmlns:a16="http://schemas.microsoft.com/office/drawing/2014/main" id="{FC2D3E35-8DF9-4437-BFB3-0C01283E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863" y="40409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4" name="path-4001">
            <a:extLst xmlns:a="http://schemas.openxmlformats.org/drawingml/2006/main">
              <a:ext uri="{FF2B5EF4-FFF2-40B4-BE49-F238E27FC236}">
                <a16:creationId xmlns:a16="http://schemas.microsoft.com/office/drawing/2014/main" id="{9ED2CD60-DAD3-4B65-B152-C0466AD1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829" y="40473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5" name="path-4002">
            <a:extLst xmlns:a="http://schemas.openxmlformats.org/drawingml/2006/main">
              <a:ext uri="{FF2B5EF4-FFF2-40B4-BE49-F238E27FC236}">
                <a16:creationId xmlns:a16="http://schemas.microsoft.com/office/drawing/2014/main" id="{7A6A41D1-81A4-4DA9-8A8A-842DB75F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984" y="4043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6" name="path-4003">
            <a:extLst xmlns:a="http://schemas.openxmlformats.org/drawingml/2006/main">
              <a:ext uri="{FF2B5EF4-FFF2-40B4-BE49-F238E27FC236}">
                <a16:creationId xmlns:a16="http://schemas.microsoft.com/office/drawing/2014/main" id="{E66688B7-C3CF-47F5-9230-B4ACC42F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3072" y="4059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7" name="path-4004">
            <a:extLst xmlns:a="http://schemas.openxmlformats.org/drawingml/2006/main">
              <a:ext uri="{FF2B5EF4-FFF2-40B4-BE49-F238E27FC236}">
                <a16:creationId xmlns:a16="http://schemas.microsoft.com/office/drawing/2014/main" id="{BCADF08F-39BC-4997-A7FF-7B2409B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3482" y="40479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8" name="path-4005">
            <a:extLst xmlns:a="http://schemas.openxmlformats.org/drawingml/2006/main">
              <a:ext uri="{FF2B5EF4-FFF2-40B4-BE49-F238E27FC236}">
                <a16:creationId xmlns:a16="http://schemas.microsoft.com/office/drawing/2014/main" id="{43EC9DE3-D916-46DA-92E9-C278401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6589" y="40664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9" name="path-4006">
            <a:extLst xmlns:a="http://schemas.openxmlformats.org/drawingml/2006/main">
              <a:ext uri="{FF2B5EF4-FFF2-40B4-BE49-F238E27FC236}">
                <a16:creationId xmlns:a16="http://schemas.microsoft.com/office/drawing/2014/main" id="{205921CF-86DB-4087-8DB8-572D31F2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386" y="4043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0" name="path-4007">
            <a:extLst xmlns:a="http://schemas.openxmlformats.org/drawingml/2006/main">
              <a:ext uri="{FF2B5EF4-FFF2-40B4-BE49-F238E27FC236}">
                <a16:creationId xmlns:a16="http://schemas.microsoft.com/office/drawing/2014/main" id="{9B8BDDF4-6F11-4D27-AFA4-224ADAB6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708" y="40333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1" name="path-4008">
            <a:extLst xmlns:a="http://schemas.openxmlformats.org/drawingml/2006/main">
              <a:ext uri="{FF2B5EF4-FFF2-40B4-BE49-F238E27FC236}">
                <a16:creationId xmlns:a16="http://schemas.microsoft.com/office/drawing/2014/main" id="{ED05DEF9-34AB-492B-A03D-C4C3BAAD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3124" y="40672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2" name="path-4009">
            <a:extLst xmlns:a="http://schemas.openxmlformats.org/drawingml/2006/main">
              <a:ext uri="{FF2B5EF4-FFF2-40B4-BE49-F238E27FC236}">
                <a16:creationId xmlns:a16="http://schemas.microsoft.com/office/drawing/2014/main" id="{B2DD1593-2666-458E-A30F-FD27C71B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916" y="40397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3" name="path-4010">
            <a:extLst xmlns:a="http://schemas.openxmlformats.org/drawingml/2006/main">
              <a:ext uri="{FF2B5EF4-FFF2-40B4-BE49-F238E27FC236}">
                <a16:creationId xmlns:a16="http://schemas.microsoft.com/office/drawing/2014/main" id="{B173F0A5-067E-4939-804B-7B276AEE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6301" y="40424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4" name="path-4011">
            <a:extLst xmlns:a="http://schemas.openxmlformats.org/drawingml/2006/main">
              <a:ext uri="{FF2B5EF4-FFF2-40B4-BE49-F238E27FC236}">
                <a16:creationId xmlns:a16="http://schemas.microsoft.com/office/drawing/2014/main" id="{0553771A-5666-4724-BD89-DEB19AEE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5134" y="4048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5" name="path-4012">
            <a:extLst xmlns:a="http://schemas.openxmlformats.org/drawingml/2006/main">
              <a:ext uri="{FF2B5EF4-FFF2-40B4-BE49-F238E27FC236}">
                <a16:creationId xmlns:a16="http://schemas.microsoft.com/office/drawing/2014/main" id="{BAFC75C1-7E01-4B91-B1D7-60C2918E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082" y="40354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6" name="path-4013">
            <a:extLst xmlns:a="http://schemas.openxmlformats.org/drawingml/2006/main">
              <a:ext uri="{FF2B5EF4-FFF2-40B4-BE49-F238E27FC236}">
                <a16:creationId xmlns:a16="http://schemas.microsoft.com/office/drawing/2014/main" id="{2A89DA21-3B3D-45EE-BAAB-F406F966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337" y="40484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7" name="path-4014">
            <a:extLst xmlns:a="http://schemas.openxmlformats.org/drawingml/2006/main">
              <a:ext uri="{FF2B5EF4-FFF2-40B4-BE49-F238E27FC236}">
                <a16:creationId xmlns:a16="http://schemas.microsoft.com/office/drawing/2014/main" id="{01E2DCC8-45F3-43CC-BA48-C07D4C18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1804" y="4024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8" name="path-4015">
            <a:extLst xmlns:a="http://schemas.openxmlformats.org/drawingml/2006/main">
              <a:ext uri="{FF2B5EF4-FFF2-40B4-BE49-F238E27FC236}">
                <a16:creationId xmlns:a16="http://schemas.microsoft.com/office/drawing/2014/main" id="{5AAB39D4-7A91-46DD-9C22-C8DA0934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478" y="40458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9" name="path-4016">
            <a:extLst xmlns:a="http://schemas.openxmlformats.org/drawingml/2006/main">
              <a:ext uri="{FF2B5EF4-FFF2-40B4-BE49-F238E27FC236}">
                <a16:creationId xmlns:a16="http://schemas.microsoft.com/office/drawing/2014/main" id="{502264ED-DECB-4D9A-A0B9-9481E6A8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1815" y="4022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0" name="path-4017">
            <a:extLst xmlns:a="http://schemas.openxmlformats.org/drawingml/2006/main">
              <a:ext uri="{FF2B5EF4-FFF2-40B4-BE49-F238E27FC236}">
                <a16:creationId xmlns:a16="http://schemas.microsoft.com/office/drawing/2014/main" id="{516D4AFA-D06F-4E61-ACAA-C5525A37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293" y="40427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1" name="path-4018">
            <a:extLst xmlns:a="http://schemas.openxmlformats.org/drawingml/2006/main">
              <a:ext uri="{FF2B5EF4-FFF2-40B4-BE49-F238E27FC236}">
                <a16:creationId xmlns:a16="http://schemas.microsoft.com/office/drawing/2014/main" id="{B31299DA-8F15-4D88-9E29-EA9A12F2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564" y="40452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2" name="path-4019">
            <a:extLst xmlns:a="http://schemas.openxmlformats.org/drawingml/2006/main">
              <a:ext uri="{FF2B5EF4-FFF2-40B4-BE49-F238E27FC236}">
                <a16:creationId xmlns:a16="http://schemas.microsoft.com/office/drawing/2014/main" id="{09DB4409-8BD7-46C4-B9A2-0CBF2131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240" y="40440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3" name="path-4020">
            <a:extLst xmlns:a="http://schemas.openxmlformats.org/drawingml/2006/main">
              <a:ext uri="{FF2B5EF4-FFF2-40B4-BE49-F238E27FC236}">
                <a16:creationId xmlns:a16="http://schemas.microsoft.com/office/drawing/2014/main" id="{41884419-6344-4632-B69B-D296178A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7162" y="40403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4" name="path-4021">
            <a:extLst xmlns:a="http://schemas.openxmlformats.org/drawingml/2006/main">
              <a:ext uri="{FF2B5EF4-FFF2-40B4-BE49-F238E27FC236}">
                <a16:creationId xmlns:a16="http://schemas.microsoft.com/office/drawing/2014/main" id="{89BD3EF1-24D3-46D6-B60E-6851B2C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68" y="40431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5" name="path-4022">
            <a:extLst xmlns:a="http://schemas.openxmlformats.org/drawingml/2006/main">
              <a:ext uri="{FF2B5EF4-FFF2-40B4-BE49-F238E27FC236}">
                <a16:creationId xmlns:a16="http://schemas.microsoft.com/office/drawing/2014/main" id="{66F2BE41-1DF8-4A05-9DA7-595243C9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740" y="4047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6" name="path-4023">
            <a:extLst xmlns:a="http://schemas.openxmlformats.org/drawingml/2006/main">
              <a:ext uri="{FF2B5EF4-FFF2-40B4-BE49-F238E27FC236}">
                <a16:creationId xmlns:a16="http://schemas.microsoft.com/office/drawing/2014/main" id="{77E92830-9FED-4F00-92B0-0A095C18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573" y="4045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7" name="path-4024">
            <a:extLst xmlns:a="http://schemas.openxmlformats.org/drawingml/2006/main">
              <a:ext uri="{FF2B5EF4-FFF2-40B4-BE49-F238E27FC236}">
                <a16:creationId xmlns:a16="http://schemas.microsoft.com/office/drawing/2014/main" id="{080E8DD2-7140-40F3-93A4-F20A3D6D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346" y="40402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8" name="path-4025">
            <a:extLst xmlns:a="http://schemas.openxmlformats.org/drawingml/2006/main">
              <a:ext uri="{FF2B5EF4-FFF2-40B4-BE49-F238E27FC236}">
                <a16:creationId xmlns:a16="http://schemas.microsoft.com/office/drawing/2014/main" id="{9717CAF4-5004-471B-9808-4B1D80C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759" y="40466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9" name="path-4026">
            <a:extLst xmlns:a="http://schemas.openxmlformats.org/drawingml/2006/main">
              <a:ext uri="{FF2B5EF4-FFF2-40B4-BE49-F238E27FC236}">
                <a16:creationId xmlns:a16="http://schemas.microsoft.com/office/drawing/2014/main" id="{ED9ACA36-57D8-49CB-B6A3-07A03DC6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954" y="40402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0" name="path-4027">
            <a:extLst xmlns:a="http://schemas.openxmlformats.org/drawingml/2006/main">
              <a:ext uri="{FF2B5EF4-FFF2-40B4-BE49-F238E27FC236}">
                <a16:creationId xmlns:a16="http://schemas.microsoft.com/office/drawing/2014/main" id="{04A9E39A-BEEF-4492-891B-11F3876A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961" y="40307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1" name="path-4028">
            <a:extLst xmlns:a="http://schemas.openxmlformats.org/drawingml/2006/main">
              <a:ext uri="{FF2B5EF4-FFF2-40B4-BE49-F238E27FC236}">
                <a16:creationId xmlns:a16="http://schemas.microsoft.com/office/drawing/2014/main" id="{D1E64325-C719-4E93-8954-4947CB48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488" y="4040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2" name="path-4029">
            <a:extLst xmlns:a="http://schemas.openxmlformats.org/drawingml/2006/main">
              <a:ext uri="{FF2B5EF4-FFF2-40B4-BE49-F238E27FC236}">
                <a16:creationId xmlns:a16="http://schemas.microsoft.com/office/drawing/2014/main" id="{5C16208D-30FC-4A71-9F2A-310A16C8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057" y="4035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3" name="path-4030">
            <a:extLst xmlns:a="http://schemas.openxmlformats.org/drawingml/2006/main">
              <a:ext uri="{FF2B5EF4-FFF2-40B4-BE49-F238E27FC236}">
                <a16:creationId xmlns:a16="http://schemas.microsoft.com/office/drawing/2014/main" id="{123EC4AA-FE09-46D5-B5D2-B1E07419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263" y="4041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4" name="path-4031">
            <a:extLst xmlns:a="http://schemas.openxmlformats.org/drawingml/2006/main">
              <a:ext uri="{FF2B5EF4-FFF2-40B4-BE49-F238E27FC236}">
                <a16:creationId xmlns:a16="http://schemas.microsoft.com/office/drawing/2014/main" id="{DC6C4050-19DA-4891-BC69-BE1DD85B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787" y="40451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5" name="path-4032">
            <a:extLst xmlns:a="http://schemas.openxmlformats.org/drawingml/2006/main">
              <a:ext uri="{FF2B5EF4-FFF2-40B4-BE49-F238E27FC236}">
                <a16:creationId xmlns:a16="http://schemas.microsoft.com/office/drawing/2014/main" id="{B886F674-C79F-4D37-99EB-326F76B9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458" y="40443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6" name="path-4033">
            <a:extLst xmlns:a="http://schemas.openxmlformats.org/drawingml/2006/main">
              <a:ext uri="{FF2B5EF4-FFF2-40B4-BE49-F238E27FC236}">
                <a16:creationId xmlns:a16="http://schemas.microsoft.com/office/drawing/2014/main" id="{E235CC1B-6470-40A5-983C-2DB2B83A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787" y="4038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7" name="path-4034">
            <a:extLst xmlns:a="http://schemas.openxmlformats.org/drawingml/2006/main">
              <a:ext uri="{FF2B5EF4-FFF2-40B4-BE49-F238E27FC236}">
                <a16:creationId xmlns:a16="http://schemas.microsoft.com/office/drawing/2014/main" id="{D6A581CF-A8CF-4B3E-924E-CEED6663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9058" y="4044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8" name="path-4035">
            <a:extLst xmlns:a="http://schemas.openxmlformats.org/drawingml/2006/main">
              <a:ext uri="{FF2B5EF4-FFF2-40B4-BE49-F238E27FC236}">
                <a16:creationId xmlns:a16="http://schemas.microsoft.com/office/drawing/2014/main" id="{332AFABF-70EF-4B18-B596-B628CA6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5010" y="40665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9" name="path-4036">
            <a:extLst xmlns:a="http://schemas.openxmlformats.org/drawingml/2006/main">
              <a:ext uri="{FF2B5EF4-FFF2-40B4-BE49-F238E27FC236}">
                <a16:creationId xmlns:a16="http://schemas.microsoft.com/office/drawing/2014/main" id="{3072395A-D71A-495B-B746-28069E01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943" y="40521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0" name="path-4037">
            <a:extLst xmlns:a="http://schemas.openxmlformats.org/drawingml/2006/main">
              <a:ext uri="{FF2B5EF4-FFF2-40B4-BE49-F238E27FC236}">
                <a16:creationId xmlns:a16="http://schemas.microsoft.com/office/drawing/2014/main" id="{BD01BFAA-E8D8-4830-B5BA-0F7D3A2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593" y="4035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1" name="path-4038">
            <a:extLst xmlns:a="http://schemas.openxmlformats.org/drawingml/2006/main">
              <a:ext uri="{FF2B5EF4-FFF2-40B4-BE49-F238E27FC236}">
                <a16:creationId xmlns:a16="http://schemas.microsoft.com/office/drawing/2014/main" id="{1B7E7557-0B0F-473D-8C54-848754EC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704" y="40266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2" name="path-4039">
            <a:extLst xmlns:a="http://schemas.openxmlformats.org/drawingml/2006/main">
              <a:ext uri="{FF2B5EF4-FFF2-40B4-BE49-F238E27FC236}">
                <a16:creationId xmlns:a16="http://schemas.microsoft.com/office/drawing/2014/main" id="{126D21A2-CA1C-4CCC-925D-A7F1E0F5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203" y="4045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3" name="path-4040">
            <a:extLst xmlns:a="http://schemas.openxmlformats.org/drawingml/2006/main">
              <a:ext uri="{FF2B5EF4-FFF2-40B4-BE49-F238E27FC236}">
                <a16:creationId xmlns:a16="http://schemas.microsoft.com/office/drawing/2014/main" id="{C92C81AC-7020-4A15-BF21-E02C45AD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529" y="40301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4" name="path-4041">
            <a:extLst xmlns:a="http://schemas.openxmlformats.org/drawingml/2006/main">
              <a:ext uri="{FF2B5EF4-FFF2-40B4-BE49-F238E27FC236}">
                <a16:creationId xmlns:a16="http://schemas.microsoft.com/office/drawing/2014/main" id="{37AFF0B4-51ED-441B-858C-FF8AA47E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435" y="40589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5" name="path-4042">
            <a:extLst xmlns:a="http://schemas.openxmlformats.org/drawingml/2006/main">
              <a:ext uri="{FF2B5EF4-FFF2-40B4-BE49-F238E27FC236}">
                <a16:creationId xmlns:a16="http://schemas.microsoft.com/office/drawing/2014/main" id="{C2785035-2BF5-4558-B044-2828A298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443" y="40441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6" name="path-4043">
            <a:extLst xmlns:a="http://schemas.openxmlformats.org/drawingml/2006/main">
              <a:ext uri="{FF2B5EF4-FFF2-40B4-BE49-F238E27FC236}">
                <a16:creationId xmlns:a16="http://schemas.microsoft.com/office/drawing/2014/main" id="{CFA96813-4793-4EA0-98F0-248BBB2A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100" y="40420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7" name="path-4044">
            <a:extLst xmlns:a="http://schemas.openxmlformats.org/drawingml/2006/main">
              <a:ext uri="{FF2B5EF4-FFF2-40B4-BE49-F238E27FC236}">
                <a16:creationId xmlns:a16="http://schemas.microsoft.com/office/drawing/2014/main" id="{C6690602-9223-4A12-81CE-6687A97E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227" y="40258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8" name="path-4045">
            <a:extLst xmlns:a="http://schemas.openxmlformats.org/drawingml/2006/main">
              <a:ext uri="{FF2B5EF4-FFF2-40B4-BE49-F238E27FC236}">
                <a16:creationId xmlns:a16="http://schemas.microsoft.com/office/drawing/2014/main" id="{F23AADFF-C493-4BB8-B3ED-71D0B65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668" y="40412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9" name="path-4046">
            <a:extLst xmlns:a="http://schemas.openxmlformats.org/drawingml/2006/main">
              <a:ext uri="{FF2B5EF4-FFF2-40B4-BE49-F238E27FC236}">
                <a16:creationId xmlns:a16="http://schemas.microsoft.com/office/drawing/2014/main" id="{20A2850F-20A6-4972-BE49-6F80C683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958" y="40452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0" name="path-4047">
            <a:extLst xmlns:a="http://schemas.openxmlformats.org/drawingml/2006/main">
              <a:ext uri="{FF2B5EF4-FFF2-40B4-BE49-F238E27FC236}">
                <a16:creationId xmlns:a16="http://schemas.microsoft.com/office/drawing/2014/main" id="{5051A27C-A436-49E0-9F96-2C375B2D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0604" y="4039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1" name="path-4048">
            <a:extLst xmlns:a="http://schemas.openxmlformats.org/drawingml/2006/main">
              <a:ext uri="{FF2B5EF4-FFF2-40B4-BE49-F238E27FC236}">
                <a16:creationId xmlns:a16="http://schemas.microsoft.com/office/drawing/2014/main" id="{F48C5D11-514F-4F39-ABE9-1FDF46A6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1505" y="4041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2" name="path-4049">
            <a:extLst xmlns:a="http://schemas.openxmlformats.org/drawingml/2006/main">
              <a:ext uri="{FF2B5EF4-FFF2-40B4-BE49-F238E27FC236}">
                <a16:creationId xmlns:a16="http://schemas.microsoft.com/office/drawing/2014/main" id="{86488F61-6965-4CC7-AEE1-4F65D931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5691" y="4046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3" name="path-4050">
            <a:extLst xmlns:a="http://schemas.openxmlformats.org/drawingml/2006/main">
              <a:ext uri="{FF2B5EF4-FFF2-40B4-BE49-F238E27FC236}">
                <a16:creationId xmlns:a16="http://schemas.microsoft.com/office/drawing/2014/main" id="{E90DD0D9-90FB-4785-8C64-0A4E8562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0686" y="40489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4" name="path-4051">
            <a:extLst xmlns:a="http://schemas.openxmlformats.org/drawingml/2006/main">
              <a:ext uri="{FF2B5EF4-FFF2-40B4-BE49-F238E27FC236}">
                <a16:creationId xmlns:a16="http://schemas.microsoft.com/office/drawing/2014/main" id="{729EEE64-E146-4BAF-8C82-3EADEF4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912" y="40427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5" name="path-4052">
            <a:extLst xmlns:a="http://schemas.openxmlformats.org/drawingml/2006/main">
              <a:ext uri="{FF2B5EF4-FFF2-40B4-BE49-F238E27FC236}">
                <a16:creationId xmlns:a16="http://schemas.microsoft.com/office/drawing/2014/main" id="{AC9B5838-839E-41A7-A980-37444BAB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508" y="40233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6" name="path-4053">
            <a:extLst xmlns:a="http://schemas.openxmlformats.org/drawingml/2006/main">
              <a:ext uri="{FF2B5EF4-FFF2-40B4-BE49-F238E27FC236}">
                <a16:creationId xmlns:a16="http://schemas.microsoft.com/office/drawing/2014/main" id="{817EF116-CB0B-4FB9-A86D-F8BB2215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494" y="4045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7" name="path-4054">
            <a:extLst xmlns:a="http://schemas.openxmlformats.org/drawingml/2006/main">
              <a:ext uri="{FF2B5EF4-FFF2-40B4-BE49-F238E27FC236}">
                <a16:creationId xmlns:a16="http://schemas.microsoft.com/office/drawing/2014/main" id="{E52D48AC-3898-4B0C-B1B8-CA608B5F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894" y="4043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8" name="path-4055">
            <a:extLst xmlns:a="http://schemas.openxmlformats.org/drawingml/2006/main">
              <a:ext uri="{FF2B5EF4-FFF2-40B4-BE49-F238E27FC236}">
                <a16:creationId xmlns:a16="http://schemas.microsoft.com/office/drawing/2014/main" id="{6EF7285B-7F60-43BC-A39E-1BAEF57E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598" y="40814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9" name="path-4056">
            <a:extLst xmlns:a="http://schemas.openxmlformats.org/drawingml/2006/main">
              <a:ext uri="{FF2B5EF4-FFF2-40B4-BE49-F238E27FC236}">
                <a16:creationId xmlns:a16="http://schemas.microsoft.com/office/drawing/2014/main" id="{11C769FB-130A-4280-B828-AF2EB227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7039" y="4055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0" name="path-4057">
            <a:extLst xmlns:a="http://schemas.openxmlformats.org/drawingml/2006/main">
              <a:ext uri="{FF2B5EF4-FFF2-40B4-BE49-F238E27FC236}">
                <a16:creationId xmlns:a16="http://schemas.microsoft.com/office/drawing/2014/main" id="{73AEF1C8-FCF7-4023-A2A1-252CD73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416" y="40394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1" name="path-4058">
            <a:extLst xmlns:a="http://schemas.openxmlformats.org/drawingml/2006/main">
              <a:ext uri="{FF2B5EF4-FFF2-40B4-BE49-F238E27FC236}">
                <a16:creationId xmlns:a16="http://schemas.microsoft.com/office/drawing/2014/main" id="{AE3FD7E5-515C-4829-B05E-566FE75A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954" y="40573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2" name="path-4059">
            <a:extLst xmlns:a="http://schemas.openxmlformats.org/drawingml/2006/main">
              <a:ext uri="{FF2B5EF4-FFF2-40B4-BE49-F238E27FC236}">
                <a16:creationId xmlns:a16="http://schemas.microsoft.com/office/drawing/2014/main" id="{BF15F9C3-9D6E-4D52-B93D-4A1E4FE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601" y="4048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3" name="path-4060">
            <a:extLst xmlns:a="http://schemas.openxmlformats.org/drawingml/2006/main">
              <a:ext uri="{FF2B5EF4-FFF2-40B4-BE49-F238E27FC236}">
                <a16:creationId xmlns:a16="http://schemas.microsoft.com/office/drawing/2014/main" id="{22C02AB4-8853-4068-9A9B-C8B31145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8681" y="4043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4" name="path-4061">
            <a:extLst xmlns:a="http://schemas.openxmlformats.org/drawingml/2006/main">
              <a:ext uri="{FF2B5EF4-FFF2-40B4-BE49-F238E27FC236}">
                <a16:creationId xmlns:a16="http://schemas.microsoft.com/office/drawing/2014/main" id="{CF3A06DE-3CAA-41E2-9E0D-521ED6E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804" y="4044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5" name="path-4062">
            <a:extLst xmlns:a="http://schemas.openxmlformats.org/drawingml/2006/main">
              <a:ext uri="{FF2B5EF4-FFF2-40B4-BE49-F238E27FC236}">
                <a16:creationId xmlns:a16="http://schemas.microsoft.com/office/drawing/2014/main" id="{E6355EE9-A422-42AC-97B6-EFE33BE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9804" y="40408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6" name="path-4063">
            <a:extLst xmlns:a="http://schemas.openxmlformats.org/drawingml/2006/main">
              <a:ext uri="{FF2B5EF4-FFF2-40B4-BE49-F238E27FC236}">
                <a16:creationId xmlns:a16="http://schemas.microsoft.com/office/drawing/2014/main" id="{580CCA53-709B-461F-B7C0-301589DF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6526" y="40548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7" name="path-4064">
            <a:extLst xmlns:a="http://schemas.openxmlformats.org/drawingml/2006/main">
              <a:ext uri="{FF2B5EF4-FFF2-40B4-BE49-F238E27FC236}">
                <a16:creationId xmlns:a16="http://schemas.microsoft.com/office/drawing/2014/main" id="{DB2A7966-1CE8-41CC-AD4B-57EAEB94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941" y="40397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8" name="path-4065">
            <a:extLst xmlns:a="http://schemas.openxmlformats.org/drawingml/2006/main">
              <a:ext uri="{FF2B5EF4-FFF2-40B4-BE49-F238E27FC236}">
                <a16:creationId xmlns:a16="http://schemas.microsoft.com/office/drawing/2014/main" id="{E549BE01-1361-4441-BB02-0E9123E6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2917" y="4049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9" name="path-4066">
            <a:extLst xmlns:a="http://schemas.openxmlformats.org/drawingml/2006/main">
              <a:ext uri="{FF2B5EF4-FFF2-40B4-BE49-F238E27FC236}">
                <a16:creationId xmlns:a16="http://schemas.microsoft.com/office/drawing/2014/main" id="{7C31AE5A-75D8-4966-A20E-0E833B6D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850" y="40666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0" name="path-4067">
            <a:extLst xmlns:a="http://schemas.openxmlformats.org/drawingml/2006/main">
              <a:ext uri="{FF2B5EF4-FFF2-40B4-BE49-F238E27FC236}">
                <a16:creationId xmlns:a16="http://schemas.microsoft.com/office/drawing/2014/main" id="{3B80662D-E627-4E87-BB4F-FD2517EE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1720" y="40429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1" name="path-4068">
            <a:extLst xmlns:a="http://schemas.openxmlformats.org/drawingml/2006/main">
              <a:ext uri="{FF2B5EF4-FFF2-40B4-BE49-F238E27FC236}">
                <a16:creationId xmlns:a16="http://schemas.microsoft.com/office/drawing/2014/main" id="{1E9B8827-A2BA-4BA4-A36A-C0730C9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944" y="40247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2" name="path-4069">
            <a:extLst xmlns:a="http://schemas.openxmlformats.org/drawingml/2006/main">
              <a:ext uri="{FF2B5EF4-FFF2-40B4-BE49-F238E27FC236}">
                <a16:creationId xmlns:a16="http://schemas.microsoft.com/office/drawing/2014/main" id="{6037F19C-69A3-44DF-A3BB-8ADABB1F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245" y="4041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3" name="path-4070">
            <a:extLst xmlns:a="http://schemas.openxmlformats.org/drawingml/2006/main">
              <a:ext uri="{FF2B5EF4-FFF2-40B4-BE49-F238E27FC236}">
                <a16:creationId xmlns:a16="http://schemas.microsoft.com/office/drawing/2014/main" id="{076362D1-FB01-42D2-9BF6-88CBD0E9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122" y="40614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4" name="path-4071">
            <a:extLst xmlns:a="http://schemas.openxmlformats.org/drawingml/2006/main">
              <a:ext uri="{FF2B5EF4-FFF2-40B4-BE49-F238E27FC236}">
                <a16:creationId xmlns:a16="http://schemas.microsoft.com/office/drawing/2014/main" id="{2E1B7F23-A5F3-4564-9632-50E4560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373" y="40424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5" name="path-4072">
            <a:extLst xmlns:a="http://schemas.openxmlformats.org/drawingml/2006/main">
              <a:ext uri="{FF2B5EF4-FFF2-40B4-BE49-F238E27FC236}">
                <a16:creationId xmlns:a16="http://schemas.microsoft.com/office/drawing/2014/main" id="{5BFFA38D-E1DB-40A1-9A09-C2A76D94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2206" y="4061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6" name="path-4073">
            <a:extLst xmlns:a="http://schemas.openxmlformats.org/drawingml/2006/main">
              <a:ext uri="{FF2B5EF4-FFF2-40B4-BE49-F238E27FC236}">
                <a16:creationId xmlns:a16="http://schemas.microsoft.com/office/drawing/2014/main" id="{D368E0B7-44F8-4A26-8BBA-3B3EAE77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6476" y="4047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7" name="path-4074">
            <a:extLst xmlns:a="http://schemas.openxmlformats.org/drawingml/2006/main">
              <a:ext uri="{FF2B5EF4-FFF2-40B4-BE49-F238E27FC236}">
                <a16:creationId xmlns:a16="http://schemas.microsoft.com/office/drawing/2014/main" id="{BA30E41C-4F14-455A-AC85-31F916E3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288" y="40193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8" name="path-4075">
            <a:extLst xmlns:a="http://schemas.openxmlformats.org/drawingml/2006/main">
              <a:ext uri="{FF2B5EF4-FFF2-40B4-BE49-F238E27FC236}">
                <a16:creationId xmlns:a16="http://schemas.microsoft.com/office/drawing/2014/main" id="{F8DA20ED-CD85-49F5-A17E-A0D98723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297" y="4066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9" name="path-4076">
            <a:extLst xmlns:a="http://schemas.openxmlformats.org/drawingml/2006/main">
              <a:ext uri="{FF2B5EF4-FFF2-40B4-BE49-F238E27FC236}">
                <a16:creationId xmlns:a16="http://schemas.microsoft.com/office/drawing/2014/main" id="{D115B663-E58E-4315-A2E5-D00C7FE4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245" y="40430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0" name="path-4077">
            <a:extLst xmlns:a="http://schemas.openxmlformats.org/drawingml/2006/main">
              <a:ext uri="{FF2B5EF4-FFF2-40B4-BE49-F238E27FC236}">
                <a16:creationId xmlns:a16="http://schemas.microsoft.com/office/drawing/2014/main" id="{E7F7A1D4-9715-42E4-ABEF-CFC8AA5F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2280" y="40111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1" name="path-4078">
            <a:extLst xmlns:a="http://schemas.openxmlformats.org/drawingml/2006/main">
              <a:ext uri="{FF2B5EF4-FFF2-40B4-BE49-F238E27FC236}">
                <a16:creationId xmlns:a16="http://schemas.microsoft.com/office/drawing/2014/main" id="{5D8D02FC-F383-4596-B340-A92830C3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974" y="40486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2" name="path-4079">
            <a:extLst xmlns:a="http://schemas.openxmlformats.org/drawingml/2006/main">
              <a:ext uri="{FF2B5EF4-FFF2-40B4-BE49-F238E27FC236}">
                <a16:creationId xmlns:a16="http://schemas.microsoft.com/office/drawing/2014/main" id="{8D178E3E-5306-41ED-9518-AE34243C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286" y="40518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3" name="path-4080">
            <a:extLst xmlns:a="http://schemas.openxmlformats.org/drawingml/2006/main">
              <a:ext uri="{FF2B5EF4-FFF2-40B4-BE49-F238E27FC236}">
                <a16:creationId xmlns:a16="http://schemas.microsoft.com/office/drawing/2014/main" id="{448B9993-5772-48E2-94A2-20EA6B8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689" y="40468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4" name="path-4081">
            <a:extLst xmlns:a="http://schemas.openxmlformats.org/drawingml/2006/main">
              <a:ext uri="{FF2B5EF4-FFF2-40B4-BE49-F238E27FC236}">
                <a16:creationId xmlns:a16="http://schemas.microsoft.com/office/drawing/2014/main" id="{78730CBA-ED93-441D-BB0D-27CB03C2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863" y="40429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5" name="path-4082">
            <a:extLst xmlns:a="http://schemas.openxmlformats.org/drawingml/2006/main">
              <a:ext uri="{FF2B5EF4-FFF2-40B4-BE49-F238E27FC236}">
                <a16:creationId xmlns:a16="http://schemas.microsoft.com/office/drawing/2014/main" id="{2405DA3B-713C-4408-B841-6455696A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037" y="40249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6" name="path-4083">
            <a:extLst xmlns:a="http://schemas.openxmlformats.org/drawingml/2006/main">
              <a:ext uri="{FF2B5EF4-FFF2-40B4-BE49-F238E27FC236}">
                <a16:creationId xmlns:a16="http://schemas.microsoft.com/office/drawing/2014/main" id="{B1AA567B-EDE7-47BD-B09E-21635235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442" y="40136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7" name="path-4084">
            <a:extLst xmlns:a="http://schemas.openxmlformats.org/drawingml/2006/main">
              <a:ext uri="{FF2B5EF4-FFF2-40B4-BE49-F238E27FC236}">
                <a16:creationId xmlns:a16="http://schemas.microsoft.com/office/drawing/2014/main" id="{B8E80E9D-17AC-431A-B286-6E4B17FA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8797" y="40392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8" name="path-4085">
            <a:extLst xmlns:a="http://schemas.openxmlformats.org/drawingml/2006/main">
              <a:ext uri="{FF2B5EF4-FFF2-40B4-BE49-F238E27FC236}">
                <a16:creationId xmlns:a16="http://schemas.microsoft.com/office/drawing/2014/main" id="{08D5BEA7-17DF-46AB-B3A6-46FD902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017" y="40483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9" name="path-4086">
            <a:extLst xmlns:a="http://schemas.openxmlformats.org/drawingml/2006/main">
              <a:ext uri="{FF2B5EF4-FFF2-40B4-BE49-F238E27FC236}">
                <a16:creationId xmlns:a16="http://schemas.microsoft.com/office/drawing/2014/main" id="{879DB0CC-CAE5-47A6-A943-045416C0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0824" y="40818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0" name="path-4087">
            <a:extLst xmlns:a="http://schemas.openxmlformats.org/drawingml/2006/main">
              <a:ext uri="{FF2B5EF4-FFF2-40B4-BE49-F238E27FC236}">
                <a16:creationId xmlns:a16="http://schemas.microsoft.com/office/drawing/2014/main" id="{478E6C25-F65D-4A67-8B10-FC0EBDB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215" y="4045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1" name="path-4088">
            <a:extLst xmlns:a="http://schemas.openxmlformats.org/drawingml/2006/main">
              <a:ext uri="{FF2B5EF4-FFF2-40B4-BE49-F238E27FC236}">
                <a16:creationId xmlns:a16="http://schemas.microsoft.com/office/drawing/2014/main" id="{46E12B4A-E264-4186-8304-C242D575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690" y="40455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2" name="path-4089">
            <a:extLst xmlns:a="http://schemas.openxmlformats.org/drawingml/2006/main">
              <a:ext uri="{FF2B5EF4-FFF2-40B4-BE49-F238E27FC236}">
                <a16:creationId xmlns:a16="http://schemas.microsoft.com/office/drawing/2014/main" id="{01A01D03-86C0-4328-A339-A8A2CBFE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676" y="4037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3" name="path-4090">
            <a:extLst xmlns:a="http://schemas.openxmlformats.org/drawingml/2006/main">
              <a:ext uri="{FF2B5EF4-FFF2-40B4-BE49-F238E27FC236}">
                <a16:creationId xmlns:a16="http://schemas.microsoft.com/office/drawing/2014/main" id="{2CE26505-50B6-418D-B1DB-F9F6348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902" y="4027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4" name="path-4091">
            <a:extLst xmlns:a="http://schemas.openxmlformats.org/drawingml/2006/main">
              <a:ext uri="{FF2B5EF4-FFF2-40B4-BE49-F238E27FC236}">
                <a16:creationId xmlns:a16="http://schemas.microsoft.com/office/drawing/2014/main" id="{8EF5E880-899E-4E10-80A8-B4A70670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596" y="4049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5" name="path-4092">
            <a:extLst xmlns:a="http://schemas.openxmlformats.org/drawingml/2006/main">
              <a:ext uri="{FF2B5EF4-FFF2-40B4-BE49-F238E27FC236}">
                <a16:creationId xmlns:a16="http://schemas.microsoft.com/office/drawing/2014/main" id="{EF4AC553-3F99-46CA-8F24-DFC794F3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653" y="40683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6" name="path-4093">
            <a:extLst xmlns:a="http://schemas.openxmlformats.org/drawingml/2006/main">
              <a:ext uri="{FF2B5EF4-FFF2-40B4-BE49-F238E27FC236}">
                <a16:creationId xmlns:a16="http://schemas.microsoft.com/office/drawing/2014/main" id="{1E6A038F-BF89-4C0C-8031-99ABA896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385" y="4047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7" name="path-4094">
            <a:extLst xmlns:a="http://schemas.openxmlformats.org/drawingml/2006/main">
              <a:ext uri="{FF2B5EF4-FFF2-40B4-BE49-F238E27FC236}">
                <a16:creationId xmlns:a16="http://schemas.microsoft.com/office/drawing/2014/main" id="{2B56D85F-017E-4783-8B16-78051D0A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511" y="4047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8" name="path-4095">
            <a:extLst xmlns:a="http://schemas.openxmlformats.org/drawingml/2006/main">
              <a:ext uri="{FF2B5EF4-FFF2-40B4-BE49-F238E27FC236}">
                <a16:creationId xmlns:a16="http://schemas.microsoft.com/office/drawing/2014/main" id="{185B6942-C8A6-4AD9-8AF2-7A5F456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596" y="4041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9" name="path-4096">
            <a:extLst xmlns:a="http://schemas.openxmlformats.org/drawingml/2006/main">
              <a:ext uri="{FF2B5EF4-FFF2-40B4-BE49-F238E27FC236}">
                <a16:creationId xmlns:a16="http://schemas.microsoft.com/office/drawing/2014/main" id="{2B646DDC-F1BC-4427-8907-EB078CC9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430" y="4024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0" name="path-4097">
            <a:extLst xmlns:a="http://schemas.openxmlformats.org/drawingml/2006/main">
              <a:ext uri="{FF2B5EF4-FFF2-40B4-BE49-F238E27FC236}">
                <a16:creationId xmlns:a16="http://schemas.microsoft.com/office/drawing/2014/main" id="{68C6A6AF-0FBE-46AD-ADA4-0B875B59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461" y="4042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1" name="path-4098">
            <a:extLst xmlns:a="http://schemas.openxmlformats.org/drawingml/2006/main">
              <a:ext uri="{FF2B5EF4-FFF2-40B4-BE49-F238E27FC236}">
                <a16:creationId xmlns:a16="http://schemas.microsoft.com/office/drawing/2014/main" id="{3444B26F-3AA5-40B2-B81F-C5D73F1C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421" y="40350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2" name="path-4099">
            <a:extLst xmlns:a="http://schemas.openxmlformats.org/drawingml/2006/main">
              <a:ext uri="{FF2B5EF4-FFF2-40B4-BE49-F238E27FC236}">
                <a16:creationId xmlns:a16="http://schemas.microsoft.com/office/drawing/2014/main" id="{880D292D-F3BB-4CD3-9C54-9C3C538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9019" y="40333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3" name="path-4100">
            <a:extLst xmlns:a="http://schemas.openxmlformats.org/drawingml/2006/main">
              <a:ext uri="{FF2B5EF4-FFF2-40B4-BE49-F238E27FC236}">
                <a16:creationId xmlns:a16="http://schemas.microsoft.com/office/drawing/2014/main" id="{EEDCC4EF-715D-4260-9EB5-C2420390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122" y="4046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4" name="path-4101">
            <a:extLst xmlns:a="http://schemas.openxmlformats.org/drawingml/2006/main">
              <a:ext uri="{FF2B5EF4-FFF2-40B4-BE49-F238E27FC236}">
                <a16:creationId xmlns:a16="http://schemas.microsoft.com/office/drawing/2014/main" id="{C1336EA4-0408-4693-ADDE-670D321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198" y="4046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5" name="path-4102">
            <a:extLst xmlns:a="http://schemas.openxmlformats.org/drawingml/2006/main">
              <a:ext uri="{FF2B5EF4-FFF2-40B4-BE49-F238E27FC236}">
                <a16:creationId xmlns:a16="http://schemas.microsoft.com/office/drawing/2014/main" id="{BD3CD317-A0A1-41CF-92BB-06FDBDB8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7289" y="40676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6" name="path-4103">
            <a:extLst xmlns:a="http://schemas.openxmlformats.org/drawingml/2006/main">
              <a:ext uri="{FF2B5EF4-FFF2-40B4-BE49-F238E27FC236}">
                <a16:creationId xmlns:a16="http://schemas.microsoft.com/office/drawing/2014/main" id="{2AD65D13-78FC-4A64-B63E-1733A3F6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302" y="40418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7" name="path-4104">
            <a:extLst xmlns:a="http://schemas.openxmlformats.org/drawingml/2006/main">
              <a:ext uri="{FF2B5EF4-FFF2-40B4-BE49-F238E27FC236}">
                <a16:creationId xmlns:a16="http://schemas.microsoft.com/office/drawing/2014/main" id="{8E62CCCD-5C6D-4388-8FCC-2F1F3C9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278" y="40633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8" name="path-4105">
            <a:extLst xmlns:a="http://schemas.openxmlformats.org/drawingml/2006/main">
              <a:ext uri="{FF2B5EF4-FFF2-40B4-BE49-F238E27FC236}">
                <a16:creationId xmlns:a16="http://schemas.microsoft.com/office/drawing/2014/main" id="{F5D54E48-5E2E-443E-B36F-BEEA92A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9464" y="4054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9" name="path-4106">
            <a:extLst xmlns:a="http://schemas.openxmlformats.org/drawingml/2006/main">
              <a:ext uri="{FF2B5EF4-FFF2-40B4-BE49-F238E27FC236}">
                <a16:creationId xmlns:a16="http://schemas.microsoft.com/office/drawing/2014/main" id="{721421E6-4D6F-4C9A-B5A5-017DA0BA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788" y="4046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0" name="path-4107">
            <a:extLst xmlns:a="http://schemas.openxmlformats.org/drawingml/2006/main">
              <a:ext uri="{FF2B5EF4-FFF2-40B4-BE49-F238E27FC236}">
                <a16:creationId xmlns:a16="http://schemas.microsoft.com/office/drawing/2014/main" id="{729BEEBC-DFED-42C1-9863-0770301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055" y="4045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1" name="path-4108">
            <a:extLst xmlns:a="http://schemas.openxmlformats.org/drawingml/2006/main">
              <a:ext uri="{FF2B5EF4-FFF2-40B4-BE49-F238E27FC236}">
                <a16:creationId xmlns:a16="http://schemas.microsoft.com/office/drawing/2014/main" id="{6160A72D-E757-4DE3-93F9-DA9A1E34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629" y="40447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2" name="path-4109">
            <a:extLst xmlns:a="http://schemas.openxmlformats.org/drawingml/2006/main">
              <a:ext uri="{FF2B5EF4-FFF2-40B4-BE49-F238E27FC236}">
                <a16:creationId xmlns:a16="http://schemas.microsoft.com/office/drawing/2014/main" id="{27628C86-BBD7-45E8-AF31-7E62F1B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1943" y="4054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3" name="path-4110">
            <a:extLst xmlns:a="http://schemas.openxmlformats.org/drawingml/2006/main">
              <a:ext uri="{FF2B5EF4-FFF2-40B4-BE49-F238E27FC236}">
                <a16:creationId xmlns:a16="http://schemas.microsoft.com/office/drawing/2014/main" id="{CF44F7AA-1715-4B1C-AAE7-7DEC0898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0655" y="40202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4" name="path-4111">
            <a:extLst xmlns:a="http://schemas.openxmlformats.org/drawingml/2006/main">
              <a:ext uri="{FF2B5EF4-FFF2-40B4-BE49-F238E27FC236}">
                <a16:creationId xmlns:a16="http://schemas.microsoft.com/office/drawing/2014/main" id="{D87AB2A4-AFA3-4950-9E3A-D74159AA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9468" y="40504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5" name="path-4112">
            <a:extLst xmlns:a="http://schemas.openxmlformats.org/drawingml/2006/main">
              <a:ext uri="{FF2B5EF4-FFF2-40B4-BE49-F238E27FC236}">
                <a16:creationId xmlns:a16="http://schemas.microsoft.com/office/drawing/2014/main" id="{A85611C8-0CB6-4C81-BD8E-E4540B53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944" y="4050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6" name="path-4113">
            <a:extLst xmlns:a="http://schemas.openxmlformats.org/drawingml/2006/main">
              <a:ext uri="{FF2B5EF4-FFF2-40B4-BE49-F238E27FC236}">
                <a16:creationId xmlns:a16="http://schemas.microsoft.com/office/drawing/2014/main" id="{67454B1C-B0C9-46CC-AB33-2B2CCC4B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962" y="4048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7" name="path-4114">
            <a:extLst xmlns:a="http://schemas.openxmlformats.org/drawingml/2006/main">
              <a:ext uri="{FF2B5EF4-FFF2-40B4-BE49-F238E27FC236}">
                <a16:creationId xmlns:a16="http://schemas.microsoft.com/office/drawing/2014/main" id="{8440F8C2-8240-4EA6-B95F-154E5F92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298" y="4038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8" name="path-4115">
            <a:extLst xmlns:a="http://schemas.openxmlformats.org/drawingml/2006/main">
              <a:ext uri="{FF2B5EF4-FFF2-40B4-BE49-F238E27FC236}">
                <a16:creationId xmlns:a16="http://schemas.microsoft.com/office/drawing/2014/main" id="{8C6CF3E9-D291-4BA1-86CC-C09D616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2371" y="40144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9" name="path-4116">
            <a:extLst xmlns:a="http://schemas.openxmlformats.org/drawingml/2006/main">
              <a:ext uri="{FF2B5EF4-FFF2-40B4-BE49-F238E27FC236}">
                <a16:creationId xmlns:a16="http://schemas.microsoft.com/office/drawing/2014/main" id="{047861CE-393E-4A1D-96EF-69085DA2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314" y="40136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0" name="path-4117">
            <a:extLst xmlns:a="http://schemas.openxmlformats.org/drawingml/2006/main">
              <a:ext uri="{FF2B5EF4-FFF2-40B4-BE49-F238E27FC236}">
                <a16:creationId xmlns:a16="http://schemas.microsoft.com/office/drawing/2014/main" id="{19270A54-E54E-4FC3-B23D-7A089A8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702" y="40321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1" name="path-4118">
            <a:extLst xmlns:a="http://schemas.openxmlformats.org/drawingml/2006/main">
              <a:ext uri="{FF2B5EF4-FFF2-40B4-BE49-F238E27FC236}">
                <a16:creationId xmlns:a16="http://schemas.microsoft.com/office/drawing/2014/main" id="{EB496F56-6233-422D-9A84-A94BC6C7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240" y="40383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2" name="path-4119">
            <a:extLst xmlns:a="http://schemas.openxmlformats.org/drawingml/2006/main">
              <a:ext uri="{FF2B5EF4-FFF2-40B4-BE49-F238E27FC236}">
                <a16:creationId xmlns:a16="http://schemas.microsoft.com/office/drawing/2014/main" id="{0A5B6BC2-6EA9-4ECA-B8D1-54895058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213" y="40541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3" name="path-4120">
            <a:extLst xmlns:a="http://schemas.openxmlformats.org/drawingml/2006/main">
              <a:ext uri="{FF2B5EF4-FFF2-40B4-BE49-F238E27FC236}">
                <a16:creationId xmlns:a16="http://schemas.microsoft.com/office/drawing/2014/main" id="{05D9DE7F-4C82-4D31-AE88-5EB288C2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210" y="4030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4" name="path-4121">
            <a:extLst xmlns:a="http://schemas.openxmlformats.org/drawingml/2006/main">
              <a:ext uri="{FF2B5EF4-FFF2-40B4-BE49-F238E27FC236}">
                <a16:creationId xmlns:a16="http://schemas.microsoft.com/office/drawing/2014/main" id="{F43550BE-CC5A-41D9-885D-6295922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466" y="4045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5" name="path-4122">
            <a:extLst xmlns:a="http://schemas.openxmlformats.org/drawingml/2006/main">
              <a:ext uri="{FF2B5EF4-FFF2-40B4-BE49-F238E27FC236}">
                <a16:creationId xmlns:a16="http://schemas.microsoft.com/office/drawing/2014/main" id="{7E243CD2-B298-47F7-BE01-D9A993F5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4719" y="4049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6" name="path-4123">
            <a:extLst xmlns:a="http://schemas.openxmlformats.org/drawingml/2006/main">
              <a:ext uri="{FF2B5EF4-FFF2-40B4-BE49-F238E27FC236}">
                <a16:creationId xmlns:a16="http://schemas.microsoft.com/office/drawing/2014/main" id="{28060D64-F533-4B16-B9A7-4C70910C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803" y="4048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7" name="path-4124">
            <a:extLst xmlns:a="http://schemas.openxmlformats.org/drawingml/2006/main">
              <a:ext uri="{FF2B5EF4-FFF2-40B4-BE49-F238E27FC236}">
                <a16:creationId xmlns:a16="http://schemas.microsoft.com/office/drawing/2014/main" id="{14062E6D-9F9F-4FCC-895D-A20AB5FD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5742" y="4046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8" name="path-4125">
            <a:extLst xmlns:a="http://schemas.openxmlformats.org/drawingml/2006/main">
              <a:ext uri="{FF2B5EF4-FFF2-40B4-BE49-F238E27FC236}">
                <a16:creationId xmlns:a16="http://schemas.microsoft.com/office/drawing/2014/main" id="{3D7C0B2B-DAED-4F6E-82D7-D9ADC249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634" y="4022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9" name="path-4126">
            <a:extLst xmlns:a="http://schemas.openxmlformats.org/drawingml/2006/main">
              <a:ext uri="{FF2B5EF4-FFF2-40B4-BE49-F238E27FC236}">
                <a16:creationId xmlns:a16="http://schemas.microsoft.com/office/drawing/2014/main" id="{9C1D015E-EA42-4212-BDBE-243F20E9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1967" y="40754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0" name="path-4127">
            <a:extLst xmlns:a="http://schemas.openxmlformats.org/drawingml/2006/main">
              <a:ext uri="{FF2B5EF4-FFF2-40B4-BE49-F238E27FC236}">
                <a16:creationId xmlns:a16="http://schemas.microsoft.com/office/drawing/2014/main" id="{FA05577A-7306-4DCE-AE57-60AB1A67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158" y="40399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1" name="path-4128">
            <a:extLst xmlns:a="http://schemas.openxmlformats.org/drawingml/2006/main">
              <a:ext uri="{FF2B5EF4-FFF2-40B4-BE49-F238E27FC236}">
                <a16:creationId xmlns:a16="http://schemas.microsoft.com/office/drawing/2014/main" id="{24871994-BDCC-402D-BF1B-A80973D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824" y="4057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2" name="path-4129">
            <a:extLst xmlns:a="http://schemas.openxmlformats.org/drawingml/2006/main">
              <a:ext uri="{FF2B5EF4-FFF2-40B4-BE49-F238E27FC236}">
                <a16:creationId xmlns:a16="http://schemas.microsoft.com/office/drawing/2014/main" id="{B54D982D-78F2-4A2C-8BC0-58009C68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988" y="4045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3" name="path-4130">
            <a:extLst xmlns:a="http://schemas.openxmlformats.org/drawingml/2006/main">
              <a:ext uri="{FF2B5EF4-FFF2-40B4-BE49-F238E27FC236}">
                <a16:creationId xmlns:a16="http://schemas.microsoft.com/office/drawing/2014/main" id="{20C9A11E-4C2C-42F8-9B4C-4E1509A7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716" y="4040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4" name="path-4131">
            <a:extLst xmlns:a="http://schemas.openxmlformats.org/drawingml/2006/main">
              <a:ext uri="{FF2B5EF4-FFF2-40B4-BE49-F238E27FC236}">
                <a16:creationId xmlns:a16="http://schemas.microsoft.com/office/drawing/2014/main" id="{5F943491-A5AE-4F2C-958B-1F3E4DAA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487" y="40469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5" name="path-4132">
            <a:extLst xmlns:a="http://schemas.openxmlformats.org/drawingml/2006/main">
              <a:ext uri="{FF2B5EF4-FFF2-40B4-BE49-F238E27FC236}">
                <a16:creationId xmlns:a16="http://schemas.microsoft.com/office/drawing/2014/main" id="{DAC0872A-E8C9-4AD5-AA89-2273AACE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089" y="40225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6" name="path-4133">
            <a:extLst xmlns:a="http://schemas.openxmlformats.org/drawingml/2006/main">
              <a:ext uri="{FF2B5EF4-FFF2-40B4-BE49-F238E27FC236}">
                <a16:creationId xmlns:a16="http://schemas.microsoft.com/office/drawing/2014/main" id="{5FFE084D-45E7-46F6-B83B-9B5CDD64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6530" y="40515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7" name="path-4134">
            <a:extLst xmlns:a="http://schemas.openxmlformats.org/drawingml/2006/main">
              <a:ext uri="{FF2B5EF4-FFF2-40B4-BE49-F238E27FC236}">
                <a16:creationId xmlns:a16="http://schemas.microsoft.com/office/drawing/2014/main" id="{F36A0F5F-AE4D-4B85-BF39-DD2562B1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4212" y="40274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8" name="path-4135">
            <a:extLst xmlns:a="http://schemas.openxmlformats.org/drawingml/2006/main">
              <a:ext uri="{FF2B5EF4-FFF2-40B4-BE49-F238E27FC236}">
                <a16:creationId xmlns:a16="http://schemas.microsoft.com/office/drawing/2014/main" id="{2DDA3BA4-6444-42B4-9F4B-4FC5E67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748" y="40625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9" name="path-4136">
            <a:extLst xmlns:a="http://schemas.openxmlformats.org/drawingml/2006/main">
              <a:ext uri="{FF2B5EF4-FFF2-40B4-BE49-F238E27FC236}">
                <a16:creationId xmlns:a16="http://schemas.microsoft.com/office/drawing/2014/main" id="{AC993971-9052-4894-8F82-CCD2F339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713" y="40414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0" name="path-4137">
            <a:extLst xmlns:a="http://schemas.openxmlformats.org/drawingml/2006/main">
              <a:ext uri="{FF2B5EF4-FFF2-40B4-BE49-F238E27FC236}">
                <a16:creationId xmlns:a16="http://schemas.microsoft.com/office/drawing/2014/main" id="{80678E65-0AD3-4C7B-9C86-E906D5AF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4223" y="40787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1" name="path-4138">
            <a:extLst xmlns:a="http://schemas.openxmlformats.org/drawingml/2006/main">
              <a:ext uri="{FF2B5EF4-FFF2-40B4-BE49-F238E27FC236}">
                <a16:creationId xmlns:a16="http://schemas.microsoft.com/office/drawing/2014/main" id="{97F84A76-38A8-4333-BA3E-A3049ABD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070" y="40439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2" name="path-4139">
            <a:extLst xmlns:a="http://schemas.openxmlformats.org/drawingml/2006/main">
              <a:ext uri="{FF2B5EF4-FFF2-40B4-BE49-F238E27FC236}">
                <a16:creationId xmlns:a16="http://schemas.microsoft.com/office/drawing/2014/main" id="{AD857E07-34F1-47AB-A3F8-90346BB9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2192" y="40824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3" name="path-4140">
            <a:extLst xmlns:a="http://schemas.openxmlformats.org/drawingml/2006/main">
              <a:ext uri="{FF2B5EF4-FFF2-40B4-BE49-F238E27FC236}">
                <a16:creationId xmlns:a16="http://schemas.microsoft.com/office/drawing/2014/main" id="{F4885142-220B-4617-B9A4-9296DB4E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732" y="4055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4" name="path-4141">
            <a:extLst xmlns:a="http://schemas.openxmlformats.org/drawingml/2006/main">
              <a:ext uri="{FF2B5EF4-FFF2-40B4-BE49-F238E27FC236}">
                <a16:creationId xmlns:a16="http://schemas.microsoft.com/office/drawing/2014/main" id="{43C78D25-4235-4DCA-9A8E-B6539DE0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67" y="4059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5" name="path-4142">
            <a:extLst xmlns:a="http://schemas.openxmlformats.org/drawingml/2006/main">
              <a:ext uri="{FF2B5EF4-FFF2-40B4-BE49-F238E27FC236}">
                <a16:creationId xmlns:a16="http://schemas.microsoft.com/office/drawing/2014/main" id="{62F59DBD-2C65-4E23-B717-EF2FEE7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0240" y="40443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6" name="path-4143">
            <a:extLst xmlns:a="http://schemas.openxmlformats.org/drawingml/2006/main">
              <a:ext uri="{FF2B5EF4-FFF2-40B4-BE49-F238E27FC236}">
                <a16:creationId xmlns:a16="http://schemas.microsoft.com/office/drawing/2014/main" id="{C96F7E0F-5EC6-40E9-9C36-09C817D1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396" y="4047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7" name="path-4144">
            <a:extLst xmlns:a="http://schemas.openxmlformats.org/drawingml/2006/main">
              <a:ext uri="{FF2B5EF4-FFF2-40B4-BE49-F238E27FC236}">
                <a16:creationId xmlns:a16="http://schemas.microsoft.com/office/drawing/2014/main" id="{44C7517F-03CC-44EB-A77B-CE4C4E4B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716" y="40511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8" name="path-4145">
            <a:extLst xmlns:a="http://schemas.openxmlformats.org/drawingml/2006/main">
              <a:ext uri="{FF2B5EF4-FFF2-40B4-BE49-F238E27FC236}">
                <a16:creationId xmlns:a16="http://schemas.microsoft.com/office/drawing/2014/main" id="{6A542D8C-55BC-4DB1-B499-E6C1B4D9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1105" y="40547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9" name="path-4146">
            <a:extLst xmlns:a="http://schemas.openxmlformats.org/drawingml/2006/main">
              <a:ext uri="{FF2B5EF4-FFF2-40B4-BE49-F238E27FC236}">
                <a16:creationId xmlns:a16="http://schemas.microsoft.com/office/drawing/2014/main" id="{40F9B571-1AD6-44B2-81C4-E4A30A1D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5113" y="40285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0" name="path-4147">
            <a:extLst xmlns:a="http://schemas.openxmlformats.org/drawingml/2006/main">
              <a:ext uri="{FF2B5EF4-FFF2-40B4-BE49-F238E27FC236}">
                <a16:creationId xmlns:a16="http://schemas.microsoft.com/office/drawing/2014/main" id="{F698E10C-9D89-4DFF-ADCC-8F522FE3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426" y="4042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1" name="path-4148">
            <a:extLst xmlns:a="http://schemas.openxmlformats.org/drawingml/2006/main">
              <a:ext uri="{FF2B5EF4-FFF2-40B4-BE49-F238E27FC236}">
                <a16:creationId xmlns:a16="http://schemas.microsoft.com/office/drawing/2014/main" id="{826A4AA9-AE92-49AE-B5CB-CC4913A3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976" y="40247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2" name="path-4149">
            <a:extLst xmlns:a="http://schemas.openxmlformats.org/drawingml/2006/main">
              <a:ext uri="{FF2B5EF4-FFF2-40B4-BE49-F238E27FC236}">
                <a16:creationId xmlns:a16="http://schemas.microsoft.com/office/drawing/2014/main" id="{CADE977A-57BD-4B73-B861-A6E28540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596" y="4041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3" name="path-4150">
            <a:extLst xmlns:a="http://schemas.openxmlformats.org/drawingml/2006/main">
              <a:ext uri="{FF2B5EF4-FFF2-40B4-BE49-F238E27FC236}">
                <a16:creationId xmlns:a16="http://schemas.microsoft.com/office/drawing/2014/main" id="{E75944B2-D22C-4362-BDC9-A59A80D2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107" y="40425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4" name="path-4151">
            <a:extLst xmlns:a="http://schemas.openxmlformats.org/drawingml/2006/main">
              <a:ext uri="{FF2B5EF4-FFF2-40B4-BE49-F238E27FC236}">
                <a16:creationId xmlns:a16="http://schemas.microsoft.com/office/drawing/2014/main" id="{26075782-CF4D-4C76-A590-E55870C6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864" y="40375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5" name="path-4152">
            <a:extLst xmlns:a="http://schemas.openxmlformats.org/drawingml/2006/main">
              <a:ext uri="{FF2B5EF4-FFF2-40B4-BE49-F238E27FC236}">
                <a16:creationId xmlns:a16="http://schemas.microsoft.com/office/drawing/2014/main" id="{CC7F32D6-10D1-44B1-9970-1CA04D7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608" y="40426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6" name="path-4153">
            <a:extLst xmlns:a="http://schemas.openxmlformats.org/drawingml/2006/main">
              <a:ext uri="{FF2B5EF4-FFF2-40B4-BE49-F238E27FC236}">
                <a16:creationId xmlns:a16="http://schemas.microsoft.com/office/drawing/2014/main" id="{CC74DAD5-3626-4040-B286-2D8A7F7D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830" y="40443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7" name="path-4154">
            <a:extLst xmlns:a="http://schemas.openxmlformats.org/drawingml/2006/main">
              <a:ext uri="{FF2B5EF4-FFF2-40B4-BE49-F238E27FC236}">
                <a16:creationId xmlns:a16="http://schemas.microsoft.com/office/drawing/2014/main" id="{7A24E42E-0B85-4EEE-A325-EBA6B223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601" y="40373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8" name="path-4155">
            <a:extLst xmlns:a="http://schemas.openxmlformats.org/drawingml/2006/main">
              <a:ext uri="{FF2B5EF4-FFF2-40B4-BE49-F238E27FC236}">
                <a16:creationId xmlns:a16="http://schemas.microsoft.com/office/drawing/2014/main" id="{EB2F8ABB-6C5F-407A-8660-75A7C6FF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306" y="4043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9" name="path-4156">
            <a:extLst xmlns:a="http://schemas.openxmlformats.org/drawingml/2006/main">
              <a:ext uri="{FF2B5EF4-FFF2-40B4-BE49-F238E27FC236}">
                <a16:creationId xmlns:a16="http://schemas.microsoft.com/office/drawing/2014/main" id="{24235677-B2F4-465D-A554-6676154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730" y="40404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0" name="path-4157">
            <a:extLst xmlns:a="http://schemas.openxmlformats.org/drawingml/2006/main">
              <a:ext uri="{FF2B5EF4-FFF2-40B4-BE49-F238E27FC236}">
                <a16:creationId xmlns:a16="http://schemas.microsoft.com/office/drawing/2014/main" id="{14AEDD58-54A4-4881-98A7-BDEC7145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834" y="4046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1" name="path-4158">
            <a:extLst xmlns:a="http://schemas.openxmlformats.org/drawingml/2006/main">
              <a:ext uri="{FF2B5EF4-FFF2-40B4-BE49-F238E27FC236}">
                <a16:creationId xmlns:a16="http://schemas.microsoft.com/office/drawing/2014/main" id="{CC59423B-D19B-4AFA-AFC8-4E9A68B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909" y="4049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2" name="path-4159">
            <a:extLst xmlns:a="http://schemas.openxmlformats.org/drawingml/2006/main">
              <a:ext uri="{FF2B5EF4-FFF2-40B4-BE49-F238E27FC236}">
                <a16:creationId xmlns:a16="http://schemas.microsoft.com/office/drawing/2014/main" id="{86EE1A2D-39F5-417F-939D-0E4C61A5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249" y="40478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3" name="path-4160">
            <a:extLst xmlns:a="http://schemas.openxmlformats.org/drawingml/2006/main">
              <a:ext uri="{FF2B5EF4-FFF2-40B4-BE49-F238E27FC236}">
                <a16:creationId xmlns:a16="http://schemas.microsoft.com/office/drawing/2014/main" id="{19350CA1-53BE-4320-8B2C-DC5008B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522" y="40476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4" name="path-4161">
            <a:extLst xmlns:a="http://schemas.openxmlformats.org/drawingml/2006/main">
              <a:ext uri="{FF2B5EF4-FFF2-40B4-BE49-F238E27FC236}">
                <a16:creationId xmlns:a16="http://schemas.microsoft.com/office/drawing/2014/main" id="{0DF19C3D-8E75-4D8A-97EC-CB18323B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459" y="4043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5" name="path-4162">
            <a:extLst xmlns:a="http://schemas.openxmlformats.org/drawingml/2006/main">
              <a:ext uri="{FF2B5EF4-FFF2-40B4-BE49-F238E27FC236}">
                <a16:creationId xmlns:a16="http://schemas.microsoft.com/office/drawing/2014/main" id="{E837A28C-A119-4E6A-B04B-45468A53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419" y="4062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6" name="path-4163">
            <a:extLst xmlns:a="http://schemas.openxmlformats.org/drawingml/2006/main">
              <a:ext uri="{FF2B5EF4-FFF2-40B4-BE49-F238E27FC236}">
                <a16:creationId xmlns:a16="http://schemas.microsoft.com/office/drawing/2014/main" id="{5A8FECB4-89AE-4337-B6C2-F3E065C2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839" y="40428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7" name="path-4164">
            <a:extLst xmlns:a="http://schemas.openxmlformats.org/drawingml/2006/main">
              <a:ext uri="{FF2B5EF4-FFF2-40B4-BE49-F238E27FC236}">
                <a16:creationId xmlns:a16="http://schemas.microsoft.com/office/drawing/2014/main" id="{C56CCAB6-C07F-4FF2-9588-43FBDBF9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464" y="40598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8" name="path-4165">
            <a:extLst xmlns:a="http://schemas.openxmlformats.org/drawingml/2006/main">
              <a:ext uri="{FF2B5EF4-FFF2-40B4-BE49-F238E27FC236}">
                <a16:creationId xmlns:a16="http://schemas.microsoft.com/office/drawing/2014/main" id="{2047661D-9A4F-4BED-B63E-C589B61C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252" y="4050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9" name="path-4166">
            <a:extLst xmlns:a="http://schemas.openxmlformats.org/drawingml/2006/main">
              <a:ext uri="{FF2B5EF4-FFF2-40B4-BE49-F238E27FC236}">
                <a16:creationId xmlns:a16="http://schemas.microsoft.com/office/drawing/2014/main" id="{31894355-3D99-4E6C-8DE7-8C6A1C00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892" y="40412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0" name="path-4167">
            <a:extLst xmlns:a="http://schemas.openxmlformats.org/drawingml/2006/main">
              <a:ext uri="{FF2B5EF4-FFF2-40B4-BE49-F238E27FC236}">
                <a16:creationId xmlns:a16="http://schemas.microsoft.com/office/drawing/2014/main" id="{DB36A7CC-05A5-4EEF-ACDC-A18DA0BB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881" y="40509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1" name="path-4168">
            <a:extLst xmlns:a="http://schemas.openxmlformats.org/drawingml/2006/main">
              <a:ext uri="{FF2B5EF4-FFF2-40B4-BE49-F238E27FC236}">
                <a16:creationId xmlns:a16="http://schemas.microsoft.com/office/drawing/2014/main" id="{0931BA78-BB09-4B9D-A370-91CCE1C5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571" y="40701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2" name="path-4169">
            <a:extLst xmlns:a="http://schemas.openxmlformats.org/drawingml/2006/main">
              <a:ext uri="{FF2B5EF4-FFF2-40B4-BE49-F238E27FC236}">
                <a16:creationId xmlns:a16="http://schemas.microsoft.com/office/drawing/2014/main" id="{45058DBB-DC8F-454A-A7EB-C9101488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178" y="4041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3" name="path-4170">
            <a:extLst xmlns:a="http://schemas.openxmlformats.org/drawingml/2006/main">
              <a:ext uri="{FF2B5EF4-FFF2-40B4-BE49-F238E27FC236}">
                <a16:creationId xmlns:a16="http://schemas.microsoft.com/office/drawing/2014/main" id="{5A95C54F-2484-49C2-A209-E3C9F60E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406" y="4023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4" name="path-4171">
            <a:extLst xmlns:a="http://schemas.openxmlformats.org/drawingml/2006/main">
              <a:ext uri="{FF2B5EF4-FFF2-40B4-BE49-F238E27FC236}">
                <a16:creationId xmlns:a16="http://schemas.microsoft.com/office/drawing/2014/main" id="{4064C6E8-0367-4B3F-9CEE-98291FEA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3272" y="40394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5" name="path-4172">
            <a:extLst xmlns:a="http://schemas.openxmlformats.org/drawingml/2006/main">
              <a:ext uri="{FF2B5EF4-FFF2-40B4-BE49-F238E27FC236}">
                <a16:creationId xmlns:a16="http://schemas.microsoft.com/office/drawing/2014/main" id="{80A658C1-C784-40B9-98A1-B46B45F0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850" y="4103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6" name="path-4173">
            <a:extLst xmlns:a="http://schemas.openxmlformats.org/drawingml/2006/main">
              <a:ext uri="{FF2B5EF4-FFF2-40B4-BE49-F238E27FC236}">
                <a16:creationId xmlns:a16="http://schemas.microsoft.com/office/drawing/2014/main" id="{AE4B34DF-A998-416E-9A58-ECDBFB2C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399" y="40435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7" name="path-4174">
            <a:extLst xmlns:a="http://schemas.openxmlformats.org/drawingml/2006/main">
              <a:ext uri="{FF2B5EF4-FFF2-40B4-BE49-F238E27FC236}">
                <a16:creationId xmlns:a16="http://schemas.microsoft.com/office/drawing/2014/main" id="{FA111C24-C91C-48ED-A706-39B0BC59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784" y="4043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8" name="path-4175">
            <a:extLst xmlns:a="http://schemas.openxmlformats.org/drawingml/2006/main">
              <a:ext uri="{FF2B5EF4-FFF2-40B4-BE49-F238E27FC236}">
                <a16:creationId xmlns:a16="http://schemas.microsoft.com/office/drawing/2014/main" id="{F56B5856-719F-45C0-8C16-3D9FF32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145" y="40553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9" name="path-4176">
            <a:extLst xmlns:a="http://schemas.openxmlformats.org/drawingml/2006/main">
              <a:ext uri="{FF2B5EF4-FFF2-40B4-BE49-F238E27FC236}">
                <a16:creationId xmlns:a16="http://schemas.microsoft.com/office/drawing/2014/main" id="{9A635E56-3177-4F87-A2E4-DF131BCA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301" y="40358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0" name="path-4177">
            <a:extLst xmlns:a="http://schemas.openxmlformats.org/drawingml/2006/main">
              <a:ext uri="{FF2B5EF4-FFF2-40B4-BE49-F238E27FC236}">
                <a16:creationId xmlns:a16="http://schemas.microsoft.com/office/drawing/2014/main" id="{FE4517BB-C7E2-40BB-A6E0-31DD82E7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966" y="40368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1" name="path-4178">
            <a:extLst xmlns:a="http://schemas.openxmlformats.org/drawingml/2006/main">
              <a:ext uri="{FF2B5EF4-FFF2-40B4-BE49-F238E27FC236}">
                <a16:creationId xmlns:a16="http://schemas.microsoft.com/office/drawing/2014/main" id="{3F7C4478-1001-4584-87D1-97186CE2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319" y="40302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2" name="path-4179">
            <a:extLst xmlns:a="http://schemas.openxmlformats.org/drawingml/2006/main">
              <a:ext uri="{FF2B5EF4-FFF2-40B4-BE49-F238E27FC236}">
                <a16:creationId xmlns:a16="http://schemas.microsoft.com/office/drawing/2014/main" id="{03BEE20E-5150-4815-8C0A-A293150C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4689" y="40373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3" name="path-4180">
            <a:extLst xmlns:a="http://schemas.openxmlformats.org/drawingml/2006/main">
              <a:ext uri="{FF2B5EF4-FFF2-40B4-BE49-F238E27FC236}">
                <a16:creationId xmlns:a16="http://schemas.microsoft.com/office/drawing/2014/main" id="{534AF75A-5410-4D1A-A8B9-8750F7A2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1732" y="40259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4" name="path-4181">
            <a:extLst xmlns:a="http://schemas.openxmlformats.org/drawingml/2006/main">
              <a:ext uri="{FF2B5EF4-FFF2-40B4-BE49-F238E27FC236}">
                <a16:creationId xmlns:a16="http://schemas.microsoft.com/office/drawing/2014/main" id="{6E44F5B5-9001-4F4C-A925-A03CDEF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889" y="4047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5" name="path-4182">
            <a:extLst xmlns:a="http://schemas.openxmlformats.org/drawingml/2006/main">
              <a:ext uri="{FF2B5EF4-FFF2-40B4-BE49-F238E27FC236}">
                <a16:creationId xmlns:a16="http://schemas.microsoft.com/office/drawing/2014/main" id="{3F7926D4-9359-4815-90F8-7D989EC0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270" y="40455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6" name="path-4183">
            <a:extLst xmlns:a="http://schemas.openxmlformats.org/drawingml/2006/main">
              <a:ext uri="{FF2B5EF4-FFF2-40B4-BE49-F238E27FC236}">
                <a16:creationId xmlns:a16="http://schemas.microsoft.com/office/drawing/2014/main" id="{540A9DEE-1AC8-4C83-8631-6DF73A15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1480" y="4054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7" name="path-4184">
            <a:extLst xmlns:a="http://schemas.openxmlformats.org/drawingml/2006/main">
              <a:ext uri="{FF2B5EF4-FFF2-40B4-BE49-F238E27FC236}">
                <a16:creationId xmlns:a16="http://schemas.microsoft.com/office/drawing/2014/main" id="{AD0D9861-3263-4FC0-86EE-7A9C9AF4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701" y="40493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8" name="path-4185">
            <a:extLst xmlns:a="http://schemas.openxmlformats.org/drawingml/2006/main">
              <a:ext uri="{FF2B5EF4-FFF2-40B4-BE49-F238E27FC236}">
                <a16:creationId xmlns:a16="http://schemas.microsoft.com/office/drawing/2014/main" id="{4440717B-5E0B-4EFD-A1C4-AC3D88C9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1197" y="40766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9" name="path-4186">
            <a:extLst xmlns:a="http://schemas.openxmlformats.org/drawingml/2006/main">
              <a:ext uri="{FF2B5EF4-FFF2-40B4-BE49-F238E27FC236}">
                <a16:creationId xmlns:a16="http://schemas.microsoft.com/office/drawing/2014/main" id="{22F67754-8713-4489-8DCF-DE68D429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821" y="40365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0" name="path-4187">
            <a:extLst xmlns:a="http://schemas.openxmlformats.org/drawingml/2006/main">
              <a:ext uri="{FF2B5EF4-FFF2-40B4-BE49-F238E27FC236}">
                <a16:creationId xmlns:a16="http://schemas.microsoft.com/office/drawing/2014/main" id="{07DFBEC8-47F8-454B-BA70-315E6739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0274" y="40451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1" name="path-4188">
            <a:extLst xmlns:a="http://schemas.openxmlformats.org/drawingml/2006/main">
              <a:ext uri="{FF2B5EF4-FFF2-40B4-BE49-F238E27FC236}">
                <a16:creationId xmlns:a16="http://schemas.microsoft.com/office/drawing/2014/main" id="{FB470E70-8CB6-4533-9C39-3ED5949A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712" y="40368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2" name="path-4189">
            <a:extLst xmlns:a="http://schemas.openxmlformats.org/drawingml/2006/main">
              <a:ext uri="{FF2B5EF4-FFF2-40B4-BE49-F238E27FC236}">
                <a16:creationId xmlns:a16="http://schemas.microsoft.com/office/drawing/2014/main" id="{26F11B81-B5BF-4FAD-9477-B6ED8B55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0054" y="40449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3" name="path-4190">
            <a:extLst xmlns:a="http://schemas.openxmlformats.org/drawingml/2006/main">
              <a:ext uri="{FF2B5EF4-FFF2-40B4-BE49-F238E27FC236}">
                <a16:creationId xmlns:a16="http://schemas.microsoft.com/office/drawing/2014/main" id="{F5310342-A256-4E7C-AAD1-C4181A91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370" y="40415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4" name="path-4191">
            <a:extLst xmlns:a="http://schemas.openxmlformats.org/drawingml/2006/main">
              <a:ext uri="{FF2B5EF4-FFF2-40B4-BE49-F238E27FC236}">
                <a16:creationId xmlns:a16="http://schemas.microsoft.com/office/drawing/2014/main" id="{006BE991-EF67-42CE-88E8-4B2755B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787" y="40466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5" name="path-4192">
            <a:extLst xmlns:a="http://schemas.openxmlformats.org/drawingml/2006/main">
              <a:ext uri="{FF2B5EF4-FFF2-40B4-BE49-F238E27FC236}">
                <a16:creationId xmlns:a16="http://schemas.microsoft.com/office/drawing/2014/main" id="{10DD953D-23FE-432B-A72B-97743B45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310" y="40210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6" name="path-4193">
            <a:extLst xmlns:a="http://schemas.openxmlformats.org/drawingml/2006/main">
              <a:ext uri="{FF2B5EF4-FFF2-40B4-BE49-F238E27FC236}">
                <a16:creationId xmlns:a16="http://schemas.microsoft.com/office/drawing/2014/main" id="{0F9680AC-42F0-4F2E-A1F2-508142D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527" y="40450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7" name="path-4194">
            <a:extLst xmlns:a="http://schemas.openxmlformats.org/drawingml/2006/main">
              <a:ext uri="{FF2B5EF4-FFF2-40B4-BE49-F238E27FC236}">
                <a16:creationId xmlns:a16="http://schemas.microsoft.com/office/drawing/2014/main" id="{633C75F8-BF0C-4F1C-ACC1-16296EEE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925" y="4034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8" name="path-4195">
            <a:extLst xmlns:a="http://schemas.openxmlformats.org/drawingml/2006/main">
              <a:ext uri="{FF2B5EF4-FFF2-40B4-BE49-F238E27FC236}">
                <a16:creationId xmlns:a16="http://schemas.microsoft.com/office/drawing/2014/main" id="{A0916FB4-D47D-46B8-B630-D375A9BE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82" y="40521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9" name="path-4196">
            <a:extLst xmlns:a="http://schemas.openxmlformats.org/drawingml/2006/main">
              <a:ext uri="{FF2B5EF4-FFF2-40B4-BE49-F238E27FC236}">
                <a16:creationId xmlns:a16="http://schemas.microsoft.com/office/drawing/2014/main" id="{80ADD74A-6B65-4303-8D4D-B89D5411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313" y="40492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0" name="path-4197">
            <a:extLst xmlns:a="http://schemas.openxmlformats.org/drawingml/2006/main">
              <a:ext uri="{FF2B5EF4-FFF2-40B4-BE49-F238E27FC236}">
                <a16:creationId xmlns:a16="http://schemas.microsoft.com/office/drawing/2014/main" id="{768A93F2-C542-4861-B513-25B5A6BB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5204" y="4041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1" name="path-4198">
            <a:extLst xmlns:a="http://schemas.openxmlformats.org/drawingml/2006/main">
              <a:ext uri="{FF2B5EF4-FFF2-40B4-BE49-F238E27FC236}">
                <a16:creationId xmlns:a16="http://schemas.microsoft.com/office/drawing/2014/main" id="{6517375B-CF7F-4B87-B71E-6E7BE6C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628" y="40456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2" name="path-4199">
            <a:extLst xmlns:a="http://schemas.openxmlformats.org/drawingml/2006/main">
              <a:ext uri="{FF2B5EF4-FFF2-40B4-BE49-F238E27FC236}">
                <a16:creationId xmlns:a16="http://schemas.microsoft.com/office/drawing/2014/main" id="{8CE66FA8-7AE2-4E41-BFE3-0366AE87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027" y="40760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3" name="path-4200">
            <a:extLst xmlns:a="http://schemas.openxmlformats.org/drawingml/2006/main">
              <a:ext uri="{FF2B5EF4-FFF2-40B4-BE49-F238E27FC236}">
                <a16:creationId xmlns:a16="http://schemas.microsoft.com/office/drawing/2014/main" id="{BB20F4BA-FBF8-4B5C-9901-A2B52DAD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9465" y="4042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4" name="path-4201">
            <a:extLst xmlns:a="http://schemas.openxmlformats.org/drawingml/2006/main">
              <a:ext uri="{FF2B5EF4-FFF2-40B4-BE49-F238E27FC236}">
                <a16:creationId xmlns:a16="http://schemas.microsoft.com/office/drawing/2014/main" id="{EFA750B8-C849-4F6F-8473-69E6A110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859" y="40438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5" name="path-4202">
            <a:extLst xmlns:a="http://schemas.openxmlformats.org/drawingml/2006/main">
              <a:ext uri="{FF2B5EF4-FFF2-40B4-BE49-F238E27FC236}">
                <a16:creationId xmlns:a16="http://schemas.microsoft.com/office/drawing/2014/main" id="{A0B2A4D4-8E2C-4111-B972-8F0B02A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685" y="40451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6" name="path-4203">
            <a:extLst xmlns:a="http://schemas.openxmlformats.org/drawingml/2006/main">
              <a:ext uri="{FF2B5EF4-FFF2-40B4-BE49-F238E27FC236}">
                <a16:creationId xmlns:a16="http://schemas.microsoft.com/office/drawing/2014/main" id="{A63AF2B6-2BA8-484B-8DC3-C41A2185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129" y="40432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7" name="path-4204">
            <a:extLst xmlns:a="http://schemas.openxmlformats.org/drawingml/2006/main">
              <a:ext uri="{FF2B5EF4-FFF2-40B4-BE49-F238E27FC236}">
                <a16:creationId xmlns:a16="http://schemas.microsoft.com/office/drawing/2014/main" id="{470DFC76-FC88-4164-B6FE-1FA31329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049" y="4049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8" name="path-4205">
            <a:extLst xmlns:a="http://schemas.openxmlformats.org/drawingml/2006/main">
              <a:ext uri="{FF2B5EF4-FFF2-40B4-BE49-F238E27FC236}">
                <a16:creationId xmlns:a16="http://schemas.microsoft.com/office/drawing/2014/main" id="{6CB5703D-5C2C-453C-9DBE-3D5AD7D6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377" y="40383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9" name="path-4206">
            <a:extLst xmlns:a="http://schemas.openxmlformats.org/drawingml/2006/main">
              <a:ext uri="{FF2B5EF4-FFF2-40B4-BE49-F238E27FC236}">
                <a16:creationId xmlns:a16="http://schemas.microsoft.com/office/drawing/2014/main" id="{4749FE0E-3559-4A27-893B-A028FCB2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6187" y="4043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0" name="path-4207">
            <a:extLst xmlns:a="http://schemas.openxmlformats.org/drawingml/2006/main">
              <a:ext uri="{FF2B5EF4-FFF2-40B4-BE49-F238E27FC236}">
                <a16:creationId xmlns:a16="http://schemas.microsoft.com/office/drawing/2014/main" id="{429F50E8-8B11-4E2B-9140-AD3FB3E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2076" y="4057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1" name="path-4208">
            <a:extLst xmlns:a="http://schemas.openxmlformats.org/drawingml/2006/main">
              <a:ext uri="{FF2B5EF4-FFF2-40B4-BE49-F238E27FC236}">
                <a16:creationId xmlns:a16="http://schemas.microsoft.com/office/drawing/2014/main" id="{2DDEFBE2-5B9A-4C0C-8C0C-B1B2D5E3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109" y="4047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2" name="path-4209">
            <a:extLst xmlns:a="http://schemas.openxmlformats.org/drawingml/2006/main">
              <a:ext uri="{FF2B5EF4-FFF2-40B4-BE49-F238E27FC236}">
                <a16:creationId xmlns:a16="http://schemas.microsoft.com/office/drawing/2014/main" id="{5D879038-B08D-4959-8519-A2EAA39B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1617" y="4055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3" name="path-4210">
            <a:extLst xmlns:a="http://schemas.openxmlformats.org/drawingml/2006/main">
              <a:ext uri="{FF2B5EF4-FFF2-40B4-BE49-F238E27FC236}">
                <a16:creationId xmlns:a16="http://schemas.microsoft.com/office/drawing/2014/main" id="{ECA29EF3-FD04-4D1B-AB00-2E96BAE0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4506" y="40557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4" name="path-4211">
            <a:extLst xmlns:a="http://schemas.openxmlformats.org/drawingml/2006/main">
              <a:ext uri="{FF2B5EF4-FFF2-40B4-BE49-F238E27FC236}">
                <a16:creationId xmlns:a16="http://schemas.microsoft.com/office/drawing/2014/main" id="{70D04B68-D11C-40B9-AB71-D7B7305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219" y="40595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5" name="path-4212">
            <a:extLst xmlns:a="http://schemas.openxmlformats.org/drawingml/2006/main">
              <a:ext uri="{FF2B5EF4-FFF2-40B4-BE49-F238E27FC236}">
                <a16:creationId xmlns:a16="http://schemas.microsoft.com/office/drawing/2014/main" id="{EE2D3F0A-468E-4ADC-AE0B-6295FCCC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486" y="40415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6" name="path-4213">
            <a:extLst xmlns:a="http://schemas.openxmlformats.org/drawingml/2006/main">
              <a:ext uri="{FF2B5EF4-FFF2-40B4-BE49-F238E27FC236}">
                <a16:creationId xmlns:a16="http://schemas.microsoft.com/office/drawing/2014/main" id="{B127842A-F3A1-4E96-8482-0BA8654C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811" y="4039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7" name="path-4214">
            <a:extLst xmlns:a="http://schemas.openxmlformats.org/drawingml/2006/main">
              <a:ext uri="{FF2B5EF4-FFF2-40B4-BE49-F238E27FC236}">
                <a16:creationId xmlns:a16="http://schemas.microsoft.com/office/drawing/2014/main" id="{387A4339-9623-4A98-AB17-BE69F3D4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265" y="4049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8" name="path-4215">
            <a:extLst xmlns:a="http://schemas.openxmlformats.org/drawingml/2006/main">
              <a:ext uri="{FF2B5EF4-FFF2-40B4-BE49-F238E27FC236}">
                <a16:creationId xmlns:a16="http://schemas.microsoft.com/office/drawing/2014/main" id="{175FDF4B-2C45-4562-BEDC-79C14C3F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134" y="40436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9" name="path-4216">
            <a:extLst xmlns:a="http://schemas.openxmlformats.org/drawingml/2006/main">
              <a:ext uri="{FF2B5EF4-FFF2-40B4-BE49-F238E27FC236}">
                <a16:creationId xmlns:a16="http://schemas.microsoft.com/office/drawing/2014/main" id="{04B67AE6-4CC8-4E64-B7AA-1E823780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687" y="4041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0" name="path-4217">
            <a:extLst xmlns:a="http://schemas.openxmlformats.org/drawingml/2006/main">
              <a:ext uri="{FF2B5EF4-FFF2-40B4-BE49-F238E27FC236}">
                <a16:creationId xmlns:a16="http://schemas.microsoft.com/office/drawing/2014/main" id="{168BD3BB-5AE5-40CD-BE1E-8EB2120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834" y="40477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1" name="path-4218">
            <a:extLst xmlns:a="http://schemas.openxmlformats.org/drawingml/2006/main">
              <a:ext uri="{FF2B5EF4-FFF2-40B4-BE49-F238E27FC236}">
                <a16:creationId xmlns:a16="http://schemas.microsoft.com/office/drawing/2014/main" id="{AFD5046D-0340-4380-85A4-1EC427B8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331" y="40585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2" name="path-4219">
            <a:extLst xmlns:a="http://schemas.openxmlformats.org/drawingml/2006/main">
              <a:ext uri="{FF2B5EF4-FFF2-40B4-BE49-F238E27FC236}">
                <a16:creationId xmlns:a16="http://schemas.microsoft.com/office/drawing/2014/main" id="{477750A5-E38B-4C79-AB75-C645A66E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414" y="40634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3" name="path-4220">
            <a:extLst xmlns:a="http://schemas.openxmlformats.org/drawingml/2006/main">
              <a:ext uri="{FF2B5EF4-FFF2-40B4-BE49-F238E27FC236}">
                <a16:creationId xmlns:a16="http://schemas.microsoft.com/office/drawing/2014/main" id="{046C8564-959B-45F4-B639-C866C123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346" y="40424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4" name="path-4221">
            <a:extLst xmlns:a="http://schemas.openxmlformats.org/drawingml/2006/main">
              <a:ext uri="{FF2B5EF4-FFF2-40B4-BE49-F238E27FC236}">
                <a16:creationId xmlns:a16="http://schemas.microsoft.com/office/drawing/2014/main" id="{7E2D813B-7540-4EFF-87D9-34F96206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960" y="4044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5" name="path-4222">
            <a:extLst xmlns:a="http://schemas.openxmlformats.org/drawingml/2006/main">
              <a:ext uri="{FF2B5EF4-FFF2-40B4-BE49-F238E27FC236}">
                <a16:creationId xmlns:a16="http://schemas.microsoft.com/office/drawing/2014/main" id="{7DB1BD32-808F-4B87-BC7F-6F270D43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009" y="4039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6" name="path-4223">
            <a:extLst xmlns:a="http://schemas.openxmlformats.org/drawingml/2006/main">
              <a:ext uri="{FF2B5EF4-FFF2-40B4-BE49-F238E27FC236}">
                <a16:creationId xmlns:a16="http://schemas.microsoft.com/office/drawing/2014/main" id="{EAD1D7E3-C1F7-46F0-AB23-AD15AD33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822" y="40384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7" name="path-4224">
            <a:extLst xmlns:a="http://schemas.openxmlformats.org/drawingml/2006/main">
              <a:ext uri="{FF2B5EF4-FFF2-40B4-BE49-F238E27FC236}">
                <a16:creationId xmlns:a16="http://schemas.microsoft.com/office/drawing/2014/main" id="{2F6F21A2-0EF1-4957-AFAE-6841821A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772" y="40453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8" name="path-4225">
            <a:extLst xmlns:a="http://schemas.openxmlformats.org/drawingml/2006/main">
              <a:ext uri="{FF2B5EF4-FFF2-40B4-BE49-F238E27FC236}">
                <a16:creationId xmlns:a16="http://schemas.microsoft.com/office/drawing/2014/main" id="{9C7D41F2-D1EC-4FD7-87F8-28F747C6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496" y="40440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9" name="path-4226">
            <a:extLst xmlns:a="http://schemas.openxmlformats.org/drawingml/2006/main">
              <a:ext uri="{FF2B5EF4-FFF2-40B4-BE49-F238E27FC236}">
                <a16:creationId xmlns:a16="http://schemas.microsoft.com/office/drawing/2014/main" id="{01AC56F1-1A54-4776-8F21-B8022248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744" y="40455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0" name="path-4227">
            <a:extLst xmlns:a="http://schemas.openxmlformats.org/drawingml/2006/main">
              <a:ext uri="{FF2B5EF4-FFF2-40B4-BE49-F238E27FC236}">
                <a16:creationId xmlns:a16="http://schemas.microsoft.com/office/drawing/2014/main" id="{D9C35865-BE89-4037-B951-2AA43724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730" y="4045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1" name="path-4228">
            <a:extLst xmlns:a="http://schemas.openxmlformats.org/drawingml/2006/main">
              <a:ext uri="{FF2B5EF4-FFF2-40B4-BE49-F238E27FC236}">
                <a16:creationId xmlns:a16="http://schemas.microsoft.com/office/drawing/2014/main" id="{0828942B-7617-45EC-8E01-4162A257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410" y="4032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2" name="path-4229">
            <a:extLst xmlns:a="http://schemas.openxmlformats.org/drawingml/2006/main">
              <a:ext uri="{FF2B5EF4-FFF2-40B4-BE49-F238E27FC236}">
                <a16:creationId xmlns:a16="http://schemas.microsoft.com/office/drawing/2014/main" id="{A549E7F7-6B9C-4209-A8DE-F8521D77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5573" y="40586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3" name="path-4230">
            <a:extLst xmlns:a="http://schemas.openxmlformats.org/drawingml/2006/main">
              <a:ext uri="{FF2B5EF4-FFF2-40B4-BE49-F238E27FC236}">
                <a16:creationId xmlns:a16="http://schemas.microsoft.com/office/drawing/2014/main" id="{F0520264-A88E-4985-9071-07CCE77B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8644" y="4042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4" name="path-4231">
            <a:extLst xmlns:a="http://schemas.openxmlformats.org/drawingml/2006/main">
              <a:ext uri="{FF2B5EF4-FFF2-40B4-BE49-F238E27FC236}">
                <a16:creationId xmlns:a16="http://schemas.microsoft.com/office/drawing/2014/main" id="{B198BFEC-368F-4411-8B17-A74D4F0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405" y="4043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5" name="path-4232">
            <a:extLst xmlns:a="http://schemas.openxmlformats.org/drawingml/2006/main">
              <a:ext uri="{FF2B5EF4-FFF2-40B4-BE49-F238E27FC236}">
                <a16:creationId xmlns:a16="http://schemas.microsoft.com/office/drawing/2014/main" id="{B8AC432F-8122-4769-8F6D-D77CAF06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5559" y="40233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6" name="path-4233">
            <a:extLst xmlns:a="http://schemas.openxmlformats.org/drawingml/2006/main">
              <a:ext uri="{FF2B5EF4-FFF2-40B4-BE49-F238E27FC236}">
                <a16:creationId xmlns:a16="http://schemas.microsoft.com/office/drawing/2014/main" id="{3EDA619D-9094-4185-B48A-8BE11E5F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115" y="40443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7" name="path-4234">
            <a:extLst xmlns:a="http://schemas.openxmlformats.org/drawingml/2006/main">
              <a:ext uri="{FF2B5EF4-FFF2-40B4-BE49-F238E27FC236}">
                <a16:creationId xmlns:a16="http://schemas.microsoft.com/office/drawing/2014/main" id="{6AE3D044-EE90-47C8-B727-9ABB28BA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156" y="4041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8" name="path-4235">
            <a:extLst xmlns:a="http://schemas.openxmlformats.org/drawingml/2006/main">
              <a:ext uri="{FF2B5EF4-FFF2-40B4-BE49-F238E27FC236}">
                <a16:creationId xmlns:a16="http://schemas.microsoft.com/office/drawing/2014/main" id="{F7EE5102-CD30-44B3-A6A1-FA1550AD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982" y="40637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9" name="path-4236">
            <a:extLst xmlns:a="http://schemas.openxmlformats.org/drawingml/2006/main">
              <a:ext uri="{FF2B5EF4-FFF2-40B4-BE49-F238E27FC236}">
                <a16:creationId xmlns:a16="http://schemas.microsoft.com/office/drawing/2014/main" id="{41732D9D-F69A-4E1A-A896-E20323E8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819" y="40447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0" name="path-4237">
            <a:extLst xmlns:a="http://schemas.openxmlformats.org/drawingml/2006/main">
              <a:ext uri="{FF2B5EF4-FFF2-40B4-BE49-F238E27FC236}">
                <a16:creationId xmlns:a16="http://schemas.microsoft.com/office/drawing/2014/main" id="{1F71F8A2-47EB-429F-A17B-5D337442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943" y="40432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1" name="path-4238">
            <a:extLst xmlns:a="http://schemas.openxmlformats.org/drawingml/2006/main">
              <a:ext uri="{FF2B5EF4-FFF2-40B4-BE49-F238E27FC236}">
                <a16:creationId xmlns:a16="http://schemas.microsoft.com/office/drawing/2014/main" id="{7E86D62F-CFDF-4ED2-94C5-9A37DDA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378" y="40456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2" name="path-4239">
            <a:extLst xmlns:a="http://schemas.openxmlformats.org/drawingml/2006/main">
              <a:ext uri="{FF2B5EF4-FFF2-40B4-BE49-F238E27FC236}">
                <a16:creationId xmlns:a16="http://schemas.microsoft.com/office/drawing/2014/main" id="{A2103AD6-1F25-4C55-9089-1A03BF7A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311" y="40453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3" name="path-4240">
            <a:extLst xmlns:a="http://schemas.openxmlformats.org/drawingml/2006/main">
              <a:ext uri="{FF2B5EF4-FFF2-40B4-BE49-F238E27FC236}">
                <a16:creationId xmlns:a16="http://schemas.microsoft.com/office/drawing/2014/main" id="{1B4F6DCE-CFDB-4622-8FD9-C869C306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085" y="40425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4" name="path-4241">
            <a:extLst xmlns:a="http://schemas.openxmlformats.org/drawingml/2006/main">
              <a:ext uri="{FF2B5EF4-FFF2-40B4-BE49-F238E27FC236}">
                <a16:creationId xmlns:a16="http://schemas.microsoft.com/office/drawing/2014/main" id="{7E679344-ECA2-433F-BB8E-022A8E43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907" y="4053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5" name="path-4242">
            <a:extLst xmlns:a="http://schemas.openxmlformats.org/drawingml/2006/main">
              <a:ext uri="{FF2B5EF4-FFF2-40B4-BE49-F238E27FC236}">
                <a16:creationId xmlns:a16="http://schemas.microsoft.com/office/drawing/2014/main" id="{FFBE93D5-D157-4F07-AA01-D1433E3F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754" y="4043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6" name="path-4243">
            <a:extLst xmlns:a="http://schemas.openxmlformats.org/drawingml/2006/main">
              <a:ext uri="{FF2B5EF4-FFF2-40B4-BE49-F238E27FC236}">
                <a16:creationId xmlns:a16="http://schemas.microsoft.com/office/drawing/2014/main" id="{A42D006C-05B2-45AE-A1C8-FDBBA2B9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9324" y="40497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7" name="path-4244">
            <a:extLst xmlns:a="http://schemas.openxmlformats.org/drawingml/2006/main">
              <a:ext uri="{FF2B5EF4-FFF2-40B4-BE49-F238E27FC236}">
                <a16:creationId xmlns:a16="http://schemas.microsoft.com/office/drawing/2014/main" id="{571FD961-0E5B-4B16-8AD5-638054D2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153" y="40590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8" name="path-4245">
            <a:extLst xmlns:a="http://schemas.openxmlformats.org/drawingml/2006/main">
              <a:ext uri="{FF2B5EF4-FFF2-40B4-BE49-F238E27FC236}">
                <a16:creationId xmlns:a16="http://schemas.microsoft.com/office/drawing/2014/main" id="{D0AACE6E-4765-44D2-96F4-5B65580F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342" y="4042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9" name="path-4246">
            <a:extLst xmlns:a="http://schemas.openxmlformats.org/drawingml/2006/main">
              <a:ext uri="{FF2B5EF4-FFF2-40B4-BE49-F238E27FC236}">
                <a16:creationId xmlns:a16="http://schemas.microsoft.com/office/drawing/2014/main" id="{B2B3BEF8-4935-4B93-95E3-F183DED4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394" y="4052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0" name="path-4247">
            <a:extLst xmlns:a="http://schemas.openxmlformats.org/drawingml/2006/main">
              <a:ext uri="{FF2B5EF4-FFF2-40B4-BE49-F238E27FC236}">
                <a16:creationId xmlns:a16="http://schemas.microsoft.com/office/drawing/2014/main" id="{48086217-81A9-48E3-9818-5BE4A3E9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942" y="40391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1" name="path-4248">
            <a:extLst xmlns:a="http://schemas.openxmlformats.org/drawingml/2006/main">
              <a:ext uri="{FF2B5EF4-FFF2-40B4-BE49-F238E27FC236}">
                <a16:creationId xmlns:a16="http://schemas.microsoft.com/office/drawing/2014/main" id="{1BFF01DD-58F9-4302-90B3-7630CBA8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9398" y="40547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2" name="path-4249">
            <a:extLst xmlns:a="http://schemas.openxmlformats.org/drawingml/2006/main">
              <a:ext uri="{FF2B5EF4-FFF2-40B4-BE49-F238E27FC236}">
                <a16:creationId xmlns:a16="http://schemas.microsoft.com/office/drawing/2014/main" id="{7F9903C9-EA49-4ECB-BC53-8F4D326B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447" y="40510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3" name="path-4250">
            <a:extLst xmlns:a="http://schemas.openxmlformats.org/drawingml/2006/main">
              <a:ext uri="{FF2B5EF4-FFF2-40B4-BE49-F238E27FC236}">
                <a16:creationId xmlns:a16="http://schemas.microsoft.com/office/drawing/2014/main" id="{6B5C1007-E3D4-48BB-828F-4504B946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853" y="4032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4" name="path-4251">
            <a:extLst xmlns:a="http://schemas.openxmlformats.org/drawingml/2006/main">
              <a:ext uri="{FF2B5EF4-FFF2-40B4-BE49-F238E27FC236}">
                <a16:creationId xmlns:a16="http://schemas.microsoft.com/office/drawing/2014/main" id="{B2B5F12B-4D34-4E9A-B32F-9F0837C3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852" y="4042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5" name="path-4252">
            <a:extLst xmlns:a="http://schemas.openxmlformats.org/drawingml/2006/main">
              <a:ext uri="{FF2B5EF4-FFF2-40B4-BE49-F238E27FC236}">
                <a16:creationId xmlns:a16="http://schemas.microsoft.com/office/drawing/2014/main" id="{8C2601AF-362C-447B-A457-40870AC7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508" y="40456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6" name="path-4253">
            <a:extLst xmlns:a="http://schemas.openxmlformats.org/drawingml/2006/main">
              <a:ext uri="{FF2B5EF4-FFF2-40B4-BE49-F238E27FC236}">
                <a16:creationId xmlns:a16="http://schemas.microsoft.com/office/drawing/2014/main" id="{4F093E22-6DAA-4EC1-AB62-162E2623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4639" y="4058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7" name="path-4254">
            <a:extLst xmlns:a="http://schemas.openxmlformats.org/drawingml/2006/main">
              <a:ext uri="{FF2B5EF4-FFF2-40B4-BE49-F238E27FC236}">
                <a16:creationId xmlns:a16="http://schemas.microsoft.com/office/drawing/2014/main" id="{BB49E96A-66E8-4A47-944B-7C00DF62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123" y="40432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8" name="path-4255">
            <a:extLst xmlns:a="http://schemas.openxmlformats.org/drawingml/2006/main">
              <a:ext uri="{FF2B5EF4-FFF2-40B4-BE49-F238E27FC236}">
                <a16:creationId xmlns:a16="http://schemas.microsoft.com/office/drawing/2014/main" id="{7652124B-43F7-4689-90CC-47AEC029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827" y="40369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9" name="path-4256">
            <a:extLst xmlns:a="http://schemas.openxmlformats.org/drawingml/2006/main">
              <a:ext uri="{FF2B5EF4-FFF2-40B4-BE49-F238E27FC236}">
                <a16:creationId xmlns:a16="http://schemas.microsoft.com/office/drawing/2014/main" id="{F29744D8-566B-43D8-B924-0D041814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844" y="40450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0" name="path-4257">
            <a:extLst xmlns:a="http://schemas.openxmlformats.org/drawingml/2006/main">
              <a:ext uri="{FF2B5EF4-FFF2-40B4-BE49-F238E27FC236}">
                <a16:creationId xmlns:a16="http://schemas.microsoft.com/office/drawing/2014/main" id="{EF616FA5-67C4-4E4D-807A-E02DE8E7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4155" y="40772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1" name="path-4258">
            <a:extLst xmlns:a="http://schemas.openxmlformats.org/drawingml/2006/main">
              <a:ext uri="{FF2B5EF4-FFF2-40B4-BE49-F238E27FC236}">
                <a16:creationId xmlns:a16="http://schemas.microsoft.com/office/drawing/2014/main" id="{BACE9BDD-DE99-4D8D-BAFF-73AA810B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87" y="4037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2" name="path-4259">
            <a:extLst xmlns:a="http://schemas.openxmlformats.org/drawingml/2006/main">
              <a:ext uri="{FF2B5EF4-FFF2-40B4-BE49-F238E27FC236}">
                <a16:creationId xmlns:a16="http://schemas.microsoft.com/office/drawing/2014/main" id="{FA09BE27-9411-423D-B2B6-2739B2CA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064" y="4046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3" name="path-4260">
            <a:extLst xmlns:a="http://schemas.openxmlformats.org/drawingml/2006/main">
              <a:ext uri="{FF2B5EF4-FFF2-40B4-BE49-F238E27FC236}">
                <a16:creationId xmlns:a16="http://schemas.microsoft.com/office/drawing/2014/main" id="{12AD5F09-F566-4981-9F67-535E6B0F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846" y="40503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4" name="path-4261">
            <a:extLst xmlns:a="http://schemas.openxmlformats.org/drawingml/2006/main">
              <a:ext uri="{FF2B5EF4-FFF2-40B4-BE49-F238E27FC236}">
                <a16:creationId xmlns:a16="http://schemas.microsoft.com/office/drawing/2014/main" id="{E3BC9BE6-BBD6-42CA-8082-5104D81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876" y="4045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5" name="path-4262">
            <a:extLst xmlns:a="http://schemas.openxmlformats.org/drawingml/2006/main">
              <a:ext uri="{FF2B5EF4-FFF2-40B4-BE49-F238E27FC236}">
                <a16:creationId xmlns:a16="http://schemas.microsoft.com/office/drawing/2014/main" id="{8A821DED-EB6F-49E7-B8F7-BF52DE36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0478" y="40450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6" name="path-4263">
            <a:extLst xmlns:a="http://schemas.openxmlformats.org/drawingml/2006/main">
              <a:ext uri="{FF2B5EF4-FFF2-40B4-BE49-F238E27FC236}">
                <a16:creationId xmlns:a16="http://schemas.microsoft.com/office/drawing/2014/main" id="{37C9129C-7738-4168-B15A-41FD6DB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57" y="40582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7" name="path-4264">
            <a:extLst xmlns:a="http://schemas.openxmlformats.org/drawingml/2006/main">
              <a:ext uri="{FF2B5EF4-FFF2-40B4-BE49-F238E27FC236}">
                <a16:creationId xmlns:a16="http://schemas.microsoft.com/office/drawing/2014/main" id="{718E29C3-C396-43D7-A46C-FCCA50E4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581" y="4023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8" name="path-4265">
            <a:extLst xmlns:a="http://schemas.openxmlformats.org/drawingml/2006/main">
              <a:ext uri="{FF2B5EF4-FFF2-40B4-BE49-F238E27FC236}">
                <a16:creationId xmlns:a16="http://schemas.microsoft.com/office/drawing/2014/main" id="{13D66E06-E391-44FA-A573-89E316F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706" y="4055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9" name="path-4266">
            <a:extLst xmlns:a="http://schemas.openxmlformats.org/drawingml/2006/main">
              <a:ext uri="{FF2B5EF4-FFF2-40B4-BE49-F238E27FC236}">
                <a16:creationId xmlns:a16="http://schemas.microsoft.com/office/drawing/2014/main" id="{1F002C95-04BF-4EA6-AC2B-689AEB6E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6421" y="40278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0" name="path-4267">
            <a:extLst xmlns:a="http://schemas.openxmlformats.org/drawingml/2006/main">
              <a:ext uri="{FF2B5EF4-FFF2-40B4-BE49-F238E27FC236}">
                <a16:creationId xmlns:a16="http://schemas.microsoft.com/office/drawing/2014/main" id="{1EE6C871-7DF1-4BE3-8609-527C18FC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554" y="40375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1" name="path-4268">
            <a:extLst xmlns:a="http://schemas.openxmlformats.org/drawingml/2006/main">
              <a:ext uri="{FF2B5EF4-FFF2-40B4-BE49-F238E27FC236}">
                <a16:creationId xmlns:a16="http://schemas.microsoft.com/office/drawing/2014/main" id="{0E4D349A-4058-44F8-9D68-C22D1B8B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409" y="4051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2" name="path-4269">
            <a:extLst xmlns:a="http://schemas.openxmlformats.org/drawingml/2006/main">
              <a:ext uri="{FF2B5EF4-FFF2-40B4-BE49-F238E27FC236}">
                <a16:creationId xmlns:a16="http://schemas.microsoft.com/office/drawing/2014/main" id="{B90557E2-01AC-4F41-815E-627EB80A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528" y="40431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3" name="path-4270">
            <a:extLst xmlns:a="http://schemas.openxmlformats.org/drawingml/2006/main">
              <a:ext uri="{FF2B5EF4-FFF2-40B4-BE49-F238E27FC236}">
                <a16:creationId xmlns:a16="http://schemas.microsoft.com/office/drawing/2014/main" id="{D90B01E5-3686-46DF-8E11-5DEE4EE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718" y="40271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4" name="path-4271">
            <a:extLst xmlns:a="http://schemas.openxmlformats.org/drawingml/2006/main">
              <a:ext uri="{FF2B5EF4-FFF2-40B4-BE49-F238E27FC236}">
                <a16:creationId xmlns:a16="http://schemas.microsoft.com/office/drawing/2014/main" id="{AE987A45-1471-45EB-B5A4-B740BD8C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669" y="4052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5" name="path-4272">
            <a:extLst xmlns:a="http://schemas.openxmlformats.org/drawingml/2006/main">
              <a:ext uri="{FF2B5EF4-FFF2-40B4-BE49-F238E27FC236}">
                <a16:creationId xmlns:a16="http://schemas.microsoft.com/office/drawing/2014/main" id="{F0884009-6CD6-4F99-AE02-A0F6D0B8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701" y="40611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6" name="path-4273">
            <a:extLst xmlns:a="http://schemas.openxmlformats.org/drawingml/2006/main">
              <a:ext uri="{FF2B5EF4-FFF2-40B4-BE49-F238E27FC236}">
                <a16:creationId xmlns:a16="http://schemas.microsoft.com/office/drawing/2014/main" id="{DC502D8E-5569-4825-B885-6AF8A75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7122" y="40455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7" name="path-4274">
            <a:extLst xmlns:a="http://schemas.openxmlformats.org/drawingml/2006/main">
              <a:ext uri="{FF2B5EF4-FFF2-40B4-BE49-F238E27FC236}">
                <a16:creationId xmlns:a16="http://schemas.microsoft.com/office/drawing/2014/main" id="{5D1064E3-2646-465A-B643-0589C154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009" y="40522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8" name="path-4275">
            <a:extLst xmlns:a="http://schemas.openxmlformats.org/drawingml/2006/main">
              <a:ext uri="{FF2B5EF4-FFF2-40B4-BE49-F238E27FC236}">
                <a16:creationId xmlns:a16="http://schemas.microsoft.com/office/drawing/2014/main" id="{3D16AD55-656C-435A-89E2-64801FC4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144" y="40498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9" name="path-4276">
            <a:extLst xmlns:a="http://schemas.openxmlformats.org/drawingml/2006/main">
              <a:ext uri="{FF2B5EF4-FFF2-40B4-BE49-F238E27FC236}">
                <a16:creationId xmlns:a16="http://schemas.microsoft.com/office/drawing/2014/main" id="{AE6669BE-566F-4D82-A8FE-0A20B1D6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2701" y="3980749"/>
            <a:ext cx="217870" cy="217870"/>
          </a:xfrm>
          <a:custGeom xmlns:a="http://schemas.openxmlformats.org/drawingml/2006/main">
            <a:pathLst>
              <a:path w="186211" h="186211">
                <a:moveTo>
                  <a:pt x="0" y="186211"/>
                </a:moveTo>
                <a:lnTo>
                  <a:pt x="186211" y="186211"/>
                </a:lnTo>
                <a:lnTo>
                  <a:pt x="186211" y="0"/>
                </a:lnTo>
                <a:lnTo>
                  <a:pt x="0" y="0"/>
                </a:lnTo>
                <a:lnTo>
                  <a:pt x="0" y="186211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0" name="path-4277">
            <a:extLst xmlns:a="http://schemas.openxmlformats.org/drawingml/2006/main">
              <a:ext uri="{FF2B5EF4-FFF2-40B4-BE49-F238E27FC236}">
                <a16:creationId xmlns:a16="http://schemas.microsoft.com/office/drawing/2014/main" id="{F79D227F-19AA-4300-9356-8B1D129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334" y="3966383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1" name="path-4278">
            <a:extLst xmlns:a="http://schemas.openxmlformats.org/drawingml/2006/main">
              <a:ext uri="{FF2B5EF4-FFF2-40B4-BE49-F238E27FC236}">
                <a16:creationId xmlns:a16="http://schemas.microsoft.com/office/drawing/2014/main" id="{4B273E7C-F401-405C-8D49-AEB18868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1833" y="3980749"/>
            <a:ext cx="217870" cy="217870"/>
          </a:xfrm>
          <a:custGeom xmlns:a="http://schemas.openxmlformats.org/drawingml/2006/main">
            <a:pathLst>
              <a:path w="186211" h="186211">
                <a:moveTo>
                  <a:pt x="0" y="186211"/>
                </a:moveTo>
                <a:lnTo>
                  <a:pt x="186211" y="186211"/>
                </a:lnTo>
                <a:lnTo>
                  <a:pt x="186211" y="0"/>
                </a:lnTo>
                <a:lnTo>
                  <a:pt x="0" y="0"/>
                </a:lnTo>
                <a:lnTo>
                  <a:pt x="0" y="186211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2" name="path-4279">
            <a:extLst xmlns:a="http://schemas.openxmlformats.org/drawingml/2006/main">
              <a:ext uri="{FF2B5EF4-FFF2-40B4-BE49-F238E27FC236}">
                <a16:creationId xmlns:a16="http://schemas.microsoft.com/office/drawing/2014/main" id="{271019AD-A3B6-441B-8F93-F80F88F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7467" y="3966383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3" name="path-4280">
            <a:extLst xmlns:a="http://schemas.openxmlformats.org/drawingml/2006/main">
              <a:ext uri="{FF2B5EF4-FFF2-40B4-BE49-F238E27FC236}">
                <a16:creationId xmlns:a16="http://schemas.microsoft.com/office/drawing/2014/main" id="{E4AF6464-E080-4694-A49D-519C15DA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3135" y="3980749"/>
            <a:ext cx="217870" cy="217870"/>
          </a:xfrm>
          <a:custGeom xmlns:a="http://schemas.openxmlformats.org/drawingml/2006/main">
            <a:pathLst>
              <a:path w="186211" h="186211">
                <a:moveTo>
                  <a:pt x="93105" y="0"/>
                </a:moveTo>
                <a:lnTo>
                  <a:pt x="0" y="186211"/>
                </a:lnTo>
                <a:lnTo>
                  <a:pt x="186211" y="186211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4" name="path-4281">
            <a:extLst xmlns:a="http://schemas.openxmlformats.org/drawingml/2006/main">
              <a:ext uri="{FF2B5EF4-FFF2-40B4-BE49-F238E27FC236}">
                <a16:creationId xmlns:a16="http://schemas.microsoft.com/office/drawing/2014/main" id="{0447E585-C1F6-4C2C-8103-CD6D5AC9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9890" y="3948626"/>
            <a:ext cx="264360" cy="264360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8885" y="208175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5"/>
                </a:lnTo>
                <a:lnTo>
                  <a:pt x="206078" y="213666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5"/>
                </a:lnTo>
                <a:lnTo>
                  <a:pt x="19867" y="213666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6"/>
                </a:lnTo>
                <a:lnTo>
                  <a:pt x="206078" y="201388"/>
                </a:lnTo>
                <a:lnTo>
                  <a:pt x="19867" y="201388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17060" y="208175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5" name="path-4282">
            <a:extLst xmlns:a="http://schemas.openxmlformats.org/drawingml/2006/main">
              <a:ext uri="{FF2B5EF4-FFF2-40B4-BE49-F238E27FC236}">
                <a16:creationId xmlns:a16="http://schemas.microsoft.com/office/drawing/2014/main" id="{E73EAADE-BA14-42FB-978E-223066B7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3" y="3980749"/>
            <a:ext cx="217870" cy="217870"/>
          </a:xfrm>
          <a:custGeom xmlns:a="http://schemas.openxmlformats.org/drawingml/2006/main">
            <a:pathLst>
              <a:path w="186211" h="186211">
                <a:moveTo>
                  <a:pt x="93105" y="0"/>
                </a:moveTo>
                <a:lnTo>
                  <a:pt x="0" y="186211"/>
                </a:lnTo>
                <a:lnTo>
                  <a:pt x="186211" y="186211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6" name="path-4283">
            <a:extLst xmlns:a="http://schemas.openxmlformats.org/drawingml/2006/main">
              <a:ext uri="{FF2B5EF4-FFF2-40B4-BE49-F238E27FC236}">
                <a16:creationId xmlns:a16="http://schemas.microsoft.com/office/drawing/2014/main" id="{888C1145-62CE-4124-9223-A62BB716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758" y="3948626"/>
            <a:ext cx="264360" cy="264360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8885" y="208175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5"/>
                </a:lnTo>
                <a:lnTo>
                  <a:pt x="206078" y="213666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5"/>
                </a:lnTo>
                <a:lnTo>
                  <a:pt x="19867" y="213666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6"/>
                </a:lnTo>
                <a:lnTo>
                  <a:pt x="206078" y="201388"/>
                </a:lnTo>
                <a:lnTo>
                  <a:pt x="19867" y="201388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17060" y="208175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7" name="path-4284">
            <a:extLst xmlns:a="http://schemas.openxmlformats.org/drawingml/2006/main">
              <a:ext uri="{FF2B5EF4-FFF2-40B4-BE49-F238E27FC236}">
                <a16:creationId xmlns:a16="http://schemas.microsoft.com/office/drawing/2014/main" id="{D380FDFF-845A-4C5D-8B20-D969C578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4315947"/>
            <a:ext cx="106398" cy="118519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8" y="90508"/>
                </a:lnTo>
                <a:lnTo>
                  <a:pt x="22496" y="98402"/>
                </a:lnTo>
                <a:lnTo>
                  <a:pt x="36834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8" name="path-4285">
            <a:extLst xmlns:a="http://schemas.openxmlformats.org/drawingml/2006/main">
              <a:ext uri="{FF2B5EF4-FFF2-40B4-BE49-F238E27FC236}">
                <a16:creationId xmlns:a16="http://schemas.microsoft.com/office/drawing/2014/main" id="{EAAB4A03-9847-4405-A70B-871195E6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4014261"/>
            <a:ext cx="21548" cy="15084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9" name="path-4286">
            <a:extLst xmlns:a="http://schemas.openxmlformats.org/drawingml/2006/main">
              <a:ext uri="{FF2B5EF4-FFF2-40B4-BE49-F238E27FC236}">
                <a16:creationId xmlns:a16="http://schemas.microsoft.com/office/drawing/2014/main" id="{8294EED4-69E7-4320-88DC-870858A7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3744900"/>
            <a:ext cx="106398" cy="118519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4" y="0"/>
                </a:lnTo>
                <a:lnTo>
                  <a:pt x="22496" y="2895"/>
                </a:lnTo>
                <a:lnTo>
                  <a:pt x="10788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0" name="path-4287">
            <a:extLst xmlns:a="http://schemas.openxmlformats.org/drawingml/2006/main">
              <a:ext uri="{FF2B5EF4-FFF2-40B4-BE49-F238E27FC236}">
                <a16:creationId xmlns:a16="http://schemas.microsoft.com/office/drawing/2014/main" id="{3E306462-C3C1-4F28-A9CB-2BB8AAF3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1153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1" name="path-4288">
            <a:extLst xmlns:a="http://schemas.openxmlformats.org/drawingml/2006/main">
              <a:ext uri="{FF2B5EF4-FFF2-40B4-BE49-F238E27FC236}">
                <a16:creationId xmlns:a16="http://schemas.microsoft.com/office/drawing/2014/main" id="{98BA1A44-D44E-46A9-B04E-54E3A0DB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4354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2" name="path-4289">
            <a:extLst xmlns:a="http://schemas.openxmlformats.org/drawingml/2006/main">
              <a:ext uri="{FF2B5EF4-FFF2-40B4-BE49-F238E27FC236}">
                <a16:creationId xmlns:a16="http://schemas.microsoft.com/office/drawing/2014/main" id="{69115F5C-B507-495F-8854-91B3C5AA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55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3" name="path-4290">
            <a:extLst xmlns:a="http://schemas.openxmlformats.org/drawingml/2006/main">
              <a:ext uri="{FF2B5EF4-FFF2-40B4-BE49-F238E27FC236}">
                <a16:creationId xmlns:a16="http://schemas.microsoft.com/office/drawing/2014/main" id="{5A96CB0F-8A61-4801-81E5-D295B723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0754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4" name="path-4291">
            <a:extLst xmlns:a="http://schemas.openxmlformats.org/drawingml/2006/main">
              <a:ext uri="{FF2B5EF4-FFF2-40B4-BE49-F238E27FC236}">
                <a16:creationId xmlns:a16="http://schemas.microsoft.com/office/drawing/2014/main" id="{1CABBC6A-CE84-4A49-BE96-F4632680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95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5" name="path-4292">
            <a:extLst xmlns:a="http://schemas.openxmlformats.org/drawingml/2006/main">
              <a:ext uri="{FF2B5EF4-FFF2-40B4-BE49-F238E27FC236}">
                <a16:creationId xmlns:a16="http://schemas.microsoft.com/office/drawing/2014/main" id="{61FC4D20-6846-4212-8612-A91C9A07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153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6" name="path-4293">
            <a:extLst xmlns:a="http://schemas.openxmlformats.org/drawingml/2006/main">
              <a:ext uri="{FF2B5EF4-FFF2-40B4-BE49-F238E27FC236}">
                <a16:creationId xmlns:a16="http://schemas.microsoft.com/office/drawing/2014/main" id="{2A3AE4D9-374B-4BB4-893A-36BC6C4B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354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7" name="path-4294">
            <a:extLst xmlns:a="http://schemas.openxmlformats.org/drawingml/2006/main">
              <a:ext uri="{FF2B5EF4-FFF2-40B4-BE49-F238E27FC236}">
                <a16:creationId xmlns:a16="http://schemas.microsoft.com/office/drawing/2014/main" id="{2214DD14-9465-41A1-ABB9-95C3536F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3553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8" name="path-4295">
            <a:extLst xmlns:a="http://schemas.openxmlformats.org/drawingml/2006/main">
              <a:ext uri="{FF2B5EF4-FFF2-40B4-BE49-F238E27FC236}">
                <a16:creationId xmlns:a16="http://schemas.microsoft.com/office/drawing/2014/main" id="{C45FB045-A7A3-46F2-8E96-1501F59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6753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9" name="path-4296">
            <a:extLst xmlns:a="http://schemas.openxmlformats.org/drawingml/2006/main">
              <a:ext uri="{FF2B5EF4-FFF2-40B4-BE49-F238E27FC236}">
                <a16:creationId xmlns:a16="http://schemas.microsoft.com/office/drawing/2014/main" id="{DB787F2D-091B-495A-9700-A9A9DFE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9954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0" name="path-4297">
            <a:extLst xmlns:a="http://schemas.openxmlformats.org/drawingml/2006/main">
              <a:ext uri="{FF2B5EF4-FFF2-40B4-BE49-F238E27FC236}">
                <a16:creationId xmlns:a16="http://schemas.microsoft.com/office/drawing/2014/main" id="{348B2F99-EAE3-4BC3-8964-DF65B857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3153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1" name="path-4298">
            <a:extLst xmlns:a="http://schemas.openxmlformats.org/drawingml/2006/main">
              <a:ext uri="{FF2B5EF4-FFF2-40B4-BE49-F238E27FC236}">
                <a16:creationId xmlns:a16="http://schemas.microsoft.com/office/drawing/2014/main" id="{45815760-0072-4A39-959B-296DFA9D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354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2" name="path-4299">
            <a:extLst xmlns:a="http://schemas.openxmlformats.org/drawingml/2006/main">
              <a:ext uri="{FF2B5EF4-FFF2-40B4-BE49-F238E27FC236}">
                <a16:creationId xmlns:a16="http://schemas.microsoft.com/office/drawing/2014/main" id="{33EF02ED-58CD-4178-AE4D-648D0919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553" y="3744900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3" name="path-4300">
            <a:extLst xmlns:a="http://schemas.openxmlformats.org/drawingml/2006/main">
              <a:ext uri="{FF2B5EF4-FFF2-40B4-BE49-F238E27FC236}">
                <a16:creationId xmlns:a16="http://schemas.microsoft.com/office/drawing/2014/main" id="{C5D2821B-0590-4FC7-9C0C-D8FBC84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754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4" name="path-4301">
            <a:extLst xmlns:a="http://schemas.openxmlformats.org/drawingml/2006/main">
              <a:ext uri="{FF2B5EF4-FFF2-40B4-BE49-F238E27FC236}">
                <a16:creationId xmlns:a16="http://schemas.microsoft.com/office/drawing/2014/main" id="{54CA93B6-CF52-4FD7-A82E-B4A305EB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954" y="3744900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5" name="path-4302">
            <a:extLst xmlns:a="http://schemas.openxmlformats.org/drawingml/2006/main">
              <a:ext uri="{FF2B5EF4-FFF2-40B4-BE49-F238E27FC236}">
                <a16:creationId xmlns:a16="http://schemas.microsoft.com/office/drawing/2014/main" id="{2CD1ECEF-074F-47E6-8B5E-0C940CE7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9153" y="3744900"/>
            <a:ext cx="106398" cy="118519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8" y="10789"/>
                </a:lnTo>
                <a:lnTo>
                  <a:pt x="68439" y="2895"/>
                </a:lnTo>
                <a:lnTo>
                  <a:pt x="54101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6" name="path-4303">
            <a:extLst xmlns:a="http://schemas.openxmlformats.org/drawingml/2006/main">
              <a:ext uri="{FF2B5EF4-FFF2-40B4-BE49-F238E27FC236}">
                <a16:creationId xmlns:a16="http://schemas.microsoft.com/office/drawing/2014/main" id="{51487ED4-D9D7-4C6C-85A6-C452320D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4002" y="4014261"/>
            <a:ext cx="21550" cy="15084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7" name="path-4304">
            <a:extLst xmlns:a="http://schemas.openxmlformats.org/drawingml/2006/main">
              <a:ext uri="{FF2B5EF4-FFF2-40B4-BE49-F238E27FC236}">
                <a16:creationId xmlns:a16="http://schemas.microsoft.com/office/drawing/2014/main" id="{23CDFA23-0C0C-42C1-915D-39BFD6FE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9153" y="4315947"/>
            <a:ext cx="106398" cy="118519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1" y="101297"/>
                </a:lnTo>
                <a:lnTo>
                  <a:pt x="68439" y="98402"/>
                </a:lnTo>
                <a:lnTo>
                  <a:pt x="80148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8" name="path-4305">
            <a:extLst xmlns:a="http://schemas.openxmlformats.org/drawingml/2006/main">
              <a:ext uri="{FF2B5EF4-FFF2-40B4-BE49-F238E27FC236}">
                <a16:creationId xmlns:a16="http://schemas.microsoft.com/office/drawing/2014/main" id="{68668F11-2B5C-4BD6-9B75-13C3D8B9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954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9" name="path-4306">
            <a:extLst xmlns:a="http://schemas.openxmlformats.org/drawingml/2006/main">
              <a:ext uri="{FF2B5EF4-FFF2-40B4-BE49-F238E27FC236}">
                <a16:creationId xmlns:a16="http://schemas.microsoft.com/office/drawing/2014/main" id="{B78FA67B-BBF0-4239-B1DB-0FD42DA7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754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0" name="path-4307">
            <a:extLst xmlns:a="http://schemas.openxmlformats.org/drawingml/2006/main">
              <a:ext uri="{FF2B5EF4-FFF2-40B4-BE49-F238E27FC236}">
                <a16:creationId xmlns:a16="http://schemas.microsoft.com/office/drawing/2014/main" id="{54AF3C46-42F1-4A5D-8B77-505581DB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553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1" name="path-4308">
            <a:extLst xmlns:a="http://schemas.openxmlformats.org/drawingml/2006/main">
              <a:ext uri="{FF2B5EF4-FFF2-40B4-BE49-F238E27FC236}">
                <a16:creationId xmlns:a16="http://schemas.microsoft.com/office/drawing/2014/main" id="{C8C68EB7-895F-4FA1-8AA2-69D64548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354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2" name="path-4309">
            <a:extLst xmlns:a="http://schemas.openxmlformats.org/drawingml/2006/main">
              <a:ext uri="{FF2B5EF4-FFF2-40B4-BE49-F238E27FC236}">
                <a16:creationId xmlns:a16="http://schemas.microsoft.com/office/drawing/2014/main" id="{ECBB1CB1-6006-4E2C-8752-1C1FABFC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3153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3" name="path-4310">
            <a:extLst xmlns:a="http://schemas.openxmlformats.org/drawingml/2006/main">
              <a:ext uri="{FF2B5EF4-FFF2-40B4-BE49-F238E27FC236}">
                <a16:creationId xmlns:a16="http://schemas.microsoft.com/office/drawing/2014/main" id="{DD25486F-9E25-40EE-BD33-114C43E1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995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4" name="path-4311">
            <a:extLst xmlns:a="http://schemas.openxmlformats.org/drawingml/2006/main">
              <a:ext uri="{FF2B5EF4-FFF2-40B4-BE49-F238E27FC236}">
                <a16:creationId xmlns:a16="http://schemas.microsoft.com/office/drawing/2014/main" id="{342B32D2-FC05-406C-A021-121B889F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6753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5" name="path-4312">
            <a:extLst xmlns:a="http://schemas.openxmlformats.org/drawingml/2006/main">
              <a:ext uri="{FF2B5EF4-FFF2-40B4-BE49-F238E27FC236}">
                <a16:creationId xmlns:a16="http://schemas.microsoft.com/office/drawing/2014/main" id="{F46303AE-EBE2-4B09-9A13-C6427AC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3553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6" name="path-4313">
            <a:extLst xmlns:a="http://schemas.openxmlformats.org/drawingml/2006/main">
              <a:ext uri="{FF2B5EF4-FFF2-40B4-BE49-F238E27FC236}">
                <a16:creationId xmlns:a16="http://schemas.microsoft.com/office/drawing/2014/main" id="{6C6B6E54-4809-4784-B5BE-C6E5524C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354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7" name="path-4314">
            <a:extLst xmlns:a="http://schemas.openxmlformats.org/drawingml/2006/main">
              <a:ext uri="{FF2B5EF4-FFF2-40B4-BE49-F238E27FC236}">
                <a16:creationId xmlns:a16="http://schemas.microsoft.com/office/drawing/2014/main" id="{BE00A3D5-D5A4-4C83-8680-0719763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153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8" name="path-4315">
            <a:extLst xmlns:a="http://schemas.openxmlformats.org/drawingml/2006/main">
              <a:ext uri="{FF2B5EF4-FFF2-40B4-BE49-F238E27FC236}">
                <a16:creationId xmlns:a16="http://schemas.microsoft.com/office/drawing/2014/main" id="{2B04E896-8B2D-425F-841B-B766508F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95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9" name="path-4316">
            <a:extLst xmlns:a="http://schemas.openxmlformats.org/drawingml/2006/main">
              <a:ext uri="{FF2B5EF4-FFF2-40B4-BE49-F238E27FC236}">
                <a16:creationId xmlns:a16="http://schemas.microsoft.com/office/drawing/2014/main" id="{86CC73B3-D498-4F6C-97E1-817F085F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0754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0" name="path-4317">
            <a:extLst xmlns:a="http://schemas.openxmlformats.org/drawingml/2006/main">
              <a:ext uri="{FF2B5EF4-FFF2-40B4-BE49-F238E27FC236}">
                <a16:creationId xmlns:a16="http://schemas.microsoft.com/office/drawing/2014/main" id="{A6B40F7F-23A9-4E34-A3AF-BF47F0CC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554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1" name="path-4318">
            <a:extLst xmlns:a="http://schemas.openxmlformats.org/drawingml/2006/main">
              <a:ext uri="{FF2B5EF4-FFF2-40B4-BE49-F238E27FC236}">
                <a16:creationId xmlns:a16="http://schemas.microsoft.com/office/drawing/2014/main" id="{8C8C5617-B700-4496-BDDF-2E9B6028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4354" y="4412917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2" name="path-4319">
            <a:extLst xmlns:a="http://schemas.openxmlformats.org/drawingml/2006/main">
              <a:ext uri="{FF2B5EF4-FFF2-40B4-BE49-F238E27FC236}">
                <a16:creationId xmlns:a16="http://schemas.microsoft.com/office/drawing/2014/main" id="{DFF40532-5312-421F-BE07-97BD9A83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1153" y="4412917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3" name="path-4320">
            <a:extLst xmlns:a="http://schemas.openxmlformats.org/drawingml/2006/main">
              <a:ext uri="{FF2B5EF4-FFF2-40B4-BE49-F238E27FC236}">
                <a16:creationId xmlns:a16="http://schemas.microsoft.com/office/drawing/2014/main" id="{FA1245C0-F469-4290-ACA2-AEF6FC83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467" y="1301947"/>
            <a:ext cx="2934779" cy="364848"/>
          </a:xfrm>
          <a:custGeom xmlns:a="http://schemas.openxmlformats.org/drawingml/2006/main">
            <a:pathLst>
              <a:path w="2508319" h="311831">
                <a:moveTo>
                  <a:pt x="109695" y="130542"/>
                </a:moveTo>
                <a:lnTo>
                  <a:pt x="90901" y="195130"/>
                </a:lnTo>
                <a:cubicBezTo>
                  <a:pt x="88281" y="204243"/>
                  <a:pt x="86970" y="210678"/>
                  <a:pt x="86970" y="214438"/>
                </a:cubicBezTo>
                <a:cubicBezTo>
                  <a:pt x="86970" y="219677"/>
                  <a:pt x="88680" y="223664"/>
                  <a:pt x="92097" y="226398"/>
                </a:cubicBezTo>
                <a:cubicBezTo>
                  <a:pt x="95514" y="229018"/>
                  <a:pt x="103260" y="230442"/>
                  <a:pt x="115335" y="230670"/>
                </a:cubicBezTo>
                <a:lnTo>
                  <a:pt x="113114" y="236992"/>
                </a:lnTo>
                <a:lnTo>
                  <a:pt x="0" y="236992"/>
                </a:lnTo>
                <a:lnTo>
                  <a:pt x="1879" y="230670"/>
                </a:lnTo>
                <a:cubicBezTo>
                  <a:pt x="11447" y="230556"/>
                  <a:pt x="18226" y="229645"/>
                  <a:pt x="22212" y="227936"/>
                </a:cubicBezTo>
                <a:cubicBezTo>
                  <a:pt x="26199" y="226114"/>
                  <a:pt x="29502" y="223209"/>
                  <a:pt x="32122" y="219222"/>
                </a:cubicBezTo>
                <a:cubicBezTo>
                  <a:pt x="34058" y="216602"/>
                  <a:pt x="36963" y="208571"/>
                  <a:pt x="40837" y="195130"/>
                </a:cubicBezTo>
                <a:lnTo>
                  <a:pt x="83724" y="48013"/>
                </a:lnTo>
                <a:cubicBezTo>
                  <a:pt x="86685" y="38217"/>
                  <a:pt x="88166" y="31212"/>
                  <a:pt x="88166" y="26997"/>
                </a:cubicBezTo>
                <a:cubicBezTo>
                  <a:pt x="88166" y="22782"/>
                  <a:pt x="86287" y="19251"/>
                  <a:pt x="82528" y="16403"/>
                </a:cubicBezTo>
                <a:cubicBezTo>
                  <a:pt x="78769" y="13441"/>
                  <a:pt x="71935" y="11847"/>
                  <a:pt x="62024" y="11619"/>
                </a:cubicBezTo>
                <a:lnTo>
                  <a:pt x="63904" y="5297"/>
                </a:lnTo>
                <a:lnTo>
                  <a:pt x="155658" y="5297"/>
                </a:lnTo>
                <a:cubicBezTo>
                  <a:pt x="180833" y="5297"/>
                  <a:pt x="198945" y="8487"/>
                  <a:pt x="209994" y="14866"/>
                </a:cubicBezTo>
                <a:cubicBezTo>
                  <a:pt x="227081" y="24890"/>
                  <a:pt x="235624" y="39926"/>
                  <a:pt x="235624" y="59974"/>
                </a:cubicBezTo>
                <a:cubicBezTo>
                  <a:pt x="235624" y="79339"/>
                  <a:pt x="227081" y="96426"/>
                  <a:pt x="209994" y="111234"/>
                </a:cubicBezTo>
                <a:cubicBezTo>
                  <a:pt x="193021" y="125929"/>
                  <a:pt x="170125" y="133276"/>
                  <a:pt x="141306" y="133276"/>
                </a:cubicBezTo>
                <a:cubicBezTo>
                  <a:pt x="132648" y="133276"/>
                  <a:pt x="122112" y="132365"/>
                  <a:pt x="109695" y="130542"/>
                </a:cubicBezTo>
                <a:moveTo>
                  <a:pt x="113114" y="117385"/>
                </a:moveTo>
                <a:cubicBezTo>
                  <a:pt x="120518" y="118297"/>
                  <a:pt x="126668" y="118752"/>
                  <a:pt x="131566" y="118752"/>
                </a:cubicBezTo>
                <a:cubicBezTo>
                  <a:pt x="147287" y="118752"/>
                  <a:pt x="159646" y="111576"/>
                  <a:pt x="168644" y="97223"/>
                </a:cubicBezTo>
                <a:cubicBezTo>
                  <a:pt x="177644" y="82870"/>
                  <a:pt x="182143" y="67891"/>
                  <a:pt x="182143" y="52285"/>
                </a:cubicBezTo>
                <a:cubicBezTo>
                  <a:pt x="182143" y="41691"/>
                  <a:pt x="179238" y="33490"/>
                  <a:pt x="173429" y="27680"/>
                </a:cubicBezTo>
                <a:cubicBezTo>
                  <a:pt x="167620" y="21757"/>
                  <a:pt x="159589" y="18795"/>
                  <a:pt x="149336" y="18795"/>
                </a:cubicBezTo>
                <a:cubicBezTo>
                  <a:pt x="147172" y="18795"/>
                  <a:pt x="144495" y="18909"/>
                  <a:pt x="141306" y="19137"/>
                </a:cubicBezTo>
                <a:lnTo>
                  <a:pt x="113114" y="117385"/>
                </a:lnTo>
                <a:moveTo>
                  <a:pt x="279024" y="172917"/>
                </a:moveTo>
                <a:cubicBezTo>
                  <a:pt x="277999" y="180321"/>
                  <a:pt x="277487" y="186415"/>
                  <a:pt x="277487" y="191200"/>
                </a:cubicBezTo>
                <a:cubicBezTo>
                  <a:pt x="277487" y="199743"/>
                  <a:pt x="279935" y="206578"/>
                  <a:pt x="284834" y="211704"/>
                </a:cubicBezTo>
                <a:cubicBezTo>
                  <a:pt x="289846" y="216830"/>
                  <a:pt x="296509" y="219393"/>
                  <a:pt x="304826" y="219393"/>
                </a:cubicBezTo>
                <a:cubicBezTo>
                  <a:pt x="312799" y="219393"/>
                  <a:pt x="320773" y="217456"/>
                  <a:pt x="328746" y="213583"/>
                </a:cubicBezTo>
                <a:cubicBezTo>
                  <a:pt x="336834" y="209710"/>
                  <a:pt x="346175" y="202932"/>
                  <a:pt x="356769" y="193250"/>
                </a:cubicBezTo>
                <a:lnTo>
                  <a:pt x="361895" y="197864"/>
                </a:lnTo>
                <a:cubicBezTo>
                  <a:pt x="348795" y="213697"/>
                  <a:pt x="336037" y="224974"/>
                  <a:pt x="323620" y="231695"/>
                </a:cubicBezTo>
                <a:cubicBezTo>
                  <a:pt x="311204" y="238416"/>
                  <a:pt x="297478" y="241776"/>
                  <a:pt x="282441" y="241776"/>
                </a:cubicBezTo>
                <a:cubicBezTo>
                  <a:pt x="263419" y="241776"/>
                  <a:pt x="250261" y="237220"/>
                  <a:pt x="242972" y="228107"/>
                </a:cubicBezTo>
                <a:cubicBezTo>
                  <a:pt x="235681" y="218994"/>
                  <a:pt x="232036" y="208457"/>
                  <a:pt x="232036" y="196497"/>
                </a:cubicBezTo>
                <a:cubicBezTo>
                  <a:pt x="232036" y="177815"/>
                  <a:pt x="237447" y="159134"/>
                  <a:pt x="248268" y="140452"/>
                </a:cubicBezTo>
                <a:cubicBezTo>
                  <a:pt x="259204" y="121771"/>
                  <a:pt x="274012" y="106792"/>
                  <a:pt x="292694" y="95515"/>
                </a:cubicBezTo>
                <a:cubicBezTo>
                  <a:pt x="311490" y="84237"/>
                  <a:pt x="330341" y="78599"/>
                  <a:pt x="349250" y="78599"/>
                </a:cubicBezTo>
                <a:cubicBezTo>
                  <a:pt x="358819" y="78599"/>
                  <a:pt x="366053" y="80877"/>
                  <a:pt x="370951" y="85433"/>
                </a:cubicBezTo>
                <a:cubicBezTo>
                  <a:pt x="375849" y="89990"/>
                  <a:pt x="378298" y="95742"/>
                  <a:pt x="378298" y="102691"/>
                </a:cubicBezTo>
                <a:cubicBezTo>
                  <a:pt x="378298" y="111006"/>
                  <a:pt x="375905" y="119094"/>
                  <a:pt x="371121" y="126954"/>
                </a:cubicBezTo>
                <a:cubicBezTo>
                  <a:pt x="364515" y="137661"/>
                  <a:pt x="356199" y="146319"/>
                  <a:pt x="346175" y="152926"/>
                </a:cubicBezTo>
                <a:cubicBezTo>
                  <a:pt x="336151" y="159418"/>
                  <a:pt x="324931" y="164374"/>
                  <a:pt x="312514" y="167791"/>
                </a:cubicBezTo>
                <a:cubicBezTo>
                  <a:pt x="304199" y="170069"/>
                  <a:pt x="293036" y="171778"/>
                  <a:pt x="279024" y="172917"/>
                </a:cubicBezTo>
                <a:moveTo>
                  <a:pt x="280562" y="164032"/>
                </a:moveTo>
                <a:cubicBezTo>
                  <a:pt x="290586" y="162551"/>
                  <a:pt x="298332" y="160558"/>
                  <a:pt x="303800" y="158051"/>
                </a:cubicBezTo>
                <a:cubicBezTo>
                  <a:pt x="309382" y="155432"/>
                  <a:pt x="314792" y="151331"/>
                  <a:pt x="320033" y="145749"/>
                </a:cubicBezTo>
                <a:cubicBezTo>
                  <a:pt x="325386" y="140054"/>
                  <a:pt x="330000" y="132934"/>
                  <a:pt x="333873" y="124391"/>
                </a:cubicBezTo>
                <a:cubicBezTo>
                  <a:pt x="337745" y="115734"/>
                  <a:pt x="339682" y="107646"/>
                  <a:pt x="339682" y="100128"/>
                </a:cubicBezTo>
                <a:cubicBezTo>
                  <a:pt x="339682" y="96938"/>
                  <a:pt x="338770" y="94432"/>
                  <a:pt x="336948" y="92610"/>
                </a:cubicBezTo>
                <a:cubicBezTo>
                  <a:pt x="335240" y="90787"/>
                  <a:pt x="333019" y="89876"/>
                  <a:pt x="330284" y="89876"/>
                </a:cubicBezTo>
                <a:cubicBezTo>
                  <a:pt x="324817" y="89876"/>
                  <a:pt x="318665" y="93692"/>
                  <a:pt x="311830" y="101324"/>
                </a:cubicBezTo>
                <a:cubicBezTo>
                  <a:pt x="299301" y="115221"/>
                  <a:pt x="288878" y="136124"/>
                  <a:pt x="280562" y="164032"/>
                </a:cubicBezTo>
                <a:moveTo>
                  <a:pt x="462705" y="78599"/>
                </a:moveTo>
                <a:lnTo>
                  <a:pt x="436905" y="174626"/>
                </a:lnTo>
                <a:cubicBezTo>
                  <a:pt x="458092" y="127808"/>
                  <a:pt x="474040" y="98989"/>
                  <a:pt x="484748" y="88167"/>
                </a:cubicBezTo>
                <a:cubicBezTo>
                  <a:pt x="491013" y="81788"/>
                  <a:pt x="497620" y="78599"/>
                  <a:pt x="504568" y="78599"/>
                </a:cubicBezTo>
                <a:cubicBezTo>
                  <a:pt x="509352" y="78599"/>
                  <a:pt x="513226" y="80364"/>
                  <a:pt x="516187" y="83895"/>
                </a:cubicBezTo>
                <a:cubicBezTo>
                  <a:pt x="519149" y="87313"/>
                  <a:pt x="520630" y="92211"/>
                  <a:pt x="520630" y="98590"/>
                </a:cubicBezTo>
                <a:cubicBezTo>
                  <a:pt x="520630" y="109639"/>
                  <a:pt x="517952" y="118923"/>
                  <a:pt x="512599" y="126441"/>
                </a:cubicBezTo>
                <a:cubicBezTo>
                  <a:pt x="509182" y="131226"/>
                  <a:pt x="505365" y="133618"/>
                  <a:pt x="501151" y="133618"/>
                </a:cubicBezTo>
                <a:cubicBezTo>
                  <a:pt x="496595" y="133618"/>
                  <a:pt x="493178" y="131510"/>
                  <a:pt x="490898" y="127296"/>
                </a:cubicBezTo>
                <a:cubicBezTo>
                  <a:pt x="488620" y="123081"/>
                  <a:pt x="487026" y="120632"/>
                  <a:pt x="486114" y="119948"/>
                </a:cubicBezTo>
                <a:cubicBezTo>
                  <a:pt x="485203" y="119151"/>
                  <a:pt x="484234" y="118752"/>
                  <a:pt x="483210" y="118752"/>
                </a:cubicBezTo>
                <a:cubicBezTo>
                  <a:pt x="482071" y="118752"/>
                  <a:pt x="480874" y="119094"/>
                  <a:pt x="479622" y="119777"/>
                </a:cubicBezTo>
                <a:cubicBezTo>
                  <a:pt x="477115" y="121144"/>
                  <a:pt x="473812" y="124505"/>
                  <a:pt x="469711" y="129859"/>
                </a:cubicBezTo>
                <a:cubicBezTo>
                  <a:pt x="465725" y="135099"/>
                  <a:pt x="460769" y="143927"/>
                  <a:pt x="454846" y="156343"/>
                </a:cubicBezTo>
                <a:cubicBezTo>
                  <a:pt x="448922" y="168759"/>
                  <a:pt x="444309" y="179296"/>
                  <a:pt x="441006" y="187953"/>
                </a:cubicBezTo>
                <a:cubicBezTo>
                  <a:pt x="437702" y="196497"/>
                  <a:pt x="433090" y="212843"/>
                  <a:pt x="427166" y="236992"/>
                </a:cubicBezTo>
                <a:lnTo>
                  <a:pt x="385816" y="236992"/>
                </a:lnTo>
                <a:lnTo>
                  <a:pt x="414009" y="123707"/>
                </a:lnTo>
                <a:cubicBezTo>
                  <a:pt x="416060" y="115278"/>
                  <a:pt x="417084" y="109696"/>
                  <a:pt x="417084" y="106962"/>
                </a:cubicBezTo>
                <a:cubicBezTo>
                  <a:pt x="417084" y="103887"/>
                  <a:pt x="416515" y="101495"/>
                  <a:pt x="415376" y="99786"/>
                </a:cubicBezTo>
                <a:cubicBezTo>
                  <a:pt x="414351" y="98077"/>
                  <a:pt x="412870" y="96824"/>
                  <a:pt x="410934" y="96027"/>
                </a:cubicBezTo>
                <a:cubicBezTo>
                  <a:pt x="409111" y="95230"/>
                  <a:pt x="405237" y="94831"/>
                  <a:pt x="399314" y="94831"/>
                </a:cubicBezTo>
                <a:lnTo>
                  <a:pt x="400853" y="89876"/>
                </a:lnTo>
                <a:lnTo>
                  <a:pt x="452454" y="78599"/>
                </a:lnTo>
                <a:lnTo>
                  <a:pt x="462705" y="78599"/>
                </a:lnTo>
                <a:moveTo>
                  <a:pt x="647583" y="195813"/>
                </a:moveTo>
                <a:lnTo>
                  <a:pt x="652710" y="200426"/>
                </a:lnTo>
                <a:cubicBezTo>
                  <a:pt x="641660" y="213640"/>
                  <a:pt x="630782" y="223322"/>
                  <a:pt x="620074" y="229474"/>
                </a:cubicBezTo>
                <a:cubicBezTo>
                  <a:pt x="605834" y="237675"/>
                  <a:pt x="591084" y="241776"/>
                  <a:pt x="575819" y="241776"/>
                </a:cubicBezTo>
                <a:cubicBezTo>
                  <a:pt x="565568" y="241776"/>
                  <a:pt x="556454" y="239612"/>
                  <a:pt x="548481" y="235283"/>
                </a:cubicBezTo>
                <a:cubicBezTo>
                  <a:pt x="540621" y="230841"/>
                  <a:pt x="534812" y="224689"/>
                  <a:pt x="531053" y="216830"/>
                </a:cubicBezTo>
                <a:cubicBezTo>
                  <a:pt x="527294" y="208856"/>
                  <a:pt x="525413" y="200711"/>
                  <a:pt x="525413" y="192396"/>
                </a:cubicBezTo>
                <a:cubicBezTo>
                  <a:pt x="525413" y="173714"/>
                  <a:pt x="530483" y="155375"/>
                  <a:pt x="540621" y="137377"/>
                </a:cubicBezTo>
                <a:cubicBezTo>
                  <a:pt x="550759" y="119265"/>
                  <a:pt x="564144" y="104969"/>
                  <a:pt x="580775" y="94489"/>
                </a:cubicBezTo>
                <a:cubicBezTo>
                  <a:pt x="597406" y="83895"/>
                  <a:pt x="613752" y="78599"/>
                  <a:pt x="629813" y="78599"/>
                </a:cubicBezTo>
                <a:cubicBezTo>
                  <a:pt x="642685" y="78599"/>
                  <a:pt x="652368" y="81446"/>
                  <a:pt x="658860" y="87142"/>
                </a:cubicBezTo>
                <a:cubicBezTo>
                  <a:pt x="665354" y="92838"/>
                  <a:pt x="668600" y="99900"/>
                  <a:pt x="668600" y="108329"/>
                </a:cubicBezTo>
                <a:cubicBezTo>
                  <a:pt x="668600" y="115961"/>
                  <a:pt x="666151" y="122454"/>
                  <a:pt x="661253" y="127808"/>
                </a:cubicBezTo>
                <a:cubicBezTo>
                  <a:pt x="656355" y="133162"/>
                  <a:pt x="650887" y="135839"/>
                  <a:pt x="644850" y="135839"/>
                </a:cubicBezTo>
                <a:cubicBezTo>
                  <a:pt x="639609" y="135839"/>
                  <a:pt x="635224" y="134130"/>
                  <a:pt x="631693" y="130713"/>
                </a:cubicBezTo>
                <a:cubicBezTo>
                  <a:pt x="628276" y="127296"/>
                  <a:pt x="626566" y="123252"/>
                  <a:pt x="626566" y="118582"/>
                </a:cubicBezTo>
                <a:cubicBezTo>
                  <a:pt x="626566" y="112430"/>
                  <a:pt x="629643" y="107076"/>
                  <a:pt x="635793" y="102520"/>
                </a:cubicBezTo>
                <a:cubicBezTo>
                  <a:pt x="640009" y="99331"/>
                  <a:pt x="642115" y="96540"/>
                  <a:pt x="642115" y="94148"/>
                </a:cubicBezTo>
                <a:cubicBezTo>
                  <a:pt x="642115" y="92097"/>
                  <a:pt x="641261" y="90445"/>
                  <a:pt x="639552" y="89193"/>
                </a:cubicBezTo>
                <a:cubicBezTo>
                  <a:pt x="637274" y="87370"/>
                  <a:pt x="634312" y="86459"/>
                  <a:pt x="630667" y="86459"/>
                </a:cubicBezTo>
                <a:cubicBezTo>
                  <a:pt x="621100" y="86459"/>
                  <a:pt x="612100" y="90332"/>
                  <a:pt x="603671" y="98077"/>
                </a:cubicBezTo>
                <a:cubicBezTo>
                  <a:pt x="592507" y="108329"/>
                  <a:pt x="583964" y="121315"/>
                  <a:pt x="578040" y="137035"/>
                </a:cubicBezTo>
                <a:cubicBezTo>
                  <a:pt x="572117" y="152755"/>
                  <a:pt x="569155" y="167677"/>
                  <a:pt x="569155" y="181802"/>
                </a:cubicBezTo>
                <a:cubicBezTo>
                  <a:pt x="569155" y="192965"/>
                  <a:pt x="572175" y="201907"/>
                  <a:pt x="578212" y="208628"/>
                </a:cubicBezTo>
                <a:cubicBezTo>
                  <a:pt x="584249" y="215235"/>
                  <a:pt x="591426" y="218538"/>
                  <a:pt x="599741" y="218538"/>
                </a:cubicBezTo>
                <a:cubicBezTo>
                  <a:pt x="607031" y="218538"/>
                  <a:pt x="614891" y="216659"/>
                  <a:pt x="623321" y="212900"/>
                </a:cubicBezTo>
                <a:cubicBezTo>
                  <a:pt x="631864" y="209141"/>
                  <a:pt x="639951" y="203445"/>
                  <a:pt x="647583" y="195813"/>
                </a:cubicBezTo>
                <a:moveTo>
                  <a:pt x="726352" y="172917"/>
                </a:moveTo>
                <a:cubicBezTo>
                  <a:pt x="725328" y="180321"/>
                  <a:pt x="724815" y="186415"/>
                  <a:pt x="724815" y="191200"/>
                </a:cubicBezTo>
                <a:cubicBezTo>
                  <a:pt x="724815" y="199743"/>
                  <a:pt x="727264" y="206578"/>
                  <a:pt x="732162" y="211704"/>
                </a:cubicBezTo>
                <a:cubicBezTo>
                  <a:pt x="737175" y="216830"/>
                  <a:pt x="743839" y="219393"/>
                  <a:pt x="752154" y="219393"/>
                </a:cubicBezTo>
                <a:cubicBezTo>
                  <a:pt x="760128" y="219393"/>
                  <a:pt x="768101" y="217456"/>
                  <a:pt x="776074" y="213583"/>
                </a:cubicBezTo>
                <a:cubicBezTo>
                  <a:pt x="784162" y="209710"/>
                  <a:pt x="793504" y="202932"/>
                  <a:pt x="804097" y="193250"/>
                </a:cubicBezTo>
                <a:lnTo>
                  <a:pt x="809223" y="197864"/>
                </a:lnTo>
                <a:cubicBezTo>
                  <a:pt x="796123" y="213697"/>
                  <a:pt x="783365" y="224974"/>
                  <a:pt x="770949" y="231695"/>
                </a:cubicBezTo>
                <a:cubicBezTo>
                  <a:pt x="758532" y="238416"/>
                  <a:pt x="744806" y="241776"/>
                  <a:pt x="729771" y="241776"/>
                </a:cubicBezTo>
                <a:cubicBezTo>
                  <a:pt x="710747" y="241776"/>
                  <a:pt x="697590" y="237220"/>
                  <a:pt x="690300" y="228107"/>
                </a:cubicBezTo>
                <a:cubicBezTo>
                  <a:pt x="683010" y="218994"/>
                  <a:pt x="679365" y="208457"/>
                  <a:pt x="679365" y="196497"/>
                </a:cubicBezTo>
                <a:cubicBezTo>
                  <a:pt x="679365" y="177815"/>
                  <a:pt x="684775" y="159134"/>
                  <a:pt x="695596" y="140452"/>
                </a:cubicBezTo>
                <a:cubicBezTo>
                  <a:pt x="706532" y="121771"/>
                  <a:pt x="721341" y="106792"/>
                  <a:pt x="740022" y="95515"/>
                </a:cubicBezTo>
                <a:cubicBezTo>
                  <a:pt x="758817" y="84237"/>
                  <a:pt x="777670" y="78599"/>
                  <a:pt x="796579" y="78599"/>
                </a:cubicBezTo>
                <a:cubicBezTo>
                  <a:pt x="806148" y="78599"/>
                  <a:pt x="813381" y="80877"/>
                  <a:pt x="818279" y="85433"/>
                </a:cubicBezTo>
                <a:cubicBezTo>
                  <a:pt x="823178" y="89990"/>
                  <a:pt x="825626" y="95742"/>
                  <a:pt x="825626" y="102691"/>
                </a:cubicBezTo>
                <a:cubicBezTo>
                  <a:pt x="825626" y="111006"/>
                  <a:pt x="823234" y="119094"/>
                  <a:pt x="818450" y="126954"/>
                </a:cubicBezTo>
                <a:cubicBezTo>
                  <a:pt x="811843" y="137661"/>
                  <a:pt x="803528" y="146319"/>
                  <a:pt x="793504" y="152926"/>
                </a:cubicBezTo>
                <a:cubicBezTo>
                  <a:pt x="783479" y="159418"/>
                  <a:pt x="772259" y="164374"/>
                  <a:pt x="759843" y="167791"/>
                </a:cubicBezTo>
                <a:cubicBezTo>
                  <a:pt x="751527" y="170069"/>
                  <a:pt x="740364" y="171778"/>
                  <a:pt x="726352" y="172917"/>
                </a:cubicBezTo>
                <a:moveTo>
                  <a:pt x="727891" y="164032"/>
                </a:moveTo>
                <a:cubicBezTo>
                  <a:pt x="737915" y="162551"/>
                  <a:pt x="745660" y="160558"/>
                  <a:pt x="751128" y="158051"/>
                </a:cubicBezTo>
                <a:cubicBezTo>
                  <a:pt x="756710" y="155432"/>
                  <a:pt x="762121" y="151331"/>
                  <a:pt x="767361" y="145749"/>
                </a:cubicBezTo>
                <a:cubicBezTo>
                  <a:pt x="772714" y="140054"/>
                  <a:pt x="777328" y="132934"/>
                  <a:pt x="781201" y="124391"/>
                </a:cubicBezTo>
                <a:cubicBezTo>
                  <a:pt x="785074" y="115734"/>
                  <a:pt x="787010" y="107646"/>
                  <a:pt x="787010" y="100128"/>
                </a:cubicBezTo>
                <a:cubicBezTo>
                  <a:pt x="787010" y="96938"/>
                  <a:pt x="786100" y="94432"/>
                  <a:pt x="784277" y="92610"/>
                </a:cubicBezTo>
                <a:cubicBezTo>
                  <a:pt x="782568" y="90787"/>
                  <a:pt x="780347" y="89876"/>
                  <a:pt x="777613" y="89876"/>
                </a:cubicBezTo>
                <a:cubicBezTo>
                  <a:pt x="772145" y="89876"/>
                  <a:pt x="765993" y="93692"/>
                  <a:pt x="759159" y="101324"/>
                </a:cubicBezTo>
                <a:cubicBezTo>
                  <a:pt x="746629" y="115221"/>
                  <a:pt x="736206" y="136124"/>
                  <a:pt x="727891" y="164032"/>
                </a:cubicBezTo>
                <a:moveTo>
                  <a:pt x="848351" y="88167"/>
                </a:moveTo>
                <a:lnTo>
                  <a:pt x="904908" y="78599"/>
                </a:lnTo>
                <a:lnTo>
                  <a:pt x="915161" y="78599"/>
                </a:lnTo>
                <a:lnTo>
                  <a:pt x="907471" y="106450"/>
                </a:lnTo>
                <a:cubicBezTo>
                  <a:pt x="919432" y="95515"/>
                  <a:pt x="929229" y="88167"/>
                  <a:pt x="936860" y="84408"/>
                </a:cubicBezTo>
                <a:cubicBezTo>
                  <a:pt x="944493" y="80535"/>
                  <a:pt x="952067" y="78599"/>
                  <a:pt x="959585" y="78599"/>
                </a:cubicBezTo>
                <a:cubicBezTo>
                  <a:pt x="970293" y="78599"/>
                  <a:pt x="978551" y="82756"/>
                  <a:pt x="984361" y="91072"/>
                </a:cubicBezTo>
                <a:cubicBezTo>
                  <a:pt x="990171" y="99273"/>
                  <a:pt x="993076" y="109355"/>
                  <a:pt x="993076" y="121315"/>
                </a:cubicBezTo>
                <a:cubicBezTo>
                  <a:pt x="993076" y="154008"/>
                  <a:pt x="981741" y="182998"/>
                  <a:pt x="959073" y="208286"/>
                </a:cubicBezTo>
                <a:cubicBezTo>
                  <a:pt x="939025" y="230613"/>
                  <a:pt x="917154" y="241776"/>
                  <a:pt x="893460" y="241776"/>
                </a:cubicBezTo>
                <a:cubicBezTo>
                  <a:pt x="889246" y="241776"/>
                  <a:pt x="885657" y="241377"/>
                  <a:pt x="882696" y="240580"/>
                </a:cubicBezTo>
                <a:cubicBezTo>
                  <a:pt x="879734" y="239783"/>
                  <a:pt x="875576" y="238017"/>
                  <a:pt x="870222" y="235283"/>
                </a:cubicBezTo>
                <a:lnTo>
                  <a:pt x="861337" y="266039"/>
                </a:lnTo>
                <a:cubicBezTo>
                  <a:pt x="858148" y="277203"/>
                  <a:pt x="856554" y="285689"/>
                  <a:pt x="856554" y="291498"/>
                </a:cubicBezTo>
                <a:cubicBezTo>
                  <a:pt x="856554" y="295143"/>
                  <a:pt x="857806" y="297991"/>
                  <a:pt x="860312" y="300042"/>
                </a:cubicBezTo>
                <a:cubicBezTo>
                  <a:pt x="862818" y="302206"/>
                  <a:pt x="868684" y="304028"/>
                  <a:pt x="877911" y="305509"/>
                </a:cubicBezTo>
                <a:lnTo>
                  <a:pt x="876374" y="311831"/>
                </a:lnTo>
                <a:lnTo>
                  <a:pt x="784447" y="311831"/>
                </a:lnTo>
                <a:lnTo>
                  <a:pt x="786156" y="305509"/>
                </a:lnTo>
                <a:cubicBezTo>
                  <a:pt x="793446" y="305282"/>
                  <a:pt x="799541" y="302946"/>
                  <a:pt x="804439" y="298504"/>
                </a:cubicBezTo>
                <a:cubicBezTo>
                  <a:pt x="809223" y="294061"/>
                  <a:pt x="813722" y="284493"/>
                  <a:pt x="817937" y="269798"/>
                </a:cubicBezTo>
                <a:lnTo>
                  <a:pt x="859629" y="126100"/>
                </a:lnTo>
                <a:cubicBezTo>
                  <a:pt x="862704" y="115392"/>
                  <a:pt x="864242" y="107817"/>
                  <a:pt x="864242" y="103374"/>
                </a:cubicBezTo>
                <a:cubicBezTo>
                  <a:pt x="864242" y="101438"/>
                  <a:pt x="863786" y="99843"/>
                  <a:pt x="862876" y="98590"/>
                </a:cubicBezTo>
                <a:cubicBezTo>
                  <a:pt x="861964" y="97223"/>
                  <a:pt x="860596" y="96255"/>
                  <a:pt x="858775" y="95685"/>
                </a:cubicBezTo>
                <a:cubicBezTo>
                  <a:pt x="856952" y="95116"/>
                  <a:pt x="852851" y="94831"/>
                  <a:pt x="846471" y="94831"/>
                </a:cubicBezTo>
                <a:lnTo>
                  <a:pt x="848351" y="88167"/>
                </a:lnTo>
                <a:moveTo>
                  <a:pt x="875006" y="219393"/>
                </a:moveTo>
                <a:cubicBezTo>
                  <a:pt x="878423" y="224974"/>
                  <a:pt x="881500" y="228733"/>
                  <a:pt x="884233" y="230670"/>
                </a:cubicBezTo>
                <a:cubicBezTo>
                  <a:pt x="886968" y="232492"/>
                  <a:pt x="890157" y="233404"/>
                  <a:pt x="893802" y="233404"/>
                </a:cubicBezTo>
                <a:cubicBezTo>
                  <a:pt x="897447" y="233404"/>
                  <a:pt x="900978" y="232436"/>
                  <a:pt x="904395" y="230499"/>
                </a:cubicBezTo>
                <a:cubicBezTo>
                  <a:pt x="907927" y="228449"/>
                  <a:pt x="912256" y="224405"/>
                  <a:pt x="917382" y="218367"/>
                </a:cubicBezTo>
                <a:cubicBezTo>
                  <a:pt x="922507" y="212330"/>
                  <a:pt x="927406" y="204584"/>
                  <a:pt x="932076" y="195130"/>
                </a:cubicBezTo>
                <a:cubicBezTo>
                  <a:pt x="936860" y="185675"/>
                  <a:pt x="940676" y="174967"/>
                  <a:pt x="943524" y="163007"/>
                </a:cubicBezTo>
                <a:cubicBezTo>
                  <a:pt x="946372" y="150932"/>
                  <a:pt x="947796" y="139427"/>
                  <a:pt x="947796" y="128492"/>
                </a:cubicBezTo>
                <a:cubicBezTo>
                  <a:pt x="947796" y="119721"/>
                  <a:pt x="946201" y="113342"/>
                  <a:pt x="943012" y="109355"/>
                </a:cubicBezTo>
                <a:cubicBezTo>
                  <a:pt x="939935" y="105368"/>
                  <a:pt x="936176" y="103374"/>
                  <a:pt x="931734" y="103374"/>
                </a:cubicBezTo>
                <a:cubicBezTo>
                  <a:pt x="927748" y="103374"/>
                  <a:pt x="923988" y="104400"/>
                  <a:pt x="920457" y="106450"/>
                </a:cubicBezTo>
                <a:cubicBezTo>
                  <a:pt x="915331" y="109412"/>
                  <a:pt x="909294" y="114936"/>
                  <a:pt x="902345" y="123024"/>
                </a:cubicBezTo>
                <a:lnTo>
                  <a:pt x="875006" y="219393"/>
                </a:lnTo>
                <a:moveTo>
                  <a:pt x="1102430" y="36907"/>
                </a:moveTo>
                <a:lnTo>
                  <a:pt x="1088761" y="83383"/>
                </a:lnTo>
                <a:lnTo>
                  <a:pt x="1111144" y="83383"/>
                </a:lnTo>
                <a:lnTo>
                  <a:pt x="1105164" y="103033"/>
                </a:lnTo>
                <a:lnTo>
                  <a:pt x="1083121" y="103033"/>
                </a:lnTo>
                <a:lnTo>
                  <a:pt x="1054588" y="202135"/>
                </a:lnTo>
                <a:cubicBezTo>
                  <a:pt x="1052765" y="208286"/>
                  <a:pt x="1051853" y="212957"/>
                  <a:pt x="1051853" y="216146"/>
                </a:cubicBezTo>
                <a:cubicBezTo>
                  <a:pt x="1051853" y="217627"/>
                  <a:pt x="1052366" y="218937"/>
                  <a:pt x="1053391" y="220076"/>
                </a:cubicBezTo>
                <a:cubicBezTo>
                  <a:pt x="1054416" y="221101"/>
                  <a:pt x="1055555" y="221614"/>
                  <a:pt x="1056809" y="221614"/>
                </a:cubicBezTo>
                <a:cubicBezTo>
                  <a:pt x="1058745" y="221614"/>
                  <a:pt x="1060738" y="220816"/>
                  <a:pt x="1062789" y="219222"/>
                </a:cubicBezTo>
                <a:cubicBezTo>
                  <a:pt x="1068029" y="215235"/>
                  <a:pt x="1074123" y="208286"/>
                  <a:pt x="1081071" y="198376"/>
                </a:cubicBezTo>
                <a:lnTo>
                  <a:pt x="1087052" y="202135"/>
                </a:lnTo>
                <a:cubicBezTo>
                  <a:pt x="1079192" y="215804"/>
                  <a:pt x="1070535" y="225829"/>
                  <a:pt x="1061080" y="232208"/>
                </a:cubicBezTo>
                <a:cubicBezTo>
                  <a:pt x="1051626" y="238587"/>
                  <a:pt x="1042341" y="241776"/>
                  <a:pt x="1033229" y="241776"/>
                </a:cubicBezTo>
                <a:cubicBezTo>
                  <a:pt x="1025483" y="241776"/>
                  <a:pt x="1019446" y="239840"/>
                  <a:pt x="1015117" y="235967"/>
                </a:cubicBezTo>
                <a:cubicBezTo>
                  <a:pt x="1010903" y="231980"/>
                  <a:pt x="1008795" y="226968"/>
                  <a:pt x="1008795" y="220931"/>
                </a:cubicBezTo>
                <a:cubicBezTo>
                  <a:pt x="1008795" y="214323"/>
                  <a:pt x="1010276" y="205837"/>
                  <a:pt x="1013237" y="195471"/>
                </a:cubicBezTo>
                <a:lnTo>
                  <a:pt x="1040235" y="103033"/>
                </a:lnTo>
                <a:lnTo>
                  <a:pt x="1016996" y="103033"/>
                </a:lnTo>
                <a:lnTo>
                  <a:pt x="1020413" y="90388"/>
                </a:lnTo>
                <a:cubicBezTo>
                  <a:pt x="1034995" y="85035"/>
                  <a:pt x="1047297" y="78770"/>
                  <a:pt x="1057321" y="71593"/>
                </a:cubicBezTo>
                <a:cubicBezTo>
                  <a:pt x="1067345" y="64417"/>
                  <a:pt x="1079419" y="52855"/>
                  <a:pt x="1093545" y="36907"/>
                </a:cubicBezTo>
                <a:lnTo>
                  <a:pt x="1102430" y="36907"/>
                </a:lnTo>
                <a:moveTo>
                  <a:pt x="1192477" y="78599"/>
                </a:moveTo>
                <a:lnTo>
                  <a:pt x="1159328" y="194788"/>
                </a:lnTo>
                <a:cubicBezTo>
                  <a:pt x="1157734" y="200142"/>
                  <a:pt x="1156937" y="203844"/>
                  <a:pt x="1156937" y="205894"/>
                </a:cubicBezTo>
                <a:cubicBezTo>
                  <a:pt x="1156937" y="206919"/>
                  <a:pt x="1157335" y="207717"/>
                  <a:pt x="1158132" y="208286"/>
                </a:cubicBezTo>
                <a:cubicBezTo>
                  <a:pt x="1159043" y="209198"/>
                  <a:pt x="1160125" y="209653"/>
                  <a:pt x="1161379" y="209653"/>
                </a:cubicBezTo>
                <a:cubicBezTo>
                  <a:pt x="1166619" y="209653"/>
                  <a:pt x="1173625" y="204983"/>
                  <a:pt x="1182395" y="195642"/>
                </a:cubicBezTo>
                <a:cubicBezTo>
                  <a:pt x="1194925" y="182087"/>
                  <a:pt x="1208083" y="162608"/>
                  <a:pt x="1221866" y="137206"/>
                </a:cubicBezTo>
                <a:lnTo>
                  <a:pt x="1237415" y="84921"/>
                </a:lnTo>
                <a:lnTo>
                  <a:pt x="1280643" y="83383"/>
                </a:lnTo>
                <a:lnTo>
                  <a:pt x="1247837" y="196155"/>
                </a:lnTo>
                <a:cubicBezTo>
                  <a:pt x="1245103" y="205723"/>
                  <a:pt x="1243737" y="211191"/>
                  <a:pt x="1243737" y="212558"/>
                </a:cubicBezTo>
                <a:cubicBezTo>
                  <a:pt x="1243737" y="213469"/>
                  <a:pt x="1244135" y="214438"/>
                  <a:pt x="1244933" y="215463"/>
                </a:cubicBezTo>
                <a:cubicBezTo>
                  <a:pt x="1245843" y="216374"/>
                  <a:pt x="1246755" y="216830"/>
                  <a:pt x="1247666" y="216830"/>
                </a:cubicBezTo>
                <a:cubicBezTo>
                  <a:pt x="1249260" y="216830"/>
                  <a:pt x="1250799" y="216146"/>
                  <a:pt x="1252280" y="214779"/>
                </a:cubicBezTo>
                <a:cubicBezTo>
                  <a:pt x="1256381" y="211476"/>
                  <a:pt x="1261791" y="204812"/>
                  <a:pt x="1268511" y="194788"/>
                </a:cubicBezTo>
                <a:lnTo>
                  <a:pt x="1274321" y="198889"/>
                </a:lnTo>
                <a:cubicBezTo>
                  <a:pt x="1258488" y="227480"/>
                  <a:pt x="1241059" y="241776"/>
                  <a:pt x="1222036" y="241776"/>
                </a:cubicBezTo>
                <a:cubicBezTo>
                  <a:pt x="1214974" y="241776"/>
                  <a:pt x="1209392" y="240011"/>
                  <a:pt x="1205291" y="236479"/>
                </a:cubicBezTo>
                <a:cubicBezTo>
                  <a:pt x="1201304" y="232834"/>
                  <a:pt x="1199311" y="228107"/>
                  <a:pt x="1199311" y="222297"/>
                </a:cubicBezTo>
                <a:cubicBezTo>
                  <a:pt x="1199311" y="216146"/>
                  <a:pt x="1200735" y="208343"/>
                  <a:pt x="1203582" y="198889"/>
                </a:cubicBezTo>
                <a:lnTo>
                  <a:pt x="1211955" y="170012"/>
                </a:lnTo>
                <a:cubicBezTo>
                  <a:pt x="1197147" y="191542"/>
                  <a:pt x="1186382" y="206065"/>
                  <a:pt x="1179662" y="213583"/>
                </a:cubicBezTo>
                <a:cubicBezTo>
                  <a:pt x="1169409" y="224860"/>
                  <a:pt x="1160752" y="232378"/>
                  <a:pt x="1153690" y="236138"/>
                </a:cubicBezTo>
                <a:cubicBezTo>
                  <a:pt x="1146741" y="239897"/>
                  <a:pt x="1140077" y="241776"/>
                  <a:pt x="1133698" y="241776"/>
                </a:cubicBezTo>
                <a:cubicBezTo>
                  <a:pt x="1127661" y="241776"/>
                  <a:pt x="1122421" y="239555"/>
                  <a:pt x="1117978" y="235112"/>
                </a:cubicBezTo>
                <a:cubicBezTo>
                  <a:pt x="1113650" y="230670"/>
                  <a:pt x="1111486" y="225031"/>
                  <a:pt x="1111486" y="218197"/>
                </a:cubicBezTo>
                <a:cubicBezTo>
                  <a:pt x="1111486" y="212387"/>
                  <a:pt x="1112910" y="204584"/>
                  <a:pt x="1115757" y="194788"/>
                </a:cubicBezTo>
                <a:lnTo>
                  <a:pt x="1135066" y="126441"/>
                </a:lnTo>
                <a:cubicBezTo>
                  <a:pt x="1138255" y="115278"/>
                  <a:pt x="1139850" y="107760"/>
                  <a:pt x="1139850" y="103887"/>
                </a:cubicBezTo>
                <a:cubicBezTo>
                  <a:pt x="1139850" y="102178"/>
                  <a:pt x="1139394" y="100698"/>
                  <a:pt x="1138483" y="99444"/>
                </a:cubicBezTo>
                <a:cubicBezTo>
                  <a:pt x="1137571" y="98077"/>
                  <a:pt x="1136033" y="97052"/>
                  <a:pt x="1133869" y="96369"/>
                </a:cubicBezTo>
                <a:cubicBezTo>
                  <a:pt x="1131819" y="95571"/>
                  <a:pt x="1127945" y="95173"/>
                  <a:pt x="1122250" y="95173"/>
                </a:cubicBezTo>
                <a:lnTo>
                  <a:pt x="1123959" y="88680"/>
                </a:lnTo>
                <a:lnTo>
                  <a:pt x="1182225" y="78599"/>
                </a:lnTo>
                <a:lnTo>
                  <a:pt x="1192477" y="78599"/>
                </a:lnTo>
                <a:moveTo>
                  <a:pt x="1461933" y="80991"/>
                </a:moveTo>
                <a:lnTo>
                  <a:pt x="1428785" y="194617"/>
                </a:lnTo>
                <a:lnTo>
                  <a:pt x="1425368" y="208457"/>
                </a:lnTo>
                <a:cubicBezTo>
                  <a:pt x="1425026" y="210166"/>
                  <a:pt x="1424855" y="211419"/>
                  <a:pt x="1424855" y="212216"/>
                </a:cubicBezTo>
                <a:cubicBezTo>
                  <a:pt x="1424855" y="213583"/>
                  <a:pt x="1425310" y="214779"/>
                  <a:pt x="1426222" y="215804"/>
                </a:cubicBezTo>
                <a:cubicBezTo>
                  <a:pt x="1427247" y="216830"/>
                  <a:pt x="1428272" y="217342"/>
                  <a:pt x="1429297" y="217342"/>
                </a:cubicBezTo>
                <a:cubicBezTo>
                  <a:pt x="1431690" y="217342"/>
                  <a:pt x="1434993" y="215520"/>
                  <a:pt x="1439208" y="211875"/>
                </a:cubicBezTo>
                <a:cubicBezTo>
                  <a:pt x="1440917" y="210394"/>
                  <a:pt x="1445016" y="205154"/>
                  <a:pt x="1451510" y="196155"/>
                </a:cubicBezTo>
                <a:lnTo>
                  <a:pt x="1457490" y="199231"/>
                </a:lnTo>
                <a:cubicBezTo>
                  <a:pt x="1449402" y="214039"/>
                  <a:pt x="1440745" y="224860"/>
                  <a:pt x="1431518" y="231695"/>
                </a:cubicBezTo>
                <a:cubicBezTo>
                  <a:pt x="1422406" y="238416"/>
                  <a:pt x="1412552" y="241776"/>
                  <a:pt x="1401958" y="241776"/>
                </a:cubicBezTo>
                <a:cubicBezTo>
                  <a:pt x="1395466" y="241776"/>
                  <a:pt x="1390511" y="240125"/>
                  <a:pt x="1387093" y="236821"/>
                </a:cubicBezTo>
                <a:cubicBezTo>
                  <a:pt x="1383676" y="233404"/>
                  <a:pt x="1381967" y="229132"/>
                  <a:pt x="1381967" y="224006"/>
                </a:cubicBezTo>
                <a:cubicBezTo>
                  <a:pt x="1381967" y="219564"/>
                  <a:pt x="1383791" y="211305"/>
                  <a:pt x="1387435" y="199231"/>
                </a:cubicBezTo>
                <a:lnTo>
                  <a:pt x="1391536" y="185390"/>
                </a:lnTo>
                <a:cubicBezTo>
                  <a:pt x="1378323" y="208059"/>
                  <a:pt x="1365621" y="224120"/>
                  <a:pt x="1353433" y="233575"/>
                </a:cubicBezTo>
                <a:cubicBezTo>
                  <a:pt x="1346370" y="239042"/>
                  <a:pt x="1338852" y="241776"/>
                  <a:pt x="1330879" y="241776"/>
                </a:cubicBezTo>
                <a:cubicBezTo>
                  <a:pt x="1320398" y="241776"/>
                  <a:pt x="1312823" y="237504"/>
                  <a:pt x="1308153" y="228961"/>
                </a:cubicBezTo>
                <a:cubicBezTo>
                  <a:pt x="1303483" y="220304"/>
                  <a:pt x="1301147" y="210565"/>
                  <a:pt x="1301147" y="199743"/>
                </a:cubicBezTo>
                <a:cubicBezTo>
                  <a:pt x="1301147" y="183682"/>
                  <a:pt x="1306046" y="165285"/>
                  <a:pt x="1315842" y="144553"/>
                </a:cubicBezTo>
                <a:cubicBezTo>
                  <a:pt x="1325638" y="123707"/>
                  <a:pt x="1338510" y="106962"/>
                  <a:pt x="1354457" y="94318"/>
                </a:cubicBezTo>
                <a:cubicBezTo>
                  <a:pt x="1367558" y="83839"/>
                  <a:pt x="1379860" y="78599"/>
                  <a:pt x="1391365" y="78599"/>
                </a:cubicBezTo>
                <a:cubicBezTo>
                  <a:pt x="1397744" y="78599"/>
                  <a:pt x="1402870" y="80478"/>
                  <a:pt x="1406743" y="84237"/>
                </a:cubicBezTo>
                <a:cubicBezTo>
                  <a:pt x="1410616" y="87882"/>
                  <a:pt x="1413463" y="94603"/>
                  <a:pt x="1415286" y="104400"/>
                </a:cubicBezTo>
                <a:lnTo>
                  <a:pt x="1421438" y="83383"/>
                </a:lnTo>
                <a:lnTo>
                  <a:pt x="1461933" y="80991"/>
                </a:lnTo>
                <a:moveTo>
                  <a:pt x="1407256" y="113455"/>
                </a:moveTo>
                <a:cubicBezTo>
                  <a:pt x="1407256" y="104229"/>
                  <a:pt x="1405832" y="97565"/>
                  <a:pt x="1402984" y="93464"/>
                </a:cubicBezTo>
                <a:cubicBezTo>
                  <a:pt x="1400934" y="90616"/>
                  <a:pt x="1398143" y="89193"/>
                  <a:pt x="1394612" y="89193"/>
                </a:cubicBezTo>
                <a:cubicBezTo>
                  <a:pt x="1391080" y="89193"/>
                  <a:pt x="1387435" y="90901"/>
                  <a:pt x="1383676" y="94318"/>
                </a:cubicBezTo>
                <a:cubicBezTo>
                  <a:pt x="1376043" y="101381"/>
                  <a:pt x="1367785" y="115734"/>
                  <a:pt x="1358900" y="137377"/>
                </a:cubicBezTo>
                <a:cubicBezTo>
                  <a:pt x="1350130" y="158906"/>
                  <a:pt x="1345744" y="177530"/>
                  <a:pt x="1345744" y="193250"/>
                </a:cubicBezTo>
                <a:cubicBezTo>
                  <a:pt x="1345744" y="199287"/>
                  <a:pt x="1346713" y="203673"/>
                  <a:pt x="1348649" y="206407"/>
                </a:cubicBezTo>
                <a:cubicBezTo>
                  <a:pt x="1350699" y="209027"/>
                  <a:pt x="1352920" y="210337"/>
                  <a:pt x="1355313" y="210337"/>
                </a:cubicBezTo>
                <a:cubicBezTo>
                  <a:pt x="1360438" y="210337"/>
                  <a:pt x="1365621" y="207375"/>
                  <a:pt x="1370860" y="201452"/>
                </a:cubicBezTo>
                <a:cubicBezTo>
                  <a:pt x="1378379" y="193022"/>
                  <a:pt x="1385157" y="182713"/>
                  <a:pt x="1391194" y="170525"/>
                </a:cubicBezTo>
                <a:cubicBezTo>
                  <a:pt x="1401901" y="149110"/>
                  <a:pt x="1407256" y="130087"/>
                  <a:pt x="1407256" y="113455"/>
                </a:cubicBezTo>
                <a:moveTo>
                  <a:pt x="1580001" y="0"/>
                </a:moveTo>
                <a:lnTo>
                  <a:pt x="1523445" y="192396"/>
                </a:lnTo>
                <a:cubicBezTo>
                  <a:pt x="1520141" y="203787"/>
                  <a:pt x="1518490" y="210906"/>
                  <a:pt x="1518490" y="213754"/>
                </a:cubicBezTo>
                <a:cubicBezTo>
                  <a:pt x="1518490" y="215235"/>
                  <a:pt x="1518945" y="216488"/>
                  <a:pt x="1519856" y="217513"/>
                </a:cubicBezTo>
                <a:cubicBezTo>
                  <a:pt x="1520882" y="218538"/>
                  <a:pt x="1521964" y="219051"/>
                  <a:pt x="1523103" y="219051"/>
                </a:cubicBezTo>
                <a:cubicBezTo>
                  <a:pt x="1525154" y="219051"/>
                  <a:pt x="1527090" y="218254"/>
                  <a:pt x="1528913" y="216659"/>
                </a:cubicBezTo>
                <a:cubicBezTo>
                  <a:pt x="1534381" y="212216"/>
                  <a:pt x="1540475" y="204698"/>
                  <a:pt x="1547195" y="194104"/>
                </a:cubicBezTo>
                <a:lnTo>
                  <a:pt x="1553859" y="197180"/>
                </a:lnTo>
                <a:cubicBezTo>
                  <a:pt x="1543038" y="214494"/>
                  <a:pt x="1532387" y="226854"/>
                  <a:pt x="1521907" y="234258"/>
                </a:cubicBezTo>
                <a:cubicBezTo>
                  <a:pt x="1514730" y="239270"/>
                  <a:pt x="1507099" y="241776"/>
                  <a:pt x="1499011" y="241776"/>
                </a:cubicBezTo>
                <a:cubicBezTo>
                  <a:pt x="1491493" y="241776"/>
                  <a:pt x="1485513" y="239783"/>
                  <a:pt x="1481070" y="235796"/>
                </a:cubicBezTo>
                <a:cubicBezTo>
                  <a:pt x="1476628" y="231695"/>
                  <a:pt x="1474406" y="226797"/>
                  <a:pt x="1474406" y="221101"/>
                </a:cubicBezTo>
                <a:cubicBezTo>
                  <a:pt x="1474406" y="216887"/>
                  <a:pt x="1475774" y="210109"/>
                  <a:pt x="1478507" y="200768"/>
                </a:cubicBezTo>
                <a:lnTo>
                  <a:pt x="1524641" y="43229"/>
                </a:lnTo>
                <a:cubicBezTo>
                  <a:pt x="1527147" y="34572"/>
                  <a:pt x="1528399" y="28820"/>
                  <a:pt x="1528399" y="25972"/>
                </a:cubicBezTo>
                <a:cubicBezTo>
                  <a:pt x="1528399" y="23238"/>
                  <a:pt x="1527204" y="21074"/>
                  <a:pt x="1524812" y="19479"/>
                </a:cubicBezTo>
                <a:cubicBezTo>
                  <a:pt x="1521622" y="17201"/>
                  <a:pt x="1516781" y="16233"/>
                  <a:pt x="1510287" y="16574"/>
                </a:cubicBezTo>
                <a:lnTo>
                  <a:pt x="1512168" y="10081"/>
                </a:lnTo>
                <a:lnTo>
                  <a:pt x="1569750" y="0"/>
                </a:lnTo>
                <a:lnTo>
                  <a:pt x="1580001" y="0"/>
                </a:lnTo>
                <a:moveTo>
                  <a:pt x="1858343" y="0"/>
                </a:moveTo>
                <a:lnTo>
                  <a:pt x="1839035" y="78599"/>
                </a:lnTo>
                <a:lnTo>
                  <a:pt x="1833397" y="78599"/>
                </a:lnTo>
                <a:cubicBezTo>
                  <a:pt x="1832144" y="66296"/>
                  <a:pt x="1829923" y="56443"/>
                  <a:pt x="1826733" y="49039"/>
                </a:cubicBezTo>
                <a:cubicBezTo>
                  <a:pt x="1821948" y="38331"/>
                  <a:pt x="1815570" y="30073"/>
                  <a:pt x="1807595" y="24263"/>
                </a:cubicBezTo>
                <a:cubicBezTo>
                  <a:pt x="1799736" y="18454"/>
                  <a:pt x="1791192" y="15549"/>
                  <a:pt x="1781965" y="15549"/>
                </a:cubicBezTo>
                <a:cubicBezTo>
                  <a:pt x="1773080" y="15549"/>
                  <a:pt x="1765277" y="18966"/>
                  <a:pt x="1758557" y="25801"/>
                </a:cubicBezTo>
                <a:cubicBezTo>
                  <a:pt x="1751950" y="32522"/>
                  <a:pt x="1748646" y="40154"/>
                  <a:pt x="1748646" y="48697"/>
                </a:cubicBezTo>
                <a:cubicBezTo>
                  <a:pt x="1748646" y="57127"/>
                  <a:pt x="1750926" y="65442"/>
                  <a:pt x="1755482" y="73644"/>
                </a:cubicBezTo>
                <a:cubicBezTo>
                  <a:pt x="1760151" y="81731"/>
                  <a:pt x="1771087" y="93977"/>
                  <a:pt x="1788287" y="110380"/>
                </a:cubicBezTo>
                <a:cubicBezTo>
                  <a:pt x="1802072" y="123479"/>
                  <a:pt x="1811297" y="134757"/>
                  <a:pt x="1815968" y="144211"/>
                </a:cubicBezTo>
                <a:cubicBezTo>
                  <a:pt x="1820753" y="153666"/>
                  <a:pt x="1823144" y="163918"/>
                  <a:pt x="1823144" y="174967"/>
                </a:cubicBezTo>
                <a:cubicBezTo>
                  <a:pt x="1823144" y="187384"/>
                  <a:pt x="1819841" y="198832"/>
                  <a:pt x="1813235" y="209311"/>
                </a:cubicBezTo>
                <a:cubicBezTo>
                  <a:pt x="1806628" y="219791"/>
                  <a:pt x="1797002" y="227936"/>
                  <a:pt x="1784358" y="233745"/>
                </a:cubicBezTo>
                <a:cubicBezTo>
                  <a:pt x="1771828" y="239441"/>
                  <a:pt x="1757589" y="242289"/>
                  <a:pt x="1741641" y="242289"/>
                </a:cubicBezTo>
                <a:cubicBezTo>
                  <a:pt x="1731845" y="242289"/>
                  <a:pt x="1719486" y="240808"/>
                  <a:pt x="1704563" y="237846"/>
                </a:cubicBezTo>
                <a:cubicBezTo>
                  <a:pt x="1689754" y="234998"/>
                  <a:pt x="1679902" y="233575"/>
                  <a:pt x="1675004" y="233575"/>
                </a:cubicBezTo>
                <a:cubicBezTo>
                  <a:pt x="1671130" y="233575"/>
                  <a:pt x="1667656" y="234201"/>
                  <a:pt x="1664581" y="235454"/>
                </a:cubicBezTo>
                <a:cubicBezTo>
                  <a:pt x="1661504" y="236593"/>
                  <a:pt x="1657689" y="238871"/>
                  <a:pt x="1653133" y="242289"/>
                </a:cubicBezTo>
                <a:lnTo>
                  <a:pt x="1646469" y="242289"/>
                </a:lnTo>
                <a:lnTo>
                  <a:pt x="1667144" y="153951"/>
                </a:lnTo>
                <a:lnTo>
                  <a:pt x="1673636" y="153951"/>
                </a:lnTo>
                <a:cubicBezTo>
                  <a:pt x="1675117" y="169443"/>
                  <a:pt x="1678250" y="182656"/>
                  <a:pt x="1683034" y="193592"/>
                </a:cubicBezTo>
                <a:cubicBezTo>
                  <a:pt x="1687818" y="204414"/>
                  <a:pt x="1694653" y="212900"/>
                  <a:pt x="1703538" y="219051"/>
                </a:cubicBezTo>
                <a:cubicBezTo>
                  <a:pt x="1712423" y="225088"/>
                  <a:pt x="1722561" y="228107"/>
                  <a:pt x="1733953" y="228107"/>
                </a:cubicBezTo>
                <a:cubicBezTo>
                  <a:pt x="1745229" y="228107"/>
                  <a:pt x="1754628" y="224405"/>
                  <a:pt x="1762145" y="217000"/>
                </a:cubicBezTo>
                <a:cubicBezTo>
                  <a:pt x="1769777" y="209482"/>
                  <a:pt x="1773594" y="200711"/>
                  <a:pt x="1773594" y="190687"/>
                </a:cubicBezTo>
                <a:cubicBezTo>
                  <a:pt x="1773594" y="182144"/>
                  <a:pt x="1771429" y="173942"/>
                  <a:pt x="1767100" y="166082"/>
                </a:cubicBezTo>
                <a:cubicBezTo>
                  <a:pt x="1762886" y="158222"/>
                  <a:pt x="1753147" y="146774"/>
                  <a:pt x="1737882" y="131738"/>
                </a:cubicBezTo>
                <a:cubicBezTo>
                  <a:pt x="1722731" y="116702"/>
                  <a:pt x="1712252" y="103260"/>
                  <a:pt x="1706443" y="91414"/>
                </a:cubicBezTo>
                <a:cubicBezTo>
                  <a:pt x="1702228" y="82643"/>
                  <a:pt x="1700120" y="73302"/>
                  <a:pt x="1700120" y="63392"/>
                </a:cubicBezTo>
                <a:cubicBezTo>
                  <a:pt x="1700120" y="46191"/>
                  <a:pt x="1706899" y="31326"/>
                  <a:pt x="1720453" y="18795"/>
                </a:cubicBezTo>
                <a:cubicBezTo>
                  <a:pt x="1734009" y="6265"/>
                  <a:pt x="1751723" y="0"/>
                  <a:pt x="1773594" y="0"/>
                </a:cubicBezTo>
                <a:cubicBezTo>
                  <a:pt x="1783503" y="0"/>
                  <a:pt x="1796546" y="2221"/>
                  <a:pt x="1812721" y="6664"/>
                </a:cubicBezTo>
                <a:cubicBezTo>
                  <a:pt x="1822177" y="9284"/>
                  <a:pt x="1828841" y="10594"/>
                  <a:pt x="1832713" y="10594"/>
                </a:cubicBezTo>
                <a:cubicBezTo>
                  <a:pt x="1836016" y="10594"/>
                  <a:pt x="1838978" y="9910"/>
                  <a:pt x="1841598" y="8544"/>
                </a:cubicBezTo>
                <a:cubicBezTo>
                  <a:pt x="1844218" y="7063"/>
                  <a:pt x="1847293" y="4215"/>
                  <a:pt x="1850825" y="0"/>
                </a:cubicBezTo>
                <a:lnTo>
                  <a:pt x="1858343" y="0"/>
                </a:lnTo>
                <a:moveTo>
                  <a:pt x="1870133" y="88167"/>
                </a:moveTo>
                <a:lnTo>
                  <a:pt x="1926690" y="78599"/>
                </a:lnTo>
                <a:lnTo>
                  <a:pt x="1936941" y="78599"/>
                </a:lnTo>
                <a:lnTo>
                  <a:pt x="1929252" y="106450"/>
                </a:lnTo>
                <a:cubicBezTo>
                  <a:pt x="1941214" y="95515"/>
                  <a:pt x="1951009" y="88167"/>
                  <a:pt x="1958642" y="84408"/>
                </a:cubicBezTo>
                <a:cubicBezTo>
                  <a:pt x="1966273" y="80535"/>
                  <a:pt x="1973849" y="78599"/>
                  <a:pt x="1981367" y="78599"/>
                </a:cubicBezTo>
                <a:cubicBezTo>
                  <a:pt x="1992075" y="78599"/>
                  <a:pt x="2000333" y="82756"/>
                  <a:pt x="2006143" y="91072"/>
                </a:cubicBezTo>
                <a:cubicBezTo>
                  <a:pt x="2011953" y="99273"/>
                  <a:pt x="2014856" y="109355"/>
                  <a:pt x="2014856" y="121315"/>
                </a:cubicBezTo>
                <a:cubicBezTo>
                  <a:pt x="2014856" y="154008"/>
                  <a:pt x="2003523" y="182998"/>
                  <a:pt x="1980855" y="208286"/>
                </a:cubicBezTo>
                <a:cubicBezTo>
                  <a:pt x="1960806" y="230613"/>
                  <a:pt x="1938934" y="241776"/>
                  <a:pt x="1915242" y="241776"/>
                </a:cubicBezTo>
                <a:cubicBezTo>
                  <a:pt x="1911027" y="241776"/>
                  <a:pt x="1907439" y="241377"/>
                  <a:pt x="1904477" y="240580"/>
                </a:cubicBezTo>
                <a:cubicBezTo>
                  <a:pt x="1901516" y="239783"/>
                  <a:pt x="1897357" y="238017"/>
                  <a:pt x="1892004" y="235283"/>
                </a:cubicBezTo>
                <a:lnTo>
                  <a:pt x="1883119" y="266039"/>
                </a:lnTo>
                <a:cubicBezTo>
                  <a:pt x="1879930" y="277203"/>
                  <a:pt x="1878334" y="285689"/>
                  <a:pt x="1878334" y="291498"/>
                </a:cubicBezTo>
                <a:cubicBezTo>
                  <a:pt x="1878334" y="295143"/>
                  <a:pt x="1879588" y="297991"/>
                  <a:pt x="1882093" y="300042"/>
                </a:cubicBezTo>
                <a:cubicBezTo>
                  <a:pt x="1884599" y="302206"/>
                  <a:pt x="1890466" y="304028"/>
                  <a:pt x="1899693" y="305509"/>
                </a:cubicBezTo>
                <a:lnTo>
                  <a:pt x="1898154" y="311831"/>
                </a:lnTo>
                <a:lnTo>
                  <a:pt x="1806229" y="311831"/>
                </a:lnTo>
                <a:lnTo>
                  <a:pt x="1807937" y="305509"/>
                </a:lnTo>
                <a:cubicBezTo>
                  <a:pt x="1815228" y="305282"/>
                  <a:pt x="1821322" y="302946"/>
                  <a:pt x="1826221" y="298504"/>
                </a:cubicBezTo>
                <a:cubicBezTo>
                  <a:pt x="1831005" y="294061"/>
                  <a:pt x="1835504" y="284493"/>
                  <a:pt x="1839719" y="269798"/>
                </a:cubicBezTo>
                <a:lnTo>
                  <a:pt x="1881410" y="126100"/>
                </a:lnTo>
                <a:cubicBezTo>
                  <a:pt x="1884486" y="115392"/>
                  <a:pt x="1886024" y="107817"/>
                  <a:pt x="1886024" y="103374"/>
                </a:cubicBezTo>
                <a:cubicBezTo>
                  <a:pt x="1886024" y="101438"/>
                  <a:pt x="1885568" y="99843"/>
                  <a:pt x="1884656" y="98590"/>
                </a:cubicBezTo>
                <a:cubicBezTo>
                  <a:pt x="1883746" y="97223"/>
                  <a:pt x="1882378" y="96255"/>
                  <a:pt x="1880556" y="95685"/>
                </a:cubicBezTo>
                <a:cubicBezTo>
                  <a:pt x="1878733" y="95116"/>
                  <a:pt x="1874632" y="94831"/>
                  <a:pt x="1868253" y="94831"/>
                </a:cubicBezTo>
                <a:lnTo>
                  <a:pt x="1870133" y="88167"/>
                </a:lnTo>
                <a:moveTo>
                  <a:pt x="1896788" y="219393"/>
                </a:moveTo>
                <a:cubicBezTo>
                  <a:pt x="1900205" y="224974"/>
                  <a:pt x="1903280" y="228733"/>
                  <a:pt x="1906015" y="230670"/>
                </a:cubicBezTo>
                <a:cubicBezTo>
                  <a:pt x="1908748" y="232492"/>
                  <a:pt x="1911938" y="233404"/>
                  <a:pt x="1915584" y="233404"/>
                </a:cubicBezTo>
                <a:cubicBezTo>
                  <a:pt x="1919229" y="233404"/>
                  <a:pt x="1922760" y="232436"/>
                  <a:pt x="1926177" y="230499"/>
                </a:cubicBezTo>
                <a:cubicBezTo>
                  <a:pt x="1929709" y="228449"/>
                  <a:pt x="1934036" y="224405"/>
                  <a:pt x="1939163" y="218367"/>
                </a:cubicBezTo>
                <a:cubicBezTo>
                  <a:pt x="1944289" y="212330"/>
                  <a:pt x="1949187" y="204584"/>
                  <a:pt x="1953858" y="195130"/>
                </a:cubicBezTo>
                <a:cubicBezTo>
                  <a:pt x="1958642" y="185675"/>
                  <a:pt x="1962458" y="174967"/>
                  <a:pt x="1965306" y="163007"/>
                </a:cubicBezTo>
                <a:cubicBezTo>
                  <a:pt x="1968153" y="150932"/>
                  <a:pt x="1969577" y="139427"/>
                  <a:pt x="1969577" y="128492"/>
                </a:cubicBezTo>
                <a:cubicBezTo>
                  <a:pt x="1969577" y="119721"/>
                  <a:pt x="1967982" y="113342"/>
                  <a:pt x="1964792" y="109355"/>
                </a:cubicBezTo>
                <a:cubicBezTo>
                  <a:pt x="1961717" y="105368"/>
                  <a:pt x="1957958" y="103374"/>
                  <a:pt x="1953516" y="103374"/>
                </a:cubicBezTo>
                <a:cubicBezTo>
                  <a:pt x="1949529" y="103374"/>
                  <a:pt x="1945770" y="104400"/>
                  <a:pt x="1942239" y="106450"/>
                </a:cubicBezTo>
                <a:cubicBezTo>
                  <a:pt x="1937113" y="109412"/>
                  <a:pt x="1931075" y="114936"/>
                  <a:pt x="1924127" y="123024"/>
                </a:cubicBezTo>
                <a:lnTo>
                  <a:pt x="1896788" y="219393"/>
                </a:lnTo>
                <a:moveTo>
                  <a:pt x="2191533" y="80991"/>
                </a:moveTo>
                <a:lnTo>
                  <a:pt x="2158384" y="194617"/>
                </a:lnTo>
                <a:lnTo>
                  <a:pt x="2154967" y="208457"/>
                </a:lnTo>
                <a:cubicBezTo>
                  <a:pt x="2154625" y="210166"/>
                  <a:pt x="2154455" y="211419"/>
                  <a:pt x="2154455" y="212216"/>
                </a:cubicBezTo>
                <a:cubicBezTo>
                  <a:pt x="2154455" y="213583"/>
                  <a:pt x="2154910" y="214779"/>
                  <a:pt x="2155822" y="215804"/>
                </a:cubicBezTo>
                <a:cubicBezTo>
                  <a:pt x="2156846" y="216830"/>
                  <a:pt x="2157872" y="217342"/>
                  <a:pt x="2158897" y="217342"/>
                </a:cubicBezTo>
                <a:cubicBezTo>
                  <a:pt x="2161289" y="217342"/>
                  <a:pt x="2164593" y="215520"/>
                  <a:pt x="2168807" y="211875"/>
                </a:cubicBezTo>
                <a:cubicBezTo>
                  <a:pt x="2170516" y="210394"/>
                  <a:pt x="2174617" y="205154"/>
                  <a:pt x="2181110" y="196155"/>
                </a:cubicBezTo>
                <a:lnTo>
                  <a:pt x="2187090" y="199231"/>
                </a:lnTo>
                <a:cubicBezTo>
                  <a:pt x="2179002" y="214039"/>
                  <a:pt x="2170344" y="224860"/>
                  <a:pt x="2161119" y="231695"/>
                </a:cubicBezTo>
                <a:cubicBezTo>
                  <a:pt x="2152005" y="238416"/>
                  <a:pt x="2142151" y="241776"/>
                  <a:pt x="2131558" y="241776"/>
                </a:cubicBezTo>
                <a:cubicBezTo>
                  <a:pt x="2125065" y="241776"/>
                  <a:pt x="2120110" y="240125"/>
                  <a:pt x="2116693" y="236821"/>
                </a:cubicBezTo>
                <a:cubicBezTo>
                  <a:pt x="2113276" y="233404"/>
                  <a:pt x="2111567" y="229132"/>
                  <a:pt x="2111567" y="224006"/>
                </a:cubicBezTo>
                <a:cubicBezTo>
                  <a:pt x="2111567" y="219564"/>
                  <a:pt x="2113390" y="211305"/>
                  <a:pt x="2117035" y="199231"/>
                </a:cubicBezTo>
                <a:lnTo>
                  <a:pt x="2121136" y="185390"/>
                </a:lnTo>
                <a:cubicBezTo>
                  <a:pt x="2107922" y="208059"/>
                  <a:pt x="2095221" y="224120"/>
                  <a:pt x="2083032" y="233575"/>
                </a:cubicBezTo>
                <a:cubicBezTo>
                  <a:pt x="2075970" y="239042"/>
                  <a:pt x="2068452" y="241776"/>
                  <a:pt x="2060478" y="241776"/>
                </a:cubicBezTo>
                <a:cubicBezTo>
                  <a:pt x="2049998" y="241776"/>
                  <a:pt x="2042424" y="237504"/>
                  <a:pt x="2037753" y="228961"/>
                </a:cubicBezTo>
                <a:cubicBezTo>
                  <a:pt x="2033082" y="220304"/>
                  <a:pt x="2030747" y="210565"/>
                  <a:pt x="2030747" y="199743"/>
                </a:cubicBezTo>
                <a:cubicBezTo>
                  <a:pt x="2030747" y="183682"/>
                  <a:pt x="2035645" y="165285"/>
                  <a:pt x="2045442" y="144553"/>
                </a:cubicBezTo>
                <a:cubicBezTo>
                  <a:pt x="2055238" y="123707"/>
                  <a:pt x="2068110" y="106962"/>
                  <a:pt x="2084058" y="94318"/>
                </a:cubicBezTo>
                <a:cubicBezTo>
                  <a:pt x="2097157" y="83839"/>
                  <a:pt x="2109459" y="78599"/>
                  <a:pt x="2120965" y="78599"/>
                </a:cubicBezTo>
                <a:cubicBezTo>
                  <a:pt x="2127344" y="78599"/>
                  <a:pt x="2132469" y="80478"/>
                  <a:pt x="2136343" y="84237"/>
                </a:cubicBezTo>
                <a:cubicBezTo>
                  <a:pt x="2140215" y="87882"/>
                  <a:pt x="2143063" y="94603"/>
                  <a:pt x="2144886" y="104400"/>
                </a:cubicBezTo>
                <a:lnTo>
                  <a:pt x="2151037" y="83383"/>
                </a:lnTo>
                <a:lnTo>
                  <a:pt x="2191533" y="80991"/>
                </a:lnTo>
                <a:moveTo>
                  <a:pt x="2136855" y="113455"/>
                </a:moveTo>
                <a:cubicBezTo>
                  <a:pt x="2136855" y="104229"/>
                  <a:pt x="2135431" y="97565"/>
                  <a:pt x="2132584" y="93464"/>
                </a:cubicBezTo>
                <a:cubicBezTo>
                  <a:pt x="2130533" y="90616"/>
                  <a:pt x="2127743" y="89193"/>
                  <a:pt x="2124211" y="89193"/>
                </a:cubicBezTo>
                <a:cubicBezTo>
                  <a:pt x="2120680" y="89193"/>
                  <a:pt x="2117035" y="90901"/>
                  <a:pt x="2113276" y="94318"/>
                </a:cubicBezTo>
                <a:cubicBezTo>
                  <a:pt x="2105644" y="101381"/>
                  <a:pt x="2097385" y="115734"/>
                  <a:pt x="2088500" y="137377"/>
                </a:cubicBezTo>
                <a:cubicBezTo>
                  <a:pt x="2079729" y="158906"/>
                  <a:pt x="2075343" y="177530"/>
                  <a:pt x="2075343" y="193250"/>
                </a:cubicBezTo>
                <a:cubicBezTo>
                  <a:pt x="2075343" y="199287"/>
                  <a:pt x="2076312" y="203673"/>
                  <a:pt x="2078248" y="206407"/>
                </a:cubicBezTo>
                <a:cubicBezTo>
                  <a:pt x="2080299" y="209027"/>
                  <a:pt x="2082520" y="210337"/>
                  <a:pt x="2084912" y="210337"/>
                </a:cubicBezTo>
                <a:cubicBezTo>
                  <a:pt x="2090038" y="210337"/>
                  <a:pt x="2095221" y="207375"/>
                  <a:pt x="2100461" y="201452"/>
                </a:cubicBezTo>
                <a:cubicBezTo>
                  <a:pt x="2107978" y="193022"/>
                  <a:pt x="2114756" y="182713"/>
                  <a:pt x="2120794" y="170525"/>
                </a:cubicBezTo>
                <a:cubicBezTo>
                  <a:pt x="2131502" y="149110"/>
                  <a:pt x="2136855" y="130087"/>
                  <a:pt x="2136855" y="113455"/>
                </a:cubicBezTo>
                <a:moveTo>
                  <a:pt x="2330276" y="195813"/>
                </a:moveTo>
                <a:lnTo>
                  <a:pt x="2335402" y="200426"/>
                </a:lnTo>
                <a:cubicBezTo>
                  <a:pt x="2324353" y="213640"/>
                  <a:pt x="2313474" y="223322"/>
                  <a:pt x="2302767" y="229474"/>
                </a:cubicBezTo>
                <a:cubicBezTo>
                  <a:pt x="2288527" y="237675"/>
                  <a:pt x="2273777" y="241776"/>
                  <a:pt x="2258512" y="241776"/>
                </a:cubicBezTo>
                <a:cubicBezTo>
                  <a:pt x="2248261" y="241776"/>
                  <a:pt x="2239147" y="239612"/>
                  <a:pt x="2231174" y="235283"/>
                </a:cubicBezTo>
                <a:cubicBezTo>
                  <a:pt x="2223314" y="230841"/>
                  <a:pt x="2217505" y="224689"/>
                  <a:pt x="2213746" y="216830"/>
                </a:cubicBezTo>
                <a:cubicBezTo>
                  <a:pt x="2209987" y="208856"/>
                  <a:pt x="2208106" y="200711"/>
                  <a:pt x="2208106" y="192396"/>
                </a:cubicBezTo>
                <a:cubicBezTo>
                  <a:pt x="2208106" y="173714"/>
                  <a:pt x="2213176" y="155375"/>
                  <a:pt x="2223314" y="137377"/>
                </a:cubicBezTo>
                <a:cubicBezTo>
                  <a:pt x="2233452" y="119265"/>
                  <a:pt x="2246836" y="104969"/>
                  <a:pt x="2263468" y="94489"/>
                </a:cubicBezTo>
                <a:cubicBezTo>
                  <a:pt x="2280099" y="83895"/>
                  <a:pt x="2296445" y="78599"/>
                  <a:pt x="2312506" y="78599"/>
                </a:cubicBezTo>
                <a:cubicBezTo>
                  <a:pt x="2325378" y="78599"/>
                  <a:pt x="2335061" y="81446"/>
                  <a:pt x="2341553" y="87142"/>
                </a:cubicBezTo>
                <a:cubicBezTo>
                  <a:pt x="2348046" y="92838"/>
                  <a:pt x="2351292" y="99900"/>
                  <a:pt x="2351292" y="108329"/>
                </a:cubicBezTo>
                <a:cubicBezTo>
                  <a:pt x="2351292" y="115961"/>
                  <a:pt x="2348844" y="122454"/>
                  <a:pt x="2343946" y="127808"/>
                </a:cubicBezTo>
                <a:cubicBezTo>
                  <a:pt x="2339048" y="133162"/>
                  <a:pt x="2333580" y="135839"/>
                  <a:pt x="2327542" y="135839"/>
                </a:cubicBezTo>
                <a:cubicBezTo>
                  <a:pt x="2322302" y="135839"/>
                  <a:pt x="2317916" y="134130"/>
                  <a:pt x="2314385" y="130713"/>
                </a:cubicBezTo>
                <a:cubicBezTo>
                  <a:pt x="2310968" y="127296"/>
                  <a:pt x="2309259" y="123252"/>
                  <a:pt x="2309259" y="118582"/>
                </a:cubicBezTo>
                <a:cubicBezTo>
                  <a:pt x="2309259" y="112430"/>
                  <a:pt x="2312336" y="107076"/>
                  <a:pt x="2318486" y="102520"/>
                </a:cubicBezTo>
                <a:cubicBezTo>
                  <a:pt x="2322702" y="99331"/>
                  <a:pt x="2324808" y="96540"/>
                  <a:pt x="2324808" y="94148"/>
                </a:cubicBezTo>
                <a:cubicBezTo>
                  <a:pt x="2324808" y="92097"/>
                  <a:pt x="2323954" y="90445"/>
                  <a:pt x="2322245" y="89193"/>
                </a:cubicBezTo>
                <a:cubicBezTo>
                  <a:pt x="2319967" y="87370"/>
                  <a:pt x="2317005" y="86459"/>
                  <a:pt x="2313360" y="86459"/>
                </a:cubicBezTo>
                <a:cubicBezTo>
                  <a:pt x="2303791" y="86459"/>
                  <a:pt x="2294793" y="90332"/>
                  <a:pt x="2286364" y="98077"/>
                </a:cubicBezTo>
                <a:cubicBezTo>
                  <a:pt x="2275200" y="108329"/>
                  <a:pt x="2266656" y="121315"/>
                  <a:pt x="2260733" y="137035"/>
                </a:cubicBezTo>
                <a:cubicBezTo>
                  <a:pt x="2254810" y="152755"/>
                  <a:pt x="2251848" y="167677"/>
                  <a:pt x="2251848" y="181802"/>
                </a:cubicBezTo>
                <a:cubicBezTo>
                  <a:pt x="2251848" y="192965"/>
                  <a:pt x="2254866" y="201907"/>
                  <a:pt x="2260905" y="208628"/>
                </a:cubicBezTo>
                <a:cubicBezTo>
                  <a:pt x="2266942" y="215235"/>
                  <a:pt x="2274117" y="218538"/>
                  <a:pt x="2282434" y="218538"/>
                </a:cubicBezTo>
                <a:cubicBezTo>
                  <a:pt x="2289723" y="218538"/>
                  <a:pt x="2297584" y="216659"/>
                  <a:pt x="2306013" y="212900"/>
                </a:cubicBezTo>
                <a:cubicBezTo>
                  <a:pt x="2314557" y="209141"/>
                  <a:pt x="2322645" y="203445"/>
                  <a:pt x="2330276" y="195813"/>
                </a:cubicBezTo>
                <a:moveTo>
                  <a:pt x="2409045" y="172917"/>
                </a:moveTo>
                <a:cubicBezTo>
                  <a:pt x="2408021" y="180321"/>
                  <a:pt x="2407508" y="186415"/>
                  <a:pt x="2407508" y="191200"/>
                </a:cubicBezTo>
                <a:cubicBezTo>
                  <a:pt x="2407508" y="199743"/>
                  <a:pt x="2409957" y="206578"/>
                  <a:pt x="2414855" y="211704"/>
                </a:cubicBezTo>
                <a:cubicBezTo>
                  <a:pt x="2419868" y="216830"/>
                  <a:pt x="2426532" y="219393"/>
                  <a:pt x="2434847" y="219393"/>
                </a:cubicBezTo>
                <a:cubicBezTo>
                  <a:pt x="2442820" y="219393"/>
                  <a:pt x="2450794" y="217456"/>
                  <a:pt x="2458767" y="213583"/>
                </a:cubicBezTo>
                <a:cubicBezTo>
                  <a:pt x="2466855" y="209710"/>
                  <a:pt x="2476197" y="202932"/>
                  <a:pt x="2486790" y="193250"/>
                </a:cubicBezTo>
                <a:lnTo>
                  <a:pt x="2491916" y="197864"/>
                </a:lnTo>
                <a:cubicBezTo>
                  <a:pt x="2478815" y="213697"/>
                  <a:pt x="2466058" y="224974"/>
                  <a:pt x="2453641" y="231695"/>
                </a:cubicBezTo>
                <a:cubicBezTo>
                  <a:pt x="2441225" y="238416"/>
                  <a:pt x="2427499" y="241776"/>
                  <a:pt x="2412463" y="241776"/>
                </a:cubicBezTo>
                <a:cubicBezTo>
                  <a:pt x="2393439" y="241776"/>
                  <a:pt x="2380283" y="237220"/>
                  <a:pt x="2372993" y="228107"/>
                </a:cubicBezTo>
                <a:cubicBezTo>
                  <a:pt x="2365703" y="218994"/>
                  <a:pt x="2362058" y="208457"/>
                  <a:pt x="2362058" y="196497"/>
                </a:cubicBezTo>
                <a:cubicBezTo>
                  <a:pt x="2362058" y="177815"/>
                  <a:pt x="2367468" y="159134"/>
                  <a:pt x="2378290" y="140452"/>
                </a:cubicBezTo>
                <a:cubicBezTo>
                  <a:pt x="2389225" y="121771"/>
                  <a:pt x="2404034" y="106792"/>
                  <a:pt x="2422715" y="95515"/>
                </a:cubicBezTo>
                <a:cubicBezTo>
                  <a:pt x="2441510" y="84237"/>
                  <a:pt x="2460363" y="78599"/>
                  <a:pt x="2479272" y="78599"/>
                </a:cubicBezTo>
                <a:cubicBezTo>
                  <a:pt x="2488841" y="78599"/>
                  <a:pt x="2496074" y="80877"/>
                  <a:pt x="2500971" y="85433"/>
                </a:cubicBezTo>
                <a:cubicBezTo>
                  <a:pt x="2505871" y="89990"/>
                  <a:pt x="2508319" y="95742"/>
                  <a:pt x="2508319" y="102691"/>
                </a:cubicBezTo>
                <a:cubicBezTo>
                  <a:pt x="2508319" y="111006"/>
                  <a:pt x="2505927" y="119094"/>
                  <a:pt x="2501143" y="126954"/>
                </a:cubicBezTo>
                <a:cubicBezTo>
                  <a:pt x="2494536" y="137661"/>
                  <a:pt x="2486220" y="146319"/>
                  <a:pt x="2476197" y="152926"/>
                </a:cubicBezTo>
                <a:cubicBezTo>
                  <a:pt x="2466171" y="159418"/>
                  <a:pt x="2454952" y="164374"/>
                  <a:pt x="2442536" y="167791"/>
                </a:cubicBezTo>
                <a:cubicBezTo>
                  <a:pt x="2434220" y="170069"/>
                  <a:pt x="2423056" y="171778"/>
                  <a:pt x="2409045" y="172917"/>
                </a:cubicBezTo>
                <a:moveTo>
                  <a:pt x="2410583" y="164032"/>
                </a:moveTo>
                <a:cubicBezTo>
                  <a:pt x="2420608" y="162551"/>
                  <a:pt x="2428353" y="160558"/>
                  <a:pt x="2433821" y="158051"/>
                </a:cubicBezTo>
                <a:cubicBezTo>
                  <a:pt x="2439403" y="155432"/>
                  <a:pt x="2444814" y="151331"/>
                  <a:pt x="2450054" y="145749"/>
                </a:cubicBezTo>
                <a:cubicBezTo>
                  <a:pt x="2455408" y="140054"/>
                  <a:pt x="2460021" y="132934"/>
                  <a:pt x="2463893" y="124391"/>
                </a:cubicBezTo>
                <a:cubicBezTo>
                  <a:pt x="2467767" y="115734"/>
                  <a:pt x="2469703" y="107646"/>
                  <a:pt x="2469703" y="100128"/>
                </a:cubicBezTo>
                <a:cubicBezTo>
                  <a:pt x="2469703" y="96938"/>
                  <a:pt x="2468793" y="94432"/>
                  <a:pt x="2466969" y="92610"/>
                </a:cubicBezTo>
                <a:cubicBezTo>
                  <a:pt x="2465261" y="90787"/>
                  <a:pt x="2463039" y="89876"/>
                  <a:pt x="2460305" y="89876"/>
                </a:cubicBezTo>
                <a:cubicBezTo>
                  <a:pt x="2454838" y="89876"/>
                  <a:pt x="2448686" y="93692"/>
                  <a:pt x="2441852" y="101324"/>
                </a:cubicBezTo>
                <a:cubicBezTo>
                  <a:pt x="2429322" y="115221"/>
                  <a:pt x="2418899" y="136124"/>
                  <a:pt x="2410583" y="164032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4" name="path-4322">
            <a:extLst xmlns:a="http://schemas.openxmlformats.org/drawingml/2006/main">
              <a:ext uri="{FF2B5EF4-FFF2-40B4-BE49-F238E27FC236}">
                <a16:creationId xmlns:a16="http://schemas.microsoft.com/office/drawing/2014/main" id="{8FDA8063-DD9F-446B-A0B6-293F5BE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1293" y="1853090"/>
            <a:ext cx="4131121" cy="927494"/>
          </a:xfrm>
          <a:custGeom xmlns:a="http://schemas.openxmlformats.org/drawingml/2006/main">
            <a:pathLst>
              <a:path w="3530818" h="792718">
                <a:moveTo>
                  <a:pt x="96378" y="34233"/>
                </a:moveTo>
                <a:cubicBezTo>
                  <a:pt x="100102" y="13513"/>
                  <a:pt x="120183" y="0"/>
                  <a:pt x="140774" y="4382"/>
                </a:cubicBezTo>
                <a:cubicBezTo>
                  <a:pt x="306161" y="39581"/>
                  <a:pt x="995639" y="175728"/>
                  <a:pt x="1765409" y="175728"/>
                </a:cubicBezTo>
                <a:cubicBezTo>
                  <a:pt x="2535179" y="175728"/>
                  <a:pt x="3224657" y="39580"/>
                  <a:pt x="3390043" y="4382"/>
                </a:cubicBezTo>
                <a:cubicBezTo>
                  <a:pt x="3410635" y="0"/>
                  <a:pt x="3430716" y="13513"/>
                  <a:pt x="3434439" y="34233"/>
                </a:cubicBezTo>
                <a:lnTo>
                  <a:pt x="3527377" y="551449"/>
                </a:lnTo>
                <a:cubicBezTo>
                  <a:pt x="3530818" y="570598"/>
                  <a:pt x="3519199" y="588971"/>
                  <a:pt x="3500231" y="593300"/>
                </a:cubicBezTo>
                <a:cubicBezTo>
                  <a:pt x="3335112" y="630982"/>
                  <a:pt x="2579014" y="792718"/>
                  <a:pt x="1765409" y="792718"/>
                </a:cubicBezTo>
                <a:cubicBezTo>
                  <a:pt x="951803" y="792718"/>
                  <a:pt x="195704" y="630982"/>
                  <a:pt x="30587" y="593300"/>
                </a:cubicBezTo>
                <a:cubicBezTo>
                  <a:pt x="11617" y="588971"/>
                  <a:pt x="0" y="570598"/>
                  <a:pt x="3441" y="551448"/>
                </a:cubicBezTo>
                <a:lnTo>
                  <a:pt x="96378" y="34233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5" name="path-4323">
            <a:extLst xmlns:a="http://schemas.openxmlformats.org/drawingml/2006/main">
              <a:ext uri="{FF2B5EF4-FFF2-40B4-BE49-F238E27FC236}">
                <a16:creationId xmlns:a16="http://schemas.microsoft.com/office/drawing/2014/main" id="{C52AF59E-8756-42B8-8CE4-EC5BCE83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5319" y="1858103"/>
            <a:ext cx="4123070" cy="922482"/>
          </a:xfrm>
          <a:custGeom xmlns:a="http://schemas.openxmlformats.org/drawingml/2006/main">
            <a:pathLst>
              <a:path w="3523936" h="788434">
                <a:moveTo>
                  <a:pt x="122" y="561174"/>
                </a:moveTo>
                <a:lnTo>
                  <a:pt x="5169" y="573648"/>
                </a:lnTo>
                <a:lnTo>
                  <a:pt x="14417" y="583344"/>
                </a:lnTo>
                <a:lnTo>
                  <a:pt x="27145" y="589016"/>
                </a:lnTo>
                <a:lnTo>
                  <a:pt x="32676" y="590274"/>
                </a:lnTo>
                <a:lnTo>
                  <a:pt x="38612" y="591616"/>
                </a:lnTo>
                <a:lnTo>
                  <a:pt x="44951" y="593040"/>
                </a:lnTo>
                <a:lnTo>
                  <a:pt x="51688" y="594544"/>
                </a:lnTo>
                <a:lnTo>
                  <a:pt x="58819" y="596125"/>
                </a:lnTo>
                <a:lnTo>
                  <a:pt x="66339" y="597782"/>
                </a:lnTo>
                <a:lnTo>
                  <a:pt x="74246" y="599511"/>
                </a:lnTo>
                <a:lnTo>
                  <a:pt x="82536" y="601312"/>
                </a:lnTo>
                <a:lnTo>
                  <a:pt x="91203" y="603182"/>
                </a:lnTo>
                <a:lnTo>
                  <a:pt x="100244" y="605119"/>
                </a:lnTo>
                <a:lnTo>
                  <a:pt x="109656" y="607121"/>
                </a:lnTo>
                <a:lnTo>
                  <a:pt x="119434" y="609185"/>
                </a:lnTo>
                <a:lnTo>
                  <a:pt x="129574" y="611310"/>
                </a:lnTo>
                <a:lnTo>
                  <a:pt x="140072" y="613493"/>
                </a:lnTo>
                <a:lnTo>
                  <a:pt x="150924" y="615732"/>
                </a:lnTo>
                <a:lnTo>
                  <a:pt x="162127" y="618025"/>
                </a:lnTo>
                <a:lnTo>
                  <a:pt x="173676" y="620370"/>
                </a:lnTo>
                <a:lnTo>
                  <a:pt x="185568" y="622765"/>
                </a:lnTo>
                <a:lnTo>
                  <a:pt x="197798" y="625208"/>
                </a:lnTo>
                <a:lnTo>
                  <a:pt x="210362" y="627696"/>
                </a:lnTo>
                <a:lnTo>
                  <a:pt x="223256" y="630228"/>
                </a:lnTo>
                <a:lnTo>
                  <a:pt x="236477" y="632801"/>
                </a:lnTo>
                <a:lnTo>
                  <a:pt x="250021" y="635413"/>
                </a:lnTo>
                <a:lnTo>
                  <a:pt x="263883" y="638063"/>
                </a:lnTo>
                <a:lnTo>
                  <a:pt x="278059" y="640747"/>
                </a:lnTo>
                <a:lnTo>
                  <a:pt x="292546" y="643463"/>
                </a:lnTo>
                <a:lnTo>
                  <a:pt x="307339" y="646211"/>
                </a:lnTo>
                <a:lnTo>
                  <a:pt x="322435" y="648987"/>
                </a:lnTo>
                <a:lnTo>
                  <a:pt x="337829" y="651789"/>
                </a:lnTo>
                <a:lnTo>
                  <a:pt x="353518" y="654616"/>
                </a:lnTo>
                <a:lnTo>
                  <a:pt x="369498" y="657465"/>
                </a:lnTo>
                <a:lnTo>
                  <a:pt x="385764" y="660333"/>
                </a:lnTo>
                <a:lnTo>
                  <a:pt x="402313" y="663220"/>
                </a:lnTo>
                <a:lnTo>
                  <a:pt x="419140" y="666122"/>
                </a:lnTo>
                <a:lnTo>
                  <a:pt x="436243" y="669038"/>
                </a:lnTo>
                <a:lnTo>
                  <a:pt x="453615" y="671965"/>
                </a:lnTo>
                <a:lnTo>
                  <a:pt x="471255" y="674902"/>
                </a:lnTo>
                <a:lnTo>
                  <a:pt x="489157" y="677845"/>
                </a:lnTo>
                <a:lnTo>
                  <a:pt x="507318" y="680794"/>
                </a:lnTo>
                <a:lnTo>
                  <a:pt x="525734" y="683746"/>
                </a:lnTo>
                <a:lnTo>
                  <a:pt x="544401" y="686698"/>
                </a:lnTo>
                <a:lnTo>
                  <a:pt x="563315" y="689649"/>
                </a:lnTo>
                <a:lnTo>
                  <a:pt x="582471" y="692597"/>
                </a:lnTo>
                <a:lnTo>
                  <a:pt x="601866" y="695539"/>
                </a:lnTo>
                <a:lnTo>
                  <a:pt x="621496" y="698474"/>
                </a:lnTo>
                <a:lnTo>
                  <a:pt x="641357" y="701398"/>
                </a:lnTo>
                <a:lnTo>
                  <a:pt x="661445" y="704310"/>
                </a:lnTo>
                <a:lnTo>
                  <a:pt x="681756" y="707209"/>
                </a:lnTo>
                <a:lnTo>
                  <a:pt x="702286" y="710091"/>
                </a:lnTo>
                <a:lnTo>
                  <a:pt x="723031" y="712954"/>
                </a:lnTo>
                <a:lnTo>
                  <a:pt x="743986" y="715798"/>
                </a:lnTo>
                <a:lnTo>
                  <a:pt x="765149" y="718618"/>
                </a:lnTo>
                <a:lnTo>
                  <a:pt x="786515" y="721414"/>
                </a:lnTo>
                <a:lnTo>
                  <a:pt x="808080" y="724182"/>
                </a:lnTo>
                <a:lnTo>
                  <a:pt x="829840" y="726922"/>
                </a:lnTo>
                <a:lnTo>
                  <a:pt x="851791" y="729630"/>
                </a:lnTo>
                <a:lnTo>
                  <a:pt x="873930" y="732306"/>
                </a:lnTo>
                <a:lnTo>
                  <a:pt x="896251" y="734945"/>
                </a:lnTo>
                <a:lnTo>
                  <a:pt x="918752" y="737547"/>
                </a:lnTo>
                <a:lnTo>
                  <a:pt x="941428" y="740110"/>
                </a:lnTo>
                <a:lnTo>
                  <a:pt x="964275" y="742630"/>
                </a:lnTo>
                <a:lnTo>
                  <a:pt x="987289" y="745107"/>
                </a:lnTo>
                <a:lnTo>
                  <a:pt x="1010466" y="747537"/>
                </a:lnTo>
                <a:lnTo>
                  <a:pt x="1033803" y="749920"/>
                </a:lnTo>
                <a:lnTo>
                  <a:pt x="1057295" y="752251"/>
                </a:lnTo>
                <a:lnTo>
                  <a:pt x="1080939" y="754531"/>
                </a:lnTo>
                <a:lnTo>
                  <a:pt x="1104730" y="756755"/>
                </a:lnTo>
                <a:lnTo>
                  <a:pt x="1128664" y="758923"/>
                </a:lnTo>
                <a:lnTo>
                  <a:pt x="1152737" y="761032"/>
                </a:lnTo>
                <a:lnTo>
                  <a:pt x="1176946" y="763080"/>
                </a:lnTo>
                <a:lnTo>
                  <a:pt x="1201286" y="765065"/>
                </a:lnTo>
                <a:lnTo>
                  <a:pt x="1225754" y="766984"/>
                </a:lnTo>
                <a:lnTo>
                  <a:pt x="1250345" y="768837"/>
                </a:lnTo>
                <a:lnTo>
                  <a:pt x="1275056" y="770619"/>
                </a:lnTo>
                <a:lnTo>
                  <a:pt x="1299882" y="772330"/>
                </a:lnTo>
                <a:lnTo>
                  <a:pt x="1324820" y="773967"/>
                </a:lnTo>
                <a:lnTo>
                  <a:pt x="1349865" y="775528"/>
                </a:lnTo>
                <a:lnTo>
                  <a:pt x="1375014" y="777011"/>
                </a:lnTo>
                <a:lnTo>
                  <a:pt x="1400262" y="778413"/>
                </a:lnTo>
                <a:lnTo>
                  <a:pt x="1425606" y="779734"/>
                </a:lnTo>
                <a:lnTo>
                  <a:pt x="1451042" y="780970"/>
                </a:lnTo>
                <a:lnTo>
                  <a:pt x="1476565" y="782119"/>
                </a:lnTo>
                <a:lnTo>
                  <a:pt x="1502172" y="783179"/>
                </a:lnTo>
                <a:lnTo>
                  <a:pt x="1527859" y="784149"/>
                </a:lnTo>
                <a:lnTo>
                  <a:pt x="1553621" y="785026"/>
                </a:lnTo>
                <a:lnTo>
                  <a:pt x="1579455" y="785807"/>
                </a:lnTo>
                <a:lnTo>
                  <a:pt x="1605357" y="786491"/>
                </a:lnTo>
                <a:lnTo>
                  <a:pt x="1631323" y="787076"/>
                </a:lnTo>
                <a:lnTo>
                  <a:pt x="1657348" y="787559"/>
                </a:lnTo>
                <a:lnTo>
                  <a:pt x="1683429" y="787939"/>
                </a:lnTo>
                <a:lnTo>
                  <a:pt x="1709562" y="788212"/>
                </a:lnTo>
                <a:lnTo>
                  <a:pt x="1735743" y="788378"/>
                </a:lnTo>
                <a:lnTo>
                  <a:pt x="1761968" y="788434"/>
                </a:lnTo>
                <a:lnTo>
                  <a:pt x="1788193" y="788378"/>
                </a:lnTo>
                <a:lnTo>
                  <a:pt x="1814374" y="788212"/>
                </a:lnTo>
                <a:lnTo>
                  <a:pt x="1840507" y="787939"/>
                </a:lnTo>
                <a:lnTo>
                  <a:pt x="1866588" y="787559"/>
                </a:lnTo>
                <a:lnTo>
                  <a:pt x="1892613" y="787076"/>
                </a:lnTo>
                <a:lnTo>
                  <a:pt x="1918579" y="786491"/>
                </a:lnTo>
                <a:lnTo>
                  <a:pt x="1944480" y="785807"/>
                </a:lnTo>
                <a:lnTo>
                  <a:pt x="1970314" y="785026"/>
                </a:lnTo>
                <a:lnTo>
                  <a:pt x="1996077" y="784149"/>
                </a:lnTo>
                <a:lnTo>
                  <a:pt x="2021763" y="783179"/>
                </a:lnTo>
                <a:lnTo>
                  <a:pt x="2047370" y="782119"/>
                </a:lnTo>
                <a:lnTo>
                  <a:pt x="2072893" y="780970"/>
                </a:lnTo>
                <a:lnTo>
                  <a:pt x="2098329" y="779734"/>
                </a:lnTo>
                <a:lnTo>
                  <a:pt x="2123673" y="778413"/>
                </a:lnTo>
                <a:lnTo>
                  <a:pt x="2148921" y="777011"/>
                </a:lnTo>
                <a:lnTo>
                  <a:pt x="2174070" y="775528"/>
                </a:lnTo>
                <a:lnTo>
                  <a:pt x="2199115" y="773967"/>
                </a:lnTo>
                <a:lnTo>
                  <a:pt x="2224053" y="772330"/>
                </a:lnTo>
                <a:lnTo>
                  <a:pt x="2248879" y="770619"/>
                </a:lnTo>
                <a:lnTo>
                  <a:pt x="2273590" y="768837"/>
                </a:lnTo>
                <a:lnTo>
                  <a:pt x="2298181" y="766984"/>
                </a:lnTo>
                <a:lnTo>
                  <a:pt x="2322649" y="765065"/>
                </a:lnTo>
                <a:lnTo>
                  <a:pt x="2346989" y="763080"/>
                </a:lnTo>
                <a:lnTo>
                  <a:pt x="2371198" y="761032"/>
                </a:lnTo>
                <a:lnTo>
                  <a:pt x="2395271" y="758923"/>
                </a:lnTo>
                <a:lnTo>
                  <a:pt x="2419205" y="756755"/>
                </a:lnTo>
                <a:lnTo>
                  <a:pt x="2442996" y="754531"/>
                </a:lnTo>
                <a:lnTo>
                  <a:pt x="2466639" y="752251"/>
                </a:lnTo>
                <a:lnTo>
                  <a:pt x="2490131" y="749920"/>
                </a:lnTo>
                <a:lnTo>
                  <a:pt x="2513468" y="747537"/>
                </a:lnTo>
                <a:lnTo>
                  <a:pt x="2536646" y="745107"/>
                </a:lnTo>
                <a:lnTo>
                  <a:pt x="2559660" y="742630"/>
                </a:lnTo>
                <a:lnTo>
                  <a:pt x="2582507" y="740110"/>
                </a:lnTo>
                <a:lnTo>
                  <a:pt x="2605183" y="737547"/>
                </a:lnTo>
                <a:lnTo>
                  <a:pt x="2627683" y="734945"/>
                </a:lnTo>
                <a:lnTo>
                  <a:pt x="2650005" y="732306"/>
                </a:lnTo>
                <a:lnTo>
                  <a:pt x="2672143" y="729630"/>
                </a:lnTo>
                <a:lnTo>
                  <a:pt x="2694094" y="726922"/>
                </a:lnTo>
                <a:lnTo>
                  <a:pt x="2715854" y="724182"/>
                </a:lnTo>
                <a:lnTo>
                  <a:pt x="2737419" y="721414"/>
                </a:lnTo>
                <a:lnTo>
                  <a:pt x="2758785" y="718618"/>
                </a:lnTo>
                <a:lnTo>
                  <a:pt x="2779948" y="715798"/>
                </a:lnTo>
                <a:lnTo>
                  <a:pt x="2800904" y="712954"/>
                </a:lnTo>
                <a:lnTo>
                  <a:pt x="2821648" y="710091"/>
                </a:lnTo>
                <a:lnTo>
                  <a:pt x="2842178" y="707209"/>
                </a:lnTo>
                <a:lnTo>
                  <a:pt x="2862489" y="704310"/>
                </a:lnTo>
                <a:lnTo>
                  <a:pt x="2882577" y="701398"/>
                </a:lnTo>
                <a:lnTo>
                  <a:pt x="2902438" y="698474"/>
                </a:lnTo>
                <a:lnTo>
                  <a:pt x="2922068" y="695539"/>
                </a:lnTo>
                <a:lnTo>
                  <a:pt x="2941463" y="692597"/>
                </a:lnTo>
                <a:lnTo>
                  <a:pt x="2960620" y="689650"/>
                </a:lnTo>
                <a:lnTo>
                  <a:pt x="2979533" y="686698"/>
                </a:lnTo>
                <a:lnTo>
                  <a:pt x="2998200" y="683746"/>
                </a:lnTo>
                <a:lnTo>
                  <a:pt x="3016616" y="680794"/>
                </a:lnTo>
                <a:lnTo>
                  <a:pt x="3034777" y="677845"/>
                </a:lnTo>
                <a:lnTo>
                  <a:pt x="3052679" y="674902"/>
                </a:lnTo>
                <a:lnTo>
                  <a:pt x="3070319" y="671965"/>
                </a:lnTo>
                <a:lnTo>
                  <a:pt x="3087692" y="669038"/>
                </a:lnTo>
                <a:lnTo>
                  <a:pt x="3104794" y="666122"/>
                </a:lnTo>
                <a:lnTo>
                  <a:pt x="3121621" y="663220"/>
                </a:lnTo>
                <a:lnTo>
                  <a:pt x="3138170" y="660333"/>
                </a:lnTo>
                <a:lnTo>
                  <a:pt x="3154436" y="657465"/>
                </a:lnTo>
                <a:lnTo>
                  <a:pt x="3170416" y="654616"/>
                </a:lnTo>
                <a:lnTo>
                  <a:pt x="3186105" y="651789"/>
                </a:lnTo>
                <a:lnTo>
                  <a:pt x="3201499" y="648987"/>
                </a:lnTo>
                <a:lnTo>
                  <a:pt x="3216595" y="646211"/>
                </a:lnTo>
                <a:lnTo>
                  <a:pt x="3231389" y="643464"/>
                </a:lnTo>
                <a:lnTo>
                  <a:pt x="3245875" y="640747"/>
                </a:lnTo>
                <a:lnTo>
                  <a:pt x="3260052" y="638063"/>
                </a:lnTo>
                <a:lnTo>
                  <a:pt x="3273914" y="635413"/>
                </a:lnTo>
                <a:lnTo>
                  <a:pt x="3287457" y="632801"/>
                </a:lnTo>
                <a:lnTo>
                  <a:pt x="3300678" y="630228"/>
                </a:lnTo>
                <a:lnTo>
                  <a:pt x="3313573" y="627697"/>
                </a:lnTo>
                <a:lnTo>
                  <a:pt x="3326137" y="625208"/>
                </a:lnTo>
                <a:lnTo>
                  <a:pt x="3338367" y="622766"/>
                </a:lnTo>
                <a:lnTo>
                  <a:pt x="3350258" y="620370"/>
                </a:lnTo>
                <a:lnTo>
                  <a:pt x="3361807" y="618025"/>
                </a:lnTo>
                <a:lnTo>
                  <a:pt x="3373010" y="615732"/>
                </a:lnTo>
                <a:lnTo>
                  <a:pt x="3383863" y="613493"/>
                </a:lnTo>
                <a:lnTo>
                  <a:pt x="3394361" y="611310"/>
                </a:lnTo>
                <a:lnTo>
                  <a:pt x="3404501" y="609185"/>
                </a:lnTo>
                <a:lnTo>
                  <a:pt x="3414279" y="607121"/>
                </a:lnTo>
                <a:lnTo>
                  <a:pt x="3423690" y="605119"/>
                </a:lnTo>
                <a:lnTo>
                  <a:pt x="3432732" y="603183"/>
                </a:lnTo>
                <a:lnTo>
                  <a:pt x="3441399" y="601313"/>
                </a:lnTo>
                <a:lnTo>
                  <a:pt x="3449688" y="599512"/>
                </a:lnTo>
                <a:lnTo>
                  <a:pt x="3457595" y="597782"/>
                </a:lnTo>
                <a:lnTo>
                  <a:pt x="3465116" y="596125"/>
                </a:lnTo>
                <a:lnTo>
                  <a:pt x="3472247" y="594544"/>
                </a:lnTo>
                <a:lnTo>
                  <a:pt x="3478984" y="593041"/>
                </a:lnTo>
                <a:lnTo>
                  <a:pt x="3485323" y="591617"/>
                </a:lnTo>
                <a:lnTo>
                  <a:pt x="3491259" y="590275"/>
                </a:lnTo>
                <a:lnTo>
                  <a:pt x="3496790" y="589016"/>
                </a:lnTo>
                <a:lnTo>
                  <a:pt x="3509518" y="583344"/>
                </a:lnTo>
                <a:lnTo>
                  <a:pt x="3518766" y="573648"/>
                </a:lnTo>
                <a:lnTo>
                  <a:pt x="3523813" y="561174"/>
                </a:lnTo>
                <a:lnTo>
                  <a:pt x="3523936" y="547165"/>
                </a:lnTo>
                <a:lnTo>
                  <a:pt x="3430997" y="29949"/>
                </a:lnTo>
                <a:lnTo>
                  <a:pt x="3425385" y="15927"/>
                </a:lnTo>
                <a:lnTo>
                  <a:pt x="3415125" y="5610"/>
                </a:lnTo>
                <a:lnTo>
                  <a:pt x="3401702" y="0"/>
                </a:lnTo>
                <a:lnTo>
                  <a:pt x="3386601" y="98"/>
                </a:lnTo>
                <a:lnTo>
                  <a:pt x="3380691" y="1352"/>
                </a:lnTo>
                <a:lnTo>
                  <a:pt x="3374370" y="2683"/>
                </a:lnTo>
                <a:lnTo>
                  <a:pt x="3367641" y="4090"/>
                </a:lnTo>
                <a:lnTo>
                  <a:pt x="3360509" y="5570"/>
                </a:lnTo>
                <a:lnTo>
                  <a:pt x="3352978" y="7122"/>
                </a:lnTo>
                <a:lnTo>
                  <a:pt x="3345051" y="8743"/>
                </a:lnTo>
                <a:lnTo>
                  <a:pt x="3336733" y="10432"/>
                </a:lnTo>
                <a:lnTo>
                  <a:pt x="3328028" y="12185"/>
                </a:lnTo>
                <a:lnTo>
                  <a:pt x="3318940" y="14000"/>
                </a:lnTo>
                <a:lnTo>
                  <a:pt x="3309473" y="15877"/>
                </a:lnTo>
                <a:lnTo>
                  <a:pt x="3299631" y="17812"/>
                </a:lnTo>
                <a:lnTo>
                  <a:pt x="3289418" y="19803"/>
                </a:lnTo>
                <a:lnTo>
                  <a:pt x="3278838" y="21848"/>
                </a:lnTo>
                <a:lnTo>
                  <a:pt x="3267895" y="23945"/>
                </a:lnTo>
                <a:lnTo>
                  <a:pt x="3256593" y="26092"/>
                </a:lnTo>
                <a:lnTo>
                  <a:pt x="3244937" y="28286"/>
                </a:lnTo>
                <a:lnTo>
                  <a:pt x="3232930" y="30526"/>
                </a:lnTo>
                <a:lnTo>
                  <a:pt x="3220576" y="32809"/>
                </a:lnTo>
                <a:lnTo>
                  <a:pt x="3207879" y="35134"/>
                </a:lnTo>
                <a:lnTo>
                  <a:pt x="3194844" y="37497"/>
                </a:lnTo>
                <a:lnTo>
                  <a:pt x="3181474" y="39897"/>
                </a:lnTo>
                <a:lnTo>
                  <a:pt x="3167773" y="42332"/>
                </a:lnTo>
                <a:lnTo>
                  <a:pt x="3153747" y="44799"/>
                </a:lnTo>
                <a:lnTo>
                  <a:pt x="3139397" y="47297"/>
                </a:lnTo>
                <a:lnTo>
                  <a:pt x="3124730" y="49823"/>
                </a:lnTo>
                <a:lnTo>
                  <a:pt x="3109747" y="52375"/>
                </a:lnTo>
                <a:lnTo>
                  <a:pt x="3094455" y="54951"/>
                </a:lnTo>
                <a:lnTo>
                  <a:pt x="3078856" y="57548"/>
                </a:lnTo>
                <a:lnTo>
                  <a:pt x="3062955" y="60165"/>
                </a:lnTo>
                <a:lnTo>
                  <a:pt x="3046756" y="62799"/>
                </a:lnTo>
                <a:lnTo>
                  <a:pt x="3030263" y="65449"/>
                </a:lnTo>
                <a:lnTo>
                  <a:pt x="3013480" y="68111"/>
                </a:lnTo>
                <a:lnTo>
                  <a:pt x="2996410" y="70785"/>
                </a:lnTo>
                <a:lnTo>
                  <a:pt x="2979059" y="73467"/>
                </a:lnTo>
                <a:lnTo>
                  <a:pt x="2961430" y="76156"/>
                </a:lnTo>
                <a:lnTo>
                  <a:pt x="2943526" y="78849"/>
                </a:lnTo>
                <a:lnTo>
                  <a:pt x="2925353" y="81545"/>
                </a:lnTo>
                <a:lnTo>
                  <a:pt x="2906914" y="84240"/>
                </a:lnTo>
                <a:lnTo>
                  <a:pt x="2888214" y="86934"/>
                </a:lnTo>
                <a:lnTo>
                  <a:pt x="2869255" y="89623"/>
                </a:lnTo>
                <a:lnTo>
                  <a:pt x="2850043" y="92306"/>
                </a:lnTo>
                <a:lnTo>
                  <a:pt x="2830581" y="94980"/>
                </a:lnTo>
                <a:lnTo>
                  <a:pt x="2810873" y="97644"/>
                </a:lnTo>
                <a:lnTo>
                  <a:pt x="2790924" y="100294"/>
                </a:lnTo>
                <a:lnTo>
                  <a:pt x="2770738" y="102930"/>
                </a:lnTo>
                <a:lnTo>
                  <a:pt x="2750318" y="105548"/>
                </a:lnTo>
                <a:lnTo>
                  <a:pt x="2729668" y="108148"/>
                </a:lnTo>
                <a:lnTo>
                  <a:pt x="2708793" y="110725"/>
                </a:lnTo>
                <a:lnTo>
                  <a:pt x="2687697" y="113279"/>
                </a:lnTo>
                <a:lnTo>
                  <a:pt x="2666383" y="115807"/>
                </a:lnTo>
                <a:lnTo>
                  <a:pt x="2644857" y="118307"/>
                </a:lnTo>
                <a:lnTo>
                  <a:pt x="2623121" y="120777"/>
                </a:lnTo>
                <a:lnTo>
                  <a:pt x="2601179" y="123215"/>
                </a:lnTo>
                <a:lnTo>
                  <a:pt x="2579037" y="125618"/>
                </a:lnTo>
                <a:lnTo>
                  <a:pt x="2556697" y="127985"/>
                </a:lnTo>
                <a:lnTo>
                  <a:pt x="2534165" y="130313"/>
                </a:lnTo>
                <a:lnTo>
                  <a:pt x="2511443" y="132599"/>
                </a:lnTo>
                <a:lnTo>
                  <a:pt x="2488537" y="134843"/>
                </a:lnTo>
                <a:lnTo>
                  <a:pt x="2465450" y="137042"/>
                </a:lnTo>
                <a:lnTo>
                  <a:pt x="2442185" y="139193"/>
                </a:lnTo>
                <a:lnTo>
                  <a:pt x="2418748" y="141294"/>
                </a:lnTo>
                <a:lnTo>
                  <a:pt x="2395142" y="143344"/>
                </a:lnTo>
                <a:lnTo>
                  <a:pt x="2371372" y="145339"/>
                </a:lnTo>
                <a:lnTo>
                  <a:pt x="2347440" y="147279"/>
                </a:lnTo>
                <a:lnTo>
                  <a:pt x="2323352" y="149160"/>
                </a:lnTo>
                <a:lnTo>
                  <a:pt x="2299112" y="150981"/>
                </a:lnTo>
                <a:lnTo>
                  <a:pt x="2274723" y="152740"/>
                </a:lnTo>
                <a:lnTo>
                  <a:pt x="2250189" y="154433"/>
                </a:lnTo>
                <a:lnTo>
                  <a:pt x="2225515" y="156060"/>
                </a:lnTo>
                <a:lnTo>
                  <a:pt x="2200704" y="157618"/>
                </a:lnTo>
                <a:lnTo>
                  <a:pt x="2175761" y="159105"/>
                </a:lnTo>
                <a:lnTo>
                  <a:pt x="2150690" y="160518"/>
                </a:lnTo>
                <a:lnTo>
                  <a:pt x="2125494" y="161856"/>
                </a:lnTo>
                <a:lnTo>
                  <a:pt x="2100178" y="163116"/>
                </a:lnTo>
                <a:lnTo>
                  <a:pt x="2074746" y="164296"/>
                </a:lnTo>
                <a:lnTo>
                  <a:pt x="2049202" y="165394"/>
                </a:lnTo>
                <a:lnTo>
                  <a:pt x="2023550" y="166408"/>
                </a:lnTo>
                <a:lnTo>
                  <a:pt x="1997793" y="167336"/>
                </a:lnTo>
                <a:lnTo>
                  <a:pt x="1971937" y="168175"/>
                </a:lnTo>
                <a:lnTo>
                  <a:pt x="1945984" y="168924"/>
                </a:lnTo>
                <a:lnTo>
                  <a:pt x="1919940" y="169579"/>
                </a:lnTo>
                <a:lnTo>
                  <a:pt x="1893807" y="170140"/>
                </a:lnTo>
                <a:lnTo>
                  <a:pt x="1867591" y="170604"/>
                </a:lnTo>
                <a:lnTo>
                  <a:pt x="1841295" y="170968"/>
                </a:lnTo>
                <a:lnTo>
                  <a:pt x="1814923" y="171231"/>
                </a:lnTo>
                <a:lnTo>
                  <a:pt x="1788479" y="171391"/>
                </a:lnTo>
                <a:lnTo>
                  <a:pt x="1761968" y="171444"/>
                </a:lnTo>
                <a:lnTo>
                  <a:pt x="1735457" y="171391"/>
                </a:lnTo>
                <a:lnTo>
                  <a:pt x="1709013" y="171231"/>
                </a:lnTo>
                <a:lnTo>
                  <a:pt x="1682641" y="170968"/>
                </a:lnTo>
                <a:lnTo>
                  <a:pt x="1656345" y="170604"/>
                </a:lnTo>
                <a:lnTo>
                  <a:pt x="1630129" y="170140"/>
                </a:lnTo>
                <a:lnTo>
                  <a:pt x="1603997" y="169579"/>
                </a:lnTo>
                <a:lnTo>
                  <a:pt x="1577952" y="168924"/>
                </a:lnTo>
                <a:lnTo>
                  <a:pt x="1552000" y="168175"/>
                </a:lnTo>
                <a:lnTo>
                  <a:pt x="1526143" y="167336"/>
                </a:lnTo>
                <a:lnTo>
                  <a:pt x="1500386" y="166408"/>
                </a:lnTo>
                <a:lnTo>
                  <a:pt x="1474734" y="165394"/>
                </a:lnTo>
                <a:lnTo>
                  <a:pt x="1449190" y="164296"/>
                </a:lnTo>
                <a:lnTo>
                  <a:pt x="1423758" y="163116"/>
                </a:lnTo>
                <a:lnTo>
                  <a:pt x="1398442" y="161856"/>
                </a:lnTo>
                <a:lnTo>
                  <a:pt x="1373246" y="160518"/>
                </a:lnTo>
                <a:lnTo>
                  <a:pt x="1348175" y="159105"/>
                </a:lnTo>
                <a:lnTo>
                  <a:pt x="1323232" y="157618"/>
                </a:lnTo>
                <a:lnTo>
                  <a:pt x="1298421" y="156060"/>
                </a:lnTo>
                <a:lnTo>
                  <a:pt x="1273747" y="154433"/>
                </a:lnTo>
                <a:lnTo>
                  <a:pt x="1249213" y="152740"/>
                </a:lnTo>
                <a:lnTo>
                  <a:pt x="1224824" y="150981"/>
                </a:lnTo>
                <a:lnTo>
                  <a:pt x="1200584" y="149160"/>
                </a:lnTo>
                <a:lnTo>
                  <a:pt x="1176496" y="147279"/>
                </a:lnTo>
                <a:lnTo>
                  <a:pt x="1152564" y="145339"/>
                </a:lnTo>
                <a:lnTo>
                  <a:pt x="1128794" y="143344"/>
                </a:lnTo>
                <a:lnTo>
                  <a:pt x="1105188" y="141294"/>
                </a:lnTo>
                <a:lnTo>
                  <a:pt x="1081751" y="139193"/>
                </a:lnTo>
                <a:lnTo>
                  <a:pt x="1058487" y="137042"/>
                </a:lnTo>
                <a:lnTo>
                  <a:pt x="1035399" y="134843"/>
                </a:lnTo>
                <a:lnTo>
                  <a:pt x="1012493" y="132599"/>
                </a:lnTo>
                <a:lnTo>
                  <a:pt x="989771" y="130313"/>
                </a:lnTo>
                <a:lnTo>
                  <a:pt x="967239" y="127985"/>
                </a:lnTo>
                <a:lnTo>
                  <a:pt x="944899" y="125618"/>
                </a:lnTo>
                <a:lnTo>
                  <a:pt x="922757" y="123215"/>
                </a:lnTo>
                <a:lnTo>
                  <a:pt x="900815" y="120777"/>
                </a:lnTo>
                <a:lnTo>
                  <a:pt x="879079" y="118308"/>
                </a:lnTo>
                <a:lnTo>
                  <a:pt x="857553" y="115807"/>
                </a:lnTo>
                <a:lnTo>
                  <a:pt x="836239" y="113279"/>
                </a:lnTo>
                <a:lnTo>
                  <a:pt x="815143" y="110725"/>
                </a:lnTo>
                <a:lnTo>
                  <a:pt x="794268" y="108148"/>
                </a:lnTo>
                <a:lnTo>
                  <a:pt x="773618" y="105549"/>
                </a:lnTo>
                <a:lnTo>
                  <a:pt x="753198" y="102930"/>
                </a:lnTo>
                <a:lnTo>
                  <a:pt x="733012" y="100294"/>
                </a:lnTo>
                <a:lnTo>
                  <a:pt x="713062" y="97644"/>
                </a:lnTo>
                <a:lnTo>
                  <a:pt x="693355" y="94980"/>
                </a:lnTo>
                <a:lnTo>
                  <a:pt x="673893" y="92306"/>
                </a:lnTo>
                <a:lnTo>
                  <a:pt x="654681" y="89623"/>
                </a:lnTo>
                <a:lnTo>
                  <a:pt x="635722" y="86934"/>
                </a:lnTo>
                <a:lnTo>
                  <a:pt x="617022" y="84240"/>
                </a:lnTo>
                <a:lnTo>
                  <a:pt x="598583" y="81545"/>
                </a:lnTo>
                <a:lnTo>
                  <a:pt x="580409" y="78849"/>
                </a:lnTo>
                <a:lnTo>
                  <a:pt x="562506" y="76156"/>
                </a:lnTo>
                <a:lnTo>
                  <a:pt x="544877" y="73467"/>
                </a:lnTo>
                <a:lnTo>
                  <a:pt x="527525" y="70785"/>
                </a:lnTo>
                <a:lnTo>
                  <a:pt x="510456" y="68112"/>
                </a:lnTo>
                <a:lnTo>
                  <a:pt x="493673" y="65449"/>
                </a:lnTo>
                <a:lnTo>
                  <a:pt x="477179" y="62799"/>
                </a:lnTo>
                <a:lnTo>
                  <a:pt x="460980" y="60165"/>
                </a:lnTo>
                <a:lnTo>
                  <a:pt x="445079" y="57548"/>
                </a:lnTo>
                <a:lnTo>
                  <a:pt x="429481" y="54951"/>
                </a:lnTo>
                <a:lnTo>
                  <a:pt x="414188" y="52375"/>
                </a:lnTo>
                <a:lnTo>
                  <a:pt x="399206" y="49823"/>
                </a:lnTo>
                <a:lnTo>
                  <a:pt x="384538" y="47297"/>
                </a:lnTo>
                <a:lnTo>
                  <a:pt x="370189" y="44800"/>
                </a:lnTo>
                <a:lnTo>
                  <a:pt x="356162" y="42332"/>
                </a:lnTo>
                <a:lnTo>
                  <a:pt x="342462" y="39897"/>
                </a:lnTo>
                <a:lnTo>
                  <a:pt x="329092" y="37497"/>
                </a:lnTo>
                <a:lnTo>
                  <a:pt x="316057" y="35134"/>
                </a:lnTo>
                <a:lnTo>
                  <a:pt x="303360" y="32810"/>
                </a:lnTo>
                <a:lnTo>
                  <a:pt x="291006" y="30526"/>
                </a:lnTo>
                <a:lnTo>
                  <a:pt x="278999" y="28286"/>
                </a:lnTo>
                <a:lnTo>
                  <a:pt x="267342" y="26092"/>
                </a:lnTo>
                <a:lnTo>
                  <a:pt x="256040" y="23945"/>
                </a:lnTo>
                <a:lnTo>
                  <a:pt x="245097" y="21848"/>
                </a:lnTo>
                <a:lnTo>
                  <a:pt x="234517" y="19803"/>
                </a:lnTo>
                <a:lnTo>
                  <a:pt x="224304" y="17812"/>
                </a:lnTo>
                <a:lnTo>
                  <a:pt x="214462" y="15877"/>
                </a:lnTo>
                <a:lnTo>
                  <a:pt x="204995" y="14000"/>
                </a:lnTo>
                <a:lnTo>
                  <a:pt x="195907" y="12185"/>
                </a:lnTo>
                <a:lnTo>
                  <a:pt x="187202" y="10432"/>
                </a:lnTo>
                <a:lnTo>
                  <a:pt x="178884" y="8743"/>
                </a:lnTo>
                <a:lnTo>
                  <a:pt x="170957" y="7122"/>
                </a:lnTo>
                <a:lnTo>
                  <a:pt x="163426" y="5570"/>
                </a:lnTo>
                <a:lnTo>
                  <a:pt x="156294" y="4090"/>
                </a:lnTo>
                <a:lnTo>
                  <a:pt x="149565" y="2683"/>
                </a:lnTo>
                <a:lnTo>
                  <a:pt x="143244" y="1352"/>
                </a:lnTo>
                <a:lnTo>
                  <a:pt x="137333" y="98"/>
                </a:lnTo>
                <a:lnTo>
                  <a:pt x="122233" y="0"/>
                </a:lnTo>
                <a:lnTo>
                  <a:pt x="108810" y="5610"/>
                </a:lnTo>
                <a:lnTo>
                  <a:pt x="98549" y="15927"/>
                </a:lnTo>
                <a:lnTo>
                  <a:pt x="92936" y="29949"/>
                </a:lnTo>
                <a:lnTo>
                  <a:pt x="0" y="547165"/>
                </a:lnTo>
                <a:lnTo>
                  <a:pt x="122" y="561174"/>
                </a:lnTo>
                <a:close/>
                <a:moveTo>
                  <a:pt x="3500473" y="566996"/>
                </a:moveTo>
                <a:lnTo>
                  <a:pt x="3492692" y="571060"/>
                </a:lnTo>
                <a:lnTo>
                  <a:pt x="3487114" y="572329"/>
                </a:lnTo>
                <a:lnTo>
                  <a:pt x="3481123" y="573684"/>
                </a:lnTo>
                <a:lnTo>
                  <a:pt x="3474722" y="575121"/>
                </a:lnTo>
                <a:lnTo>
                  <a:pt x="3467915" y="576640"/>
                </a:lnTo>
                <a:lnTo>
                  <a:pt x="3460706" y="578238"/>
                </a:lnTo>
                <a:lnTo>
                  <a:pt x="3453099" y="579913"/>
                </a:lnTo>
                <a:lnTo>
                  <a:pt x="3445099" y="581662"/>
                </a:lnTo>
                <a:lnTo>
                  <a:pt x="3436710" y="583483"/>
                </a:lnTo>
                <a:lnTo>
                  <a:pt x="3427935" y="585375"/>
                </a:lnTo>
                <a:lnTo>
                  <a:pt x="3418779" y="587335"/>
                </a:lnTo>
                <a:lnTo>
                  <a:pt x="3409246" y="589361"/>
                </a:lnTo>
                <a:lnTo>
                  <a:pt x="3399340" y="591450"/>
                </a:lnTo>
                <a:lnTo>
                  <a:pt x="3389065" y="593600"/>
                </a:lnTo>
                <a:lnTo>
                  <a:pt x="3378425" y="595810"/>
                </a:lnTo>
                <a:lnTo>
                  <a:pt x="3367425" y="598077"/>
                </a:lnTo>
                <a:lnTo>
                  <a:pt x="3356068" y="600398"/>
                </a:lnTo>
                <a:lnTo>
                  <a:pt x="3344359" y="602772"/>
                </a:lnTo>
                <a:lnTo>
                  <a:pt x="3332301" y="605197"/>
                </a:lnTo>
                <a:lnTo>
                  <a:pt x="3319899" y="607670"/>
                </a:lnTo>
                <a:lnTo>
                  <a:pt x="3307157" y="610189"/>
                </a:lnTo>
                <a:lnTo>
                  <a:pt x="3294078" y="612751"/>
                </a:lnTo>
                <a:lnTo>
                  <a:pt x="3280668" y="615355"/>
                </a:lnTo>
                <a:lnTo>
                  <a:pt x="3266930" y="617999"/>
                </a:lnTo>
                <a:lnTo>
                  <a:pt x="3252868" y="620680"/>
                </a:lnTo>
                <a:lnTo>
                  <a:pt x="3238487" y="623396"/>
                </a:lnTo>
                <a:lnTo>
                  <a:pt x="3223790" y="626145"/>
                </a:lnTo>
                <a:lnTo>
                  <a:pt x="3208782" y="628924"/>
                </a:lnTo>
                <a:lnTo>
                  <a:pt x="3193467" y="631732"/>
                </a:lnTo>
                <a:lnTo>
                  <a:pt x="3177848" y="634566"/>
                </a:lnTo>
                <a:lnTo>
                  <a:pt x="3161930" y="637424"/>
                </a:lnTo>
                <a:lnTo>
                  <a:pt x="3145717" y="640304"/>
                </a:lnTo>
                <a:lnTo>
                  <a:pt x="3129213" y="643203"/>
                </a:lnTo>
                <a:lnTo>
                  <a:pt x="3112423" y="646120"/>
                </a:lnTo>
                <a:lnTo>
                  <a:pt x="3095350" y="649052"/>
                </a:lnTo>
                <a:lnTo>
                  <a:pt x="3077998" y="651998"/>
                </a:lnTo>
                <a:lnTo>
                  <a:pt x="3060372" y="654954"/>
                </a:lnTo>
                <a:lnTo>
                  <a:pt x="3042476" y="657919"/>
                </a:lnTo>
                <a:lnTo>
                  <a:pt x="3024313" y="660890"/>
                </a:lnTo>
                <a:lnTo>
                  <a:pt x="3005888" y="663866"/>
                </a:lnTo>
                <a:lnTo>
                  <a:pt x="2987205" y="666843"/>
                </a:lnTo>
                <a:lnTo>
                  <a:pt x="2968268" y="669821"/>
                </a:lnTo>
                <a:lnTo>
                  <a:pt x="2949082" y="672796"/>
                </a:lnTo>
                <a:lnTo>
                  <a:pt x="2929649" y="675766"/>
                </a:lnTo>
                <a:lnTo>
                  <a:pt x="2909975" y="678730"/>
                </a:lnTo>
                <a:lnTo>
                  <a:pt x="2890064" y="681685"/>
                </a:lnTo>
                <a:lnTo>
                  <a:pt x="2869919" y="684629"/>
                </a:lnTo>
                <a:lnTo>
                  <a:pt x="2849545" y="687559"/>
                </a:lnTo>
                <a:lnTo>
                  <a:pt x="2828946" y="690474"/>
                </a:lnTo>
                <a:lnTo>
                  <a:pt x="2808125" y="693372"/>
                </a:lnTo>
                <a:lnTo>
                  <a:pt x="2787088" y="696249"/>
                </a:lnTo>
                <a:lnTo>
                  <a:pt x="2765837" y="699104"/>
                </a:lnTo>
                <a:lnTo>
                  <a:pt x="2744378" y="701935"/>
                </a:lnTo>
                <a:lnTo>
                  <a:pt x="2722715" y="704740"/>
                </a:lnTo>
                <a:lnTo>
                  <a:pt x="2700851" y="707516"/>
                </a:lnTo>
                <a:lnTo>
                  <a:pt x="2678790" y="710260"/>
                </a:lnTo>
                <a:lnTo>
                  <a:pt x="2656537" y="712972"/>
                </a:lnTo>
                <a:lnTo>
                  <a:pt x="2634096" y="715649"/>
                </a:lnTo>
                <a:lnTo>
                  <a:pt x="2611470" y="718288"/>
                </a:lnTo>
                <a:lnTo>
                  <a:pt x="2588665" y="720887"/>
                </a:lnTo>
                <a:lnTo>
                  <a:pt x="2565684" y="723444"/>
                </a:lnTo>
                <a:lnTo>
                  <a:pt x="2542531" y="725958"/>
                </a:lnTo>
                <a:lnTo>
                  <a:pt x="2519210" y="728425"/>
                </a:lnTo>
                <a:lnTo>
                  <a:pt x="2495725" y="730843"/>
                </a:lnTo>
                <a:lnTo>
                  <a:pt x="2472081" y="733211"/>
                </a:lnTo>
                <a:lnTo>
                  <a:pt x="2448282" y="735526"/>
                </a:lnTo>
                <a:lnTo>
                  <a:pt x="2424332" y="737786"/>
                </a:lnTo>
                <a:lnTo>
                  <a:pt x="2400234" y="739989"/>
                </a:lnTo>
                <a:lnTo>
                  <a:pt x="2375993" y="742132"/>
                </a:lnTo>
                <a:lnTo>
                  <a:pt x="2351613" y="744214"/>
                </a:lnTo>
                <a:lnTo>
                  <a:pt x="2327099" y="746231"/>
                </a:lnTo>
                <a:lnTo>
                  <a:pt x="2302453" y="748183"/>
                </a:lnTo>
                <a:lnTo>
                  <a:pt x="2277681" y="750066"/>
                </a:lnTo>
                <a:lnTo>
                  <a:pt x="2252787" y="751879"/>
                </a:lnTo>
                <a:lnTo>
                  <a:pt x="2227774" y="753620"/>
                </a:lnTo>
                <a:lnTo>
                  <a:pt x="2202646" y="755285"/>
                </a:lnTo>
                <a:lnTo>
                  <a:pt x="2177409" y="756873"/>
                </a:lnTo>
                <a:lnTo>
                  <a:pt x="2152065" y="758383"/>
                </a:lnTo>
                <a:lnTo>
                  <a:pt x="2126619" y="759810"/>
                </a:lnTo>
                <a:lnTo>
                  <a:pt x="2101076" y="761154"/>
                </a:lnTo>
                <a:lnTo>
                  <a:pt x="2075438" y="762413"/>
                </a:lnTo>
                <a:lnTo>
                  <a:pt x="2049711" y="763583"/>
                </a:lnTo>
                <a:lnTo>
                  <a:pt x="2023899" y="764663"/>
                </a:lnTo>
                <a:lnTo>
                  <a:pt x="1998005" y="765650"/>
                </a:lnTo>
                <a:lnTo>
                  <a:pt x="1972033" y="766543"/>
                </a:lnTo>
                <a:lnTo>
                  <a:pt x="1945988" y="767339"/>
                </a:lnTo>
                <a:lnTo>
                  <a:pt x="1919874" y="768036"/>
                </a:lnTo>
                <a:lnTo>
                  <a:pt x="1893695" y="768632"/>
                </a:lnTo>
                <a:lnTo>
                  <a:pt x="1867455" y="769125"/>
                </a:lnTo>
                <a:lnTo>
                  <a:pt x="1841159" y="769512"/>
                </a:lnTo>
                <a:lnTo>
                  <a:pt x="1814809" y="769791"/>
                </a:lnTo>
                <a:lnTo>
                  <a:pt x="1788411" y="769960"/>
                </a:lnTo>
                <a:lnTo>
                  <a:pt x="1761968" y="770017"/>
                </a:lnTo>
                <a:lnTo>
                  <a:pt x="1735525" y="769960"/>
                </a:lnTo>
                <a:lnTo>
                  <a:pt x="1709127" y="769791"/>
                </a:lnTo>
                <a:lnTo>
                  <a:pt x="1682777" y="769512"/>
                </a:lnTo>
                <a:lnTo>
                  <a:pt x="1656481" y="769125"/>
                </a:lnTo>
                <a:lnTo>
                  <a:pt x="1630241" y="768632"/>
                </a:lnTo>
                <a:lnTo>
                  <a:pt x="1604062" y="768036"/>
                </a:lnTo>
                <a:lnTo>
                  <a:pt x="1577948" y="767339"/>
                </a:lnTo>
                <a:lnTo>
                  <a:pt x="1551903" y="766543"/>
                </a:lnTo>
                <a:lnTo>
                  <a:pt x="1525931" y="765650"/>
                </a:lnTo>
                <a:lnTo>
                  <a:pt x="1500037" y="764663"/>
                </a:lnTo>
                <a:lnTo>
                  <a:pt x="1474224" y="763583"/>
                </a:lnTo>
                <a:lnTo>
                  <a:pt x="1448497" y="762413"/>
                </a:lnTo>
                <a:lnTo>
                  <a:pt x="1422860" y="761154"/>
                </a:lnTo>
                <a:lnTo>
                  <a:pt x="1397316" y="759810"/>
                </a:lnTo>
                <a:lnTo>
                  <a:pt x="1371871" y="758382"/>
                </a:lnTo>
                <a:lnTo>
                  <a:pt x="1346527" y="756873"/>
                </a:lnTo>
                <a:lnTo>
                  <a:pt x="1321289" y="755285"/>
                </a:lnTo>
                <a:lnTo>
                  <a:pt x="1296162" y="753619"/>
                </a:lnTo>
                <a:lnTo>
                  <a:pt x="1271149" y="751879"/>
                </a:lnTo>
                <a:lnTo>
                  <a:pt x="1246254" y="750066"/>
                </a:lnTo>
                <a:lnTo>
                  <a:pt x="1221482" y="748183"/>
                </a:lnTo>
                <a:lnTo>
                  <a:pt x="1196837" y="746231"/>
                </a:lnTo>
                <a:lnTo>
                  <a:pt x="1172322" y="744214"/>
                </a:lnTo>
                <a:lnTo>
                  <a:pt x="1147943" y="742132"/>
                </a:lnTo>
                <a:lnTo>
                  <a:pt x="1123702" y="739989"/>
                </a:lnTo>
                <a:lnTo>
                  <a:pt x="1099604" y="737786"/>
                </a:lnTo>
                <a:lnTo>
                  <a:pt x="1075653" y="735526"/>
                </a:lnTo>
                <a:lnTo>
                  <a:pt x="1051854" y="733211"/>
                </a:lnTo>
                <a:lnTo>
                  <a:pt x="1028210" y="730843"/>
                </a:lnTo>
                <a:lnTo>
                  <a:pt x="1004726" y="728425"/>
                </a:lnTo>
                <a:lnTo>
                  <a:pt x="981405" y="725958"/>
                </a:lnTo>
                <a:lnTo>
                  <a:pt x="958252" y="723444"/>
                </a:lnTo>
                <a:lnTo>
                  <a:pt x="935271" y="720887"/>
                </a:lnTo>
                <a:lnTo>
                  <a:pt x="912465" y="718288"/>
                </a:lnTo>
                <a:lnTo>
                  <a:pt x="889840" y="715649"/>
                </a:lnTo>
                <a:lnTo>
                  <a:pt x="867399" y="712972"/>
                </a:lnTo>
                <a:lnTo>
                  <a:pt x="845146" y="710260"/>
                </a:lnTo>
                <a:lnTo>
                  <a:pt x="823085" y="707515"/>
                </a:lnTo>
                <a:lnTo>
                  <a:pt x="801221" y="704740"/>
                </a:lnTo>
                <a:lnTo>
                  <a:pt x="779557" y="701935"/>
                </a:lnTo>
                <a:lnTo>
                  <a:pt x="758098" y="699104"/>
                </a:lnTo>
                <a:lnTo>
                  <a:pt x="736848" y="696249"/>
                </a:lnTo>
                <a:lnTo>
                  <a:pt x="715810" y="693372"/>
                </a:lnTo>
                <a:lnTo>
                  <a:pt x="694990" y="690474"/>
                </a:lnTo>
                <a:lnTo>
                  <a:pt x="674391" y="687559"/>
                </a:lnTo>
                <a:lnTo>
                  <a:pt x="654017" y="684629"/>
                </a:lnTo>
                <a:lnTo>
                  <a:pt x="633872" y="681685"/>
                </a:lnTo>
                <a:lnTo>
                  <a:pt x="613960" y="678730"/>
                </a:lnTo>
                <a:lnTo>
                  <a:pt x="594286" y="675766"/>
                </a:lnTo>
                <a:lnTo>
                  <a:pt x="574854" y="672796"/>
                </a:lnTo>
                <a:lnTo>
                  <a:pt x="555667" y="669820"/>
                </a:lnTo>
                <a:lnTo>
                  <a:pt x="536730" y="666843"/>
                </a:lnTo>
                <a:lnTo>
                  <a:pt x="518048" y="663865"/>
                </a:lnTo>
                <a:lnTo>
                  <a:pt x="499623" y="660890"/>
                </a:lnTo>
                <a:lnTo>
                  <a:pt x="481460" y="657919"/>
                </a:lnTo>
                <a:lnTo>
                  <a:pt x="463563" y="654954"/>
                </a:lnTo>
                <a:lnTo>
                  <a:pt x="445937" y="651998"/>
                </a:lnTo>
                <a:lnTo>
                  <a:pt x="428586" y="649052"/>
                </a:lnTo>
                <a:lnTo>
                  <a:pt x="411513" y="646120"/>
                </a:lnTo>
                <a:lnTo>
                  <a:pt x="394722" y="643203"/>
                </a:lnTo>
                <a:lnTo>
                  <a:pt x="378218" y="640303"/>
                </a:lnTo>
                <a:lnTo>
                  <a:pt x="362006" y="637424"/>
                </a:lnTo>
                <a:lnTo>
                  <a:pt x="346088" y="634565"/>
                </a:lnTo>
                <a:lnTo>
                  <a:pt x="330469" y="631731"/>
                </a:lnTo>
                <a:lnTo>
                  <a:pt x="315153" y="628924"/>
                </a:lnTo>
                <a:lnTo>
                  <a:pt x="300145" y="626144"/>
                </a:lnTo>
                <a:lnTo>
                  <a:pt x="285448" y="623396"/>
                </a:lnTo>
                <a:lnTo>
                  <a:pt x="271067" y="620680"/>
                </a:lnTo>
                <a:lnTo>
                  <a:pt x="257005" y="617999"/>
                </a:lnTo>
                <a:lnTo>
                  <a:pt x="243267" y="615355"/>
                </a:lnTo>
                <a:lnTo>
                  <a:pt x="229857" y="612751"/>
                </a:lnTo>
                <a:lnTo>
                  <a:pt x="216779" y="610188"/>
                </a:lnTo>
                <a:lnTo>
                  <a:pt x="204037" y="607670"/>
                </a:lnTo>
                <a:lnTo>
                  <a:pt x="191635" y="605197"/>
                </a:lnTo>
                <a:lnTo>
                  <a:pt x="179577" y="602772"/>
                </a:lnTo>
                <a:lnTo>
                  <a:pt x="167867" y="600398"/>
                </a:lnTo>
                <a:lnTo>
                  <a:pt x="156510" y="598076"/>
                </a:lnTo>
                <a:lnTo>
                  <a:pt x="145510" y="595810"/>
                </a:lnTo>
                <a:lnTo>
                  <a:pt x="134870" y="593600"/>
                </a:lnTo>
                <a:lnTo>
                  <a:pt x="124595" y="591449"/>
                </a:lnTo>
                <a:lnTo>
                  <a:pt x="114689" y="589360"/>
                </a:lnTo>
                <a:lnTo>
                  <a:pt x="105156" y="587335"/>
                </a:lnTo>
                <a:lnTo>
                  <a:pt x="96000" y="585375"/>
                </a:lnTo>
                <a:lnTo>
                  <a:pt x="87225" y="583483"/>
                </a:lnTo>
                <a:lnTo>
                  <a:pt x="78836" y="581662"/>
                </a:lnTo>
                <a:lnTo>
                  <a:pt x="70836" y="579912"/>
                </a:lnTo>
                <a:lnTo>
                  <a:pt x="63229" y="578238"/>
                </a:lnTo>
                <a:lnTo>
                  <a:pt x="56021" y="576640"/>
                </a:lnTo>
                <a:lnTo>
                  <a:pt x="49213" y="575121"/>
                </a:lnTo>
                <a:lnTo>
                  <a:pt x="42812" y="573683"/>
                </a:lnTo>
                <a:lnTo>
                  <a:pt x="36821" y="572329"/>
                </a:lnTo>
                <a:lnTo>
                  <a:pt x="31243" y="571060"/>
                </a:lnTo>
                <a:lnTo>
                  <a:pt x="23462" y="566996"/>
                </a:lnTo>
                <a:lnTo>
                  <a:pt x="18745" y="559711"/>
                </a:lnTo>
                <a:lnTo>
                  <a:pt x="18127" y="550422"/>
                </a:lnTo>
                <a:lnTo>
                  <a:pt x="111065" y="33206"/>
                </a:lnTo>
                <a:lnTo>
                  <a:pt x="115407" y="24136"/>
                </a:lnTo>
                <a:lnTo>
                  <a:pt x="123479" y="18709"/>
                </a:lnTo>
                <a:lnTo>
                  <a:pt x="133500" y="18113"/>
                </a:lnTo>
                <a:lnTo>
                  <a:pt x="139428" y="19370"/>
                </a:lnTo>
                <a:lnTo>
                  <a:pt x="145769" y="20705"/>
                </a:lnTo>
                <a:lnTo>
                  <a:pt x="152517" y="22116"/>
                </a:lnTo>
                <a:lnTo>
                  <a:pt x="159670" y="23601"/>
                </a:lnTo>
                <a:lnTo>
                  <a:pt x="167222" y="25157"/>
                </a:lnTo>
                <a:lnTo>
                  <a:pt x="175171" y="26783"/>
                </a:lnTo>
                <a:lnTo>
                  <a:pt x="183511" y="28476"/>
                </a:lnTo>
                <a:lnTo>
                  <a:pt x="192239" y="30234"/>
                </a:lnTo>
                <a:lnTo>
                  <a:pt x="201351" y="32054"/>
                </a:lnTo>
                <a:lnTo>
                  <a:pt x="210843" y="33936"/>
                </a:lnTo>
                <a:lnTo>
                  <a:pt x="220710" y="35876"/>
                </a:lnTo>
                <a:lnTo>
                  <a:pt x="230949" y="37872"/>
                </a:lnTo>
                <a:lnTo>
                  <a:pt x="241556" y="39922"/>
                </a:lnTo>
                <a:lnTo>
                  <a:pt x="252526" y="42025"/>
                </a:lnTo>
                <a:lnTo>
                  <a:pt x="263856" y="44177"/>
                </a:lnTo>
                <a:lnTo>
                  <a:pt x="275541" y="46377"/>
                </a:lnTo>
                <a:lnTo>
                  <a:pt x="287578" y="48622"/>
                </a:lnTo>
                <a:lnTo>
                  <a:pt x="299962" y="50911"/>
                </a:lnTo>
                <a:lnTo>
                  <a:pt x="312689" y="53242"/>
                </a:lnTo>
                <a:lnTo>
                  <a:pt x="325756" y="55611"/>
                </a:lnTo>
                <a:lnTo>
                  <a:pt x="339158" y="58017"/>
                </a:lnTo>
                <a:lnTo>
                  <a:pt x="352891" y="60457"/>
                </a:lnTo>
                <a:lnTo>
                  <a:pt x="366951" y="62931"/>
                </a:lnTo>
                <a:lnTo>
                  <a:pt x="381334" y="65434"/>
                </a:lnTo>
                <a:lnTo>
                  <a:pt x="396036" y="67966"/>
                </a:lnTo>
                <a:lnTo>
                  <a:pt x="411053" y="70524"/>
                </a:lnTo>
                <a:lnTo>
                  <a:pt x="426381" y="73106"/>
                </a:lnTo>
                <a:lnTo>
                  <a:pt x="442016" y="75710"/>
                </a:lnTo>
                <a:lnTo>
                  <a:pt x="457954" y="78333"/>
                </a:lnTo>
                <a:lnTo>
                  <a:pt x="474191" y="80973"/>
                </a:lnTo>
                <a:lnTo>
                  <a:pt x="490722" y="83629"/>
                </a:lnTo>
                <a:lnTo>
                  <a:pt x="507544" y="86298"/>
                </a:lnTo>
                <a:lnTo>
                  <a:pt x="524653" y="88978"/>
                </a:lnTo>
                <a:lnTo>
                  <a:pt x="542044" y="91666"/>
                </a:lnTo>
                <a:lnTo>
                  <a:pt x="559714" y="94361"/>
                </a:lnTo>
                <a:lnTo>
                  <a:pt x="577658" y="97060"/>
                </a:lnTo>
                <a:lnTo>
                  <a:pt x="595873" y="99762"/>
                </a:lnTo>
                <a:lnTo>
                  <a:pt x="614354" y="102464"/>
                </a:lnTo>
                <a:lnTo>
                  <a:pt x="633098" y="105163"/>
                </a:lnTo>
                <a:lnTo>
                  <a:pt x="652100" y="107859"/>
                </a:lnTo>
                <a:lnTo>
                  <a:pt x="671356" y="110548"/>
                </a:lnTo>
                <a:lnTo>
                  <a:pt x="690862" y="113228"/>
                </a:lnTo>
                <a:lnTo>
                  <a:pt x="710614" y="115898"/>
                </a:lnTo>
                <a:lnTo>
                  <a:pt x="730609" y="118554"/>
                </a:lnTo>
                <a:lnTo>
                  <a:pt x="750842" y="121196"/>
                </a:lnTo>
                <a:lnTo>
                  <a:pt x="771308" y="123820"/>
                </a:lnTo>
                <a:lnTo>
                  <a:pt x="792005" y="126425"/>
                </a:lnTo>
                <a:lnTo>
                  <a:pt x="812927" y="129009"/>
                </a:lnTo>
                <a:lnTo>
                  <a:pt x="834072" y="131569"/>
                </a:lnTo>
                <a:lnTo>
                  <a:pt x="855434" y="134102"/>
                </a:lnTo>
                <a:lnTo>
                  <a:pt x="877010" y="136608"/>
                </a:lnTo>
                <a:lnTo>
                  <a:pt x="898796" y="139084"/>
                </a:lnTo>
                <a:lnTo>
                  <a:pt x="920787" y="141527"/>
                </a:lnTo>
                <a:lnTo>
                  <a:pt x="942980" y="143935"/>
                </a:lnTo>
                <a:lnTo>
                  <a:pt x="965371" y="146307"/>
                </a:lnTo>
                <a:lnTo>
                  <a:pt x="987955" y="148640"/>
                </a:lnTo>
                <a:lnTo>
                  <a:pt x="1010728" y="150932"/>
                </a:lnTo>
                <a:lnTo>
                  <a:pt x="1033687" y="153181"/>
                </a:lnTo>
                <a:lnTo>
                  <a:pt x="1056828" y="155384"/>
                </a:lnTo>
                <a:lnTo>
                  <a:pt x="1080146" y="157540"/>
                </a:lnTo>
                <a:lnTo>
                  <a:pt x="1103637" y="159646"/>
                </a:lnTo>
                <a:lnTo>
                  <a:pt x="1127297" y="161700"/>
                </a:lnTo>
                <a:lnTo>
                  <a:pt x="1151123" y="163700"/>
                </a:lnTo>
                <a:lnTo>
                  <a:pt x="1175109" y="165644"/>
                </a:lnTo>
                <a:lnTo>
                  <a:pt x="1199253" y="167529"/>
                </a:lnTo>
                <a:lnTo>
                  <a:pt x="1223550" y="169354"/>
                </a:lnTo>
                <a:lnTo>
                  <a:pt x="1247996" y="171117"/>
                </a:lnTo>
                <a:lnTo>
                  <a:pt x="1272586" y="172814"/>
                </a:lnTo>
                <a:lnTo>
                  <a:pt x="1297318" y="174444"/>
                </a:lnTo>
                <a:lnTo>
                  <a:pt x="1322187" y="176006"/>
                </a:lnTo>
                <a:lnTo>
                  <a:pt x="1347188" y="177495"/>
                </a:lnTo>
                <a:lnTo>
                  <a:pt x="1372318" y="178912"/>
                </a:lnTo>
                <a:lnTo>
                  <a:pt x="1397573" y="180252"/>
                </a:lnTo>
                <a:lnTo>
                  <a:pt x="1422948" y="181515"/>
                </a:lnTo>
                <a:lnTo>
                  <a:pt x="1448440" y="182698"/>
                </a:lnTo>
                <a:lnTo>
                  <a:pt x="1474045" y="183799"/>
                </a:lnTo>
                <a:lnTo>
                  <a:pt x="1499758" y="184815"/>
                </a:lnTo>
                <a:lnTo>
                  <a:pt x="1525576" y="185744"/>
                </a:lnTo>
                <a:lnTo>
                  <a:pt x="1551494" y="186586"/>
                </a:lnTo>
                <a:lnTo>
                  <a:pt x="1577508" y="187336"/>
                </a:lnTo>
                <a:lnTo>
                  <a:pt x="1603615" y="187993"/>
                </a:lnTo>
                <a:lnTo>
                  <a:pt x="1629810" y="188555"/>
                </a:lnTo>
                <a:lnTo>
                  <a:pt x="1656090" y="189020"/>
                </a:lnTo>
                <a:lnTo>
                  <a:pt x="1682449" y="189385"/>
                </a:lnTo>
                <a:lnTo>
                  <a:pt x="1708885" y="189648"/>
                </a:lnTo>
                <a:lnTo>
                  <a:pt x="1735392" y="189808"/>
                </a:lnTo>
                <a:lnTo>
                  <a:pt x="1761968" y="189862"/>
                </a:lnTo>
                <a:lnTo>
                  <a:pt x="1788544" y="189808"/>
                </a:lnTo>
                <a:lnTo>
                  <a:pt x="1815051" y="189648"/>
                </a:lnTo>
                <a:lnTo>
                  <a:pt x="1841487" y="189385"/>
                </a:lnTo>
                <a:lnTo>
                  <a:pt x="1867847" y="189020"/>
                </a:lnTo>
                <a:lnTo>
                  <a:pt x="1894126" y="188555"/>
                </a:lnTo>
                <a:lnTo>
                  <a:pt x="1920321" y="187993"/>
                </a:lnTo>
                <a:lnTo>
                  <a:pt x="1946428" y="187336"/>
                </a:lnTo>
                <a:lnTo>
                  <a:pt x="1972442" y="186586"/>
                </a:lnTo>
                <a:lnTo>
                  <a:pt x="1998360" y="185744"/>
                </a:lnTo>
                <a:lnTo>
                  <a:pt x="2024178" y="184815"/>
                </a:lnTo>
                <a:lnTo>
                  <a:pt x="2049891" y="183799"/>
                </a:lnTo>
                <a:lnTo>
                  <a:pt x="2075496" y="182698"/>
                </a:lnTo>
                <a:lnTo>
                  <a:pt x="2100988" y="181515"/>
                </a:lnTo>
                <a:lnTo>
                  <a:pt x="2126363" y="180252"/>
                </a:lnTo>
                <a:lnTo>
                  <a:pt x="2151618" y="178912"/>
                </a:lnTo>
                <a:lnTo>
                  <a:pt x="2176748" y="177495"/>
                </a:lnTo>
                <a:lnTo>
                  <a:pt x="2201750" y="176006"/>
                </a:lnTo>
                <a:lnTo>
                  <a:pt x="2226618" y="174444"/>
                </a:lnTo>
                <a:lnTo>
                  <a:pt x="2251350" y="172814"/>
                </a:lnTo>
                <a:lnTo>
                  <a:pt x="2275940" y="171117"/>
                </a:lnTo>
                <a:lnTo>
                  <a:pt x="2300386" y="169354"/>
                </a:lnTo>
                <a:lnTo>
                  <a:pt x="2324683" y="167529"/>
                </a:lnTo>
                <a:lnTo>
                  <a:pt x="2348827" y="165644"/>
                </a:lnTo>
                <a:lnTo>
                  <a:pt x="2372814" y="163700"/>
                </a:lnTo>
                <a:lnTo>
                  <a:pt x="2396639" y="161700"/>
                </a:lnTo>
                <a:lnTo>
                  <a:pt x="2420299" y="159646"/>
                </a:lnTo>
                <a:lnTo>
                  <a:pt x="2443790" y="157540"/>
                </a:lnTo>
                <a:lnTo>
                  <a:pt x="2467108" y="155384"/>
                </a:lnTo>
                <a:lnTo>
                  <a:pt x="2490249" y="153181"/>
                </a:lnTo>
                <a:lnTo>
                  <a:pt x="2513208" y="150932"/>
                </a:lnTo>
                <a:lnTo>
                  <a:pt x="2535981" y="148640"/>
                </a:lnTo>
                <a:lnTo>
                  <a:pt x="2558565" y="146307"/>
                </a:lnTo>
                <a:lnTo>
                  <a:pt x="2580956" y="143935"/>
                </a:lnTo>
                <a:lnTo>
                  <a:pt x="2603149" y="141527"/>
                </a:lnTo>
                <a:lnTo>
                  <a:pt x="2625141" y="139084"/>
                </a:lnTo>
                <a:lnTo>
                  <a:pt x="2646926" y="136608"/>
                </a:lnTo>
                <a:lnTo>
                  <a:pt x="2668502" y="134102"/>
                </a:lnTo>
                <a:lnTo>
                  <a:pt x="2689864" y="131569"/>
                </a:lnTo>
                <a:lnTo>
                  <a:pt x="2711009" y="129009"/>
                </a:lnTo>
                <a:lnTo>
                  <a:pt x="2731931" y="126425"/>
                </a:lnTo>
                <a:lnTo>
                  <a:pt x="2752628" y="123820"/>
                </a:lnTo>
                <a:lnTo>
                  <a:pt x="2773095" y="121196"/>
                </a:lnTo>
                <a:lnTo>
                  <a:pt x="2793327" y="118554"/>
                </a:lnTo>
                <a:lnTo>
                  <a:pt x="2813322" y="115898"/>
                </a:lnTo>
                <a:lnTo>
                  <a:pt x="2833074" y="113228"/>
                </a:lnTo>
                <a:lnTo>
                  <a:pt x="2852581" y="110548"/>
                </a:lnTo>
                <a:lnTo>
                  <a:pt x="2871837" y="107859"/>
                </a:lnTo>
                <a:lnTo>
                  <a:pt x="2890838" y="105163"/>
                </a:lnTo>
                <a:lnTo>
                  <a:pt x="2909582" y="102464"/>
                </a:lnTo>
                <a:lnTo>
                  <a:pt x="2928063" y="99762"/>
                </a:lnTo>
                <a:lnTo>
                  <a:pt x="2946278" y="97060"/>
                </a:lnTo>
                <a:lnTo>
                  <a:pt x="2964222" y="94361"/>
                </a:lnTo>
                <a:lnTo>
                  <a:pt x="2981892" y="91666"/>
                </a:lnTo>
                <a:lnTo>
                  <a:pt x="2999283" y="88978"/>
                </a:lnTo>
                <a:lnTo>
                  <a:pt x="3016392" y="86298"/>
                </a:lnTo>
                <a:lnTo>
                  <a:pt x="3033214" y="83629"/>
                </a:lnTo>
                <a:lnTo>
                  <a:pt x="3049745" y="80973"/>
                </a:lnTo>
                <a:lnTo>
                  <a:pt x="3065982" y="78333"/>
                </a:lnTo>
                <a:lnTo>
                  <a:pt x="3081920" y="75710"/>
                </a:lnTo>
                <a:lnTo>
                  <a:pt x="3097555" y="73106"/>
                </a:lnTo>
                <a:lnTo>
                  <a:pt x="3112883" y="70524"/>
                </a:lnTo>
                <a:lnTo>
                  <a:pt x="3127900" y="67966"/>
                </a:lnTo>
                <a:lnTo>
                  <a:pt x="3142602" y="65434"/>
                </a:lnTo>
                <a:lnTo>
                  <a:pt x="3156986" y="62931"/>
                </a:lnTo>
                <a:lnTo>
                  <a:pt x="3171046" y="60457"/>
                </a:lnTo>
                <a:lnTo>
                  <a:pt x="3184779" y="58017"/>
                </a:lnTo>
                <a:lnTo>
                  <a:pt x="3198180" y="55611"/>
                </a:lnTo>
                <a:lnTo>
                  <a:pt x="3211247" y="53242"/>
                </a:lnTo>
                <a:lnTo>
                  <a:pt x="3223974" y="50911"/>
                </a:lnTo>
                <a:lnTo>
                  <a:pt x="3236358" y="48622"/>
                </a:lnTo>
                <a:lnTo>
                  <a:pt x="3248395" y="46377"/>
                </a:lnTo>
                <a:lnTo>
                  <a:pt x="3260080" y="44177"/>
                </a:lnTo>
                <a:lnTo>
                  <a:pt x="3271410" y="42025"/>
                </a:lnTo>
                <a:lnTo>
                  <a:pt x="3282380" y="39922"/>
                </a:lnTo>
                <a:lnTo>
                  <a:pt x="3292987" y="37872"/>
                </a:lnTo>
                <a:lnTo>
                  <a:pt x="3303226" y="35876"/>
                </a:lnTo>
                <a:lnTo>
                  <a:pt x="3313093" y="33936"/>
                </a:lnTo>
                <a:lnTo>
                  <a:pt x="3322585" y="32054"/>
                </a:lnTo>
                <a:lnTo>
                  <a:pt x="3331697" y="30234"/>
                </a:lnTo>
                <a:lnTo>
                  <a:pt x="3340425" y="28476"/>
                </a:lnTo>
                <a:lnTo>
                  <a:pt x="3348766" y="26783"/>
                </a:lnTo>
                <a:lnTo>
                  <a:pt x="3356714" y="25157"/>
                </a:lnTo>
                <a:lnTo>
                  <a:pt x="3364266" y="23601"/>
                </a:lnTo>
                <a:lnTo>
                  <a:pt x="3371419" y="22116"/>
                </a:lnTo>
                <a:lnTo>
                  <a:pt x="3378167" y="20705"/>
                </a:lnTo>
                <a:lnTo>
                  <a:pt x="3384508" y="19370"/>
                </a:lnTo>
                <a:lnTo>
                  <a:pt x="3390436" y="18113"/>
                </a:lnTo>
                <a:lnTo>
                  <a:pt x="3400458" y="18709"/>
                </a:lnTo>
                <a:lnTo>
                  <a:pt x="3408529" y="24136"/>
                </a:lnTo>
                <a:lnTo>
                  <a:pt x="3412871" y="33206"/>
                </a:lnTo>
                <a:lnTo>
                  <a:pt x="3505809" y="550422"/>
                </a:lnTo>
                <a:lnTo>
                  <a:pt x="3505191" y="559711"/>
                </a:lnTo>
                <a:lnTo>
                  <a:pt x="3500473" y="566996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6" name="path-4324">
            <a:extLst xmlns:a="http://schemas.openxmlformats.org/drawingml/2006/main">
              <a:ext uri="{FF2B5EF4-FFF2-40B4-BE49-F238E27FC236}">
                <a16:creationId xmlns:a16="http://schemas.microsoft.com/office/drawing/2014/main" id="{78DB03DC-9544-4B72-867C-3CDE3778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5939" y="2229085"/>
            <a:ext cx="265270" cy="283351"/>
          </a:xfrm>
          <a:custGeom xmlns:a="http://schemas.openxmlformats.org/drawingml/2006/main">
            <a:pathLst>
              <a:path w="226723" h="242177">
                <a:moveTo>
                  <a:pt x="152538" y="0"/>
                </a:moveTo>
                <a:lnTo>
                  <a:pt x="226723" y="242177"/>
                </a:lnTo>
                <a:lnTo>
                  <a:pt x="0" y="202199"/>
                </a:lnTo>
                <a:lnTo>
                  <a:pt x="152538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7" name="path-4325">
            <a:extLst xmlns:a="http://schemas.openxmlformats.org/drawingml/2006/main">
              <a:ext uri="{FF2B5EF4-FFF2-40B4-BE49-F238E27FC236}">
                <a16:creationId xmlns:a16="http://schemas.microsoft.com/office/drawing/2014/main" id="{23357043-D0D0-43F5-A109-0E2F899D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5939" y="2229085"/>
            <a:ext cx="265270" cy="283351"/>
          </a:xfrm>
          <a:custGeom xmlns:a="http://schemas.openxmlformats.org/drawingml/2006/main">
            <a:pathLst>
              <a:path w="226723" h="242177">
                <a:moveTo>
                  <a:pt x="226723" y="242177"/>
                </a:moveTo>
                <a:lnTo>
                  <a:pt x="152539" y="0"/>
                </a:lnTo>
                <a:lnTo>
                  <a:pt x="0" y="202200"/>
                </a:lnTo>
                <a:lnTo>
                  <a:pt x="226723" y="242177"/>
                </a:lnTo>
                <a:close/>
                <a:moveTo>
                  <a:pt x="41017" y="186055"/>
                </a:moveTo>
                <a:lnTo>
                  <a:pt x="143742" y="49887"/>
                </a:lnTo>
                <a:lnTo>
                  <a:pt x="193700" y="212977"/>
                </a:lnTo>
                <a:lnTo>
                  <a:pt x="41017" y="1860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8" name="path-4326">
            <a:extLst xmlns:a="http://schemas.openxmlformats.org/drawingml/2006/main">
              <a:ext uri="{FF2B5EF4-FFF2-40B4-BE49-F238E27FC236}">
                <a16:creationId xmlns:a16="http://schemas.microsoft.com/office/drawing/2014/main" id="{05551EED-90BB-4E7A-B408-991189E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9267" y="2118415"/>
            <a:ext cx="265270" cy="283351"/>
          </a:xfrm>
          <a:custGeom xmlns:a="http://schemas.openxmlformats.org/drawingml/2006/main">
            <a:pathLst>
              <a:path w="226723" h="242177">
                <a:moveTo>
                  <a:pt x="152538" y="0"/>
                </a:moveTo>
                <a:lnTo>
                  <a:pt x="226723" y="242177"/>
                </a:lnTo>
                <a:lnTo>
                  <a:pt x="0" y="202199"/>
                </a:lnTo>
                <a:lnTo>
                  <a:pt x="152538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9" name="path-4327">
            <a:extLst xmlns:a="http://schemas.openxmlformats.org/drawingml/2006/main">
              <a:ext uri="{FF2B5EF4-FFF2-40B4-BE49-F238E27FC236}">
                <a16:creationId xmlns:a16="http://schemas.microsoft.com/office/drawing/2014/main" id="{C53D8458-659E-496B-9C60-FE59C28B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9267" y="2118415"/>
            <a:ext cx="265270" cy="283351"/>
          </a:xfrm>
          <a:custGeom xmlns:a="http://schemas.openxmlformats.org/drawingml/2006/main">
            <a:pathLst>
              <a:path w="226723" h="242177">
                <a:moveTo>
                  <a:pt x="226723" y="242177"/>
                </a:moveTo>
                <a:lnTo>
                  <a:pt x="152539" y="0"/>
                </a:lnTo>
                <a:lnTo>
                  <a:pt x="0" y="202200"/>
                </a:lnTo>
                <a:lnTo>
                  <a:pt x="226723" y="242177"/>
                </a:lnTo>
                <a:close/>
                <a:moveTo>
                  <a:pt x="41017" y="186055"/>
                </a:moveTo>
                <a:lnTo>
                  <a:pt x="143742" y="49887"/>
                </a:lnTo>
                <a:lnTo>
                  <a:pt x="193700" y="212977"/>
                </a:lnTo>
                <a:lnTo>
                  <a:pt x="41017" y="1860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0" name="path-4328">
            <a:extLst xmlns:a="http://schemas.openxmlformats.org/drawingml/2006/main">
              <a:ext uri="{FF2B5EF4-FFF2-40B4-BE49-F238E27FC236}">
                <a16:creationId xmlns:a16="http://schemas.microsoft.com/office/drawing/2014/main" id="{B261F5B9-D2BB-424C-9761-AEB20CA3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375" y="2261933"/>
            <a:ext cx="449394" cy="99802"/>
          </a:xfrm>
          <a:custGeom xmlns:a="http://schemas.openxmlformats.org/drawingml/2006/main">
            <a:pathLst>
              <a:path w="384091" h="85300">
                <a:moveTo>
                  <a:pt x="1599" y="9069"/>
                </a:moveTo>
                <a:lnTo>
                  <a:pt x="0" y="18138"/>
                </a:lnTo>
                <a:lnTo>
                  <a:pt x="31741" y="23735"/>
                </a:lnTo>
                <a:lnTo>
                  <a:pt x="33340" y="14666"/>
                </a:lnTo>
                <a:lnTo>
                  <a:pt x="34940" y="5597"/>
                </a:lnTo>
                <a:lnTo>
                  <a:pt x="3198" y="0"/>
                </a:lnTo>
                <a:lnTo>
                  <a:pt x="1599" y="9069"/>
                </a:lnTo>
                <a:moveTo>
                  <a:pt x="96823" y="25860"/>
                </a:moveTo>
                <a:lnTo>
                  <a:pt x="95224" y="34928"/>
                </a:lnTo>
                <a:lnTo>
                  <a:pt x="158705" y="46122"/>
                </a:lnTo>
                <a:lnTo>
                  <a:pt x="160304" y="37053"/>
                </a:lnTo>
                <a:lnTo>
                  <a:pt x="161904" y="27984"/>
                </a:lnTo>
                <a:lnTo>
                  <a:pt x="98421" y="16791"/>
                </a:lnTo>
                <a:lnTo>
                  <a:pt x="96823" y="25860"/>
                </a:lnTo>
                <a:moveTo>
                  <a:pt x="223787" y="48247"/>
                </a:moveTo>
                <a:lnTo>
                  <a:pt x="222188" y="57316"/>
                </a:lnTo>
                <a:lnTo>
                  <a:pt x="285670" y="68509"/>
                </a:lnTo>
                <a:lnTo>
                  <a:pt x="287270" y="59440"/>
                </a:lnTo>
                <a:lnTo>
                  <a:pt x="288869" y="50371"/>
                </a:lnTo>
                <a:lnTo>
                  <a:pt x="225386" y="39178"/>
                </a:lnTo>
                <a:lnTo>
                  <a:pt x="223787" y="48247"/>
                </a:lnTo>
                <a:moveTo>
                  <a:pt x="350752" y="70634"/>
                </a:moveTo>
                <a:lnTo>
                  <a:pt x="349153" y="79703"/>
                </a:lnTo>
                <a:lnTo>
                  <a:pt x="380894" y="85300"/>
                </a:lnTo>
                <a:lnTo>
                  <a:pt x="382493" y="76231"/>
                </a:lnTo>
                <a:lnTo>
                  <a:pt x="384091" y="67162"/>
                </a:lnTo>
                <a:lnTo>
                  <a:pt x="352351" y="61565"/>
                </a:lnTo>
                <a:lnTo>
                  <a:pt x="350752" y="70634"/>
                </a:lnTo>
                <a:moveTo>
                  <a:pt x="1599" y="9069"/>
                </a:moveTo>
                <a:lnTo>
                  <a:pt x="0" y="18138"/>
                </a:lnTo>
                <a:lnTo>
                  <a:pt x="31741" y="23735"/>
                </a:lnTo>
                <a:lnTo>
                  <a:pt x="33340" y="14666"/>
                </a:lnTo>
                <a:lnTo>
                  <a:pt x="34940" y="5597"/>
                </a:lnTo>
                <a:lnTo>
                  <a:pt x="3198" y="0"/>
                </a:lnTo>
                <a:lnTo>
                  <a:pt x="1599" y="9069"/>
                </a:lnTo>
                <a:moveTo>
                  <a:pt x="96823" y="25860"/>
                </a:moveTo>
                <a:lnTo>
                  <a:pt x="95224" y="34928"/>
                </a:lnTo>
                <a:lnTo>
                  <a:pt x="158705" y="46122"/>
                </a:lnTo>
                <a:lnTo>
                  <a:pt x="160304" y="37053"/>
                </a:lnTo>
                <a:lnTo>
                  <a:pt x="161904" y="27984"/>
                </a:lnTo>
                <a:lnTo>
                  <a:pt x="98421" y="16791"/>
                </a:lnTo>
                <a:lnTo>
                  <a:pt x="96823" y="25860"/>
                </a:lnTo>
                <a:moveTo>
                  <a:pt x="223787" y="48247"/>
                </a:moveTo>
                <a:lnTo>
                  <a:pt x="222188" y="57316"/>
                </a:lnTo>
                <a:lnTo>
                  <a:pt x="285670" y="68509"/>
                </a:lnTo>
                <a:lnTo>
                  <a:pt x="287270" y="59440"/>
                </a:lnTo>
                <a:lnTo>
                  <a:pt x="288869" y="50371"/>
                </a:lnTo>
                <a:lnTo>
                  <a:pt x="225386" y="39178"/>
                </a:lnTo>
                <a:lnTo>
                  <a:pt x="223787" y="48247"/>
                </a:lnTo>
                <a:moveTo>
                  <a:pt x="350752" y="70634"/>
                </a:moveTo>
                <a:lnTo>
                  <a:pt x="349153" y="79703"/>
                </a:lnTo>
                <a:lnTo>
                  <a:pt x="380894" y="85300"/>
                </a:lnTo>
                <a:lnTo>
                  <a:pt x="382493" y="76231"/>
                </a:lnTo>
                <a:lnTo>
                  <a:pt x="384091" y="67162"/>
                </a:lnTo>
                <a:lnTo>
                  <a:pt x="352351" y="61565"/>
                </a:lnTo>
                <a:lnTo>
                  <a:pt x="350752" y="706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1" name="path-4329">
            <a:extLst xmlns:a="http://schemas.openxmlformats.org/drawingml/2006/main">
              <a:ext uri="{FF2B5EF4-FFF2-40B4-BE49-F238E27FC236}">
                <a16:creationId xmlns:a16="http://schemas.microsoft.com/office/drawing/2014/main" id="{2645B66D-621E-4F90-8049-56576F41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4823" y="2109414"/>
            <a:ext cx="287081" cy="287080"/>
          </a:xfrm>
          <a:custGeom xmlns:a="http://schemas.openxmlformats.org/drawingml/2006/main">
            <a:pathLst>
              <a:path w="245365" h="245364">
                <a:moveTo>
                  <a:pt x="0" y="36779"/>
                </a:moveTo>
                <a:lnTo>
                  <a:pt x="208586" y="0"/>
                </a:lnTo>
                <a:lnTo>
                  <a:pt x="245365" y="208585"/>
                </a:lnTo>
                <a:lnTo>
                  <a:pt x="36780" y="245364"/>
                </a:lnTo>
                <a:lnTo>
                  <a:pt x="0" y="36779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2" name="path-4330">
            <a:extLst xmlns:a="http://schemas.openxmlformats.org/drawingml/2006/main">
              <a:ext uri="{FF2B5EF4-FFF2-40B4-BE49-F238E27FC236}">
                <a16:creationId xmlns:a16="http://schemas.microsoft.com/office/drawing/2014/main" id="{1BFE7D5C-3A14-415D-8F64-9CA5CE8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4823" y="2109414"/>
            <a:ext cx="287080" cy="287080"/>
          </a:xfrm>
          <a:custGeom xmlns:a="http://schemas.openxmlformats.org/drawingml/2006/main">
            <a:pathLst>
              <a:path w="245363" h="245364">
                <a:moveTo>
                  <a:pt x="245363" y="208585"/>
                </a:moveTo>
                <a:lnTo>
                  <a:pt x="208585" y="0"/>
                </a:lnTo>
                <a:lnTo>
                  <a:pt x="0" y="36779"/>
                </a:lnTo>
                <a:lnTo>
                  <a:pt x="36779" y="245364"/>
                </a:lnTo>
                <a:lnTo>
                  <a:pt x="245363" y="208585"/>
                </a:lnTo>
                <a:close/>
                <a:moveTo>
                  <a:pt x="218694" y="189910"/>
                </a:moveTo>
                <a:lnTo>
                  <a:pt x="55454" y="218694"/>
                </a:lnTo>
                <a:lnTo>
                  <a:pt x="26671" y="55454"/>
                </a:lnTo>
                <a:lnTo>
                  <a:pt x="189911" y="26670"/>
                </a:lnTo>
                <a:lnTo>
                  <a:pt x="218694" y="189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3" name="path-4331">
            <a:extLst xmlns:a="http://schemas.openxmlformats.org/drawingml/2006/main">
              <a:ext uri="{FF2B5EF4-FFF2-40B4-BE49-F238E27FC236}">
                <a16:creationId xmlns:a16="http://schemas.microsoft.com/office/drawing/2014/main" id="{A31E481F-35A9-4933-9C8A-AAA4F1C7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3869" y="2234604"/>
            <a:ext cx="287081" cy="287080"/>
          </a:xfrm>
          <a:custGeom xmlns:a="http://schemas.openxmlformats.org/drawingml/2006/main">
            <a:pathLst>
              <a:path w="245365" h="245364">
                <a:moveTo>
                  <a:pt x="0" y="36779"/>
                </a:moveTo>
                <a:lnTo>
                  <a:pt x="208586" y="0"/>
                </a:lnTo>
                <a:lnTo>
                  <a:pt x="245365" y="208585"/>
                </a:lnTo>
                <a:lnTo>
                  <a:pt x="36780" y="245364"/>
                </a:lnTo>
                <a:lnTo>
                  <a:pt x="0" y="36779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4" name="path-4332">
            <a:extLst xmlns:a="http://schemas.openxmlformats.org/drawingml/2006/main">
              <a:ext uri="{FF2B5EF4-FFF2-40B4-BE49-F238E27FC236}">
                <a16:creationId xmlns:a16="http://schemas.microsoft.com/office/drawing/2014/main" id="{17B25005-BFE7-465C-B099-DA56BDE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3871" y="2234604"/>
            <a:ext cx="287081" cy="287080"/>
          </a:xfrm>
          <a:custGeom xmlns:a="http://schemas.openxmlformats.org/drawingml/2006/main">
            <a:pathLst>
              <a:path w="245365" h="245364">
                <a:moveTo>
                  <a:pt x="245365" y="208585"/>
                </a:moveTo>
                <a:lnTo>
                  <a:pt x="208585" y="0"/>
                </a:lnTo>
                <a:lnTo>
                  <a:pt x="0" y="36779"/>
                </a:lnTo>
                <a:lnTo>
                  <a:pt x="36780" y="245364"/>
                </a:lnTo>
                <a:lnTo>
                  <a:pt x="245365" y="208585"/>
                </a:lnTo>
                <a:close/>
                <a:moveTo>
                  <a:pt x="218693" y="189910"/>
                </a:moveTo>
                <a:lnTo>
                  <a:pt x="55453" y="218694"/>
                </a:lnTo>
                <a:lnTo>
                  <a:pt x="26669" y="55454"/>
                </a:lnTo>
                <a:lnTo>
                  <a:pt x="189909" y="26670"/>
                </a:lnTo>
                <a:lnTo>
                  <a:pt x="218693" y="189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5" name="path-4333">
            <a:extLst xmlns:a="http://schemas.openxmlformats.org/drawingml/2006/main">
              <a:ext uri="{FF2B5EF4-FFF2-40B4-BE49-F238E27FC236}">
                <a16:creationId xmlns:a16="http://schemas.microsoft.com/office/drawing/2014/main" id="{EA99D739-F749-4522-AF32-C5F86F7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8162" y="2263899"/>
            <a:ext cx="428172" cy="96060"/>
          </a:xfrm>
          <a:custGeom xmlns:a="http://schemas.openxmlformats.org/drawingml/2006/main">
            <a:pathLst>
              <a:path w="365953" h="82101">
                <a:moveTo>
                  <a:pt x="1599" y="73032"/>
                </a:moveTo>
                <a:lnTo>
                  <a:pt x="3197" y="82101"/>
                </a:lnTo>
                <a:lnTo>
                  <a:pt x="33427" y="76771"/>
                </a:lnTo>
                <a:lnTo>
                  <a:pt x="31828" y="67702"/>
                </a:lnTo>
                <a:lnTo>
                  <a:pt x="30230" y="58633"/>
                </a:lnTo>
                <a:lnTo>
                  <a:pt x="0" y="63964"/>
                </a:lnTo>
                <a:lnTo>
                  <a:pt x="1599" y="73032"/>
                </a:lnTo>
                <a:moveTo>
                  <a:pt x="92287" y="57042"/>
                </a:moveTo>
                <a:lnTo>
                  <a:pt x="93886" y="66110"/>
                </a:lnTo>
                <a:lnTo>
                  <a:pt x="154346" y="55450"/>
                </a:lnTo>
                <a:lnTo>
                  <a:pt x="152746" y="46381"/>
                </a:lnTo>
                <a:lnTo>
                  <a:pt x="151147" y="37312"/>
                </a:lnTo>
                <a:lnTo>
                  <a:pt x="90688" y="47973"/>
                </a:lnTo>
                <a:lnTo>
                  <a:pt x="92287" y="57042"/>
                </a:lnTo>
                <a:moveTo>
                  <a:pt x="213206" y="35720"/>
                </a:moveTo>
                <a:lnTo>
                  <a:pt x="214805" y="44789"/>
                </a:lnTo>
                <a:lnTo>
                  <a:pt x="275264" y="34129"/>
                </a:lnTo>
                <a:lnTo>
                  <a:pt x="273665" y="25060"/>
                </a:lnTo>
                <a:lnTo>
                  <a:pt x="272066" y="15991"/>
                </a:lnTo>
                <a:lnTo>
                  <a:pt x="211607" y="26651"/>
                </a:lnTo>
                <a:lnTo>
                  <a:pt x="213206" y="35720"/>
                </a:lnTo>
                <a:moveTo>
                  <a:pt x="334125" y="14399"/>
                </a:moveTo>
                <a:lnTo>
                  <a:pt x="335724" y="23468"/>
                </a:lnTo>
                <a:lnTo>
                  <a:pt x="365953" y="18138"/>
                </a:lnTo>
                <a:lnTo>
                  <a:pt x="364354" y="9069"/>
                </a:lnTo>
                <a:lnTo>
                  <a:pt x="362755" y="0"/>
                </a:lnTo>
                <a:lnTo>
                  <a:pt x="332525" y="5330"/>
                </a:lnTo>
                <a:lnTo>
                  <a:pt x="334125" y="14399"/>
                </a:lnTo>
                <a:moveTo>
                  <a:pt x="1599" y="73032"/>
                </a:moveTo>
                <a:lnTo>
                  <a:pt x="3197" y="82101"/>
                </a:lnTo>
                <a:lnTo>
                  <a:pt x="33427" y="76771"/>
                </a:lnTo>
                <a:lnTo>
                  <a:pt x="31828" y="67702"/>
                </a:lnTo>
                <a:lnTo>
                  <a:pt x="30230" y="58633"/>
                </a:lnTo>
                <a:lnTo>
                  <a:pt x="0" y="63964"/>
                </a:lnTo>
                <a:lnTo>
                  <a:pt x="1599" y="73032"/>
                </a:lnTo>
                <a:moveTo>
                  <a:pt x="92287" y="57042"/>
                </a:moveTo>
                <a:lnTo>
                  <a:pt x="93886" y="66110"/>
                </a:lnTo>
                <a:lnTo>
                  <a:pt x="154346" y="55450"/>
                </a:lnTo>
                <a:lnTo>
                  <a:pt x="152746" y="46381"/>
                </a:lnTo>
                <a:lnTo>
                  <a:pt x="151147" y="37312"/>
                </a:lnTo>
                <a:lnTo>
                  <a:pt x="90688" y="47973"/>
                </a:lnTo>
                <a:lnTo>
                  <a:pt x="92287" y="57042"/>
                </a:lnTo>
                <a:moveTo>
                  <a:pt x="213206" y="35720"/>
                </a:moveTo>
                <a:lnTo>
                  <a:pt x="214805" y="44789"/>
                </a:lnTo>
                <a:lnTo>
                  <a:pt x="275264" y="34129"/>
                </a:lnTo>
                <a:lnTo>
                  <a:pt x="273665" y="25060"/>
                </a:lnTo>
                <a:lnTo>
                  <a:pt x="272066" y="15991"/>
                </a:lnTo>
                <a:lnTo>
                  <a:pt x="211607" y="26651"/>
                </a:lnTo>
                <a:lnTo>
                  <a:pt x="213206" y="35720"/>
                </a:lnTo>
                <a:moveTo>
                  <a:pt x="334125" y="14399"/>
                </a:moveTo>
                <a:lnTo>
                  <a:pt x="335724" y="23468"/>
                </a:lnTo>
                <a:lnTo>
                  <a:pt x="365953" y="18138"/>
                </a:lnTo>
                <a:lnTo>
                  <a:pt x="364354" y="9069"/>
                </a:lnTo>
                <a:lnTo>
                  <a:pt x="362755" y="0"/>
                </a:lnTo>
                <a:lnTo>
                  <a:pt x="332525" y="5330"/>
                </a:lnTo>
                <a:lnTo>
                  <a:pt x="334125" y="143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6" name="path-4334">
            <a:extLst xmlns:a="http://schemas.openxmlformats.org/drawingml/2006/main">
              <a:ext uri="{FF2B5EF4-FFF2-40B4-BE49-F238E27FC236}">
                <a16:creationId xmlns:a16="http://schemas.microsoft.com/office/drawing/2014/main" id="{DBFA3920-BDB1-4BD9-921A-3F09ACF6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6541" y="2314784"/>
            <a:ext cx="64230" cy="533142"/>
          </a:xfrm>
          <a:custGeom xmlns:a="http://schemas.openxmlformats.org/drawingml/2006/main">
            <a:pathLst>
              <a:path w="54897" h="455670">
                <a:moveTo>
                  <a:pt x="52951" y="448763"/>
                </a:moveTo>
                <a:cubicBezTo>
                  <a:pt x="52951" y="441857"/>
                  <a:pt x="52966" y="441857"/>
                  <a:pt x="52982" y="441857"/>
                </a:cubicBezTo>
                <a:cubicBezTo>
                  <a:pt x="52988" y="441857"/>
                  <a:pt x="53003" y="441857"/>
                  <a:pt x="53013" y="441857"/>
                </a:cubicBezTo>
                <a:cubicBezTo>
                  <a:pt x="53033" y="441857"/>
                  <a:pt x="53052" y="441857"/>
                  <a:pt x="53071" y="441858"/>
                </a:cubicBezTo>
                <a:cubicBezTo>
                  <a:pt x="53107" y="441858"/>
                  <a:pt x="53143" y="441859"/>
                  <a:pt x="53175" y="441860"/>
                </a:cubicBezTo>
                <a:cubicBezTo>
                  <a:pt x="53240" y="441863"/>
                  <a:pt x="53294" y="441866"/>
                  <a:pt x="53340" y="441870"/>
                </a:cubicBezTo>
                <a:cubicBezTo>
                  <a:pt x="53431" y="441877"/>
                  <a:pt x="53484" y="441884"/>
                  <a:pt x="53501" y="441887"/>
                </a:cubicBezTo>
                <a:cubicBezTo>
                  <a:pt x="53535" y="441892"/>
                  <a:pt x="53418" y="441877"/>
                  <a:pt x="53166" y="441792"/>
                </a:cubicBezTo>
                <a:cubicBezTo>
                  <a:pt x="52674" y="441628"/>
                  <a:pt x="51568" y="441166"/>
                  <a:pt x="50009" y="439948"/>
                </a:cubicBezTo>
                <a:cubicBezTo>
                  <a:pt x="46872" y="437496"/>
                  <a:pt x="41729" y="431837"/>
                  <a:pt x="36282" y="419069"/>
                </a:cubicBezTo>
                <a:cubicBezTo>
                  <a:pt x="25326" y="393386"/>
                  <a:pt x="13814" y="340547"/>
                  <a:pt x="13814" y="232893"/>
                </a:cubicBezTo>
                <a:lnTo>
                  <a:pt x="6907" y="232893"/>
                </a:lnTo>
                <a:lnTo>
                  <a:pt x="0" y="232893"/>
                </a:lnTo>
                <a:cubicBezTo>
                  <a:pt x="0" y="341108"/>
                  <a:pt x="11511" y="396204"/>
                  <a:pt x="23577" y="424489"/>
                </a:cubicBezTo>
                <a:cubicBezTo>
                  <a:pt x="29641" y="438705"/>
                  <a:pt x="36009" y="446538"/>
                  <a:pt x="41504" y="450832"/>
                </a:cubicBezTo>
                <a:cubicBezTo>
                  <a:pt x="44261" y="452987"/>
                  <a:pt x="46752" y="454212"/>
                  <a:pt x="48779" y="454891"/>
                </a:cubicBezTo>
                <a:cubicBezTo>
                  <a:pt x="49786" y="455228"/>
                  <a:pt x="50659" y="455424"/>
                  <a:pt x="51367" y="455534"/>
                </a:cubicBezTo>
                <a:cubicBezTo>
                  <a:pt x="51721" y="455590"/>
                  <a:pt x="52033" y="455623"/>
                  <a:pt x="52298" y="455644"/>
                </a:cubicBezTo>
                <a:cubicBezTo>
                  <a:pt x="52431" y="455654"/>
                  <a:pt x="52551" y="455660"/>
                  <a:pt x="52661" y="455664"/>
                </a:cubicBezTo>
                <a:cubicBezTo>
                  <a:pt x="52716" y="455666"/>
                  <a:pt x="52767" y="455668"/>
                  <a:pt x="52815" y="455669"/>
                </a:cubicBezTo>
                <a:cubicBezTo>
                  <a:pt x="52839" y="455669"/>
                  <a:pt x="52862" y="455669"/>
                  <a:pt x="52885" y="455670"/>
                </a:cubicBezTo>
                <a:cubicBezTo>
                  <a:pt x="52897" y="455670"/>
                  <a:pt x="52913" y="455670"/>
                  <a:pt x="52919" y="455670"/>
                </a:cubicBezTo>
                <a:cubicBezTo>
                  <a:pt x="52934" y="455670"/>
                  <a:pt x="52951" y="455670"/>
                  <a:pt x="52951" y="448763"/>
                </a:cubicBezTo>
                <a:moveTo>
                  <a:pt x="6907" y="232893"/>
                </a:moveTo>
                <a:lnTo>
                  <a:pt x="13814" y="232893"/>
                </a:lnTo>
                <a:cubicBezTo>
                  <a:pt x="13814" y="125300"/>
                  <a:pt x="25309" y="69758"/>
                  <a:pt x="36365" y="41372"/>
                </a:cubicBezTo>
                <a:cubicBezTo>
                  <a:pt x="41873" y="27230"/>
                  <a:pt x="47173" y="20088"/>
                  <a:pt x="50652" y="16592"/>
                </a:cubicBezTo>
                <a:cubicBezTo>
                  <a:pt x="52384" y="14852"/>
                  <a:pt x="53674" y="14006"/>
                  <a:pt x="54338" y="13635"/>
                </a:cubicBezTo>
                <a:cubicBezTo>
                  <a:pt x="54674" y="13448"/>
                  <a:pt x="54862" y="13374"/>
                  <a:pt x="54885" y="13366"/>
                </a:cubicBezTo>
                <a:cubicBezTo>
                  <a:pt x="54897" y="13361"/>
                  <a:pt x="54868" y="13373"/>
                  <a:pt x="54797" y="13394"/>
                </a:cubicBezTo>
                <a:cubicBezTo>
                  <a:pt x="54762" y="13405"/>
                  <a:pt x="54716" y="13418"/>
                  <a:pt x="54659" y="13432"/>
                </a:cubicBezTo>
                <a:cubicBezTo>
                  <a:pt x="54631" y="13440"/>
                  <a:pt x="54600" y="13448"/>
                  <a:pt x="54566" y="13456"/>
                </a:cubicBezTo>
                <a:cubicBezTo>
                  <a:pt x="54549" y="13460"/>
                  <a:pt x="54531" y="13464"/>
                  <a:pt x="54514" y="13468"/>
                </a:cubicBezTo>
                <a:cubicBezTo>
                  <a:pt x="54504" y="13470"/>
                  <a:pt x="54490" y="13474"/>
                  <a:pt x="54485" y="13475"/>
                </a:cubicBezTo>
                <a:cubicBezTo>
                  <a:pt x="54471" y="13478"/>
                  <a:pt x="54457" y="13481"/>
                  <a:pt x="52951" y="6741"/>
                </a:cubicBezTo>
                <a:cubicBezTo>
                  <a:pt x="51445" y="0"/>
                  <a:pt x="51431" y="4"/>
                  <a:pt x="51416" y="7"/>
                </a:cubicBezTo>
                <a:cubicBezTo>
                  <a:pt x="51411" y="8"/>
                  <a:pt x="51396" y="12"/>
                  <a:pt x="51385" y="14"/>
                </a:cubicBezTo>
                <a:cubicBezTo>
                  <a:pt x="51364" y="19"/>
                  <a:pt x="51342" y="24"/>
                  <a:pt x="51320" y="30"/>
                </a:cubicBezTo>
                <a:cubicBezTo>
                  <a:pt x="51275" y="40"/>
                  <a:pt x="51227" y="52"/>
                  <a:pt x="51177" y="65"/>
                </a:cubicBezTo>
                <a:cubicBezTo>
                  <a:pt x="51075" y="92"/>
                  <a:pt x="50964" y="123"/>
                  <a:pt x="50841" y="160"/>
                </a:cubicBezTo>
                <a:cubicBezTo>
                  <a:pt x="50595" y="233"/>
                  <a:pt x="50309" y="328"/>
                  <a:pt x="49982" y="452"/>
                </a:cubicBezTo>
                <a:cubicBezTo>
                  <a:pt x="49331" y="699"/>
                  <a:pt x="48530" y="1058"/>
                  <a:pt x="47606" y="1573"/>
                </a:cubicBezTo>
                <a:cubicBezTo>
                  <a:pt x="45753" y="2608"/>
                  <a:pt x="43445" y="4252"/>
                  <a:pt x="40862" y="6848"/>
                </a:cubicBezTo>
                <a:cubicBezTo>
                  <a:pt x="35707" y="12027"/>
                  <a:pt x="29496" y="20947"/>
                  <a:pt x="23494" y="36359"/>
                </a:cubicBezTo>
                <a:cubicBezTo>
                  <a:pt x="11527" y="67083"/>
                  <a:pt x="0" y="124616"/>
                  <a:pt x="0" y="232893"/>
                </a:cubicBezTo>
                <a:lnTo>
                  <a:pt x="6907" y="232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7" name="path-4335">
            <a:extLst xmlns:a="http://schemas.openxmlformats.org/drawingml/2006/main">
              <a:ext uri="{FF2B5EF4-FFF2-40B4-BE49-F238E27FC236}">
                <a16:creationId xmlns:a16="http://schemas.microsoft.com/office/drawing/2014/main" id="{593824FE-34A7-434A-A734-5CAC36F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0611" y="2314784"/>
            <a:ext cx="64230" cy="533142"/>
          </a:xfrm>
          <a:custGeom xmlns:a="http://schemas.openxmlformats.org/drawingml/2006/main">
            <a:pathLst>
              <a:path w="54897" h="455670">
                <a:moveTo>
                  <a:pt x="1946" y="448763"/>
                </a:moveTo>
                <a:cubicBezTo>
                  <a:pt x="1946" y="441857"/>
                  <a:pt x="1930" y="441857"/>
                  <a:pt x="1915" y="441857"/>
                </a:cubicBezTo>
                <a:cubicBezTo>
                  <a:pt x="1909" y="441857"/>
                  <a:pt x="1894" y="441857"/>
                  <a:pt x="1884" y="441857"/>
                </a:cubicBezTo>
                <a:cubicBezTo>
                  <a:pt x="1864" y="441857"/>
                  <a:pt x="1845" y="441857"/>
                  <a:pt x="1826" y="441858"/>
                </a:cubicBezTo>
                <a:cubicBezTo>
                  <a:pt x="1790" y="441858"/>
                  <a:pt x="1754" y="441859"/>
                  <a:pt x="1722" y="441860"/>
                </a:cubicBezTo>
                <a:cubicBezTo>
                  <a:pt x="1657" y="441863"/>
                  <a:pt x="1603" y="441866"/>
                  <a:pt x="1557" y="441870"/>
                </a:cubicBezTo>
                <a:cubicBezTo>
                  <a:pt x="1465" y="441877"/>
                  <a:pt x="1412" y="441884"/>
                  <a:pt x="1396" y="441887"/>
                </a:cubicBezTo>
                <a:cubicBezTo>
                  <a:pt x="1361" y="441892"/>
                  <a:pt x="1478" y="441877"/>
                  <a:pt x="1730" y="441792"/>
                </a:cubicBezTo>
                <a:cubicBezTo>
                  <a:pt x="2222" y="441628"/>
                  <a:pt x="3328" y="441166"/>
                  <a:pt x="4887" y="439948"/>
                </a:cubicBezTo>
                <a:cubicBezTo>
                  <a:pt x="8025" y="437496"/>
                  <a:pt x="13168" y="431837"/>
                  <a:pt x="18615" y="419069"/>
                </a:cubicBezTo>
                <a:cubicBezTo>
                  <a:pt x="29571" y="393386"/>
                  <a:pt x="41083" y="340547"/>
                  <a:pt x="41083" y="232893"/>
                </a:cubicBezTo>
                <a:lnTo>
                  <a:pt x="47989" y="232893"/>
                </a:lnTo>
                <a:lnTo>
                  <a:pt x="54897" y="232893"/>
                </a:lnTo>
                <a:cubicBezTo>
                  <a:pt x="54897" y="341108"/>
                  <a:pt x="43386" y="396204"/>
                  <a:pt x="31320" y="424489"/>
                </a:cubicBezTo>
                <a:cubicBezTo>
                  <a:pt x="25256" y="438705"/>
                  <a:pt x="18888" y="446538"/>
                  <a:pt x="13393" y="450832"/>
                </a:cubicBezTo>
                <a:cubicBezTo>
                  <a:pt x="10636" y="452987"/>
                  <a:pt x="8145" y="454212"/>
                  <a:pt x="6117" y="454891"/>
                </a:cubicBezTo>
                <a:cubicBezTo>
                  <a:pt x="5111" y="455228"/>
                  <a:pt x="4238" y="455424"/>
                  <a:pt x="3529" y="455534"/>
                </a:cubicBezTo>
                <a:cubicBezTo>
                  <a:pt x="3176" y="455590"/>
                  <a:pt x="2864" y="455623"/>
                  <a:pt x="2599" y="455644"/>
                </a:cubicBezTo>
                <a:cubicBezTo>
                  <a:pt x="2466" y="455654"/>
                  <a:pt x="2345" y="455660"/>
                  <a:pt x="2235" y="455664"/>
                </a:cubicBezTo>
                <a:cubicBezTo>
                  <a:pt x="2181" y="455666"/>
                  <a:pt x="2130" y="455668"/>
                  <a:pt x="2082" y="455669"/>
                </a:cubicBezTo>
                <a:cubicBezTo>
                  <a:pt x="2058" y="455669"/>
                  <a:pt x="2034" y="455669"/>
                  <a:pt x="2012" y="455670"/>
                </a:cubicBezTo>
                <a:cubicBezTo>
                  <a:pt x="2000" y="455670"/>
                  <a:pt x="1984" y="455670"/>
                  <a:pt x="1978" y="455670"/>
                </a:cubicBezTo>
                <a:cubicBezTo>
                  <a:pt x="1962" y="455670"/>
                  <a:pt x="1946" y="455670"/>
                  <a:pt x="1946" y="448763"/>
                </a:cubicBezTo>
                <a:moveTo>
                  <a:pt x="47989" y="232893"/>
                </a:moveTo>
                <a:lnTo>
                  <a:pt x="41083" y="232893"/>
                </a:lnTo>
                <a:cubicBezTo>
                  <a:pt x="41083" y="125300"/>
                  <a:pt x="29587" y="69758"/>
                  <a:pt x="18532" y="41372"/>
                </a:cubicBezTo>
                <a:cubicBezTo>
                  <a:pt x="13024" y="27230"/>
                  <a:pt x="7724" y="20088"/>
                  <a:pt x="4245" y="16592"/>
                </a:cubicBezTo>
                <a:cubicBezTo>
                  <a:pt x="2512" y="14852"/>
                  <a:pt x="1223" y="14006"/>
                  <a:pt x="558" y="13635"/>
                </a:cubicBezTo>
                <a:cubicBezTo>
                  <a:pt x="222" y="13448"/>
                  <a:pt x="34" y="13374"/>
                  <a:pt x="12" y="13366"/>
                </a:cubicBezTo>
                <a:cubicBezTo>
                  <a:pt x="0" y="13361"/>
                  <a:pt x="28" y="13373"/>
                  <a:pt x="99" y="13394"/>
                </a:cubicBezTo>
                <a:cubicBezTo>
                  <a:pt x="135" y="13405"/>
                  <a:pt x="181" y="13418"/>
                  <a:pt x="238" y="13432"/>
                </a:cubicBezTo>
                <a:cubicBezTo>
                  <a:pt x="266" y="13440"/>
                  <a:pt x="297" y="13448"/>
                  <a:pt x="331" y="13456"/>
                </a:cubicBezTo>
                <a:cubicBezTo>
                  <a:pt x="348" y="13460"/>
                  <a:pt x="365" y="13464"/>
                  <a:pt x="383" y="13468"/>
                </a:cubicBezTo>
                <a:cubicBezTo>
                  <a:pt x="393" y="13470"/>
                  <a:pt x="407" y="13474"/>
                  <a:pt x="412" y="13475"/>
                </a:cubicBezTo>
                <a:cubicBezTo>
                  <a:pt x="426" y="13478"/>
                  <a:pt x="440" y="13481"/>
                  <a:pt x="1946" y="6741"/>
                </a:cubicBezTo>
                <a:cubicBezTo>
                  <a:pt x="3451" y="0"/>
                  <a:pt x="3466" y="4"/>
                  <a:pt x="3481" y="7"/>
                </a:cubicBezTo>
                <a:cubicBezTo>
                  <a:pt x="3486" y="8"/>
                  <a:pt x="3501" y="12"/>
                  <a:pt x="3512" y="14"/>
                </a:cubicBezTo>
                <a:cubicBezTo>
                  <a:pt x="3533" y="19"/>
                  <a:pt x="3554" y="24"/>
                  <a:pt x="3577" y="30"/>
                </a:cubicBezTo>
                <a:cubicBezTo>
                  <a:pt x="3622" y="40"/>
                  <a:pt x="3670" y="52"/>
                  <a:pt x="3720" y="65"/>
                </a:cubicBezTo>
                <a:cubicBezTo>
                  <a:pt x="3822" y="92"/>
                  <a:pt x="3933" y="123"/>
                  <a:pt x="4056" y="160"/>
                </a:cubicBezTo>
                <a:cubicBezTo>
                  <a:pt x="4302" y="233"/>
                  <a:pt x="4588" y="328"/>
                  <a:pt x="4914" y="452"/>
                </a:cubicBezTo>
                <a:cubicBezTo>
                  <a:pt x="5566" y="699"/>
                  <a:pt x="6367" y="1058"/>
                  <a:pt x="7291" y="1573"/>
                </a:cubicBezTo>
                <a:cubicBezTo>
                  <a:pt x="9144" y="2608"/>
                  <a:pt x="11452" y="4252"/>
                  <a:pt x="14035" y="6848"/>
                </a:cubicBezTo>
                <a:cubicBezTo>
                  <a:pt x="19190" y="12027"/>
                  <a:pt x="25400" y="20947"/>
                  <a:pt x="31403" y="36359"/>
                </a:cubicBezTo>
                <a:cubicBezTo>
                  <a:pt x="43369" y="67083"/>
                  <a:pt x="54897" y="124616"/>
                  <a:pt x="54897" y="232893"/>
                </a:cubicBezTo>
                <a:lnTo>
                  <a:pt x="47989" y="232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8" name="path-4336">
            <a:extLst xmlns:a="http://schemas.openxmlformats.org/drawingml/2006/main">
              <a:ext uri="{FF2B5EF4-FFF2-40B4-BE49-F238E27FC236}">
                <a16:creationId xmlns:a16="http://schemas.microsoft.com/office/drawing/2014/main" id="{9EE46770-D6B7-4061-83AB-AC0BBF02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408" y="2889571"/>
            <a:ext cx="3016546" cy="372645"/>
          </a:xfrm>
          <a:custGeom xmlns:a="http://schemas.openxmlformats.org/drawingml/2006/main">
            <a:pathLst>
              <a:path w="2578204" h="318495">
                <a:moveTo>
                  <a:pt x="116018" y="88338"/>
                </a:moveTo>
                <a:lnTo>
                  <a:pt x="104228" y="127637"/>
                </a:lnTo>
                <a:cubicBezTo>
                  <a:pt x="116644" y="113057"/>
                  <a:pt x="127694" y="102862"/>
                  <a:pt x="137376" y="97052"/>
                </a:cubicBezTo>
                <a:cubicBezTo>
                  <a:pt x="147173" y="91243"/>
                  <a:pt x="157140" y="88338"/>
                  <a:pt x="167278" y="88338"/>
                </a:cubicBezTo>
                <a:cubicBezTo>
                  <a:pt x="177416" y="88338"/>
                  <a:pt x="186074" y="92382"/>
                  <a:pt x="193250" y="100470"/>
                </a:cubicBezTo>
                <a:cubicBezTo>
                  <a:pt x="200426" y="108443"/>
                  <a:pt x="204014" y="118866"/>
                  <a:pt x="204014" y="131738"/>
                </a:cubicBezTo>
                <a:cubicBezTo>
                  <a:pt x="204014" y="156798"/>
                  <a:pt x="193820" y="182315"/>
                  <a:pt x="173430" y="208286"/>
                </a:cubicBezTo>
                <a:cubicBezTo>
                  <a:pt x="153040" y="234144"/>
                  <a:pt x="129289" y="247073"/>
                  <a:pt x="102177" y="247073"/>
                </a:cubicBezTo>
                <a:cubicBezTo>
                  <a:pt x="96482" y="247073"/>
                  <a:pt x="91413" y="246446"/>
                  <a:pt x="86970" y="245193"/>
                </a:cubicBezTo>
                <a:cubicBezTo>
                  <a:pt x="82643" y="243940"/>
                  <a:pt x="77745" y="241719"/>
                  <a:pt x="72277" y="238530"/>
                </a:cubicBezTo>
                <a:lnTo>
                  <a:pt x="59803" y="282613"/>
                </a:lnTo>
                <a:cubicBezTo>
                  <a:pt x="57297" y="291270"/>
                  <a:pt x="56044" y="296909"/>
                  <a:pt x="56044" y="299529"/>
                </a:cubicBezTo>
                <a:cubicBezTo>
                  <a:pt x="56044" y="302035"/>
                  <a:pt x="56671" y="304142"/>
                  <a:pt x="57923" y="305851"/>
                </a:cubicBezTo>
                <a:cubicBezTo>
                  <a:pt x="59291" y="307674"/>
                  <a:pt x="61455" y="309041"/>
                  <a:pt x="64417" y="309952"/>
                </a:cubicBezTo>
                <a:cubicBezTo>
                  <a:pt x="67379" y="310977"/>
                  <a:pt x="73244" y="311490"/>
                  <a:pt x="82016" y="311490"/>
                </a:cubicBezTo>
                <a:lnTo>
                  <a:pt x="80478" y="317812"/>
                </a:lnTo>
                <a:lnTo>
                  <a:pt x="0" y="317812"/>
                </a:lnTo>
                <a:lnTo>
                  <a:pt x="1708" y="311490"/>
                </a:lnTo>
                <a:cubicBezTo>
                  <a:pt x="12302" y="311034"/>
                  <a:pt x="19478" y="309211"/>
                  <a:pt x="23238" y="306022"/>
                </a:cubicBezTo>
                <a:cubicBezTo>
                  <a:pt x="26882" y="302832"/>
                  <a:pt x="30756" y="294004"/>
                  <a:pt x="34857" y="279537"/>
                </a:cubicBezTo>
                <a:lnTo>
                  <a:pt x="78085" y="129859"/>
                </a:lnTo>
                <a:cubicBezTo>
                  <a:pt x="80706" y="120404"/>
                  <a:pt x="82016" y="114538"/>
                  <a:pt x="82016" y="112259"/>
                </a:cubicBezTo>
                <a:cubicBezTo>
                  <a:pt x="82016" y="109184"/>
                  <a:pt x="81105" y="106792"/>
                  <a:pt x="79282" y="105083"/>
                </a:cubicBezTo>
                <a:cubicBezTo>
                  <a:pt x="77573" y="103374"/>
                  <a:pt x="74896" y="102520"/>
                  <a:pt x="71251" y="102520"/>
                </a:cubicBezTo>
                <a:cubicBezTo>
                  <a:pt x="67948" y="102520"/>
                  <a:pt x="63335" y="102918"/>
                  <a:pt x="57411" y="103716"/>
                </a:cubicBezTo>
                <a:lnTo>
                  <a:pt x="57411" y="97052"/>
                </a:lnTo>
                <a:lnTo>
                  <a:pt x="116018" y="88338"/>
                </a:lnTo>
                <a:moveTo>
                  <a:pt x="76206" y="225031"/>
                </a:moveTo>
                <a:cubicBezTo>
                  <a:pt x="83268" y="233460"/>
                  <a:pt x="92780" y="237675"/>
                  <a:pt x="104741" y="237675"/>
                </a:cubicBezTo>
                <a:cubicBezTo>
                  <a:pt x="110664" y="237675"/>
                  <a:pt x="116702" y="236024"/>
                  <a:pt x="122853" y="232720"/>
                </a:cubicBezTo>
                <a:cubicBezTo>
                  <a:pt x="129004" y="229417"/>
                  <a:pt x="134984" y="224519"/>
                  <a:pt x="140794" y="218026"/>
                </a:cubicBezTo>
                <a:cubicBezTo>
                  <a:pt x="146718" y="211533"/>
                  <a:pt x="152014" y="204071"/>
                  <a:pt x="156684" y="195642"/>
                </a:cubicBezTo>
                <a:cubicBezTo>
                  <a:pt x="161355" y="187099"/>
                  <a:pt x="165512" y="177075"/>
                  <a:pt x="169158" y="165570"/>
                </a:cubicBezTo>
                <a:cubicBezTo>
                  <a:pt x="172916" y="154065"/>
                  <a:pt x="174796" y="142673"/>
                  <a:pt x="174796" y="131396"/>
                </a:cubicBezTo>
                <a:cubicBezTo>
                  <a:pt x="174796" y="122283"/>
                  <a:pt x="172689" y="115335"/>
                  <a:pt x="168474" y="110551"/>
                </a:cubicBezTo>
                <a:cubicBezTo>
                  <a:pt x="164373" y="105653"/>
                  <a:pt x="159532" y="103203"/>
                  <a:pt x="153950" y="103203"/>
                </a:cubicBezTo>
                <a:cubicBezTo>
                  <a:pt x="141648" y="103203"/>
                  <a:pt x="129460" y="110266"/>
                  <a:pt x="117385" y="124391"/>
                </a:cubicBezTo>
                <a:cubicBezTo>
                  <a:pt x="105424" y="138516"/>
                  <a:pt x="96654" y="155033"/>
                  <a:pt x="91071" y="173942"/>
                </a:cubicBezTo>
                <a:lnTo>
                  <a:pt x="76206" y="225031"/>
                </a:lnTo>
                <a:moveTo>
                  <a:pt x="255274" y="178555"/>
                </a:moveTo>
                <a:cubicBezTo>
                  <a:pt x="254477" y="184251"/>
                  <a:pt x="254078" y="188978"/>
                  <a:pt x="254078" y="192737"/>
                </a:cubicBezTo>
                <a:cubicBezTo>
                  <a:pt x="254078" y="202875"/>
                  <a:pt x="257667" y="211533"/>
                  <a:pt x="264843" y="218709"/>
                </a:cubicBezTo>
                <a:cubicBezTo>
                  <a:pt x="272019" y="225771"/>
                  <a:pt x="280733" y="229303"/>
                  <a:pt x="290986" y="229303"/>
                </a:cubicBezTo>
                <a:cubicBezTo>
                  <a:pt x="299187" y="229303"/>
                  <a:pt x="307047" y="227651"/>
                  <a:pt x="314565" y="224348"/>
                </a:cubicBezTo>
                <a:cubicBezTo>
                  <a:pt x="322197" y="220930"/>
                  <a:pt x="333474" y="213469"/>
                  <a:pt x="348396" y="201964"/>
                </a:cubicBezTo>
                <a:lnTo>
                  <a:pt x="351985" y="206919"/>
                </a:lnTo>
                <a:cubicBezTo>
                  <a:pt x="324987" y="233688"/>
                  <a:pt x="299244" y="247073"/>
                  <a:pt x="274753" y="247073"/>
                </a:cubicBezTo>
                <a:cubicBezTo>
                  <a:pt x="258122" y="247073"/>
                  <a:pt x="245592" y="241833"/>
                  <a:pt x="237162" y="231353"/>
                </a:cubicBezTo>
                <a:cubicBezTo>
                  <a:pt x="228733" y="220873"/>
                  <a:pt x="224518" y="209311"/>
                  <a:pt x="224518" y="196667"/>
                </a:cubicBezTo>
                <a:cubicBezTo>
                  <a:pt x="224518" y="179694"/>
                  <a:pt x="229758" y="162323"/>
                  <a:pt x="240238" y="144553"/>
                </a:cubicBezTo>
                <a:cubicBezTo>
                  <a:pt x="250718" y="126783"/>
                  <a:pt x="263874" y="113000"/>
                  <a:pt x="279708" y="103203"/>
                </a:cubicBezTo>
                <a:cubicBezTo>
                  <a:pt x="295542" y="93293"/>
                  <a:pt x="311831" y="88338"/>
                  <a:pt x="328576" y="88338"/>
                </a:cubicBezTo>
                <a:cubicBezTo>
                  <a:pt x="340651" y="88338"/>
                  <a:pt x="349593" y="90787"/>
                  <a:pt x="355402" y="95685"/>
                </a:cubicBezTo>
                <a:cubicBezTo>
                  <a:pt x="361212" y="100583"/>
                  <a:pt x="364116" y="106393"/>
                  <a:pt x="364116" y="113114"/>
                </a:cubicBezTo>
                <a:cubicBezTo>
                  <a:pt x="364116" y="122568"/>
                  <a:pt x="360358" y="131624"/>
                  <a:pt x="352839" y="140281"/>
                </a:cubicBezTo>
                <a:cubicBezTo>
                  <a:pt x="342929" y="151559"/>
                  <a:pt x="328348" y="160671"/>
                  <a:pt x="309097" y="167620"/>
                </a:cubicBezTo>
                <a:cubicBezTo>
                  <a:pt x="296339" y="172290"/>
                  <a:pt x="278399" y="175936"/>
                  <a:pt x="255274" y="178555"/>
                </a:cubicBezTo>
                <a:moveTo>
                  <a:pt x="256471" y="170183"/>
                </a:moveTo>
                <a:cubicBezTo>
                  <a:pt x="273329" y="168247"/>
                  <a:pt x="287055" y="164943"/>
                  <a:pt x="297650" y="160273"/>
                </a:cubicBezTo>
                <a:cubicBezTo>
                  <a:pt x="311660" y="154008"/>
                  <a:pt x="322141" y="146547"/>
                  <a:pt x="329088" y="137889"/>
                </a:cubicBezTo>
                <a:cubicBezTo>
                  <a:pt x="336151" y="129118"/>
                  <a:pt x="339682" y="120803"/>
                  <a:pt x="339682" y="112943"/>
                </a:cubicBezTo>
                <a:cubicBezTo>
                  <a:pt x="339682" y="108159"/>
                  <a:pt x="338145" y="104286"/>
                  <a:pt x="335068" y="101324"/>
                </a:cubicBezTo>
                <a:cubicBezTo>
                  <a:pt x="332107" y="98362"/>
                  <a:pt x="327836" y="96881"/>
                  <a:pt x="322254" y="96881"/>
                </a:cubicBezTo>
                <a:cubicBezTo>
                  <a:pt x="310636" y="96881"/>
                  <a:pt x="298275" y="103089"/>
                  <a:pt x="285176" y="115506"/>
                </a:cubicBezTo>
                <a:cubicBezTo>
                  <a:pt x="272190" y="127808"/>
                  <a:pt x="262621" y="146034"/>
                  <a:pt x="256471" y="170183"/>
                </a:cubicBezTo>
                <a:moveTo>
                  <a:pt x="387355" y="97906"/>
                </a:moveTo>
                <a:lnTo>
                  <a:pt x="446302" y="88338"/>
                </a:lnTo>
                <a:lnTo>
                  <a:pt x="421698" y="171379"/>
                </a:lnTo>
                <a:cubicBezTo>
                  <a:pt x="441633" y="137320"/>
                  <a:pt x="459745" y="113512"/>
                  <a:pt x="476034" y="99957"/>
                </a:cubicBezTo>
                <a:cubicBezTo>
                  <a:pt x="485261" y="92211"/>
                  <a:pt x="492779" y="88338"/>
                  <a:pt x="498588" y="88338"/>
                </a:cubicBezTo>
                <a:cubicBezTo>
                  <a:pt x="502348" y="88338"/>
                  <a:pt x="505309" y="89477"/>
                  <a:pt x="507473" y="91755"/>
                </a:cubicBezTo>
                <a:cubicBezTo>
                  <a:pt x="509637" y="93920"/>
                  <a:pt x="510719" y="97109"/>
                  <a:pt x="510719" y="101324"/>
                </a:cubicBezTo>
                <a:cubicBezTo>
                  <a:pt x="510719" y="108842"/>
                  <a:pt x="508783" y="116018"/>
                  <a:pt x="504911" y="122853"/>
                </a:cubicBezTo>
                <a:cubicBezTo>
                  <a:pt x="502176" y="127979"/>
                  <a:pt x="498247" y="130542"/>
                  <a:pt x="493121" y="130542"/>
                </a:cubicBezTo>
                <a:cubicBezTo>
                  <a:pt x="490501" y="130542"/>
                  <a:pt x="488223" y="129688"/>
                  <a:pt x="486285" y="127979"/>
                </a:cubicBezTo>
                <a:cubicBezTo>
                  <a:pt x="484463" y="126270"/>
                  <a:pt x="483324" y="123650"/>
                  <a:pt x="482868" y="120119"/>
                </a:cubicBezTo>
                <a:cubicBezTo>
                  <a:pt x="482640" y="117955"/>
                  <a:pt x="482128" y="116531"/>
                  <a:pt x="481331" y="115848"/>
                </a:cubicBezTo>
                <a:cubicBezTo>
                  <a:pt x="480419" y="114936"/>
                  <a:pt x="479338" y="114481"/>
                  <a:pt x="478084" y="114481"/>
                </a:cubicBezTo>
                <a:cubicBezTo>
                  <a:pt x="476148" y="114481"/>
                  <a:pt x="474325" y="114936"/>
                  <a:pt x="472616" y="115848"/>
                </a:cubicBezTo>
                <a:cubicBezTo>
                  <a:pt x="469654" y="117442"/>
                  <a:pt x="465155" y="121885"/>
                  <a:pt x="459118" y="129175"/>
                </a:cubicBezTo>
                <a:cubicBezTo>
                  <a:pt x="449664" y="140338"/>
                  <a:pt x="439412" y="154805"/>
                  <a:pt x="428362" y="172575"/>
                </a:cubicBezTo>
                <a:cubicBezTo>
                  <a:pt x="423578" y="180093"/>
                  <a:pt x="419477" y="188580"/>
                  <a:pt x="416060" y="198034"/>
                </a:cubicBezTo>
                <a:cubicBezTo>
                  <a:pt x="411275" y="211020"/>
                  <a:pt x="408542" y="218823"/>
                  <a:pt x="407858" y="221443"/>
                </a:cubicBezTo>
                <a:lnTo>
                  <a:pt x="402390" y="242972"/>
                </a:lnTo>
                <a:lnTo>
                  <a:pt x="376248" y="242972"/>
                </a:lnTo>
                <a:lnTo>
                  <a:pt x="407858" y="136864"/>
                </a:lnTo>
                <a:cubicBezTo>
                  <a:pt x="411504" y="124562"/>
                  <a:pt x="413326" y="115790"/>
                  <a:pt x="413326" y="110551"/>
                </a:cubicBezTo>
                <a:cubicBezTo>
                  <a:pt x="413326" y="108500"/>
                  <a:pt x="412471" y="106792"/>
                  <a:pt x="410763" y="105425"/>
                </a:cubicBezTo>
                <a:cubicBezTo>
                  <a:pt x="408484" y="103602"/>
                  <a:pt x="405466" y="102691"/>
                  <a:pt x="401707" y="102691"/>
                </a:cubicBezTo>
                <a:cubicBezTo>
                  <a:pt x="399315" y="102691"/>
                  <a:pt x="394929" y="103203"/>
                  <a:pt x="388550" y="104228"/>
                </a:cubicBezTo>
                <a:lnTo>
                  <a:pt x="387355" y="97906"/>
                </a:lnTo>
                <a:moveTo>
                  <a:pt x="627592" y="205723"/>
                </a:moveTo>
                <a:cubicBezTo>
                  <a:pt x="615745" y="219962"/>
                  <a:pt x="603785" y="230442"/>
                  <a:pt x="591711" y="237163"/>
                </a:cubicBezTo>
                <a:cubicBezTo>
                  <a:pt x="579636" y="243770"/>
                  <a:pt x="566878" y="247073"/>
                  <a:pt x="553436" y="247073"/>
                </a:cubicBezTo>
                <a:cubicBezTo>
                  <a:pt x="537261" y="247073"/>
                  <a:pt x="524617" y="242516"/>
                  <a:pt x="515504" y="233404"/>
                </a:cubicBezTo>
                <a:cubicBezTo>
                  <a:pt x="506505" y="224291"/>
                  <a:pt x="502006" y="212045"/>
                  <a:pt x="502006" y="196667"/>
                </a:cubicBezTo>
                <a:cubicBezTo>
                  <a:pt x="502006" y="179239"/>
                  <a:pt x="506847" y="162095"/>
                  <a:pt x="516529" y="145237"/>
                </a:cubicBezTo>
                <a:cubicBezTo>
                  <a:pt x="526325" y="128378"/>
                  <a:pt x="539426" y="114708"/>
                  <a:pt x="555829" y="104228"/>
                </a:cubicBezTo>
                <a:cubicBezTo>
                  <a:pt x="572345" y="93635"/>
                  <a:pt x="588521" y="88338"/>
                  <a:pt x="604355" y="88338"/>
                </a:cubicBezTo>
                <a:cubicBezTo>
                  <a:pt x="616771" y="88338"/>
                  <a:pt x="626054" y="90958"/>
                  <a:pt x="632206" y="96198"/>
                </a:cubicBezTo>
                <a:cubicBezTo>
                  <a:pt x="638356" y="101324"/>
                  <a:pt x="641433" y="107646"/>
                  <a:pt x="641433" y="115164"/>
                </a:cubicBezTo>
                <a:cubicBezTo>
                  <a:pt x="641433" y="122227"/>
                  <a:pt x="639268" y="128264"/>
                  <a:pt x="634939" y="133276"/>
                </a:cubicBezTo>
                <a:cubicBezTo>
                  <a:pt x="631751" y="137149"/>
                  <a:pt x="627820" y="139085"/>
                  <a:pt x="623149" y="139085"/>
                </a:cubicBezTo>
                <a:cubicBezTo>
                  <a:pt x="619619" y="139085"/>
                  <a:pt x="616657" y="137946"/>
                  <a:pt x="614264" y="135668"/>
                </a:cubicBezTo>
                <a:cubicBezTo>
                  <a:pt x="611986" y="133390"/>
                  <a:pt x="610847" y="130542"/>
                  <a:pt x="610847" y="127125"/>
                </a:cubicBezTo>
                <a:cubicBezTo>
                  <a:pt x="610847" y="124960"/>
                  <a:pt x="611246" y="122967"/>
                  <a:pt x="612043" y="121144"/>
                </a:cubicBezTo>
                <a:cubicBezTo>
                  <a:pt x="612955" y="119322"/>
                  <a:pt x="614721" y="117157"/>
                  <a:pt x="617341" y="114651"/>
                </a:cubicBezTo>
                <a:cubicBezTo>
                  <a:pt x="620074" y="112031"/>
                  <a:pt x="621726" y="110152"/>
                  <a:pt x="622295" y="109013"/>
                </a:cubicBezTo>
                <a:cubicBezTo>
                  <a:pt x="622865" y="107874"/>
                  <a:pt x="623149" y="106678"/>
                  <a:pt x="623149" y="105425"/>
                </a:cubicBezTo>
                <a:cubicBezTo>
                  <a:pt x="623149" y="103032"/>
                  <a:pt x="622067" y="101039"/>
                  <a:pt x="619904" y="99444"/>
                </a:cubicBezTo>
                <a:cubicBezTo>
                  <a:pt x="616600" y="97166"/>
                  <a:pt x="611929" y="96027"/>
                  <a:pt x="605892" y="96027"/>
                </a:cubicBezTo>
                <a:cubicBezTo>
                  <a:pt x="594729" y="96027"/>
                  <a:pt x="583680" y="99957"/>
                  <a:pt x="572744" y="107817"/>
                </a:cubicBezTo>
                <a:cubicBezTo>
                  <a:pt x="561809" y="115677"/>
                  <a:pt x="552468" y="126840"/>
                  <a:pt x="544722" y="141306"/>
                </a:cubicBezTo>
                <a:cubicBezTo>
                  <a:pt x="535382" y="158849"/>
                  <a:pt x="530711" y="176391"/>
                  <a:pt x="530711" y="193933"/>
                </a:cubicBezTo>
                <a:cubicBezTo>
                  <a:pt x="530711" y="205552"/>
                  <a:pt x="534014" y="214779"/>
                  <a:pt x="540621" y="221614"/>
                </a:cubicBezTo>
                <a:cubicBezTo>
                  <a:pt x="547229" y="228335"/>
                  <a:pt x="556227" y="231695"/>
                  <a:pt x="567619" y="231695"/>
                </a:cubicBezTo>
                <a:cubicBezTo>
                  <a:pt x="576389" y="231695"/>
                  <a:pt x="585047" y="229531"/>
                  <a:pt x="593590" y="225202"/>
                </a:cubicBezTo>
                <a:cubicBezTo>
                  <a:pt x="602247" y="220759"/>
                  <a:pt x="611929" y="212786"/>
                  <a:pt x="622637" y="201281"/>
                </a:cubicBezTo>
                <a:lnTo>
                  <a:pt x="627592" y="205723"/>
                </a:lnTo>
                <a:moveTo>
                  <a:pt x="689617" y="178555"/>
                </a:moveTo>
                <a:cubicBezTo>
                  <a:pt x="688819" y="184251"/>
                  <a:pt x="688420" y="188978"/>
                  <a:pt x="688420" y="192737"/>
                </a:cubicBezTo>
                <a:cubicBezTo>
                  <a:pt x="688420" y="202875"/>
                  <a:pt x="692009" y="211533"/>
                  <a:pt x="699185" y="218709"/>
                </a:cubicBezTo>
                <a:cubicBezTo>
                  <a:pt x="706362" y="225771"/>
                  <a:pt x="715076" y="229303"/>
                  <a:pt x="725328" y="229303"/>
                </a:cubicBezTo>
                <a:cubicBezTo>
                  <a:pt x="733529" y="229303"/>
                  <a:pt x="741389" y="227651"/>
                  <a:pt x="748908" y="224348"/>
                </a:cubicBezTo>
                <a:cubicBezTo>
                  <a:pt x="756539" y="220930"/>
                  <a:pt x="767817" y="213469"/>
                  <a:pt x="782739" y="201964"/>
                </a:cubicBezTo>
                <a:lnTo>
                  <a:pt x="786327" y="206919"/>
                </a:lnTo>
                <a:cubicBezTo>
                  <a:pt x="759331" y="233688"/>
                  <a:pt x="733586" y="247073"/>
                  <a:pt x="709095" y="247073"/>
                </a:cubicBezTo>
                <a:cubicBezTo>
                  <a:pt x="692464" y="247073"/>
                  <a:pt x="679935" y="241833"/>
                  <a:pt x="671505" y="231353"/>
                </a:cubicBezTo>
                <a:cubicBezTo>
                  <a:pt x="663076" y="220873"/>
                  <a:pt x="658861" y="209311"/>
                  <a:pt x="658861" y="196667"/>
                </a:cubicBezTo>
                <a:cubicBezTo>
                  <a:pt x="658861" y="179694"/>
                  <a:pt x="664101" y="162323"/>
                  <a:pt x="674580" y="144553"/>
                </a:cubicBezTo>
                <a:cubicBezTo>
                  <a:pt x="685060" y="126783"/>
                  <a:pt x="698217" y="113000"/>
                  <a:pt x="714051" y="103203"/>
                </a:cubicBezTo>
                <a:cubicBezTo>
                  <a:pt x="729884" y="93293"/>
                  <a:pt x="746173" y="88338"/>
                  <a:pt x="762918" y="88338"/>
                </a:cubicBezTo>
                <a:cubicBezTo>
                  <a:pt x="774993" y="88338"/>
                  <a:pt x="783935" y="90787"/>
                  <a:pt x="789745" y="95685"/>
                </a:cubicBezTo>
                <a:cubicBezTo>
                  <a:pt x="795554" y="100583"/>
                  <a:pt x="798459" y="106393"/>
                  <a:pt x="798459" y="113114"/>
                </a:cubicBezTo>
                <a:cubicBezTo>
                  <a:pt x="798459" y="122568"/>
                  <a:pt x="794700" y="131624"/>
                  <a:pt x="787182" y="140281"/>
                </a:cubicBezTo>
                <a:cubicBezTo>
                  <a:pt x="777271" y="151559"/>
                  <a:pt x="762691" y="160671"/>
                  <a:pt x="743440" y="167620"/>
                </a:cubicBezTo>
                <a:cubicBezTo>
                  <a:pt x="730681" y="172290"/>
                  <a:pt x="712741" y="175936"/>
                  <a:pt x="689617" y="178555"/>
                </a:cubicBezTo>
                <a:moveTo>
                  <a:pt x="690813" y="170183"/>
                </a:moveTo>
                <a:cubicBezTo>
                  <a:pt x="707671" y="168247"/>
                  <a:pt x="721398" y="164943"/>
                  <a:pt x="731992" y="160273"/>
                </a:cubicBezTo>
                <a:cubicBezTo>
                  <a:pt x="746003" y="154008"/>
                  <a:pt x="756483" y="146547"/>
                  <a:pt x="763431" y="137889"/>
                </a:cubicBezTo>
                <a:cubicBezTo>
                  <a:pt x="770494" y="129118"/>
                  <a:pt x="774025" y="120803"/>
                  <a:pt x="774025" y="112943"/>
                </a:cubicBezTo>
                <a:cubicBezTo>
                  <a:pt x="774025" y="108159"/>
                  <a:pt x="772487" y="104286"/>
                  <a:pt x="769412" y="101324"/>
                </a:cubicBezTo>
                <a:cubicBezTo>
                  <a:pt x="766450" y="98362"/>
                  <a:pt x="762178" y="96881"/>
                  <a:pt x="756596" y="96881"/>
                </a:cubicBezTo>
                <a:cubicBezTo>
                  <a:pt x="744978" y="96881"/>
                  <a:pt x="732619" y="103089"/>
                  <a:pt x="719518" y="115506"/>
                </a:cubicBezTo>
                <a:cubicBezTo>
                  <a:pt x="706532" y="127808"/>
                  <a:pt x="696964" y="146034"/>
                  <a:pt x="690813" y="170183"/>
                </a:cubicBezTo>
                <a:moveTo>
                  <a:pt x="880816" y="88338"/>
                </a:moveTo>
                <a:lnTo>
                  <a:pt x="869026" y="127637"/>
                </a:lnTo>
                <a:cubicBezTo>
                  <a:pt x="881443" y="113057"/>
                  <a:pt x="892493" y="102862"/>
                  <a:pt x="902175" y="97052"/>
                </a:cubicBezTo>
                <a:cubicBezTo>
                  <a:pt x="911971" y="91243"/>
                  <a:pt x="921938" y="88338"/>
                  <a:pt x="932076" y="88338"/>
                </a:cubicBezTo>
                <a:cubicBezTo>
                  <a:pt x="942215" y="88338"/>
                  <a:pt x="950871" y="92382"/>
                  <a:pt x="958049" y="100470"/>
                </a:cubicBezTo>
                <a:cubicBezTo>
                  <a:pt x="965225" y="108443"/>
                  <a:pt x="968813" y="118866"/>
                  <a:pt x="968813" y="131738"/>
                </a:cubicBezTo>
                <a:cubicBezTo>
                  <a:pt x="968813" y="156798"/>
                  <a:pt x="958617" y="182315"/>
                  <a:pt x="938227" y="208286"/>
                </a:cubicBezTo>
                <a:cubicBezTo>
                  <a:pt x="917837" y="234144"/>
                  <a:pt x="894087" y="247073"/>
                  <a:pt x="866976" y="247073"/>
                </a:cubicBezTo>
                <a:cubicBezTo>
                  <a:pt x="861281" y="247073"/>
                  <a:pt x="856212" y="246446"/>
                  <a:pt x="851769" y="245193"/>
                </a:cubicBezTo>
                <a:cubicBezTo>
                  <a:pt x="847440" y="243940"/>
                  <a:pt x="842542" y="241719"/>
                  <a:pt x="837074" y="238530"/>
                </a:cubicBezTo>
                <a:lnTo>
                  <a:pt x="824602" y="282613"/>
                </a:lnTo>
                <a:cubicBezTo>
                  <a:pt x="822095" y="291270"/>
                  <a:pt x="820843" y="296909"/>
                  <a:pt x="820843" y="299529"/>
                </a:cubicBezTo>
                <a:cubicBezTo>
                  <a:pt x="820843" y="302035"/>
                  <a:pt x="821469" y="304142"/>
                  <a:pt x="822722" y="305851"/>
                </a:cubicBezTo>
                <a:cubicBezTo>
                  <a:pt x="824088" y="307674"/>
                  <a:pt x="826253" y="309041"/>
                  <a:pt x="829215" y="309952"/>
                </a:cubicBezTo>
                <a:cubicBezTo>
                  <a:pt x="832176" y="310977"/>
                  <a:pt x="838043" y="311490"/>
                  <a:pt x="846814" y="311490"/>
                </a:cubicBezTo>
                <a:lnTo>
                  <a:pt x="845276" y="317812"/>
                </a:lnTo>
                <a:lnTo>
                  <a:pt x="764798" y="317812"/>
                </a:lnTo>
                <a:lnTo>
                  <a:pt x="766507" y="311490"/>
                </a:lnTo>
                <a:cubicBezTo>
                  <a:pt x="777101" y="311034"/>
                  <a:pt x="784277" y="309211"/>
                  <a:pt x="788036" y="306022"/>
                </a:cubicBezTo>
                <a:cubicBezTo>
                  <a:pt x="791681" y="302832"/>
                  <a:pt x="795554" y="294004"/>
                  <a:pt x="799654" y="279537"/>
                </a:cubicBezTo>
                <a:lnTo>
                  <a:pt x="842884" y="129859"/>
                </a:lnTo>
                <a:cubicBezTo>
                  <a:pt x="845504" y="120404"/>
                  <a:pt x="846814" y="114538"/>
                  <a:pt x="846814" y="112259"/>
                </a:cubicBezTo>
                <a:cubicBezTo>
                  <a:pt x="846814" y="109184"/>
                  <a:pt x="845903" y="106792"/>
                  <a:pt x="844080" y="105083"/>
                </a:cubicBezTo>
                <a:cubicBezTo>
                  <a:pt x="842372" y="103374"/>
                  <a:pt x="839694" y="102520"/>
                  <a:pt x="836050" y="102520"/>
                </a:cubicBezTo>
                <a:cubicBezTo>
                  <a:pt x="832746" y="102520"/>
                  <a:pt x="828132" y="102918"/>
                  <a:pt x="822209" y="103716"/>
                </a:cubicBezTo>
                <a:lnTo>
                  <a:pt x="822209" y="97052"/>
                </a:lnTo>
                <a:lnTo>
                  <a:pt x="880816" y="88338"/>
                </a:lnTo>
                <a:moveTo>
                  <a:pt x="841005" y="225031"/>
                </a:moveTo>
                <a:cubicBezTo>
                  <a:pt x="848067" y="233460"/>
                  <a:pt x="857579" y="237675"/>
                  <a:pt x="869539" y="237675"/>
                </a:cubicBezTo>
                <a:cubicBezTo>
                  <a:pt x="875463" y="237675"/>
                  <a:pt x="881500" y="236024"/>
                  <a:pt x="887651" y="232720"/>
                </a:cubicBezTo>
                <a:cubicBezTo>
                  <a:pt x="893802" y="229417"/>
                  <a:pt x="899782" y="224519"/>
                  <a:pt x="905592" y="218026"/>
                </a:cubicBezTo>
                <a:cubicBezTo>
                  <a:pt x="911515" y="211533"/>
                  <a:pt x="916812" y="204071"/>
                  <a:pt x="921483" y="195642"/>
                </a:cubicBezTo>
                <a:cubicBezTo>
                  <a:pt x="926154" y="187099"/>
                  <a:pt x="930311" y="177075"/>
                  <a:pt x="933956" y="165570"/>
                </a:cubicBezTo>
                <a:cubicBezTo>
                  <a:pt x="937715" y="154065"/>
                  <a:pt x="939595" y="142673"/>
                  <a:pt x="939595" y="131396"/>
                </a:cubicBezTo>
                <a:cubicBezTo>
                  <a:pt x="939595" y="122283"/>
                  <a:pt x="937487" y="115335"/>
                  <a:pt x="933273" y="110551"/>
                </a:cubicBezTo>
                <a:cubicBezTo>
                  <a:pt x="929172" y="105653"/>
                  <a:pt x="924331" y="103203"/>
                  <a:pt x="918749" y="103203"/>
                </a:cubicBezTo>
                <a:cubicBezTo>
                  <a:pt x="906446" y="103203"/>
                  <a:pt x="894257" y="110266"/>
                  <a:pt x="882183" y="124391"/>
                </a:cubicBezTo>
                <a:cubicBezTo>
                  <a:pt x="870223" y="138516"/>
                  <a:pt x="861451" y="155033"/>
                  <a:pt x="855870" y="173942"/>
                </a:cubicBezTo>
                <a:lnTo>
                  <a:pt x="841005" y="225031"/>
                </a:lnTo>
                <a:moveTo>
                  <a:pt x="1069283" y="45963"/>
                </a:moveTo>
                <a:lnTo>
                  <a:pt x="1055955" y="92439"/>
                </a:lnTo>
                <a:lnTo>
                  <a:pt x="1082781" y="92439"/>
                </a:lnTo>
                <a:lnTo>
                  <a:pt x="1079876" y="103203"/>
                </a:lnTo>
                <a:lnTo>
                  <a:pt x="1053220" y="103203"/>
                </a:lnTo>
                <a:lnTo>
                  <a:pt x="1023832" y="204015"/>
                </a:lnTo>
                <a:cubicBezTo>
                  <a:pt x="1020642" y="214836"/>
                  <a:pt x="1019047" y="221842"/>
                  <a:pt x="1019047" y="225031"/>
                </a:cubicBezTo>
                <a:cubicBezTo>
                  <a:pt x="1019047" y="226967"/>
                  <a:pt x="1019503" y="228448"/>
                  <a:pt x="1020415" y="229474"/>
                </a:cubicBezTo>
                <a:cubicBezTo>
                  <a:pt x="1021325" y="230499"/>
                  <a:pt x="1022408" y="231011"/>
                  <a:pt x="1023661" y="231011"/>
                </a:cubicBezTo>
                <a:cubicBezTo>
                  <a:pt x="1026508" y="231011"/>
                  <a:pt x="1030267" y="229018"/>
                  <a:pt x="1034938" y="225031"/>
                </a:cubicBezTo>
                <a:cubicBezTo>
                  <a:pt x="1037671" y="222753"/>
                  <a:pt x="1043766" y="215747"/>
                  <a:pt x="1053220" y="204015"/>
                </a:cubicBezTo>
                <a:lnTo>
                  <a:pt x="1058859" y="208286"/>
                </a:lnTo>
                <a:cubicBezTo>
                  <a:pt x="1048379" y="223550"/>
                  <a:pt x="1038469" y="234315"/>
                  <a:pt x="1029128" y="240580"/>
                </a:cubicBezTo>
                <a:cubicBezTo>
                  <a:pt x="1022749" y="244909"/>
                  <a:pt x="1016314" y="247073"/>
                  <a:pt x="1009820" y="247073"/>
                </a:cubicBezTo>
                <a:cubicBezTo>
                  <a:pt x="1004809" y="247073"/>
                  <a:pt x="1000708" y="245535"/>
                  <a:pt x="997518" y="242459"/>
                </a:cubicBezTo>
                <a:cubicBezTo>
                  <a:pt x="994328" y="239270"/>
                  <a:pt x="992734" y="235226"/>
                  <a:pt x="992734" y="230328"/>
                </a:cubicBezTo>
                <a:cubicBezTo>
                  <a:pt x="992734" y="224177"/>
                  <a:pt x="994556" y="214779"/>
                  <a:pt x="998202" y="202135"/>
                </a:cubicBezTo>
                <a:lnTo>
                  <a:pt x="1026737" y="103203"/>
                </a:lnTo>
                <a:lnTo>
                  <a:pt x="1000935" y="103203"/>
                </a:lnTo>
                <a:lnTo>
                  <a:pt x="1002644" y="96539"/>
                </a:lnTo>
                <a:cubicBezTo>
                  <a:pt x="1015175" y="93122"/>
                  <a:pt x="1025598" y="88053"/>
                  <a:pt x="1033913" y="81332"/>
                </a:cubicBezTo>
                <a:cubicBezTo>
                  <a:pt x="1042229" y="74498"/>
                  <a:pt x="1051512" y="62708"/>
                  <a:pt x="1061764" y="45963"/>
                </a:cubicBezTo>
                <a:lnTo>
                  <a:pt x="1069283" y="45963"/>
                </a:lnTo>
                <a:moveTo>
                  <a:pt x="1240490" y="92439"/>
                </a:moveTo>
                <a:lnTo>
                  <a:pt x="1210759" y="194275"/>
                </a:lnTo>
                <a:cubicBezTo>
                  <a:pt x="1206317" y="209425"/>
                  <a:pt x="1204096" y="218994"/>
                  <a:pt x="1204096" y="222981"/>
                </a:cubicBezTo>
                <a:cubicBezTo>
                  <a:pt x="1204096" y="225031"/>
                  <a:pt x="1204437" y="226569"/>
                  <a:pt x="1205121" y="227594"/>
                </a:cubicBezTo>
                <a:cubicBezTo>
                  <a:pt x="1205918" y="228505"/>
                  <a:pt x="1206944" y="228961"/>
                  <a:pt x="1208196" y="228961"/>
                </a:cubicBezTo>
                <a:cubicBezTo>
                  <a:pt x="1210133" y="228961"/>
                  <a:pt x="1212240" y="228107"/>
                  <a:pt x="1214518" y="226398"/>
                </a:cubicBezTo>
                <a:cubicBezTo>
                  <a:pt x="1216911" y="224576"/>
                  <a:pt x="1222835" y="217513"/>
                  <a:pt x="1232289" y="205211"/>
                </a:cubicBezTo>
                <a:lnTo>
                  <a:pt x="1237415" y="209141"/>
                </a:lnTo>
                <a:cubicBezTo>
                  <a:pt x="1228416" y="223380"/>
                  <a:pt x="1219189" y="233859"/>
                  <a:pt x="1209734" y="240580"/>
                </a:cubicBezTo>
                <a:cubicBezTo>
                  <a:pt x="1203469" y="244909"/>
                  <a:pt x="1197432" y="247073"/>
                  <a:pt x="1191622" y="247073"/>
                </a:cubicBezTo>
                <a:cubicBezTo>
                  <a:pt x="1187179" y="247073"/>
                  <a:pt x="1183706" y="245820"/>
                  <a:pt x="1181199" y="243314"/>
                </a:cubicBezTo>
                <a:cubicBezTo>
                  <a:pt x="1178694" y="240808"/>
                  <a:pt x="1177440" y="237561"/>
                  <a:pt x="1177440" y="233575"/>
                </a:cubicBezTo>
                <a:cubicBezTo>
                  <a:pt x="1177440" y="229702"/>
                  <a:pt x="1178181" y="224576"/>
                  <a:pt x="1179662" y="218197"/>
                </a:cubicBezTo>
                <a:cubicBezTo>
                  <a:pt x="1181484" y="209767"/>
                  <a:pt x="1186667" y="191427"/>
                  <a:pt x="1195210" y="163177"/>
                </a:cubicBezTo>
                <a:cubicBezTo>
                  <a:pt x="1175846" y="194959"/>
                  <a:pt x="1159613" y="216887"/>
                  <a:pt x="1146514" y="228961"/>
                </a:cubicBezTo>
                <a:cubicBezTo>
                  <a:pt x="1133528" y="241036"/>
                  <a:pt x="1121453" y="247073"/>
                  <a:pt x="1110290" y="247073"/>
                </a:cubicBezTo>
                <a:cubicBezTo>
                  <a:pt x="1105050" y="247073"/>
                  <a:pt x="1100608" y="245250"/>
                  <a:pt x="1096962" y="241605"/>
                </a:cubicBezTo>
                <a:cubicBezTo>
                  <a:pt x="1093317" y="237960"/>
                  <a:pt x="1091494" y="233347"/>
                  <a:pt x="1091494" y="227765"/>
                </a:cubicBezTo>
                <a:cubicBezTo>
                  <a:pt x="1091494" y="219222"/>
                  <a:pt x="1094001" y="206122"/>
                  <a:pt x="1099013" y="188466"/>
                </a:cubicBezTo>
                <a:lnTo>
                  <a:pt x="1113878" y="135668"/>
                </a:lnTo>
                <a:cubicBezTo>
                  <a:pt x="1117524" y="123024"/>
                  <a:pt x="1119346" y="115164"/>
                  <a:pt x="1119346" y="112088"/>
                </a:cubicBezTo>
                <a:cubicBezTo>
                  <a:pt x="1119346" y="110721"/>
                  <a:pt x="1118833" y="109582"/>
                  <a:pt x="1117808" y="108671"/>
                </a:cubicBezTo>
                <a:cubicBezTo>
                  <a:pt x="1116897" y="107646"/>
                  <a:pt x="1115871" y="107133"/>
                  <a:pt x="1114732" y="107133"/>
                </a:cubicBezTo>
                <a:cubicBezTo>
                  <a:pt x="1112341" y="107133"/>
                  <a:pt x="1109948" y="107988"/>
                  <a:pt x="1107556" y="109696"/>
                </a:cubicBezTo>
                <a:cubicBezTo>
                  <a:pt x="1105164" y="111405"/>
                  <a:pt x="1099754" y="117727"/>
                  <a:pt x="1091324" y="128662"/>
                </a:cubicBezTo>
                <a:lnTo>
                  <a:pt x="1086027" y="124903"/>
                </a:lnTo>
                <a:cubicBezTo>
                  <a:pt x="1094571" y="111690"/>
                  <a:pt x="1103626" y="101950"/>
                  <a:pt x="1113195" y="95685"/>
                </a:cubicBezTo>
                <a:cubicBezTo>
                  <a:pt x="1120486" y="90787"/>
                  <a:pt x="1127206" y="88338"/>
                  <a:pt x="1133357" y="88338"/>
                </a:cubicBezTo>
                <a:cubicBezTo>
                  <a:pt x="1137572" y="88338"/>
                  <a:pt x="1140989" y="89705"/>
                  <a:pt x="1143609" y="92439"/>
                </a:cubicBezTo>
                <a:cubicBezTo>
                  <a:pt x="1146342" y="95059"/>
                  <a:pt x="1147710" y="98476"/>
                  <a:pt x="1147710" y="102691"/>
                </a:cubicBezTo>
                <a:cubicBezTo>
                  <a:pt x="1147710" y="108842"/>
                  <a:pt x="1145432" y="119834"/>
                  <a:pt x="1140876" y="135668"/>
                </a:cubicBezTo>
                <a:lnTo>
                  <a:pt x="1124813" y="190858"/>
                </a:lnTo>
                <a:cubicBezTo>
                  <a:pt x="1120371" y="205894"/>
                  <a:pt x="1118150" y="215406"/>
                  <a:pt x="1118150" y="219393"/>
                </a:cubicBezTo>
                <a:cubicBezTo>
                  <a:pt x="1118150" y="221557"/>
                  <a:pt x="1118833" y="223322"/>
                  <a:pt x="1120200" y="224689"/>
                </a:cubicBezTo>
                <a:cubicBezTo>
                  <a:pt x="1121681" y="225942"/>
                  <a:pt x="1123618" y="226569"/>
                  <a:pt x="1126010" y="226569"/>
                </a:cubicBezTo>
                <a:cubicBezTo>
                  <a:pt x="1129769" y="226569"/>
                  <a:pt x="1134667" y="224689"/>
                  <a:pt x="1140704" y="220930"/>
                </a:cubicBezTo>
                <a:cubicBezTo>
                  <a:pt x="1146741" y="217171"/>
                  <a:pt x="1154772" y="208856"/>
                  <a:pt x="1164796" y="195984"/>
                </a:cubicBezTo>
                <a:cubicBezTo>
                  <a:pt x="1174935" y="182998"/>
                  <a:pt x="1183250" y="170866"/>
                  <a:pt x="1189742" y="159589"/>
                </a:cubicBezTo>
                <a:cubicBezTo>
                  <a:pt x="1196350" y="148198"/>
                  <a:pt x="1203355" y="130143"/>
                  <a:pt x="1210759" y="105425"/>
                </a:cubicBezTo>
                <a:lnTo>
                  <a:pt x="1214518" y="92439"/>
                </a:lnTo>
                <a:lnTo>
                  <a:pt x="1240490" y="92439"/>
                </a:lnTo>
                <a:moveTo>
                  <a:pt x="1414945" y="88338"/>
                </a:moveTo>
                <a:lnTo>
                  <a:pt x="1381626" y="204186"/>
                </a:lnTo>
                <a:lnTo>
                  <a:pt x="1377867" y="219734"/>
                </a:lnTo>
                <a:cubicBezTo>
                  <a:pt x="1377525" y="221215"/>
                  <a:pt x="1377354" y="222468"/>
                  <a:pt x="1377354" y="223493"/>
                </a:cubicBezTo>
                <a:cubicBezTo>
                  <a:pt x="1377354" y="225316"/>
                  <a:pt x="1377924" y="226911"/>
                  <a:pt x="1379063" y="228277"/>
                </a:cubicBezTo>
                <a:cubicBezTo>
                  <a:pt x="1379974" y="229303"/>
                  <a:pt x="1381114" y="229815"/>
                  <a:pt x="1382480" y="229815"/>
                </a:cubicBezTo>
                <a:cubicBezTo>
                  <a:pt x="1383961" y="229815"/>
                  <a:pt x="1385897" y="228904"/>
                  <a:pt x="1388290" y="227082"/>
                </a:cubicBezTo>
                <a:cubicBezTo>
                  <a:pt x="1392732" y="223778"/>
                  <a:pt x="1398656" y="216943"/>
                  <a:pt x="1406060" y="206577"/>
                </a:cubicBezTo>
                <a:lnTo>
                  <a:pt x="1411869" y="210678"/>
                </a:lnTo>
                <a:cubicBezTo>
                  <a:pt x="1404009" y="222525"/>
                  <a:pt x="1395922" y="231581"/>
                  <a:pt x="1387606" y="237846"/>
                </a:cubicBezTo>
                <a:cubicBezTo>
                  <a:pt x="1379290" y="243997"/>
                  <a:pt x="1371602" y="247073"/>
                  <a:pt x="1364540" y="247073"/>
                </a:cubicBezTo>
                <a:cubicBezTo>
                  <a:pt x="1359642" y="247073"/>
                  <a:pt x="1355940" y="245820"/>
                  <a:pt x="1353433" y="243314"/>
                </a:cubicBezTo>
                <a:cubicBezTo>
                  <a:pt x="1351040" y="240922"/>
                  <a:pt x="1349845" y="237391"/>
                  <a:pt x="1349845" y="232720"/>
                </a:cubicBezTo>
                <a:cubicBezTo>
                  <a:pt x="1349845" y="227138"/>
                  <a:pt x="1351097" y="219791"/>
                  <a:pt x="1353604" y="210678"/>
                </a:cubicBezTo>
                <a:lnTo>
                  <a:pt x="1357192" y="197863"/>
                </a:lnTo>
                <a:cubicBezTo>
                  <a:pt x="1342270" y="217342"/>
                  <a:pt x="1328544" y="230954"/>
                  <a:pt x="1316013" y="238700"/>
                </a:cubicBezTo>
                <a:cubicBezTo>
                  <a:pt x="1307015" y="244282"/>
                  <a:pt x="1298186" y="247073"/>
                  <a:pt x="1289528" y="247073"/>
                </a:cubicBezTo>
                <a:cubicBezTo>
                  <a:pt x="1281213" y="247073"/>
                  <a:pt x="1274037" y="243655"/>
                  <a:pt x="1267999" y="236821"/>
                </a:cubicBezTo>
                <a:cubicBezTo>
                  <a:pt x="1261962" y="229872"/>
                  <a:pt x="1258944" y="220361"/>
                  <a:pt x="1258944" y="208286"/>
                </a:cubicBezTo>
                <a:cubicBezTo>
                  <a:pt x="1258944" y="190174"/>
                  <a:pt x="1264355" y="171094"/>
                  <a:pt x="1275176" y="151046"/>
                </a:cubicBezTo>
                <a:cubicBezTo>
                  <a:pt x="1286111" y="130884"/>
                  <a:pt x="1299952" y="114765"/>
                  <a:pt x="1316697" y="102691"/>
                </a:cubicBezTo>
                <a:cubicBezTo>
                  <a:pt x="1329796" y="93122"/>
                  <a:pt x="1342155" y="88338"/>
                  <a:pt x="1353775" y="88338"/>
                </a:cubicBezTo>
                <a:cubicBezTo>
                  <a:pt x="1360723" y="88338"/>
                  <a:pt x="1366476" y="90161"/>
                  <a:pt x="1371032" y="93806"/>
                </a:cubicBezTo>
                <a:cubicBezTo>
                  <a:pt x="1375703" y="97451"/>
                  <a:pt x="1379233" y="103488"/>
                  <a:pt x="1381626" y="111917"/>
                </a:cubicBezTo>
                <a:lnTo>
                  <a:pt x="1387778" y="92439"/>
                </a:lnTo>
                <a:lnTo>
                  <a:pt x="1414945" y="88338"/>
                </a:lnTo>
                <a:moveTo>
                  <a:pt x="1354117" y="97223"/>
                </a:moveTo>
                <a:cubicBezTo>
                  <a:pt x="1346826" y="97223"/>
                  <a:pt x="1339080" y="100640"/>
                  <a:pt x="1330879" y="107475"/>
                </a:cubicBezTo>
                <a:cubicBezTo>
                  <a:pt x="1319260" y="117157"/>
                  <a:pt x="1308894" y="131510"/>
                  <a:pt x="1299781" y="150533"/>
                </a:cubicBezTo>
                <a:cubicBezTo>
                  <a:pt x="1290782" y="169556"/>
                  <a:pt x="1286283" y="186757"/>
                  <a:pt x="1286283" y="202135"/>
                </a:cubicBezTo>
                <a:cubicBezTo>
                  <a:pt x="1286283" y="209881"/>
                  <a:pt x="1288219" y="216032"/>
                  <a:pt x="1292091" y="220589"/>
                </a:cubicBezTo>
                <a:cubicBezTo>
                  <a:pt x="1295965" y="225031"/>
                  <a:pt x="1300408" y="227252"/>
                  <a:pt x="1305419" y="227252"/>
                </a:cubicBezTo>
                <a:cubicBezTo>
                  <a:pt x="1317836" y="227252"/>
                  <a:pt x="1331334" y="218082"/>
                  <a:pt x="1345915" y="199743"/>
                </a:cubicBezTo>
                <a:cubicBezTo>
                  <a:pt x="1365394" y="175366"/>
                  <a:pt x="1375133" y="150362"/>
                  <a:pt x="1375133" y="124733"/>
                </a:cubicBezTo>
                <a:cubicBezTo>
                  <a:pt x="1375133" y="115050"/>
                  <a:pt x="1373253" y="108045"/>
                  <a:pt x="1369494" y="103716"/>
                </a:cubicBezTo>
                <a:cubicBezTo>
                  <a:pt x="1365735" y="99387"/>
                  <a:pt x="1360609" y="97223"/>
                  <a:pt x="1354117" y="97223"/>
                </a:cubicBezTo>
                <a:moveTo>
                  <a:pt x="1529767" y="0"/>
                </a:moveTo>
                <a:lnTo>
                  <a:pt x="1471331" y="203331"/>
                </a:lnTo>
                <a:cubicBezTo>
                  <a:pt x="1468483" y="213469"/>
                  <a:pt x="1467059" y="219677"/>
                  <a:pt x="1467059" y="221955"/>
                </a:cubicBezTo>
                <a:cubicBezTo>
                  <a:pt x="1467059" y="223664"/>
                  <a:pt x="1467572" y="225088"/>
                  <a:pt x="1468596" y="226227"/>
                </a:cubicBezTo>
                <a:cubicBezTo>
                  <a:pt x="1469736" y="227366"/>
                  <a:pt x="1471103" y="227936"/>
                  <a:pt x="1472697" y="227936"/>
                </a:cubicBezTo>
                <a:cubicBezTo>
                  <a:pt x="1474862" y="227936"/>
                  <a:pt x="1477198" y="226967"/>
                  <a:pt x="1479703" y="225031"/>
                </a:cubicBezTo>
                <a:cubicBezTo>
                  <a:pt x="1485626" y="220361"/>
                  <a:pt x="1491835" y="213127"/>
                  <a:pt x="1498328" y="203331"/>
                </a:cubicBezTo>
                <a:lnTo>
                  <a:pt x="1503453" y="208628"/>
                </a:lnTo>
                <a:cubicBezTo>
                  <a:pt x="1492632" y="223892"/>
                  <a:pt x="1482665" y="234543"/>
                  <a:pt x="1473552" y="240580"/>
                </a:cubicBezTo>
                <a:cubicBezTo>
                  <a:pt x="1466832" y="244909"/>
                  <a:pt x="1460452" y="247073"/>
                  <a:pt x="1454415" y="247073"/>
                </a:cubicBezTo>
                <a:cubicBezTo>
                  <a:pt x="1450087" y="247073"/>
                  <a:pt x="1446442" y="245592"/>
                  <a:pt x="1443480" y="242630"/>
                </a:cubicBezTo>
                <a:cubicBezTo>
                  <a:pt x="1440632" y="239669"/>
                  <a:pt x="1439208" y="236251"/>
                  <a:pt x="1439208" y="232378"/>
                </a:cubicBezTo>
                <a:cubicBezTo>
                  <a:pt x="1439208" y="228277"/>
                  <a:pt x="1441030" y="219848"/>
                  <a:pt x="1444676" y="207090"/>
                </a:cubicBezTo>
                <a:lnTo>
                  <a:pt x="1490981" y="46817"/>
                </a:lnTo>
                <a:cubicBezTo>
                  <a:pt x="1494740" y="33718"/>
                  <a:pt x="1496619" y="26200"/>
                  <a:pt x="1496619" y="24263"/>
                </a:cubicBezTo>
                <a:cubicBezTo>
                  <a:pt x="1496619" y="21529"/>
                  <a:pt x="1495537" y="19308"/>
                  <a:pt x="1493372" y="17599"/>
                </a:cubicBezTo>
                <a:cubicBezTo>
                  <a:pt x="1491208" y="15777"/>
                  <a:pt x="1487848" y="14865"/>
                  <a:pt x="1483291" y="14865"/>
                </a:cubicBezTo>
                <a:cubicBezTo>
                  <a:pt x="1480672" y="14865"/>
                  <a:pt x="1476684" y="15264"/>
                  <a:pt x="1471331" y="16061"/>
                </a:cubicBezTo>
                <a:lnTo>
                  <a:pt x="1471331" y="9739"/>
                </a:lnTo>
                <a:lnTo>
                  <a:pt x="1529767" y="0"/>
                </a:lnTo>
                <a:moveTo>
                  <a:pt x="1627161" y="0"/>
                </a:moveTo>
                <a:lnTo>
                  <a:pt x="1568725" y="203331"/>
                </a:lnTo>
                <a:cubicBezTo>
                  <a:pt x="1565877" y="213469"/>
                  <a:pt x="1564453" y="219677"/>
                  <a:pt x="1564453" y="221955"/>
                </a:cubicBezTo>
                <a:cubicBezTo>
                  <a:pt x="1564453" y="223664"/>
                  <a:pt x="1564965" y="225088"/>
                  <a:pt x="1565991" y="226227"/>
                </a:cubicBezTo>
                <a:cubicBezTo>
                  <a:pt x="1567130" y="227366"/>
                  <a:pt x="1568497" y="227936"/>
                  <a:pt x="1570092" y="227936"/>
                </a:cubicBezTo>
                <a:cubicBezTo>
                  <a:pt x="1572256" y="227936"/>
                  <a:pt x="1574591" y="226967"/>
                  <a:pt x="1577097" y="225031"/>
                </a:cubicBezTo>
                <a:cubicBezTo>
                  <a:pt x="1583021" y="220361"/>
                  <a:pt x="1589229" y="213127"/>
                  <a:pt x="1595721" y="203331"/>
                </a:cubicBezTo>
                <a:lnTo>
                  <a:pt x="1600848" y="208628"/>
                </a:lnTo>
                <a:cubicBezTo>
                  <a:pt x="1590026" y="223892"/>
                  <a:pt x="1580059" y="234543"/>
                  <a:pt x="1570947" y="240580"/>
                </a:cubicBezTo>
                <a:cubicBezTo>
                  <a:pt x="1564225" y="244909"/>
                  <a:pt x="1557846" y="247073"/>
                  <a:pt x="1551809" y="247073"/>
                </a:cubicBezTo>
                <a:cubicBezTo>
                  <a:pt x="1547480" y="247073"/>
                  <a:pt x="1543835" y="245592"/>
                  <a:pt x="1540873" y="242630"/>
                </a:cubicBezTo>
                <a:cubicBezTo>
                  <a:pt x="1538026" y="239669"/>
                  <a:pt x="1536602" y="236251"/>
                  <a:pt x="1536602" y="232378"/>
                </a:cubicBezTo>
                <a:cubicBezTo>
                  <a:pt x="1536602" y="228277"/>
                  <a:pt x="1538425" y="219848"/>
                  <a:pt x="1542070" y="207090"/>
                </a:cubicBezTo>
                <a:lnTo>
                  <a:pt x="1588374" y="46817"/>
                </a:lnTo>
                <a:cubicBezTo>
                  <a:pt x="1592134" y="33718"/>
                  <a:pt x="1594013" y="26200"/>
                  <a:pt x="1594013" y="24263"/>
                </a:cubicBezTo>
                <a:cubicBezTo>
                  <a:pt x="1594013" y="21529"/>
                  <a:pt x="1592931" y="19308"/>
                  <a:pt x="1590767" y="17599"/>
                </a:cubicBezTo>
                <a:cubicBezTo>
                  <a:pt x="1588602" y="15777"/>
                  <a:pt x="1585242" y="14865"/>
                  <a:pt x="1580686" y="14865"/>
                </a:cubicBezTo>
                <a:cubicBezTo>
                  <a:pt x="1578066" y="14865"/>
                  <a:pt x="1574079" y="15264"/>
                  <a:pt x="1568725" y="16061"/>
                </a:cubicBezTo>
                <a:lnTo>
                  <a:pt x="1568725" y="9739"/>
                </a:lnTo>
                <a:lnTo>
                  <a:pt x="1627161" y="0"/>
                </a:lnTo>
                <a:moveTo>
                  <a:pt x="1676371" y="88338"/>
                </a:moveTo>
                <a:cubicBezTo>
                  <a:pt x="1680243" y="94945"/>
                  <a:pt x="1682920" y="101153"/>
                  <a:pt x="1684401" y="106962"/>
                </a:cubicBezTo>
                <a:cubicBezTo>
                  <a:pt x="1685883" y="112658"/>
                  <a:pt x="1687363" y="123935"/>
                  <a:pt x="1688843" y="140794"/>
                </a:cubicBezTo>
                <a:lnTo>
                  <a:pt x="1696362" y="224860"/>
                </a:lnTo>
                <a:cubicBezTo>
                  <a:pt x="1703197" y="216659"/>
                  <a:pt x="1713107" y="203673"/>
                  <a:pt x="1726093" y="185903"/>
                </a:cubicBezTo>
                <a:cubicBezTo>
                  <a:pt x="1732358" y="177245"/>
                  <a:pt x="1740104" y="165456"/>
                  <a:pt x="1749330" y="150533"/>
                </a:cubicBezTo>
                <a:cubicBezTo>
                  <a:pt x="1754913" y="141421"/>
                  <a:pt x="1758330" y="135042"/>
                  <a:pt x="1759582" y="131396"/>
                </a:cubicBezTo>
                <a:cubicBezTo>
                  <a:pt x="1760266" y="129574"/>
                  <a:pt x="1760608" y="127694"/>
                  <a:pt x="1760608" y="125758"/>
                </a:cubicBezTo>
                <a:cubicBezTo>
                  <a:pt x="1760608" y="124505"/>
                  <a:pt x="1760209" y="123479"/>
                  <a:pt x="1759412" y="122682"/>
                </a:cubicBezTo>
                <a:cubicBezTo>
                  <a:pt x="1758615" y="121885"/>
                  <a:pt x="1756507" y="120973"/>
                  <a:pt x="1753090" y="119948"/>
                </a:cubicBezTo>
                <a:cubicBezTo>
                  <a:pt x="1749787" y="118809"/>
                  <a:pt x="1746995" y="116816"/>
                  <a:pt x="1744717" y="113968"/>
                </a:cubicBezTo>
                <a:cubicBezTo>
                  <a:pt x="1742553" y="111006"/>
                  <a:pt x="1741470" y="107646"/>
                  <a:pt x="1741470" y="103887"/>
                </a:cubicBezTo>
                <a:cubicBezTo>
                  <a:pt x="1741470" y="99216"/>
                  <a:pt x="1742838" y="95457"/>
                  <a:pt x="1745571" y="92610"/>
                </a:cubicBezTo>
                <a:cubicBezTo>
                  <a:pt x="1748306" y="89762"/>
                  <a:pt x="1751723" y="88338"/>
                  <a:pt x="1755823" y="88338"/>
                </a:cubicBezTo>
                <a:cubicBezTo>
                  <a:pt x="1760836" y="88338"/>
                  <a:pt x="1765107" y="90445"/>
                  <a:pt x="1768639" y="94660"/>
                </a:cubicBezTo>
                <a:cubicBezTo>
                  <a:pt x="1772170" y="98761"/>
                  <a:pt x="1773936" y="104456"/>
                  <a:pt x="1773936" y="111747"/>
                </a:cubicBezTo>
                <a:cubicBezTo>
                  <a:pt x="1773936" y="120745"/>
                  <a:pt x="1770860" y="131055"/>
                  <a:pt x="1764709" y="142673"/>
                </a:cubicBezTo>
                <a:cubicBezTo>
                  <a:pt x="1758557" y="154178"/>
                  <a:pt x="1746711" y="171892"/>
                  <a:pt x="1729168" y="195813"/>
                </a:cubicBezTo>
                <a:cubicBezTo>
                  <a:pt x="1711626" y="219734"/>
                  <a:pt x="1690382" y="245820"/>
                  <a:pt x="1665435" y="274070"/>
                </a:cubicBezTo>
                <a:cubicBezTo>
                  <a:pt x="1648235" y="293549"/>
                  <a:pt x="1635477" y="305794"/>
                  <a:pt x="1627161" y="310806"/>
                </a:cubicBezTo>
                <a:cubicBezTo>
                  <a:pt x="1618846" y="315932"/>
                  <a:pt x="1611727" y="318495"/>
                  <a:pt x="1605803" y="318495"/>
                </a:cubicBezTo>
                <a:cubicBezTo>
                  <a:pt x="1602272" y="318495"/>
                  <a:pt x="1599196" y="317128"/>
                  <a:pt x="1596576" y="314394"/>
                </a:cubicBezTo>
                <a:cubicBezTo>
                  <a:pt x="1593842" y="311774"/>
                  <a:pt x="1592476" y="308699"/>
                  <a:pt x="1592476" y="305168"/>
                </a:cubicBezTo>
                <a:cubicBezTo>
                  <a:pt x="1592476" y="300725"/>
                  <a:pt x="1594355" y="296681"/>
                  <a:pt x="1598114" y="293036"/>
                </a:cubicBezTo>
                <a:cubicBezTo>
                  <a:pt x="1601758" y="289391"/>
                  <a:pt x="1605745" y="287568"/>
                  <a:pt x="1610074" y="287568"/>
                </a:cubicBezTo>
                <a:cubicBezTo>
                  <a:pt x="1612353" y="287568"/>
                  <a:pt x="1614232" y="288081"/>
                  <a:pt x="1615713" y="289106"/>
                </a:cubicBezTo>
                <a:cubicBezTo>
                  <a:pt x="1616625" y="289676"/>
                  <a:pt x="1617649" y="291270"/>
                  <a:pt x="1618788" y="293890"/>
                </a:cubicBezTo>
                <a:cubicBezTo>
                  <a:pt x="1619814" y="296624"/>
                  <a:pt x="1620782" y="298447"/>
                  <a:pt x="1621693" y="299358"/>
                </a:cubicBezTo>
                <a:cubicBezTo>
                  <a:pt x="1622263" y="299927"/>
                  <a:pt x="1622947" y="300212"/>
                  <a:pt x="1623744" y="300212"/>
                </a:cubicBezTo>
                <a:cubicBezTo>
                  <a:pt x="1624428" y="300212"/>
                  <a:pt x="1625623" y="299643"/>
                  <a:pt x="1627333" y="298504"/>
                </a:cubicBezTo>
                <a:cubicBezTo>
                  <a:pt x="1633597" y="294631"/>
                  <a:pt x="1640887" y="288480"/>
                  <a:pt x="1649202" y="280050"/>
                </a:cubicBezTo>
                <a:cubicBezTo>
                  <a:pt x="1660138" y="268887"/>
                  <a:pt x="1668226" y="259774"/>
                  <a:pt x="1673466" y="252711"/>
                </a:cubicBezTo>
                <a:lnTo>
                  <a:pt x="1663897" y="144382"/>
                </a:lnTo>
                <a:cubicBezTo>
                  <a:pt x="1662303" y="126498"/>
                  <a:pt x="1659910" y="115620"/>
                  <a:pt x="1656721" y="111747"/>
                </a:cubicBezTo>
                <a:cubicBezTo>
                  <a:pt x="1653531" y="107874"/>
                  <a:pt x="1648178" y="105937"/>
                  <a:pt x="1640660" y="105937"/>
                </a:cubicBezTo>
                <a:cubicBezTo>
                  <a:pt x="1638267" y="105937"/>
                  <a:pt x="1633996" y="106279"/>
                  <a:pt x="1627845" y="106962"/>
                </a:cubicBezTo>
                <a:lnTo>
                  <a:pt x="1626307" y="100640"/>
                </a:lnTo>
                <a:lnTo>
                  <a:pt x="1676371" y="88338"/>
                </a:lnTo>
                <a:moveTo>
                  <a:pt x="1998625" y="205723"/>
                </a:moveTo>
                <a:cubicBezTo>
                  <a:pt x="1986778" y="219962"/>
                  <a:pt x="1974818" y="230442"/>
                  <a:pt x="1962743" y="237163"/>
                </a:cubicBezTo>
                <a:cubicBezTo>
                  <a:pt x="1950669" y="243770"/>
                  <a:pt x="1937910" y="247073"/>
                  <a:pt x="1924469" y="247073"/>
                </a:cubicBezTo>
                <a:cubicBezTo>
                  <a:pt x="1908293" y="247073"/>
                  <a:pt x="1895649" y="242516"/>
                  <a:pt x="1886536" y="233404"/>
                </a:cubicBezTo>
                <a:cubicBezTo>
                  <a:pt x="1877537" y="224291"/>
                  <a:pt x="1873038" y="212045"/>
                  <a:pt x="1873038" y="196667"/>
                </a:cubicBezTo>
                <a:cubicBezTo>
                  <a:pt x="1873038" y="179239"/>
                  <a:pt x="1877879" y="162095"/>
                  <a:pt x="1887561" y="145237"/>
                </a:cubicBezTo>
                <a:cubicBezTo>
                  <a:pt x="1897358" y="128378"/>
                  <a:pt x="1910458" y="114708"/>
                  <a:pt x="1926860" y="104228"/>
                </a:cubicBezTo>
                <a:cubicBezTo>
                  <a:pt x="1943378" y="93635"/>
                  <a:pt x="1959553" y="88338"/>
                  <a:pt x="1975387" y="88338"/>
                </a:cubicBezTo>
                <a:cubicBezTo>
                  <a:pt x="1987804" y="88338"/>
                  <a:pt x="1997087" y="90958"/>
                  <a:pt x="2003238" y="96198"/>
                </a:cubicBezTo>
                <a:cubicBezTo>
                  <a:pt x="2009389" y="101324"/>
                  <a:pt x="2012465" y="107646"/>
                  <a:pt x="2012465" y="115164"/>
                </a:cubicBezTo>
                <a:cubicBezTo>
                  <a:pt x="2012465" y="122227"/>
                  <a:pt x="2010300" y="128264"/>
                  <a:pt x="2005972" y="133276"/>
                </a:cubicBezTo>
                <a:cubicBezTo>
                  <a:pt x="2002782" y="137149"/>
                  <a:pt x="1998852" y="139085"/>
                  <a:pt x="1994182" y="139085"/>
                </a:cubicBezTo>
                <a:cubicBezTo>
                  <a:pt x="1990651" y="139085"/>
                  <a:pt x="1987689" y="137946"/>
                  <a:pt x="1985297" y="135668"/>
                </a:cubicBezTo>
                <a:cubicBezTo>
                  <a:pt x="1983019" y="133390"/>
                  <a:pt x="1981880" y="130542"/>
                  <a:pt x="1981880" y="127125"/>
                </a:cubicBezTo>
                <a:cubicBezTo>
                  <a:pt x="1981880" y="124960"/>
                  <a:pt x="1982279" y="122967"/>
                  <a:pt x="1983076" y="121144"/>
                </a:cubicBezTo>
                <a:cubicBezTo>
                  <a:pt x="1983987" y="119322"/>
                  <a:pt x="1985753" y="117157"/>
                  <a:pt x="1988373" y="114651"/>
                </a:cubicBezTo>
                <a:cubicBezTo>
                  <a:pt x="1991106" y="112031"/>
                  <a:pt x="1992758" y="110152"/>
                  <a:pt x="1993327" y="109013"/>
                </a:cubicBezTo>
                <a:cubicBezTo>
                  <a:pt x="1993897" y="107874"/>
                  <a:pt x="1994182" y="106678"/>
                  <a:pt x="1994182" y="105425"/>
                </a:cubicBezTo>
                <a:cubicBezTo>
                  <a:pt x="1994182" y="103032"/>
                  <a:pt x="1993100" y="101039"/>
                  <a:pt x="1990936" y="99444"/>
                </a:cubicBezTo>
                <a:cubicBezTo>
                  <a:pt x="1987632" y="97166"/>
                  <a:pt x="1982961" y="96027"/>
                  <a:pt x="1976924" y="96027"/>
                </a:cubicBezTo>
                <a:cubicBezTo>
                  <a:pt x="1965761" y="96027"/>
                  <a:pt x="1954712" y="99957"/>
                  <a:pt x="1943777" y="107817"/>
                </a:cubicBezTo>
                <a:cubicBezTo>
                  <a:pt x="1932841" y="115677"/>
                  <a:pt x="1923500" y="126840"/>
                  <a:pt x="1915754" y="141306"/>
                </a:cubicBezTo>
                <a:cubicBezTo>
                  <a:pt x="1906414" y="158849"/>
                  <a:pt x="1901744" y="176391"/>
                  <a:pt x="1901744" y="193933"/>
                </a:cubicBezTo>
                <a:cubicBezTo>
                  <a:pt x="1901744" y="205552"/>
                  <a:pt x="1905046" y="214779"/>
                  <a:pt x="1911653" y="221614"/>
                </a:cubicBezTo>
                <a:cubicBezTo>
                  <a:pt x="1918260" y="228335"/>
                  <a:pt x="1927259" y="231695"/>
                  <a:pt x="1938651" y="231695"/>
                </a:cubicBezTo>
                <a:cubicBezTo>
                  <a:pt x="1947422" y="231695"/>
                  <a:pt x="1956079" y="229531"/>
                  <a:pt x="1964622" y="225202"/>
                </a:cubicBezTo>
                <a:cubicBezTo>
                  <a:pt x="1973279" y="220759"/>
                  <a:pt x="1982961" y="212786"/>
                  <a:pt x="1993670" y="201281"/>
                </a:cubicBezTo>
                <a:lnTo>
                  <a:pt x="1998625" y="205723"/>
                </a:lnTo>
                <a:moveTo>
                  <a:pt x="2123015" y="0"/>
                </a:moveTo>
                <a:lnTo>
                  <a:pt x="2064580" y="203331"/>
                </a:lnTo>
                <a:cubicBezTo>
                  <a:pt x="2061731" y="213469"/>
                  <a:pt x="2060307" y="219677"/>
                  <a:pt x="2060307" y="221955"/>
                </a:cubicBezTo>
                <a:cubicBezTo>
                  <a:pt x="2060307" y="223664"/>
                  <a:pt x="2060819" y="225088"/>
                  <a:pt x="2061845" y="226227"/>
                </a:cubicBezTo>
                <a:cubicBezTo>
                  <a:pt x="2062984" y="227366"/>
                  <a:pt x="2064351" y="227936"/>
                  <a:pt x="2065946" y="227936"/>
                </a:cubicBezTo>
                <a:cubicBezTo>
                  <a:pt x="2068110" y="227936"/>
                  <a:pt x="2070445" y="226967"/>
                  <a:pt x="2072951" y="225031"/>
                </a:cubicBezTo>
                <a:cubicBezTo>
                  <a:pt x="2078875" y="220361"/>
                  <a:pt x="2085083" y="213127"/>
                  <a:pt x="2091577" y="203331"/>
                </a:cubicBezTo>
                <a:lnTo>
                  <a:pt x="2096702" y="208628"/>
                </a:lnTo>
                <a:cubicBezTo>
                  <a:pt x="2085880" y="223892"/>
                  <a:pt x="2075913" y="234543"/>
                  <a:pt x="2066801" y="240580"/>
                </a:cubicBezTo>
                <a:cubicBezTo>
                  <a:pt x="2060080" y="244909"/>
                  <a:pt x="2053700" y="247073"/>
                  <a:pt x="2047663" y="247073"/>
                </a:cubicBezTo>
                <a:cubicBezTo>
                  <a:pt x="2043336" y="247073"/>
                  <a:pt x="2039690" y="245592"/>
                  <a:pt x="2036728" y="242630"/>
                </a:cubicBezTo>
                <a:cubicBezTo>
                  <a:pt x="2033880" y="239669"/>
                  <a:pt x="2032456" y="236251"/>
                  <a:pt x="2032456" y="232378"/>
                </a:cubicBezTo>
                <a:cubicBezTo>
                  <a:pt x="2032456" y="228277"/>
                  <a:pt x="2034279" y="219848"/>
                  <a:pt x="2037924" y="207090"/>
                </a:cubicBezTo>
                <a:lnTo>
                  <a:pt x="2084229" y="46817"/>
                </a:lnTo>
                <a:cubicBezTo>
                  <a:pt x="2087988" y="33718"/>
                  <a:pt x="2089868" y="26200"/>
                  <a:pt x="2089868" y="24263"/>
                </a:cubicBezTo>
                <a:cubicBezTo>
                  <a:pt x="2089868" y="21529"/>
                  <a:pt x="2088785" y="19308"/>
                  <a:pt x="2086621" y="17599"/>
                </a:cubicBezTo>
                <a:cubicBezTo>
                  <a:pt x="2084456" y="15777"/>
                  <a:pt x="2081096" y="14865"/>
                  <a:pt x="2076540" y="14865"/>
                </a:cubicBezTo>
                <a:cubicBezTo>
                  <a:pt x="2073920" y="14865"/>
                  <a:pt x="2069933" y="15264"/>
                  <a:pt x="2064580" y="16061"/>
                </a:cubicBezTo>
                <a:lnTo>
                  <a:pt x="2064580" y="9739"/>
                </a:lnTo>
                <a:lnTo>
                  <a:pt x="2123015" y="0"/>
                </a:lnTo>
                <a:moveTo>
                  <a:pt x="2278163" y="141819"/>
                </a:moveTo>
                <a:cubicBezTo>
                  <a:pt x="2278163" y="158906"/>
                  <a:pt x="2273605" y="175822"/>
                  <a:pt x="2264493" y="192566"/>
                </a:cubicBezTo>
                <a:cubicBezTo>
                  <a:pt x="2255494" y="209311"/>
                  <a:pt x="2242907" y="222582"/>
                  <a:pt x="2226731" y="232378"/>
                </a:cubicBezTo>
                <a:cubicBezTo>
                  <a:pt x="2210556" y="242175"/>
                  <a:pt x="2194836" y="247073"/>
                  <a:pt x="2179573" y="247073"/>
                </a:cubicBezTo>
                <a:cubicBezTo>
                  <a:pt x="2163967" y="247073"/>
                  <a:pt x="2151208" y="242118"/>
                  <a:pt x="2141299" y="232208"/>
                </a:cubicBezTo>
                <a:cubicBezTo>
                  <a:pt x="2131502" y="222183"/>
                  <a:pt x="2126604" y="209254"/>
                  <a:pt x="2126604" y="193421"/>
                </a:cubicBezTo>
                <a:cubicBezTo>
                  <a:pt x="2126604" y="176676"/>
                  <a:pt x="2131388" y="159874"/>
                  <a:pt x="2140957" y="143015"/>
                </a:cubicBezTo>
                <a:cubicBezTo>
                  <a:pt x="2150639" y="126156"/>
                  <a:pt x="2163511" y="112829"/>
                  <a:pt x="2179573" y="103032"/>
                </a:cubicBezTo>
                <a:cubicBezTo>
                  <a:pt x="2195747" y="93236"/>
                  <a:pt x="2211353" y="88338"/>
                  <a:pt x="2226390" y="88338"/>
                </a:cubicBezTo>
                <a:cubicBezTo>
                  <a:pt x="2241426" y="88338"/>
                  <a:pt x="2253785" y="93293"/>
                  <a:pt x="2263468" y="103203"/>
                </a:cubicBezTo>
                <a:cubicBezTo>
                  <a:pt x="2273265" y="113114"/>
                  <a:pt x="2278163" y="125986"/>
                  <a:pt x="2278163" y="141819"/>
                </a:cubicBezTo>
                <a:moveTo>
                  <a:pt x="2249798" y="130029"/>
                </a:moveTo>
                <a:cubicBezTo>
                  <a:pt x="2249798" y="119436"/>
                  <a:pt x="2247178" y="111348"/>
                  <a:pt x="2241939" y="105766"/>
                </a:cubicBezTo>
                <a:cubicBezTo>
                  <a:pt x="2236812" y="100071"/>
                  <a:pt x="2230149" y="97223"/>
                  <a:pt x="2221947" y="97223"/>
                </a:cubicBezTo>
                <a:cubicBezTo>
                  <a:pt x="2205202" y="97223"/>
                  <a:pt x="2189767" y="109240"/>
                  <a:pt x="2175642" y="133276"/>
                </a:cubicBezTo>
                <a:cubicBezTo>
                  <a:pt x="2161631" y="157197"/>
                  <a:pt x="2154626" y="181005"/>
                  <a:pt x="2154626" y="204698"/>
                </a:cubicBezTo>
                <a:cubicBezTo>
                  <a:pt x="2154626" y="215520"/>
                  <a:pt x="2157360" y="223892"/>
                  <a:pt x="2162828" y="229815"/>
                </a:cubicBezTo>
                <a:cubicBezTo>
                  <a:pt x="2168295" y="235625"/>
                  <a:pt x="2175187" y="238530"/>
                  <a:pt x="2183502" y="238530"/>
                </a:cubicBezTo>
                <a:cubicBezTo>
                  <a:pt x="2199564" y="238530"/>
                  <a:pt x="2214600" y="226626"/>
                  <a:pt x="2228611" y="202819"/>
                </a:cubicBezTo>
                <a:cubicBezTo>
                  <a:pt x="2242736" y="178897"/>
                  <a:pt x="2249798" y="154634"/>
                  <a:pt x="2249798" y="130029"/>
                </a:cubicBezTo>
                <a:moveTo>
                  <a:pt x="2418272" y="88338"/>
                </a:moveTo>
                <a:lnTo>
                  <a:pt x="2407849" y="140794"/>
                </a:lnTo>
                <a:lnTo>
                  <a:pt x="2401527" y="140794"/>
                </a:lnTo>
                <a:cubicBezTo>
                  <a:pt x="2400958" y="125530"/>
                  <a:pt x="2397712" y="114423"/>
                  <a:pt x="2391788" y="107475"/>
                </a:cubicBezTo>
                <a:cubicBezTo>
                  <a:pt x="2385865" y="100526"/>
                  <a:pt x="2378517" y="97052"/>
                  <a:pt x="2369747" y="97052"/>
                </a:cubicBezTo>
                <a:cubicBezTo>
                  <a:pt x="2362685" y="97052"/>
                  <a:pt x="2357046" y="98989"/>
                  <a:pt x="2352831" y="102862"/>
                </a:cubicBezTo>
                <a:cubicBezTo>
                  <a:pt x="2348730" y="106734"/>
                  <a:pt x="2346680" y="111405"/>
                  <a:pt x="2346680" y="116873"/>
                </a:cubicBezTo>
                <a:cubicBezTo>
                  <a:pt x="2346680" y="120632"/>
                  <a:pt x="2347478" y="124220"/>
                  <a:pt x="2349072" y="127637"/>
                </a:cubicBezTo>
                <a:cubicBezTo>
                  <a:pt x="2350780" y="131055"/>
                  <a:pt x="2354425" y="135839"/>
                  <a:pt x="2360007" y="141990"/>
                </a:cubicBezTo>
                <a:cubicBezTo>
                  <a:pt x="2374815" y="158165"/>
                  <a:pt x="2384384" y="170354"/>
                  <a:pt x="2388713" y="178555"/>
                </a:cubicBezTo>
                <a:cubicBezTo>
                  <a:pt x="2393041" y="186757"/>
                  <a:pt x="2395205" y="194503"/>
                  <a:pt x="2395205" y="201793"/>
                </a:cubicBezTo>
                <a:cubicBezTo>
                  <a:pt x="2395205" y="213640"/>
                  <a:pt x="2390251" y="224177"/>
                  <a:pt x="2380340" y="233404"/>
                </a:cubicBezTo>
                <a:cubicBezTo>
                  <a:pt x="2370544" y="242516"/>
                  <a:pt x="2358127" y="247073"/>
                  <a:pt x="2343092" y="247073"/>
                </a:cubicBezTo>
                <a:cubicBezTo>
                  <a:pt x="2334890" y="247073"/>
                  <a:pt x="2325435" y="245136"/>
                  <a:pt x="2314727" y="241264"/>
                </a:cubicBezTo>
                <a:cubicBezTo>
                  <a:pt x="2310968" y="239897"/>
                  <a:pt x="2308063" y="239213"/>
                  <a:pt x="2306014" y="239213"/>
                </a:cubicBezTo>
                <a:cubicBezTo>
                  <a:pt x="2300888" y="239213"/>
                  <a:pt x="2297015" y="241833"/>
                  <a:pt x="2294394" y="247073"/>
                </a:cubicBezTo>
                <a:lnTo>
                  <a:pt x="2288072" y="247073"/>
                </a:lnTo>
                <a:lnTo>
                  <a:pt x="2298496" y="191712"/>
                </a:lnTo>
                <a:lnTo>
                  <a:pt x="2304818" y="191712"/>
                </a:lnTo>
                <a:cubicBezTo>
                  <a:pt x="2305500" y="209027"/>
                  <a:pt x="2309089" y="221272"/>
                  <a:pt x="2315582" y="228448"/>
                </a:cubicBezTo>
                <a:cubicBezTo>
                  <a:pt x="2322075" y="235625"/>
                  <a:pt x="2330960" y="239213"/>
                  <a:pt x="2342238" y="239213"/>
                </a:cubicBezTo>
                <a:cubicBezTo>
                  <a:pt x="2350895" y="239213"/>
                  <a:pt x="2357729" y="236821"/>
                  <a:pt x="2362741" y="232037"/>
                </a:cubicBezTo>
                <a:cubicBezTo>
                  <a:pt x="2367868" y="227138"/>
                  <a:pt x="2370431" y="221158"/>
                  <a:pt x="2370431" y="214096"/>
                </a:cubicBezTo>
                <a:cubicBezTo>
                  <a:pt x="2370431" y="209539"/>
                  <a:pt x="2369519" y="205325"/>
                  <a:pt x="2367696" y="201452"/>
                </a:cubicBezTo>
                <a:cubicBezTo>
                  <a:pt x="2364507" y="194617"/>
                  <a:pt x="2357786" y="185162"/>
                  <a:pt x="2347534" y="173088"/>
                </a:cubicBezTo>
                <a:cubicBezTo>
                  <a:pt x="2337395" y="161013"/>
                  <a:pt x="2330846" y="151957"/>
                  <a:pt x="2327885" y="145920"/>
                </a:cubicBezTo>
                <a:cubicBezTo>
                  <a:pt x="2325036" y="139883"/>
                  <a:pt x="2323612" y="133845"/>
                  <a:pt x="2323612" y="127808"/>
                </a:cubicBezTo>
                <a:cubicBezTo>
                  <a:pt x="2323612" y="116759"/>
                  <a:pt x="2327600" y="107418"/>
                  <a:pt x="2335574" y="99786"/>
                </a:cubicBezTo>
                <a:cubicBezTo>
                  <a:pt x="2343661" y="92154"/>
                  <a:pt x="2354027" y="88338"/>
                  <a:pt x="2366671" y="88338"/>
                </a:cubicBezTo>
                <a:cubicBezTo>
                  <a:pt x="2370316" y="88338"/>
                  <a:pt x="2373619" y="88623"/>
                  <a:pt x="2376581" y="89192"/>
                </a:cubicBezTo>
                <a:cubicBezTo>
                  <a:pt x="2378176" y="89534"/>
                  <a:pt x="2381878" y="90844"/>
                  <a:pt x="2387688" y="93122"/>
                </a:cubicBezTo>
                <a:cubicBezTo>
                  <a:pt x="2393611" y="95287"/>
                  <a:pt x="2397540" y="96369"/>
                  <a:pt x="2399478" y="96369"/>
                </a:cubicBezTo>
                <a:cubicBezTo>
                  <a:pt x="2404376" y="96369"/>
                  <a:pt x="2408476" y="93692"/>
                  <a:pt x="2411780" y="88338"/>
                </a:cubicBezTo>
                <a:lnTo>
                  <a:pt x="2418272" y="88338"/>
                </a:lnTo>
                <a:moveTo>
                  <a:pt x="2469361" y="178555"/>
                </a:moveTo>
                <a:cubicBezTo>
                  <a:pt x="2468564" y="184251"/>
                  <a:pt x="2468166" y="188978"/>
                  <a:pt x="2468166" y="192737"/>
                </a:cubicBezTo>
                <a:cubicBezTo>
                  <a:pt x="2468166" y="202875"/>
                  <a:pt x="2471754" y="211533"/>
                  <a:pt x="2478930" y="218709"/>
                </a:cubicBezTo>
                <a:cubicBezTo>
                  <a:pt x="2486107" y="225771"/>
                  <a:pt x="2494821" y="229303"/>
                  <a:pt x="2505073" y="229303"/>
                </a:cubicBezTo>
                <a:cubicBezTo>
                  <a:pt x="2513275" y="229303"/>
                  <a:pt x="2521134" y="227651"/>
                  <a:pt x="2528652" y="224348"/>
                </a:cubicBezTo>
                <a:cubicBezTo>
                  <a:pt x="2536285" y="220930"/>
                  <a:pt x="2547561" y="213469"/>
                  <a:pt x="2562485" y="201964"/>
                </a:cubicBezTo>
                <a:lnTo>
                  <a:pt x="2566072" y="206919"/>
                </a:lnTo>
                <a:cubicBezTo>
                  <a:pt x="2539075" y="233688"/>
                  <a:pt x="2513332" y="247073"/>
                  <a:pt x="2488841" y="247073"/>
                </a:cubicBezTo>
                <a:cubicBezTo>
                  <a:pt x="2472210" y="247073"/>
                  <a:pt x="2459679" y="241833"/>
                  <a:pt x="2451251" y="231353"/>
                </a:cubicBezTo>
                <a:cubicBezTo>
                  <a:pt x="2442821" y="220873"/>
                  <a:pt x="2438605" y="209311"/>
                  <a:pt x="2438605" y="196667"/>
                </a:cubicBezTo>
                <a:cubicBezTo>
                  <a:pt x="2438605" y="179694"/>
                  <a:pt x="2443846" y="162323"/>
                  <a:pt x="2454326" y="144553"/>
                </a:cubicBezTo>
                <a:cubicBezTo>
                  <a:pt x="2464805" y="126783"/>
                  <a:pt x="2477963" y="113000"/>
                  <a:pt x="2493795" y="103203"/>
                </a:cubicBezTo>
                <a:cubicBezTo>
                  <a:pt x="2509629" y="93293"/>
                  <a:pt x="2525919" y="88338"/>
                  <a:pt x="2542664" y="88338"/>
                </a:cubicBezTo>
                <a:cubicBezTo>
                  <a:pt x="2554737" y="88338"/>
                  <a:pt x="2563680" y="90787"/>
                  <a:pt x="2569489" y="95685"/>
                </a:cubicBezTo>
                <a:cubicBezTo>
                  <a:pt x="2575299" y="100583"/>
                  <a:pt x="2578204" y="106393"/>
                  <a:pt x="2578204" y="113114"/>
                </a:cubicBezTo>
                <a:cubicBezTo>
                  <a:pt x="2578204" y="122568"/>
                  <a:pt x="2574445" y="131624"/>
                  <a:pt x="2566927" y="140281"/>
                </a:cubicBezTo>
                <a:cubicBezTo>
                  <a:pt x="2557017" y="151559"/>
                  <a:pt x="2542435" y="160671"/>
                  <a:pt x="2523185" y="167620"/>
                </a:cubicBezTo>
                <a:cubicBezTo>
                  <a:pt x="2510427" y="172290"/>
                  <a:pt x="2492486" y="175936"/>
                  <a:pt x="2469361" y="178555"/>
                </a:cubicBezTo>
                <a:moveTo>
                  <a:pt x="2470558" y="170183"/>
                </a:moveTo>
                <a:cubicBezTo>
                  <a:pt x="2487417" y="168247"/>
                  <a:pt x="2501143" y="164943"/>
                  <a:pt x="2511737" y="160273"/>
                </a:cubicBezTo>
                <a:cubicBezTo>
                  <a:pt x="2525747" y="154008"/>
                  <a:pt x="2536228" y="146547"/>
                  <a:pt x="2543177" y="137889"/>
                </a:cubicBezTo>
                <a:cubicBezTo>
                  <a:pt x="2550238" y="129118"/>
                  <a:pt x="2553770" y="120803"/>
                  <a:pt x="2553770" y="112943"/>
                </a:cubicBezTo>
                <a:cubicBezTo>
                  <a:pt x="2553770" y="108159"/>
                  <a:pt x="2552232" y="104286"/>
                  <a:pt x="2549157" y="101324"/>
                </a:cubicBezTo>
                <a:cubicBezTo>
                  <a:pt x="2546195" y="98362"/>
                  <a:pt x="2541923" y="96881"/>
                  <a:pt x="2536342" y="96881"/>
                </a:cubicBezTo>
                <a:cubicBezTo>
                  <a:pt x="2524723" y="96881"/>
                  <a:pt x="2512363" y="103089"/>
                  <a:pt x="2499263" y="115506"/>
                </a:cubicBezTo>
                <a:cubicBezTo>
                  <a:pt x="2486278" y="127808"/>
                  <a:pt x="2476709" y="146034"/>
                  <a:pt x="2470558" y="17018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9" name="text-4338 (b)">
            <a:extLst xmlns:a="http://schemas.openxmlformats.org/drawingml/2006/main">
              <a:ext uri="{FF2B5EF4-FFF2-40B4-BE49-F238E27FC236}">
                <a16:creationId xmlns:a16="http://schemas.microsoft.com/office/drawing/2014/main" id="{86922453-1FF4-4E3E-A39D-C773E72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7110" y="4615124"/>
            <a:ext cx="547290" cy="569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4330" name="text-4339 Aligning">
            <a:extLst xmlns:a="http://schemas.openxmlformats.org/drawingml/2006/main">
              <a:ext uri="{FF2B5EF4-FFF2-40B4-BE49-F238E27FC236}">
                <a16:creationId xmlns:a16="http://schemas.microsoft.com/office/drawing/2014/main" id="{74A7FE21-F052-47AD-BB07-3B199865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2857" y="4615160"/>
            <a:ext cx="1564595" cy="569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Aligning</a:t>
            </a:r>
          </a:p>
        </p:txBody>
      </p:sp>
      <p:sp>
        <p:nvSpPr>
          <p:cNvPr id="4331" name="text-4339 diffusion">
            <a:extLst xmlns:a="http://schemas.openxmlformats.org/drawingml/2006/main">
              <a:ext uri="{FF2B5EF4-FFF2-40B4-BE49-F238E27FC236}">
                <a16:creationId xmlns:a16="http://schemas.microsoft.com/office/drawing/2014/main" id="{B3A05233-A4F5-4D29-A14F-743255D0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5915" y="4615189"/>
            <a:ext cx="1609721" cy="569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1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1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1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diffusion</a:t>
            </a:r>
          </a:p>
        </p:txBody>
      </p:sp>
      <p:sp>
        <p:nvSpPr>
          <p:cNvPr id="4332" name="text-4339 space.">
            <a:extLst xmlns:a="http://schemas.openxmlformats.org/drawingml/2006/main">
              <a:ext uri="{FF2B5EF4-FFF2-40B4-BE49-F238E27FC236}">
                <a16:creationId xmlns:a16="http://schemas.microsoft.com/office/drawing/2014/main" id="{B0276CEF-731B-4B12-B551-EEE5BA69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94105" y="4615147"/>
            <a:ext cx="1123436" cy="569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space.</a:t>
            </a:r>
          </a:p>
        </p:txBody>
      </p:sp>
      <p:sp>
        <p:nvSpPr>
          <p:cNvPr id="4333" name="path-4340">
            <a:extLst xmlns:a="http://schemas.openxmlformats.org/drawingml/2006/main">
              <a:ext uri="{FF2B5EF4-FFF2-40B4-BE49-F238E27FC236}">
                <a16:creationId xmlns:a16="http://schemas.microsoft.com/office/drawing/2014/main" id="{8B7CC54E-7B37-415F-95DD-4BC9470C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5301774"/>
            <a:ext cx="8619575" cy="3232340"/>
          </a:xfrm>
          <a:custGeom xmlns:a="http://schemas.openxmlformats.org/drawingml/2006/main">
            <a:pathLst>
              <a:path w="7367043" h="2762641">
                <a:moveTo>
                  <a:pt x="0" y="0"/>
                </a:moveTo>
                <a:lnTo>
                  <a:pt x="7367043" y="0"/>
                </a:lnTo>
                <a:lnTo>
                  <a:pt x="7367043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4" name="path-4341">
            <a:extLst xmlns:a="http://schemas.openxmlformats.org/drawingml/2006/main">
              <a:ext uri="{FF2B5EF4-FFF2-40B4-BE49-F238E27FC236}">
                <a16:creationId xmlns:a16="http://schemas.microsoft.com/office/drawing/2014/main" id="{F0DF4646-DBAE-43A2-AB76-980762F9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028" y="5301774"/>
            <a:ext cx="21548" cy="3232340"/>
          </a:xfrm>
          <a:custGeom xmlns:a="http://schemas.openxmlformats.org/drawingml/2006/main">
            <a:pathLst>
              <a:path w="18417" h="2762641">
                <a:moveTo>
                  <a:pt x="9209" y="0"/>
                </a:moveTo>
                <a:lnTo>
                  <a:pt x="0" y="0"/>
                </a:lnTo>
                <a:lnTo>
                  <a:pt x="0" y="53127"/>
                </a:lnTo>
                <a:lnTo>
                  <a:pt x="9209" y="53127"/>
                </a:lnTo>
                <a:lnTo>
                  <a:pt x="18417" y="53127"/>
                </a:lnTo>
                <a:lnTo>
                  <a:pt x="18417" y="0"/>
                </a:lnTo>
                <a:lnTo>
                  <a:pt x="9209" y="0"/>
                </a:lnTo>
                <a:moveTo>
                  <a:pt x="9209" y="159383"/>
                </a:moveTo>
                <a:lnTo>
                  <a:pt x="0" y="159383"/>
                </a:lnTo>
                <a:lnTo>
                  <a:pt x="0" y="265639"/>
                </a:lnTo>
                <a:lnTo>
                  <a:pt x="9209" y="265639"/>
                </a:lnTo>
                <a:lnTo>
                  <a:pt x="18417" y="265639"/>
                </a:lnTo>
                <a:lnTo>
                  <a:pt x="18417" y="159383"/>
                </a:lnTo>
                <a:lnTo>
                  <a:pt x="9209" y="159383"/>
                </a:lnTo>
                <a:moveTo>
                  <a:pt x="9209" y="371894"/>
                </a:moveTo>
                <a:lnTo>
                  <a:pt x="0" y="371894"/>
                </a:lnTo>
                <a:lnTo>
                  <a:pt x="0" y="478149"/>
                </a:lnTo>
                <a:lnTo>
                  <a:pt x="9209" y="478149"/>
                </a:lnTo>
                <a:lnTo>
                  <a:pt x="18417" y="478149"/>
                </a:lnTo>
                <a:lnTo>
                  <a:pt x="18417" y="371894"/>
                </a:lnTo>
                <a:lnTo>
                  <a:pt x="9209" y="371894"/>
                </a:lnTo>
                <a:moveTo>
                  <a:pt x="9209" y="584405"/>
                </a:moveTo>
                <a:lnTo>
                  <a:pt x="0" y="584405"/>
                </a:lnTo>
                <a:lnTo>
                  <a:pt x="0" y="690660"/>
                </a:lnTo>
                <a:lnTo>
                  <a:pt x="9209" y="690660"/>
                </a:lnTo>
                <a:lnTo>
                  <a:pt x="18417" y="690660"/>
                </a:lnTo>
                <a:lnTo>
                  <a:pt x="18417" y="584405"/>
                </a:lnTo>
                <a:lnTo>
                  <a:pt x="9209" y="584405"/>
                </a:lnTo>
                <a:moveTo>
                  <a:pt x="9209" y="796916"/>
                </a:moveTo>
                <a:lnTo>
                  <a:pt x="0" y="796916"/>
                </a:lnTo>
                <a:lnTo>
                  <a:pt x="0" y="903171"/>
                </a:lnTo>
                <a:lnTo>
                  <a:pt x="9209" y="903171"/>
                </a:lnTo>
                <a:lnTo>
                  <a:pt x="18417" y="903171"/>
                </a:lnTo>
                <a:lnTo>
                  <a:pt x="18417" y="796916"/>
                </a:lnTo>
                <a:lnTo>
                  <a:pt x="9209" y="796916"/>
                </a:lnTo>
                <a:moveTo>
                  <a:pt x="9209" y="1009426"/>
                </a:moveTo>
                <a:lnTo>
                  <a:pt x="0" y="1009426"/>
                </a:lnTo>
                <a:lnTo>
                  <a:pt x="0" y="1115682"/>
                </a:lnTo>
                <a:lnTo>
                  <a:pt x="9209" y="1115682"/>
                </a:lnTo>
                <a:lnTo>
                  <a:pt x="18417" y="1115682"/>
                </a:lnTo>
                <a:lnTo>
                  <a:pt x="18417" y="1009426"/>
                </a:lnTo>
                <a:lnTo>
                  <a:pt x="9209" y="1009426"/>
                </a:lnTo>
                <a:moveTo>
                  <a:pt x="9209" y="1221937"/>
                </a:moveTo>
                <a:lnTo>
                  <a:pt x="0" y="1221937"/>
                </a:lnTo>
                <a:lnTo>
                  <a:pt x="0" y="1328193"/>
                </a:lnTo>
                <a:lnTo>
                  <a:pt x="9209" y="1328193"/>
                </a:lnTo>
                <a:lnTo>
                  <a:pt x="18417" y="1328193"/>
                </a:lnTo>
                <a:lnTo>
                  <a:pt x="18417" y="1221937"/>
                </a:lnTo>
                <a:lnTo>
                  <a:pt x="9209" y="1221937"/>
                </a:lnTo>
                <a:moveTo>
                  <a:pt x="9209" y="1434448"/>
                </a:moveTo>
                <a:lnTo>
                  <a:pt x="0" y="1434448"/>
                </a:lnTo>
                <a:lnTo>
                  <a:pt x="0" y="1540703"/>
                </a:lnTo>
                <a:lnTo>
                  <a:pt x="9209" y="1540703"/>
                </a:lnTo>
                <a:lnTo>
                  <a:pt x="18417" y="1540703"/>
                </a:lnTo>
                <a:lnTo>
                  <a:pt x="18417" y="1434448"/>
                </a:lnTo>
                <a:lnTo>
                  <a:pt x="9209" y="1434448"/>
                </a:lnTo>
                <a:moveTo>
                  <a:pt x="9209" y="1646959"/>
                </a:moveTo>
                <a:lnTo>
                  <a:pt x="0" y="1646959"/>
                </a:lnTo>
                <a:lnTo>
                  <a:pt x="0" y="1753215"/>
                </a:lnTo>
                <a:lnTo>
                  <a:pt x="9209" y="1753215"/>
                </a:lnTo>
                <a:lnTo>
                  <a:pt x="18417" y="1753215"/>
                </a:lnTo>
                <a:lnTo>
                  <a:pt x="18417" y="1646959"/>
                </a:lnTo>
                <a:lnTo>
                  <a:pt x="9209" y="1646959"/>
                </a:lnTo>
                <a:moveTo>
                  <a:pt x="9209" y="1859470"/>
                </a:moveTo>
                <a:lnTo>
                  <a:pt x="0" y="1859470"/>
                </a:lnTo>
                <a:lnTo>
                  <a:pt x="0" y="1965726"/>
                </a:lnTo>
                <a:lnTo>
                  <a:pt x="9209" y="1965726"/>
                </a:lnTo>
                <a:lnTo>
                  <a:pt x="18417" y="1965726"/>
                </a:lnTo>
                <a:lnTo>
                  <a:pt x="18417" y="1859470"/>
                </a:lnTo>
                <a:lnTo>
                  <a:pt x="9209" y="1859470"/>
                </a:lnTo>
                <a:moveTo>
                  <a:pt x="9209" y="2071981"/>
                </a:moveTo>
                <a:lnTo>
                  <a:pt x="0" y="2071981"/>
                </a:lnTo>
                <a:lnTo>
                  <a:pt x="0" y="2178237"/>
                </a:lnTo>
                <a:lnTo>
                  <a:pt x="9209" y="2178237"/>
                </a:lnTo>
                <a:lnTo>
                  <a:pt x="18417" y="2178237"/>
                </a:lnTo>
                <a:lnTo>
                  <a:pt x="18417" y="2071981"/>
                </a:lnTo>
                <a:lnTo>
                  <a:pt x="9209" y="2071981"/>
                </a:lnTo>
                <a:moveTo>
                  <a:pt x="9209" y="2284492"/>
                </a:moveTo>
                <a:lnTo>
                  <a:pt x="0" y="2284492"/>
                </a:lnTo>
                <a:lnTo>
                  <a:pt x="0" y="2390747"/>
                </a:lnTo>
                <a:lnTo>
                  <a:pt x="9209" y="2390747"/>
                </a:lnTo>
                <a:lnTo>
                  <a:pt x="18417" y="2390747"/>
                </a:lnTo>
                <a:lnTo>
                  <a:pt x="18417" y="2284492"/>
                </a:lnTo>
                <a:lnTo>
                  <a:pt x="9209" y="2284492"/>
                </a:lnTo>
                <a:moveTo>
                  <a:pt x="9209" y="2497003"/>
                </a:moveTo>
                <a:lnTo>
                  <a:pt x="0" y="2497003"/>
                </a:lnTo>
                <a:lnTo>
                  <a:pt x="0" y="2603258"/>
                </a:lnTo>
                <a:lnTo>
                  <a:pt x="9209" y="2603258"/>
                </a:lnTo>
                <a:lnTo>
                  <a:pt x="18417" y="2603258"/>
                </a:lnTo>
                <a:lnTo>
                  <a:pt x="18417" y="2497003"/>
                </a:lnTo>
                <a:lnTo>
                  <a:pt x="9209" y="2497003"/>
                </a:lnTo>
                <a:moveTo>
                  <a:pt x="9209" y="2709513"/>
                </a:moveTo>
                <a:lnTo>
                  <a:pt x="0" y="2709513"/>
                </a:lnTo>
                <a:lnTo>
                  <a:pt x="0" y="2762641"/>
                </a:lnTo>
                <a:lnTo>
                  <a:pt x="9209" y="2762641"/>
                </a:lnTo>
                <a:lnTo>
                  <a:pt x="18417" y="2762641"/>
                </a:lnTo>
                <a:lnTo>
                  <a:pt x="18417" y="2709513"/>
                </a:lnTo>
                <a:lnTo>
                  <a:pt x="9209" y="2709513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5" name="path-4342">
            <a:extLst xmlns:a="http://schemas.openxmlformats.org/drawingml/2006/main">
              <a:ext uri="{FF2B5EF4-FFF2-40B4-BE49-F238E27FC236}">
                <a16:creationId xmlns:a16="http://schemas.microsoft.com/office/drawing/2014/main" id="{1EB1E19A-0656-41F1-8F5F-D64403B2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5301774"/>
            <a:ext cx="4137396" cy="3232340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6" name="path-4343">
            <a:extLst xmlns:a="http://schemas.openxmlformats.org/drawingml/2006/main">
              <a:ext uri="{FF2B5EF4-FFF2-40B4-BE49-F238E27FC236}">
                <a16:creationId xmlns:a16="http://schemas.microsoft.com/office/drawing/2014/main" id="{65315F47-BA2D-46C2-9D75-9F87DBAA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7844548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7" name="path-4344">
            <a:extLst xmlns:a="http://schemas.openxmlformats.org/drawingml/2006/main">
              <a:ext uri="{FF2B5EF4-FFF2-40B4-BE49-F238E27FC236}">
                <a16:creationId xmlns:a16="http://schemas.microsoft.com/office/drawing/2014/main" id="{5FDDB527-2CDE-4AE0-B53F-96832EC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7844548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8" name="path-4345">
            <a:extLst xmlns:a="http://schemas.openxmlformats.org/drawingml/2006/main">
              <a:ext uri="{FF2B5EF4-FFF2-40B4-BE49-F238E27FC236}">
                <a16:creationId xmlns:a16="http://schemas.microsoft.com/office/drawing/2014/main" id="{04A7DED4-E9BF-434D-B0BC-5EA88DB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2" y="81268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9" name="path-4346">
            <a:extLst xmlns:a="http://schemas.openxmlformats.org/drawingml/2006/main">
              <a:ext uri="{FF2B5EF4-FFF2-40B4-BE49-F238E27FC236}">
                <a16:creationId xmlns:a16="http://schemas.microsoft.com/office/drawing/2014/main" id="{4628367A-BBAD-4052-ACDE-39DA7F1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130" y="814788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0" name="path-4347">
            <a:extLst xmlns:a="http://schemas.openxmlformats.org/drawingml/2006/main">
              <a:ext uri="{FF2B5EF4-FFF2-40B4-BE49-F238E27FC236}">
                <a16:creationId xmlns:a16="http://schemas.microsoft.com/office/drawing/2014/main" id="{CB8FB32E-FC92-41FE-8415-4D58946C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4" y="812677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1" name="path-4348">
            <a:extLst xmlns:a="http://schemas.openxmlformats.org/drawingml/2006/main">
              <a:ext uri="{FF2B5EF4-FFF2-40B4-BE49-F238E27FC236}">
                <a16:creationId xmlns:a16="http://schemas.microsoft.com/office/drawing/2014/main" id="{8EA499D3-87F4-42ED-8E4A-BD5B33E6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296" y="814074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2" name="path-4349">
            <a:extLst xmlns:a="http://schemas.openxmlformats.org/drawingml/2006/main">
              <a:ext uri="{FF2B5EF4-FFF2-40B4-BE49-F238E27FC236}">
                <a16:creationId xmlns:a16="http://schemas.microsoft.com/office/drawing/2014/main" id="{BA84D950-229E-4310-985E-328AFE5C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163" y="81191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3" name="path-4350">
            <a:extLst xmlns:a="http://schemas.openxmlformats.org/drawingml/2006/main">
              <a:ext uri="{FF2B5EF4-FFF2-40B4-BE49-F238E27FC236}">
                <a16:creationId xmlns:a16="http://schemas.microsoft.com/office/drawing/2014/main" id="{14C6118B-E0B8-4056-A4D2-7989958A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415" y="81268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4" name="path-4351">
            <a:extLst xmlns:a="http://schemas.openxmlformats.org/drawingml/2006/main">
              <a:ext uri="{FF2B5EF4-FFF2-40B4-BE49-F238E27FC236}">
                <a16:creationId xmlns:a16="http://schemas.microsoft.com/office/drawing/2014/main" id="{732382FA-24D3-4570-8959-440A6EA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064" y="812410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5" name="path-4352">
            <a:extLst xmlns:a="http://schemas.openxmlformats.org/drawingml/2006/main">
              <a:ext uri="{FF2B5EF4-FFF2-40B4-BE49-F238E27FC236}">
                <a16:creationId xmlns:a16="http://schemas.microsoft.com/office/drawing/2014/main" id="{9C0B52D9-7961-4125-906F-ADDF4CA0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518" y="813324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6" name="path-4353">
            <a:extLst xmlns:a="http://schemas.openxmlformats.org/drawingml/2006/main">
              <a:ext uri="{FF2B5EF4-FFF2-40B4-BE49-F238E27FC236}">
                <a16:creationId xmlns:a16="http://schemas.microsoft.com/office/drawing/2014/main" id="{96AAF5F1-3B70-4C04-8154-2FB849CC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268" y="811800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7" name="path-4354">
            <a:extLst xmlns:a="http://schemas.openxmlformats.org/drawingml/2006/main">
              <a:ext uri="{FF2B5EF4-FFF2-40B4-BE49-F238E27FC236}">
                <a16:creationId xmlns:a16="http://schemas.microsoft.com/office/drawing/2014/main" id="{F5D18D44-47B7-41D7-B0C4-CEC25AE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01" y="813936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8" name="path-4355">
            <a:extLst xmlns:a="http://schemas.openxmlformats.org/drawingml/2006/main">
              <a:ext uri="{FF2B5EF4-FFF2-40B4-BE49-F238E27FC236}">
                <a16:creationId xmlns:a16="http://schemas.microsoft.com/office/drawing/2014/main" id="{82E473F6-569F-4672-91BC-FEFFD42C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377" y="814772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9" name="path-4356">
            <a:extLst xmlns:a="http://schemas.openxmlformats.org/drawingml/2006/main">
              <a:ext uri="{FF2B5EF4-FFF2-40B4-BE49-F238E27FC236}">
                <a16:creationId xmlns:a16="http://schemas.microsoft.com/office/drawing/2014/main" id="{1FD819FA-2287-4462-B7F8-60C71F29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045" y="815348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0" name="path-4357">
            <a:extLst xmlns:a="http://schemas.openxmlformats.org/drawingml/2006/main">
              <a:ext uri="{FF2B5EF4-FFF2-40B4-BE49-F238E27FC236}">
                <a16:creationId xmlns:a16="http://schemas.microsoft.com/office/drawing/2014/main" id="{235FC4D9-1D01-4B8E-AB3C-DBA3687F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873" y="814743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1" name="path-4358">
            <a:extLst xmlns:a="http://schemas.openxmlformats.org/drawingml/2006/main">
              <a:ext uri="{FF2B5EF4-FFF2-40B4-BE49-F238E27FC236}">
                <a16:creationId xmlns:a16="http://schemas.microsoft.com/office/drawing/2014/main" id="{690F8DCB-CDB9-4890-A4B5-05A5485D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276" y="811962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2" name="path-4359">
            <a:extLst xmlns:a="http://schemas.openxmlformats.org/drawingml/2006/main">
              <a:ext uri="{FF2B5EF4-FFF2-40B4-BE49-F238E27FC236}">
                <a16:creationId xmlns:a16="http://schemas.microsoft.com/office/drawing/2014/main" id="{6E0A4E1B-185C-4D36-A46C-EEC90AC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81" y="813596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3" name="path-4360">
            <a:extLst xmlns:a="http://schemas.openxmlformats.org/drawingml/2006/main">
              <a:ext uri="{FF2B5EF4-FFF2-40B4-BE49-F238E27FC236}">
                <a16:creationId xmlns:a16="http://schemas.microsoft.com/office/drawing/2014/main" id="{A52CFD9C-A245-4852-AEB5-281C9F12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231" y="814016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4" name="path-4361">
            <a:extLst xmlns:a="http://schemas.openxmlformats.org/drawingml/2006/main">
              <a:ext uri="{FF2B5EF4-FFF2-40B4-BE49-F238E27FC236}">
                <a16:creationId xmlns:a16="http://schemas.microsoft.com/office/drawing/2014/main" id="{A5F11B44-1776-4002-9CF1-AE3E69A9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054" y="812070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5" name="path-4362">
            <a:extLst xmlns:a="http://schemas.openxmlformats.org/drawingml/2006/main">
              <a:ext uri="{FF2B5EF4-FFF2-40B4-BE49-F238E27FC236}">
                <a16:creationId xmlns:a16="http://schemas.microsoft.com/office/drawing/2014/main" id="{D71C0544-7B43-4A75-9C38-A1B2130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46" y="815194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6" name="path-4363">
            <a:extLst xmlns:a="http://schemas.openxmlformats.org/drawingml/2006/main">
              <a:ext uri="{FF2B5EF4-FFF2-40B4-BE49-F238E27FC236}">
                <a16:creationId xmlns:a16="http://schemas.microsoft.com/office/drawing/2014/main" id="{258128D2-B9B1-4F94-809A-70B7793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652" y="815872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7" name="path-4364">
            <a:extLst xmlns:a="http://schemas.openxmlformats.org/drawingml/2006/main">
              <a:ext uri="{FF2B5EF4-FFF2-40B4-BE49-F238E27FC236}">
                <a16:creationId xmlns:a16="http://schemas.microsoft.com/office/drawing/2014/main" id="{96B0803C-1870-4867-A78A-F0FB1FA1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20" y="814563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8" name="path-4365">
            <a:extLst xmlns:a="http://schemas.openxmlformats.org/drawingml/2006/main">
              <a:ext uri="{FF2B5EF4-FFF2-40B4-BE49-F238E27FC236}">
                <a16:creationId xmlns:a16="http://schemas.microsoft.com/office/drawing/2014/main" id="{E8FD8219-6A20-457B-B945-0F629553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105" y="81531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9" name="path-4366">
            <a:extLst xmlns:a="http://schemas.openxmlformats.org/drawingml/2006/main">
              <a:ext uri="{FF2B5EF4-FFF2-40B4-BE49-F238E27FC236}">
                <a16:creationId xmlns:a16="http://schemas.microsoft.com/office/drawing/2014/main" id="{85642895-9764-4782-8E5F-3C8B417A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05" y="812959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0" name="path-4367">
            <a:extLst xmlns:a="http://schemas.openxmlformats.org/drawingml/2006/main">
              <a:ext uri="{FF2B5EF4-FFF2-40B4-BE49-F238E27FC236}">
                <a16:creationId xmlns:a16="http://schemas.microsoft.com/office/drawing/2014/main" id="{CFDBFC3D-1867-41DA-B34A-EDE7B27F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06" y="813538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1" name="path-4368">
            <a:extLst xmlns:a="http://schemas.openxmlformats.org/drawingml/2006/main">
              <a:ext uri="{FF2B5EF4-FFF2-40B4-BE49-F238E27FC236}">
                <a16:creationId xmlns:a16="http://schemas.microsoft.com/office/drawing/2014/main" id="{C68CF89B-5FDA-4B5B-9B2C-4779CBD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059" y="81434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2" name="path-4369">
            <a:extLst xmlns:a="http://schemas.openxmlformats.org/drawingml/2006/main">
              <a:ext uri="{FF2B5EF4-FFF2-40B4-BE49-F238E27FC236}">
                <a16:creationId xmlns:a16="http://schemas.microsoft.com/office/drawing/2014/main" id="{7EC2A810-93DC-49D4-9A1A-878DBF9C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195" y="817003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3" name="path-4370">
            <a:extLst xmlns:a="http://schemas.openxmlformats.org/drawingml/2006/main">
              <a:ext uri="{FF2B5EF4-FFF2-40B4-BE49-F238E27FC236}">
                <a16:creationId xmlns:a16="http://schemas.microsoft.com/office/drawing/2014/main" id="{D2D377FA-F2A3-4DC0-A806-FE2EA449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046" y="811665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4" name="path-4371">
            <a:extLst xmlns:a="http://schemas.openxmlformats.org/drawingml/2006/main">
              <a:ext uri="{FF2B5EF4-FFF2-40B4-BE49-F238E27FC236}">
                <a16:creationId xmlns:a16="http://schemas.microsoft.com/office/drawing/2014/main" id="{EE494C27-2F2A-4580-A191-E3AB56DA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896" y="813395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5" name="path-4372">
            <a:extLst xmlns:a="http://schemas.openxmlformats.org/drawingml/2006/main">
              <a:ext uri="{FF2B5EF4-FFF2-40B4-BE49-F238E27FC236}">
                <a16:creationId xmlns:a16="http://schemas.microsoft.com/office/drawing/2014/main" id="{F48E75A4-E9FF-4F61-8421-B4AB9225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088" y="810639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6" name="path-4373">
            <a:extLst xmlns:a="http://schemas.openxmlformats.org/drawingml/2006/main">
              <a:ext uri="{FF2B5EF4-FFF2-40B4-BE49-F238E27FC236}">
                <a16:creationId xmlns:a16="http://schemas.microsoft.com/office/drawing/2014/main" id="{FF2962FA-4EA8-46BF-8620-C85E4333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646" y="812908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7" name="path-4374">
            <a:extLst xmlns:a="http://schemas.openxmlformats.org/drawingml/2006/main">
              <a:ext uri="{FF2B5EF4-FFF2-40B4-BE49-F238E27FC236}">
                <a16:creationId xmlns:a16="http://schemas.microsoft.com/office/drawing/2014/main" id="{025CAA6C-1504-447F-A098-4FC29F3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617" y="813667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8" name="path-4375">
            <a:extLst xmlns:a="http://schemas.openxmlformats.org/drawingml/2006/main">
              <a:ext uri="{FF2B5EF4-FFF2-40B4-BE49-F238E27FC236}">
                <a16:creationId xmlns:a16="http://schemas.microsoft.com/office/drawing/2014/main" id="{020A439C-8F68-4BA0-9B46-344F4015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" y="813997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9" name="path-4376">
            <a:extLst xmlns:a="http://schemas.openxmlformats.org/drawingml/2006/main">
              <a:ext uri="{FF2B5EF4-FFF2-40B4-BE49-F238E27FC236}">
                <a16:creationId xmlns:a16="http://schemas.microsoft.com/office/drawing/2014/main" id="{FFBB05BC-327C-40AF-AF54-15C72568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944" y="813581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0" name="path-4377">
            <a:extLst xmlns:a="http://schemas.openxmlformats.org/drawingml/2006/main">
              <a:ext uri="{FF2B5EF4-FFF2-40B4-BE49-F238E27FC236}">
                <a16:creationId xmlns:a16="http://schemas.microsoft.com/office/drawing/2014/main" id="{B760A363-9AF8-4C3A-9A54-BBC13C8D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10" y="81486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1" name="path-4378">
            <a:extLst xmlns:a="http://schemas.openxmlformats.org/drawingml/2006/main">
              <a:ext uri="{FF2B5EF4-FFF2-40B4-BE49-F238E27FC236}">
                <a16:creationId xmlns:a16="http://schemas.microsoft.com/office/drawing/2014/main" id="{A9D20DD1-927B-41E1-A1AB-71806721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90" y="814697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2" name="path-4379">
            <a:extLst xmlns:a="http://schemas.openxmlformats.org/drawingml/2006/main">
              <a:ext uri="{FF2B5EF4-FFF2-40B4-BE49-F238E27FC236}">
                <a16:creationId xmlns:a16="http://schemas.microsoft.com/office/drawing/2014/main" id="{1D39D8BD-F181-49EA-B0E2-769A07BB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677" y="812982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3" name="path-4380">
            <a:extLst xmlns:a="http://schemas.openxmlformats.org/drawingml/2006/main">
              <a:ext uri="{FF2B5EF4-FFF2-40B4-BE49-F238E27FC236}">
                <a16:creationId xmlns:a16="http://schemas.microsoft.com/office/drawing/2014/main" id="{76AF1ACD-BE13-4EA8-8914-FC571CC2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18" y="812434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4" name="path-4381">
            <a:extLst xmlns:a="http://schemas.openxmlformats.org/drawingml/2006/main">
              <a:ext uri="{FF2B5EF4-FFF2-40B4-BE49-F238E27FC236}">
                <a16:creationId xmlns:a16="http://schemas.microsoft.com/office/drawing/2014/main" id="{A54513BF-8DC0-4D8A-A82E-7D6CD650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304" y="814066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5" name="path-4382">
            <a:extLst xmlns:a="http://schemas.openxmlformats.org/drawingml/2006/main">
              <a:ext uri="{FF2B5EF4-FFF2-40B4-BE49-F238E27FC236}">
                <a16:creationId xmlns:a16="http://schemas.microsoft.com/office/drawing/2014/main" id="{31A5DCB4-074D-4B00-991D-D12B219C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905" y="813152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6" name="path-4383">
            <a:extLst xmlns:a="http://schemas.openxmlformats.org/drawingml/2006/main">
              <a:ext uri="{FF2B5EF4-FFF2-40B4-BE49-F238E27FC236}">
                <a16:creationId xmlns:a16="http://schemas.microsoft.com/office/drawing/2014/main" id="{A5C4EC96-A33E-45AC-8C83-ACEFC73D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796" y="811933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7" name="path-4384">
            <a:extLst xmlns:a="http://schemas.openxmlformats.org/drawingml/2006/main">
              <a:ext uri="{FF2B5EF4-FFF2-40B4-BE49-F238E27FC236}">
                <a16:creationId xmlns:a16="http://schemas.microsoft.com/office/drawing/2014/main" id="{051EB495-2738-43E8-B0C6-AD1B7BC7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485" y="814335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8" name="path-4385">
            <a:extLst xmlns:a="http://schemas.openxmlformats.org/drawingml/2006/main">
              <a:ext uri="{FF2B5EF4-FFF2-40B4-BE49-F238E27FC236}">
                <a16:creationId xmlns:a16="http://schemas.microsoft.com/office/drawing/2014/main" id="{67D1A9FF-F5F7-4DAA-BFE2-39786D8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439" y="81581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9" name="path-4386">
            <a:extLst xmlns:a="http://schemas.openxmlformats.org/drawingml/2006/main">
              <a:ext uri="{FF2B5EF4-FFF2-40B4-BE49-F238E27FC236}">
                <a16:creationId xmlns:a16="http://schemas.microsoft.com/office/drawing/2014/main" id="{FD44FD7F-D0DC-4259-9B57-62BB3259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766" y="812716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0" name="path-4387">
            <a:extLst xmlns:a="http://schemas.openxmlformats.org/drawingml/2006/main">
              <a:ext uri="{FF2B5EF4-FFF2-40B4-BE49-F238E27FC236}">
                <a16:creationId xmlns:a16="http://schemas.microsoft.com/office/drawing/2014/main" id="{F221F9FC-C2DE-472D-A51E-8AA2D0B4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988" y="812978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1" name="path-4388">
            <a:extLst xmlns:a="http://schemas.openxmlformats.org/drawingml/2006/main">
              <a:ext uri="{FF2B5EF4-FFF2-40B4-BE49-F238E27FC236}">
                <a16:creationId xmlns:a16="http://schemas.microsoft.com/office/drawing/2014/main" id="{7D0C7722-57C4-4E71-B240-B08E7251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185" y="816457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2" name="path-4389">
            <a:extLst xmlns:a="http://schemas.openxmlformats.org/drawingml/2006/main">
              <a:ext uri="{FF2B5EF4-FFF2-40B4-BE49-F238E27FC236}">
                <a16:creationId xmlns:a16="http://schemas.microsoft.com/office/drawing/2014/main" id="{1A805616-957F-454D-90EC-C5361117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611" y="815711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3" name="path-4390">
            <a:extLst xmlns:a="http://schemas.openxmlformats.org/drawingml/2006/main">
              <a:ext uri="{FF2B5EF4-FFF2-40B4-BE49-F238E27FC236}">
                <a16:creationId xmlns:a16="http://schemas.microsoft.com/office/drawing/2014/main" id="{1C65111D-27F3-4416-91F5-30470FE5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14" y="813970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4" name="path-4391">
            <a:extLst xmlns:a="http://schemas.openxmlformats.org/drawingml/2006/main">
              <a:ext uri="{FF2B5EF4-FFF2-40B4-BE49-F238E27FC236}">
                <a16:creationId xmlns:a16="http://schemas.microsoft.com/office/drawing/2014/main" id="{0AD0E72F-C852-4B20-AF38-49C2DBA4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267" y="81577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5" name="path-4392">
            <a:extLst xmlns:a="http://schemas.openxmlformats.org/drawingml/2006/main">
              <a:ext uri="{FF2B5EF4-FFF2-40B4-BE49-F238E27FC236}">
                <a16:creationId xmlns:a16="http://schemas.microsoft.com/office/drawing/2014/main" id="{3DECF0D2-E9E2-4F85-97E1-C4F24AD0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225" y="812357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6" name="path-4393">
            <a:extLst xmlns:a="http://schemas.openxmlformats.org/drawingml/2006/main">
              <a:ext uri="{FF2B5EF4-FFF2-40B4-BE49-F238E27FC236}">
                <a16:creationId xmlns:a16="http://schemas.microsoft.com/office/drawing/2014/main" id="{4ADB0CFA-C78A-431D-B7DE-E5C4E90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810" y="816115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7" name="path-4394">
            <a:extLst xmlns:a="http://schemas.openxmlformats.org/drawingml/2006/main">
              <a:ext uri="{FF2B5EF4-FFF2-40B4-BE49-F238E27FC236}">
                <a16:creationId xmlns:a16="http://schemas.microsoft.com/office/drawing/2014/main" id="{D69898B5-2C68-4E19-800D-57BADD9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111" y="816074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8" name="path-4395">
            <a:extLst xmlns:a="http://schemas.openxmlformats.org/drawingml/2006/main">
              <a:ext uri="{FF2B5EF4-FFF2-40B4-BE49-F238E27FC236}">
                <a16:creationId xmlns:a16="http://schemas.microsoft.com/office/drawing/2014/main" id="{F833892C-0FD5-42FE-A96F-BDEA2179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465" y="81622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9" name="path-4396">
            <a:extLst xmlns:a="http://schemas.openxmlformats.org/drawingml/2006/main">
              <a:ext uri="{FF2B5EF4-FFF2-40B4-BE49-F238E27FC236}">
                <a16:creationId xmlns:a16="http://schemas.microsoft.com/office/drawing/2014/main" id="{B880F5F9-2A1F-42D9-B249-7A52E4C3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939" y="814932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0" name="path-4397">
            <a:extLst xmlns:a="http://schemas.openxmlformats.org/drawingml/2006/main">
              <a:ext uri="{FF2B5EF4-FFF2-40B4-BE49-F238E27FC236}">
                <a16:creationId xmlns:a16="http://schemas.microsoft.com/office/drawing/2014/main" id="{90C432DC-37D0-462D-815E-93B3CB9E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24" y="814644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1" name="path-4398">
            <a:extLst xmlns:a="http://schemas.openxmlformats.org/drawingml/2006/main">
              <a:ext uri="{FF2B5EF4-FFF2-40B4-BE49-F238E27FC236}">
                <a16:creationId xmlns:a16="http://schemas.microsoft.com/office/drawing/2014/main" id="{E4543FE2-C338-4B0F-AEDE-AB7EE4A0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840" y="814074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2" name="path-4399">
            <a:extLst xmlns:a="http://schemas.openxmlformats.org/drawingml/2006/main">
              <a:ext uri="{FF2B5EF4-FFF2-40B4-BE49-F238E27FC236}">
                <a16:creationId xmlns:a16="http://schemas.microsoft.com/office/drawing/2014/main" id="{29057AE7-80F7-45D0-901B-934A8E2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101" y="812954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3" name="path-4400">
            <a:extLst xmlns:a="http://schemas.openxmlformats.org/drawingml/2006/main">
              <a:ext uri="{FF2B5EF4-FFF2-40B4-BE49-F238E27FC236}">
                <a16:creationId xmlns:a16="http://schemas.microsoft.com/office/drawing/2014/main" id="{D5F76B85-164C-4ACA-A3F4-3F4EBDB6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143" y="812391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4" name="path-4401">
            <a:extLst xmlns:a="http://schemas.openxmlformats.org/drawingml/2006/main">
              <a:ext uri="{FF2B5EF4-FFF2-40B4-BE49-F238E27FC236}">
                <a16:creationId xmlns:a16="http://schemas.microsoft.com/office/drawing/2014/main" id="{BC665DCD-2C3A-4C3C-90C3-CA9F25F2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085" y="813059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5" name="path-4402">
            <a:extLst xmlns:a="http://schemas.openxmlformats.org/drawingml/2006/main">
              <a:ext uri="{FF2B5EF4-FFF2-40B4-BE49-F238E27FC236}">
                <a16:creationId xmlns:a16="http://schemas.microsoft.com/office/drawing/2014/main" id="{2844AFCB-DAA2-49E5-B6D6-DAFDCBCB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50" y="814416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6" name="path-4403">
            <a:extLst xmlns:a="http://schemas.openxmlformats.org/drawingml/2006/main">
              <a:ext uri="{FF2B5EF4-FFF2-40B4-BE49-F238E27FC236}">
                <a16:creationId xmlns:a16="http://schemas.microsoft.com/office/drawing/2014/main" id="{CFFE6564-B092-4A9E-BBA0-ED031C4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31" y="813636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7" name="path-4404">
            <a:extLst xmlns:a="http://schemas.openxmlformats.org/drawingml/2006/main">
              <a:ext uri="{FF2B5EF4-FFF2-40B4-BE49-F238E27FC236}">
                <a16:creationId xmlns:a16="http://schemas.microsoft.com/office/drawing/2014/main" id="{B8C5EC80-804C-4ECE-B391-43FB2DB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75" y="814053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8" name="path-4405">
            <a:extLst xmlns:a="http://schemas.openxmlformats.org/drawingml/2006/main">
              <a:ext uri="{FF2B5EF4-FFF2-40B4-BE49-F238E27FC236}">
                <a16:creationId xmlns:a16="http://schemas.microsoft.com/office/drawing/2014/main" id="{FE386FD3-4D28-4C02-B271-5AFB3B9A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152" y="816625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9" name="path-4406">
            <a:extLst xmlns:a="http://schemas.openxmlformats.org/drawingml/2006/main">
              <a:ext uri="{FF2B5EF4-FFF2-40B4-BE49-F238E27FC236}">
                <a16:creationId xmlns:a16="http://schemas.microsoft.com/office/drawing/2014/main" id="{3AC49956-096D-4E6C-9E1B-2F722BE6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648" y="813788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0" name="path-4407">
            <a:extLst xmlns:a="http://schemas.openxmlformats.org/drawingml/2006/main">
              <a:ext uri="{FF2B5EF4-FFF2-40B4-BE49-F238E27FC236}">
                <a16:creationId xmlns:a16="http://schemas.microsoft.com/office/drawing/2014/main" id="{DE662A2C-8963-4AEE-80D5-4B4A9743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610" y="814498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1" name="path-4408">
            <a:extLst xmlns:a="http://schemas.openxmlformats.org/drawingml/2006/main">
              <a:ext uri="{FF2B5EF4-FFF2-40B4-BE49-F238E27FC236}">
                <a16:creationId xmlns:a16="http://schemas.microsoft.com/office/drawing/2014/main" id="{6633403B-ADEB-433B-A2B2-3723FD47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76" y="81493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2" name="path-4409">
            <a:extLst xmlns:a="http://schemas.openxmlformats.org/drawingml/2006/main">
              <a:ext uri="{FF2B5EF4-FFF2-40B4-BE49-F238E27FC236}">
                <a16:creationId xmlns:a16="http://schemas.microsoft.com/office/drawing/2014/main" id="{85150395-670C-426A-98DE-142ABB5D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123" y="813338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3" name="path-4410">
            <a:extLst xmlns:a="http://schemas.openxmlformats.org/drawingml/2006/main">
              <a:ext uri="{FF2B5EF4-FFF2-40B4-BE49-F238E27FC236}">
                <a16:creationId xmlns:a16="http://schemas.microsoft.com/office/drawing/2014/main" id="{D1E31294-62C4-422E-A1CB-9A631CE4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056" y="814310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4" name="path-4411">
            <a:extLst xmlns:a="http://schemas.openxmlformats.org/drawingml/2006/main">
              <a:ext uri="{FF2B5EF4-FFF2-40B4-BE49-F238E27FC236}">
                <a16:creationId xmlns:a16="http://schemas.microsoft.com/office/drawing/2014/main" id="{18368EC2-0325-4C72-84D2-4CF81538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99" y="815548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5" name="path-4412">
            <a:extLst xmlns:a="http://schemas.openxmlformats.org/drawingml/2006/main">
              <a:ext uri="{FF2B5EF4-FFF2-40B4-BE49-F238E27FC236}">
                <a16:creationId xmlns:a16="http://schemas.microsoft.com/office/drawing/2014/main" id="{108EC9C5-0C00-4BB3-8428-6670F8D7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002" y="813402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6" name="path-4413">
            <a:extLst xmlns:a="http://schemas.openxmlformats.org/drawingml/2006/main">
              <a:ext uri="{FF2B5EF4-FFF2-40B4-BE49-F238E27FC236}">
                <a16:creationId xmlns:a16="http://schemas.microsoft.com/office/drawing/2014/main" id="{93A415B2-4ABA-4E4B-A891-4122EB3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510" y="815578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7" name="path-4414">
            <a:extLst xmlns:a="http://schemas.openxmlformats.org/drawingml/2006/main">
              <a:ext uri="{FF2B5EF4-FFF2-40B4-BE49-F238E27FC236}">
                <a16:creationId xmlns:a16="http://schemas.microsoft.com/office/drawing/2014/main" id="{1412F603-791F-4115-8CC4-1CC6A01E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285" y="814485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8" name="path-4415">
            <a:extLst xmlns:a="http://schemas.openxmlformats.org/drawingml/2006/main">
              <a:ext uri="{FF2B5EF4-FFF2-40B4-BE49-F238E27FC236}">
                <a16:creationId xmlns:a16="http://schemas.microsoft.com/office/drawing/2014/main" id="{CA95A71D-5A38-409D-B16F-3BECAFFB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661" y="814207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9" name="path-4416">
            <a:extLst xmlns:a="http://schemas.openxmlformats.org/drawingml/2006/main">
              <a:ext uri="{FF2B5EF4-FFF2-40B4-BE49-F238E27FC236}">
                <a16:creationId xmlns:a16="http://schemas.microsoft.com/office/drawing/2014/main" id="{02787B1B-FD89-4D10-9CE8-3D51C53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56" y="809924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0" name="path-4417">
            <a:extLst xmlns:a="http://schemas.openxmlformats.org/drawingml/2006/main">
              <a:ext uri="{FF2B5EF4-FFF2-40B4-BE49-F238E27FC236}">
                <a16:creationId xmlns:a16="http://schemas.microsoft.com/office/drawing/2014/main" id="{57A34FC1-5D62-4846-B87A-7EB9E936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124" y="810773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1" name="path-4418">
            <a:extLst xmlns:a="http://schemas.openxmlformats.org/drawingml/2006/main">
              <a:ext uri="{FF2B5EF4-FFF2-40B4-BE49-F238E27FC236}">
                <a16:creationId xmlns:a16="http://schemas.microsoft.com/office/drawing/2014/main" id="{E81817E0-95A6-4765-91D9-2D37931D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829" y="814183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2" name="path-4419">
            <a:extLst xmlns:a="http://schemas.openxmlformats.org/drawingml/2006/main">
              <a:ext uri="{FF2B5EF4-FFF2-40B4-BE49-F238E27FC236}">
                <a16:creationId xmlns:a16="http://schemas.microsoft.com/office/drawing/2014/main" id="{07234C67-8C39-435D-80C0-F6B224A1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385" y="81334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3" name="path-4420">
            <a:extLst xmlns:a="http://schemas.openxmlformats.org/drawingml/2006/main">
              <a:ext uri="{FF2B5EF4-FFF2-40B4-BE49-F238E27FC236}">
                <a16:creationId xmlns:a16="http://schemas.microsoft.com/office/drawing/2014/main" id="{28750CD8-325F-41E8-8582-0B014050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645" y="815106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4" name="path-4421">
            <a:extLst xmlns:a="http://schemas.openxmlformats.org/drawingml/2006/main">
              <a:ext uri="{FF2B5EF4-FFF2-40B4-BE49-F238E27FC236}">
                <a16:creationId xmlns:a16="http://schemas.microsoft.com/office/drawing/2014/main" id="{F059DC83-67CD-454A-A195-04863C39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489" y="815548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5" name="path-4422">
            <a:extLst xmlns:a="http://schemas.openxmlformats.org/drawingml/2006/main">
              <a:ext uri="{FF2B5EF4-FFF2-40B4-BE49-F238E27FC236}">
                <a16:creationId xmlns:a16="http://schemas.microsoft.com/office/drawing/2014/main" id="{A1DA70A0-B66D-42A0-815E-317AC87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639" y="81446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6" name="path-4423">
            <a:extLst xmlns:a="http://schemas.openxmlformats.org/drawingml/2006/main">
              <a:ext uri="{FF2B5EF4-FFF2-40B4-BE49-F238E27FC236}">
                <a16:creationId xmlns:a16="http://schemas.microsoft.com/office/drawing/2014/main" id="{C9BE1718-EC12-4F5E-9328-F5625BA3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638" y="813334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7" name="path-4424">
            <a:extLst xmlns:a="http://schemas.openxmlformats.org/drawingml/2006/main">
              <a:ext uri="{FF2B5EF4-FFF2-40B4-BE49-F238E27FC236}">
                <a16:creationId xmlns:a16="http://schemas.microsoft.com/office/drawing/2014/main" id="{512FBFC9-7598-47B0-A6F1-CFE5E9FC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389" y="814152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8" name="path-4425">
            <a:extLst xmlns:a="http://schemas.openxmlformats.org/drawingml/2006/main">
              <a:ext uri="{FF2B5EF4-FFF2-40B4-BE49-F238E27FC236}">
                <a16:creationId xmlns:a16="http://schemas.microsoft.com/office/drawing/2014/main" id="{17F2A36C-C231-4C32-9A61-A632A29B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919" y="816271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9" name="path-4426">
            <a:extLst xmlns:a="http://schemas.openxmlformats.org/drawingml/2006/main">
              <a:ext uri="{FF2B5EF4-FFF2-40B4-BE49-F238E27FC236}">
                <a16:creationId xmlns:a16="http://schemas.microsoft.com/office/drawing/2014/main" id="{82E82748-E22F-4E8E-ABD1-2830BBDF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351" y="814848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0" name="path-4427">
            <a:extLst xmlns:a="http://schemas.openxmlformats.org/drawingml/2006/main">
              <a:ext uri="{FF2B5EF4-FFF2-40B4-BE49-F238E27FC236}">
                <a16:creationId xmlns:a16="http://schemas.microsoft.com/office/drawing/2014/main" id="{CC9E0E60-A70E-4A1D-925E-654B2C90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699" y="81302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1" name="path-4428">
            <a:extLst xmlns:a="http://schemas.openxmlformats.org/drawingml/2006/main">
              <a:ext uri="{FF2B5EF4-FFF2-40B4-BE49-F238E27FC236}">
                <a16:creationId xmlns:a16="http://schemas.microsoft.com/office/drawing/2014/main" id="{DDA73C50-36C8-40E0-8AAE-05DA82A1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90" y="810053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2" name="path-4429">
            <a:extLst xmlns:a="http://schemas.openxmlformats.org/drawingml/2006/main">
              <a:ext uri="{FF2B5EF4-FFF2-40B4-BE49-F238E27FC236}">
                <a16:creationId xmlns:a16="http://schemas.microsoft.com/office/drawing/2014/main" id="{D3D80331-014C-4CA6-89CA-02D78868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931" y="813681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3" name="path-4430">
            <a:extLst xmlns:a="http://schemas.openxmlformats.org/drawingml/2006/main">
              <a:ext uri="{FF2B5EF4-FFF2-40B4-BE49-F238E27FC236}">
                <a16:creationId xmlns:a16="http://schemas.microsoft.com/office/drawing/2014/main" id="{847C59F3-B800-4D64-8D81-B7621843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776" y="814369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4" name="path-4431">
            <a:extLst xmlns:a="http://schemas.openxmlformats.org/drawingml/2006/main">
              <a:ext uri="{FF2B5EF4-FFF2-40B4-BE49-F238E27FC236}">
                <a16:creationId xmlns:a16="http://schemas.microsoft.com/office/drawing/2014/main" id="{EFEA20F0-1FEA-4B22-B93B-EF741DFA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352" y="811206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5" name="path-4432">
            <a:extLst xmlns:a="http://schemas.openxmlformats.org/drawingml/2006/main">
              <a:ext uri="{FF2B5EF4-FFF2-40B4-BE49-F238E27FC236}">
                <a16:creationId xmlns:a16="http://schemas.microsoft.com/office/drawing/2014/main" id="{5D3CB6E7-91ED-425A-A16B-6E0A039E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868" y="815306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6" name="path-4433">
            <a:extLst xmlns:a="http://schemas.openxmlformats.org/drawingml/2006/main">
              <a:ext uri="{FF2B5EF4-FFF2-40B4-BE49-F238E27FC236}">
                <a16:creationId xmlns:a16="http://schemas.microsoft.com/office/drawing/2014/main" id="{085A4914-DC99-4202-B360-CC97E830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918" y="811485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7" name="path-4434">
            <a:extLst xmlns:a="http://schemas.openxmlformats.org/drawingml/2006/main">
              <a:ext uri="{FF2B5EF4-FFF2-40B4-BE49-F238E27FC236}">
                <a16:creationId xmlns:a16="http://schemas.microsoft.com/office/drawing/2014/main" id="{4858946E-D2EE-4576-9A84-35D41697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787" y="81248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8" name="path-4435">
            <a:extLst xmlns:a="http://schemas.openxmlformats.org/drawingml/2006/main">
              <a:ext uri="{FF2B5EF4-FFF2-40B4-BE49-F238E27FC236}">
                <a16:creationId xmlns:a16="http://schemas.microsoft.com/office/drawing/2014/main" id="{55845474-A7BB-49F8-B9E4-76D62B4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288" y="814146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9" name="path-4436">
            <a:extLst xmlns:a="http://schemas.openxmlformats.org/drawingml/2006/main">
              <a:ext uri="{FF2B5EF4-FFF2-40B4-BE49-F238E27FC236}">
                <a16:creationId xmlns:a16="http://schemas.microsoft.com/office/drawing/2014/main" id="{2F0000C7-1205-4C67-A917-EBA4A9DD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972" y="816838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0" name="path-4437">
            <a:extLst xmlns:a="http://schemas.openxmlformats.org/drawingml/2006/main">
              <a:ext uri="{FF2B5EF4-FFF2-40B4-BE49-F238E27FC236}">
                <a16:creationId xmlns:a16="http://schemas.microsoft.com/office/drawing/2014/main" id="{BF97BC57-5B8E-4E49-A8F5-33112BB2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677" y="813853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1" name="path-4438">
            <a:extLst xmlns:a="http://schemas.openxmlformats.org/drawingml/2006/main">
              <a:ext uri="{FF2B5EF4-FFF2-40B4-BE49-F238E27FC236}">
                <a16:creationId xmlns:a16="http://schemas.microsoft.com/office/drawing/2014/main" id="{86B0EF3D-4DFE-4BA8-A3FA-0748E4F5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740" y="812620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2" name="path-4439">
            <a:extLst xmlns:a="http://schemas.openxmlformats.org/drawingml/2006/main">
              <a:ext uri="{FF2B5EF4-FFF2-40B4-BE49-F238E27FC236}">
                <a16:creationId xmlns:a16="http://schemas.microsoft.com/office/drawing/2014/main" id="{8135C784-D8A8-4598-B84F-F6CD316F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788" y="81279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3" name="path-4440">
            <a:extLst xmlns:a="http://schemas.openxmlformats.org/drawingml/2006/main">
              <a:ext uri="{FF2B5EF4-FFF2-40B4-BE49-F238E27FC236}">
                <a16:creationId xmlns:a16="http://schemas.microsoft.com/office/drawing/2014/main" id="{225F27C0-36FB-48F9-B54C-B8C2BFEC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288" y="813509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4" name="path-4441">
            <a:extLst xmlns:a="http://schemas.openxmlformats.org/drawingml/2006/main">
              <a:ext uri="{FF2B5EF4-FFF2-40B4-BE49-F238E27FC236}">
                <a16:creationId xmlns:a16="http://schemas.microsoft.com/office/drawing/2014/main" id="{F0A3771A-0417-4D6A-AB27-7AB9B04B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738" y="813302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5" name="path-4442">
            <a:extLst xmlns:a="http://schemas.openxmlformats.org/drawingml/2006/main">
              <a:ext uri="{FF2B5EF4-FFF2-40B4-BE49-F238E27FC236}">
                <a16:creationId xmlns:a16="http://schemas.microsoft.com/office/drawing/2014/main" id="{9F34E651-D21E-4D96-8006-DA1EECE4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431" y="81675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6" name="path-4443">
            <a:extLst xmlns:a="http://schemas.openxmlformats.org/drawingml/2006/main">
              <a:ext uri="{FF2B5EF4-FFF2-40B4-BE49-F238E27FC236}">
                <a16:creationId xmlns:a16="http://schemas.microsoft.com/office/drawing/2014/main" id="{B0D56EC9-CADF-45A2-9397-B94254C1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659" y="81491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7" name="path-4444">
            <a:extLst xmlns:a="http://schemas.openxmlformats.org/drawingml/2006/main">
              <a:ext uri="{FF2B5EF4-FFF2-40B4-BE49-F238E27FC236}">
                <a16:creationId xmlns:a16="http://schemas.microsoft.com/office/drawing/2014/main" id="{6DED2D51-0E50-4100-B551-6160ADFE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099" y="813475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8" name="path-4445">
            <a:extLst xmlns:a="http://schemas.openxmlformats.org/drawingml/2006/main">
              <a:ext uri="{FF2B5EF4-FFF2-40B4-BE49-F238E27FC236}">
                <a16:creationId xmlns:a16="http://schemas.microsoft.com/office/drawing/2014/main" id="{4AB0F2D8-C242-4C6B-AB2B-0313BBD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483" y="817995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9" name="path-4446">
            <a:extLst xmlns:a="http://schemas.openxmlformats.org/drawingml/2006/main">
              <a:ext uri="{FF2B5EF4-FFF2-40B4-BE49-F238E27FC236}">
                <a16:creationId xmlns:a16="http://schemas.microsoft.com/office/drawing/2014/main" id="{860D3601-8987-402F-89CA-AA1E2046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56" y="815382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0" name="path-4447">
            <a:extLst xmlns:a="http://schemas.openxmlformats.org/drawingml/2006/main">
              <a:ext uri="{FF2B5EF4-FFF2-40B4-BE49-F238E27FC236}">
                <a16:creationId xmlns:a16="http://schemas.microsoft.com/office/drawing/2014/main" id="{ED38CB94-3947-4148-8598-AACC09BD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363" y="81318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1" name="path-4448">
            <a:extLst xmlns:a="http://schemas.openxmlformats.org/drawingml/2006/main">
              <a:ext uri="{FF2B5EF4-FFF2-40B4-BE49-F238E27FC236}">
                <a16:creationId xmlns:a16="http://schemas.microsoft.com/office/drawing/2014/main" id="{ECD02D2D-92F5-4B94-BEBE-C1F3956B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050" y="810491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2" name="path-4449">
            <a:extLst xmlns:a="http://schemas.openxmlformats.org/drawingml/2006/main">
              <a:ext uri="{FF2B5EF4-FFF2-40B4-BE49-F238E27FC236}">
                <a16:creationId xmlns:a16="http://schemas.microsoft.com/office/drawing/2014/main" id="{9F85EA82-B5B8-4ED0-BEA4-466C32B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74" y="814177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3" name="path-4450">
            <a:extLst xmlns:a="http://schemas.openxmlformats.org/drawingml/2006/main">
              <a:ext uri="{FF2B5EF4-FFF2-40B4-BE49-F238E27FC236}">
                <a16:creationId xmlns:a16="http://schemas.microsoft.com/office/drawing/2014/main" id="{64C0775D-85AC-4DA6-84E3-6DFEFC5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658" y="814157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4" name="path-4451">
            <a:extLst xmlns:a="http://schemas.openxmlformats.org/drawingml/2006/main">
              <a:ext uri="{FF2B5EF4-FFF2-40B4-BE49-F238E27FC236}">
                <a16:creationId xmlns:a16="http://schemas.microsoft.com/office/drawing/2014/main" id="{9352CB82-BE63-409E-B2A9-00F9C13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831" y="813524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5" name="path-4452">
            <a:extLst xmlns:a="http://schemas.openxmlformats.org/drawingml/2006/main">
              <a:ext uri="{FF2B5EF4-FFF2-40B4-BE49-F238E27FC236}">
                <a16:creationId xmlns:a16="http://schemas.microsoft.com/office/drawing/2014/main" id="{8084385E-DE63-4852-A47F-C6943B5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67" y="813583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6" name="path-4453">
            <a:extLst xmlns:a="http://schemas.openxmlformats.org/drawingml/2006/main">
              <a:ext uri="{FF2B5EF4-FFF2-40B4-BE49-F238E27FC236}">
                <a16:creationId xmlns:a16="http://schemas.microsoft.com/office/drawing/2014/main" id="{77E846BD-C721-4FE8-84DC-510447B7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11" y="813337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7" name="path-4454">
            <a:extLst xmlns:a="http://schemas.openxmlformats.org/drawingml/2006/main">
              <a:ext uri="{FF2B5EF4-FFF2-40B4-BE49-F238E27FC236}">
                <a16:creationId xmlns:a16="http://schemas.microsoft.com/office/drawing/2014/main" id="{DDF84C22-2AB5-4F46-855F-EBBA9C90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031" y="815030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8" name="path-4455">
            <a:extLst xmlns:a="http://schemas.openxmlformats.org/drawingml/2006/main">
              <a:ext uri="{FF2B5EF4-FFF2-40B4-BE49-F238E27FC236}">
                <a16:creationId xmlns:a16="http://schemas.microsoft.com/office/drawing/2014/main" id="{F528BA2F-B541-4808-ACB9-B66C6973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29" y="811983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9" name="path-4456">
            <a:extLst xmlns:a="http://schemas.openxmlformats.org/drawingml/2006/main">
              <a:ext uri="{FF2B5EF4-FFF2-40B4-BE49-F238E27FC236}">
                <a16:creationId xmlns:a16="http://schemas.microsoft.com/office/drawing/2014/main" id="{92040987-9285-41EF-8356-F6C77ACB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93" y="81180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0" name="path-4457">
            <a:extLst xmlns:a="http://schemas.openxmlformats.org/drawingml/2006/main">
              <a:ext uri="{FF2B5EF4-FFF2-40B4-BE49-F238E27FC236}">
                <a16:creationId xmlns:a16="http://schemas.microsoft.com/office/drawing/2014/main" id="{62B3C3E9-0E64-4B8D-8CC1-B3DBD774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06" y="813172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1" name="path-4458">
            <a:extLst xmlns:a="http://schemas.openxmlformats.org/drawingml/2006/main">
              <a:ext uri="{FF2B5EF4-FFF2-40B4-BE49-F238E27FC236}">
                <a16:creationId xmlns:a16="http://schemas.microsoft.com/office/drawing/2014/main" id="{B6C2D43E-0479-43AE-AF98-468CF909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80" y="813375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2" name="path-4459">
            <a:extLst xmlns:a="http://schemas.openxmlformats.org/drawingml/2006/main">
              <a:ext uri="{FF2B5EF4-FFF2-40B4-BE49-F238E27FC236}">
                <a16:creationId xmlns:a16="http://schemas.microsoft.com/office/drawing/2014/main" id="{C2F27765-0CD3-401F-9B7B-2881D976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838" y="812690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3" name="path-4460">
            <a:extLst xmlns:a="http://schemas.openxmlformats.org/drawingml/2006/main">
              <a:ext uri="{FF2B5EF4-FFF2-40B4-BE49-F238E27FC236}">
                <a16:creationId xmlns:a16="http://schemas.microsoft.com/office/drawing/2014/main" id="{4729D3D5-3140-46E8-A123-A7C789BB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1" y="817204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4" name="path-4461">
            <a:extLst xmlns:a="http://schemas.openxmlformats.org/drawingml/2006/main">
              <a:ext uri="{FF2B5EF4-FFF2-40B4-BE49-F238E27FC236}">
                <a16:creationId xmlns:a16="http://schemas.microsoft.com/office/drawing/2014/main" id="{CDFF91AF-4DDC-4FB4-B4F5-80E74F15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0" y="815050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5" name="path-4462">
            <a:extLst xmlns:a="http://schemas.openxmlformats.org/drawingml/2006/main">
              <a:ext uri="{FF2B5EF4-FFF2-40B4-BE49-F238E27FC236}">
                <a16:creationId xmlns:a16="http://schemas.microsoft.com/office/drawing/2014/main" id="{B3F67452-ADE5-43B6-A747-69A9D2D6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62" y="812990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6" name="path-4463">
            <a:extLst xmlns:a="http://schemas.openxmlformats.org/drawingml/2006/main">
              <a:ext uri="{FF2B5EF4-FFF2-40B4-BE49-F238E27FC236}">
                <a16:creationId xmlns:a16="http://schemas.microsoft.com/office/drawing/2014/main" id="{A6654B67-302C-49B9-A67B-780ADE54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657" y="814621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7" name="path-4464">
            <a:extLst xmlns:a="http://schemas.openxmlformats.org/drawingml/2006/main">
              <a:ext uri="{FF2B5EF4-FFF2-40B4-BE49-F238E27FC236}">
                <a16:creationId xmlns:a16="http://schemas.microsoft.com/office/drawing/2014/main" id="{D59430A7-D26D-48D3-AE00-15CCCEAD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27" y="813571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8" name="path-4465">
            <a:extLst xmlns:a="http://schemas.openxmlformats.org/drawingml/2006/main">
              <a:ext uri="{FF2B5EF4-FFF2-40B4-BE49-F238E27FC236}">
                <a16:creationId xmlns:a16="http://schemas.microsoft.com/office/drawing/2014/main" id="{B953CE6B-B693-4F2A-89F3-14AFBFE6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296" y="814921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9" name="path-4466">
            <a:extLst xmlns:a="http://schemas.openxmlformats.org/drawingml/2006/main">
              <a:ext uri="{FF2B5EF4-FFF2-40B4-BE49-F238E27FC236}">
                <a16:creationId xmlns:a16="http://schemas.microsoft.com/office/drawing/2014/main" id="{046E5816-660F-47E0-9D08-FF13275D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79" y="811550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0" name="path-4467">
            <a:extLst xmlns:a="http://schemas.openxmlformats.org/drawingml/2006/main">
              <a:ext uri="{FF2B5EF4-FFF2-40B4-BE49-F238E27FC236}">
                <a16:creationId xmlns:a16="http://schemas.microsoft.com/office/drawing/2014/main" id="{234CC57C-10C8-4A63-A00E-35F2959E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83" y="81446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1" name="path-4468">
            <a:extLst xmlns:a="http://schemas.openxmlformats.org/drawingml/2006/main">
              <a:ext uri="{FF2B5EF4-FFF2-40B4-BE49-F238E27FC236}">
                <a16:creationId xmlns:a16="http://schemas.microsoft.com/office/drawing/2014/main" id="{E6CA8D10-21A0-4A8F-A424-82FD83E4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311" y="814329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2" name="path-4469">
            <a:extLst xmlns:a="http://schemas.openxmlformats.org/drawingml/2006/main">
              <a:ext uri="{FF2B5EF4-FFF2-40B4-BE49-F238E27FC236}">
                <a16:creationId xmlns:a16="http://schemas.microsoft.com/office/drawing/2014/main" id="{DEEA47C7-8A18-48ED-B1CA-4064A02B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88" y="81362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3" name="path-4470">
            <a:extLst xmlns:a="http://schemas.openxmlformats.org/drawingml/2006/main">
              <a:ext uri="{FF2B5EF4-FFF2-40B4-BE49-F238E27FC236}">
                <a16:creationId xmlns:a16="http://schemas.microsoft.com/office/drawing/2014/main" id="{925DD901-588B-40A3-9AD9-F07435B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829" y="81844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4" name="path-4471">
            <a:extLst xmlns:a="http://schemas.openxmlformats.org/drawingml/2006/main">
              <a:ext uri="{FF2B5EF4-FFF2-40B4-BE49-F238E27FC236}">
                <a16:creationId xmlns:a16="http://schemas.microsoft.com/office/drawing/2014/main" id="{F76EF53C-BB9F-4E11-9346-EB823FD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5" y="814949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5" name="path-4472">
            <a:extLst xmlns:a="http://schemas.openxmlformats.org/drawingml/2006/main">
              <a:ext uri="{FF2B5EF4-FFF2-40B4-BE49-F238E27FC236}">
                <a16:creationId xmlns:a16="http://schemas.microsoft.com/office/drawing/2014/main" id="{5164E96C-2006-49CB-BA9A-46FECBEE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228" y="815594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6" name="path-4473">
            <a:extLst xmlns:a="http://schemas.openxmlformats.org/drawingml/2006/main">
              <a:ext uri="{FF2B5EF4-FFF2-40B4-BE49-F238E27FC236}">
                <a16:creationId xmlns:a16="http://schemas.microsoft.com/office/drawing/2014/main" id="{A8F54FE8-24B4-4046-BE02-2A74DD11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30" y="814803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7" name="path-4474">
            <a:extLst xmlns:a="http://schemas.openxmlformats.org/drawingml/2006/main">
              <a:ext uri="{FF2B5EF4-FFF2-40B4-BE49-F238E27FC236}">
                <a16:creationId xmlns:a16="http://schemas.microsoft.com/office/drawing/2014/main" id="{517D77A8-5AA1-4DFE-8F6E-446B51F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680" y="81836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8" name="path-4475">
            <a:extLst xmlns:a="http://schemas.openxmlformats.org/drawingml/2006/main">
              <a:ext uri="{FF2B5EF4-FFF2-40B4-BE49-F238E27FC236}">
                <a16:creationId xmlns:a16="http://schemas.microsoft.com/office/drawing/2014/main" id="{9246A696-C1C0-4C28-860C-F1DD1F26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547" y="81418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9" name="path-4476">
            <a:extLst xmlns:a="http://schemas.openxmlformats.org/drawingml/2006/main">
              <a:ext uri="{FF2B5EF4-FFF2-40B4-BE49-F238E27FC236}">
                <a16:creationId xmlns:a16="http://schemas.microsoft.com/office/drawing/2014/main" id="{46A310B7-21B3-4B31-94C6-F595DE33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387" y="818122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0" name="path-4477">
            <a:extLst xmlns:a="http://schemas.openxmlformats.org/drawingml/2006/main">
              <a:ext uri="{FF2B5EF4-FFF2-40B4-BE49-F238E27FC236}">
                <a16:creationId xmlns:a16="http://schemas.microsoft.com/office/drawing/2014/main" id="{87FAF8AC-8A78-49B8-8BDA-A623D728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365" y="814653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1" name="path-4478">
            <a:extLst xmlns:a="http://schemas.openxmlformats.org/drawingml/2006/main">
              <a:ext uri="{FF2B5EF4-FFF2-40B4-BE49-F238E27FC236}">
                <a16:creationId xmlns:a16="http://schemas.microsoft.com/office/drawing/2014/main" id="{3C1B900A-6E7A-44AF-B183-3D2A028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522" y="814697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2" name="path-4479">
            <a:extLst xmlns:a="http://schemas.openxmlformats.org/drawingml/2006/main">
              <a:ext uri="{FF2B5EF4-FFF2-40B4-BE49-F238E27FC236}">
                <a16:creationId xmlns:a16="http://schemas.microsoft.com/office/drawing/2014/main" id="{50A69685-20A2-4C2F-87B4-B895AAA4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16" y="814140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3" name="path-4480">
            <a:extLst xmlns:a="http://schemas.openxmlformats.org/drawingml/2006/main">
              <a:ext uri="{FF2B5EF4-FFF2-40B4-BE49-F238E27FC236}">
                <a16:creationId xmlns:a16="http://schemas.microsoft.com/office/drawing/2014/main" id="{45C4E0C2-9B8B-4790-A864-498B598F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998" y="812978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4" name="path-4481">
            <a:extLst xmlns:a="http://schemas.openxmlformats.org/drawingml/2006/main">
              <a:ext uri="{FF2B5EF4-FFF2-40B4-BE49-F238E27FC236}">
                <a16:creationId xmlns:a16="http://schemas.microsoft.com/office/drawing/2014/main" id="{4C29EB7B-96D2-4498-A163-493A3579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93" y="815449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5" name="path-4482">
            <a:extLst xmlns:a="http://schemas.openxmlformats.org/drawingml/2006/main">
              <a:ext uri="{FF2B5EF4-FFF2-40B4-BE49-F238E27FC236}">
                <a16:creationId xmlns:a16="http://schemas.microsoft.com/office/drawing/2014/main" id="{1303A3EA-09D7-458F-9A5A-37D906AB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254" y="812546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6" name="path-4483">
            <a:extLst xmlns:a="http://schemas.openxmlformats.org/drawingml/2006/main">
              <a:ext uri="{FF2B5EF4-FFF2-40B4-BE49-F238E27FC236}">
                <a16:creationId xmlns:a16="http://schemas.microsoft.com/office/drawing/2014/main" id="{A6F8F1A4-6F99-4518-BC90-8A5255F1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770" y="816073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7" name="path-4484">
            <a:extLst xmlns:a="http://schemas.openxmlformats.org/drawingml/2006/main">
              <a:ext uri="{FF2B5EF4-FFF2-40B4-BE49-F238E27FC236}">
                <a16:creationId xmlns:a16="http://schemas.microsoft.com/office/drawing/2014/main" id="{AFD10113-F5AC-4EE3-9BEE-4835BB9B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45" y="814884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8" name="path-4485">
            <a:extLst xmlns:a="http://schemas.openxmlformats.org/drawingml/2006/main">
              <a:ext uri="{FF2B5EF4-FFF2-40B4-BE49-F238E27FC236}">
                <a16:creationId xmlns:a16="http://schemas.microsoft.com/office/drawing/2014/main" id="{5D71F916-3413-43A8-AF48-744FFA08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80" y="810426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9" name="path-4486">
            <a:extLst xmlns:a="http://schemas.openxmlformats.org/drawingml/2006/main">
              <a:ext uri="{FF2B5EF4-FFF2-40B4-BE49-F238E27FC236}">
                <a16:creationId xmlns:a16="http://schemas.microsoft.com/office/drawing/2014/main" id="{66FADA50-10E6-4B77-BB7E-379E21A4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52" y="817132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0" name="path-4487">
            <a:extLst xmlns:a="http://schemas.openxmlformats.org/drawingml/2006/main">
              <a:ext uri="{FF2B5EF4-FFF2-40B4-BE49-F238E27FC236}">
                <a16:creationId xmlns:a16="http://schemas.microsoft.com/office/drawing/2014/main" id="{6F227786-B04F-41DA-B8D2-4DA130BE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25" y="813516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1" name="path-4488">
            <a:extLst xmlns:a="http://schemas.openxmlformats.org/drawingml/2006/main">
              <a:ext uri="{FF2B5EF4-FFF2-40B4-BE49-F238E27FC236}">
                <a16:creationId xmlns:a16="http://schemas.microsoft.com/office/drawing/2014/main" id="{878DC98D-28A8-4DE6-8271-B2284EB5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369" y="814803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2" name="path-4489">
            <a:extLst xmlns:a="http://schemas.openxmlformats.org/drawingml/2006/main">
              <a:ext uri="{FF2B5EF4-FFF2-40B4-BE49-F238E27FC236}">
                <a16:creationId xmlns:a16="http://schemas.microsoft.com/office/drawing/2014/main" id="{B0708FEE-039E-48D2-80DE-46888CBE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421" y="814000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3" name="path-4490">
            <a:extLst xmlns:a="http://schemas.openxmlformats.org/drawingml/2006/main">
              <a:ext uri="{FF2B5EF4-FFF2-40B4-BE49-F238E27FC236}">
                <a16:creationId xmlns:a16="http://schemas.microsoft.com/office/drawing/2014/main" id="{8CB66324-5F90-400E-BD17-811D01E1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60" y="813421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4" name="path-4491">
            <a:extLst xmlns:a="http://schemas.openxmlformats.org/drawingml/2006/main">
              <a:ext uri="{FF2B5EF4-FFF2-40B4-BE49-F238E27FC236}">
                <a16:creationId xmlns:a16="http://schemas.microsoft.com/office/drawing/2014/main" id="{DDB1F353-0F56-45F4-99A7-E0744EA6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211" y="81355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5" name="path-4492">
            <a:extLst xmlns:a="http://schemas.openxmlformats.org/drawingml/2006/main">
              <a:ext uri="{FF2B5EF4-FFF2-40B4-BE49-F238E27FC236}">
                <a16:creationId xmlns:a16="http://schemas.microsoft.com/office/drawing/2014/main" id="{0E68E209-880F-4B81-ACDB-F11DB8EC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722" y="813696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6" name="path-4493">
            <a:extLst xmlns:a="http://schemas.openxmlformats.org/drawingml/2006/main">
              <a:ext uri="{FF2B5EF4-FFF2-40B4-BE49-F238E27FC236}">
                <a16:creationId xmlns:a16="http://schemas.microsoft.com/office/drawing/2014/main" id="{8BF27FD7-CCA7-45EE-B01E-7CC5E2F7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013" y="81526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7" name="path-4494">
            <a:extLst xmlns:a="http://schemas.openxmlformats.org/drawingml/2006/main">
              <a:ext uri="{FF2B5EF4-FFF2-40B4-BE49-F238E27FC236}">
                <a16:creationId xmlns:a16="http://schemas.microsoft.com/office/drawing/2014/main" id="{1E06F1BF-FE28-41E9-AEEB-E3E082FE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33" y="813179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8" name="path-4495">
            <a:extLst xmlns:a="http://schemas.openxmlformats.org/drawingml/2006/main">
              <a:ext uri="{FF2B5EF4-FFF2-40B4-BE49-F238E27FC236}">
                <a16:creationId xmlns:a16="http://schemas.microsoft.com/office/drawing/2014/main" id="{2D137627-4867-4F9D-87E8-A9C77D84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1" y="816540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9" name="path-4496">
            <a:extLst xmlns:a="http://schemas.openxmlformats.org/drawingml/2006/main">
              <a:ext uri="{FF2B5EF4-FFF2-40B4-BE49-F238E27FC236}">
                <a16:creationId xmlns:a16="http://schemas.microsoft.com/office/drawing/2014/main" id="{75AB0548-25A5-4825-B6A1-542BD88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765" y="814349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0" name="path-4497">
            <a:extLst xmlns:a="http://schemas.openxmlformats.org/drawingml/2006/main">
              <a:ext uri="{FF2B5EF4-FFF2-40B4-BE49-F238E27FC236}">
                <a16:creationId xmlns:a16="http://schemas.microsoft.com/office/drawing/2014/main" id="{EE8C5E8D-0C4D-459C-A112-A366625F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43" y="813437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1" name="path-4498">
            <a:extLst xmlns:a="http://schemas.openxmlformats.org/drawingml/2006/main">
              <a:ext uri="{FF2B5EF4-FFF2-40B4-BE49-F238E27FC236}">
                <a16:creationId xmlns:a16="http://schemas.microsoft.com/office/drawing/2014/main" id="{47245C0C-1C34-4B6A-BEF3-B9BBB88C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974" y="812869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2" name="path-4499">
            <a:extLst xmlns:a="http://schemas.openxmlformats.org/drawingml/2006/main">
              <a:ext uri="{FF2B5EF4-FFF2-40B4-BE49-F238E27FC236}">
                <a16:creationId xmlns:a16="http://schemas.microsoft.com/office/drawing/2014/main" id="{E26838AA-6790-403A-9EA1-20533F71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273" y="814912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3" name="path-4500">
            <a:extLst xmlns:a="http://schemas.openxmlformats.org/drawingml/2006/main">
              <a:ext uri="{FF2B5EF4-FFF2-40B4-BE49-F238E27FC236}">
                <a16:creationId xmlns:a16="http://schemas.microsoft.com/office/drawing/2014/main" id="{9E87625A-C182-4870-A3C0-0ECCC749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323" y="815506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4" name="path-4501">
            <a:extLst xmlns:a="http://schemas.openxmlformats.org/drawingml/2006/main">
              <a:ext uri="{FF2B5EF4-FFF2-40B4-BE49-F238E27FC236}">
                <a16:creationId xmlns:a16="http://schemas.microsoft.com/office/drawing/2014/main" id="{03F7BD39-9D02-45F4-B302-2252827F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41" y="813477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5" name="path-4502">
            <a:extLst xmlns:a="http://schemas.openxmlformats.org/drawingml/2006/main">
              <a:ext uri="{FF2B5EF4-FFF2-40B4-BE49-F238E27FC236}">
                <a16:creationId xmlns:a16="http://schemas.microsoft.com/office/drawing/2014/main" id="{ED0DCB36-B5C2-4B32-8098-5059A5A3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439" y="81392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6" name="path-4503">
            <a:extLst xmlns:a="http://schemas.openxmlformats.org/drawingml/2006/main">
              <a:ext uri="{FF2B5EF4-FFF2-40B4-BE49-F238E27FC236}">
                <a16:creationId xmlns:a16="http://schemas.microsoft.com/office/drawing/2014/main" id="{4D69B1FB-33EF-4FE7-BE05-EE7C39BC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109" y="81357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7" name="path-4504">
            <a:extLst xmlns:a="http://schemas.openxmlformats.org/drawingml/2006/main">
              <a:ext uri="{FF2B5EF4-FFF2-40B4-BE49-F238E27FC236}">
                <a16:creationId xmlns:a16="http://schemas.microsoft.com/office/drawing/2014/main" id="{26F334A4-37F6-4827-9631-A21C4CC1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23" y="814440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8" name="path-4505">
            <a:extLst xmlns:a="http://schemas.openxmlformats.org/drawingml/2006/main">
              <a:ext uri="{FF2B5EF4-FFF2-40B4-BE49-F238E27FC236}">
                <a16:creationId xmlns:a16="http://schemas.microsoft.com/office/drawing/2014/main" id="{422C2827-777F-47D4-A928-BB87B48A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383" y="81350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9" name="path-4506">
            <a:extLst xmlns:a="http://schemas.openxmlformats.org/drawingml/2006/main">
              <a:ext uri="{FF2B5EF4-FFF2-40B4-BE49-F238E27FC236}">
                <a16:creationId xmlns:a16="http://schemas.microsoft.com/office/drawing/2014/main" id="{30480DF5-EB99-4547-955C-EA417CFF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479" y="81423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0" name="path-4507">
            <a:extLst xmlns:a="http://schemas.openxmlformats.org/drawingml/2006/main">
              <a:ext uri="{FF2B5EF4-FFF2-40B4-BE49-F238E27FC236}">
                <a16:creationId xmlns:a16="http://schemas.microsoft.com/office/drawing/2014/main" id="{10E37CD8-8A16-4D3E-8149-3031C28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77" y="814797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1" name="path-4508">
            <a:extLst xmlns:a="http://schemas.openxmlformats.org/drawingml/2006/main">
              <a:ext uri="{FF2B5EF4-FFF2-40B4-BE49-F238E27FC236}">
                <a16:creationId xmlns:a16="http://schemas.microsoft.com/office/drawing/2014/main" id="{39CE01BF-F21F-47BA-80A3-7F919028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926" y="812072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2" name="path-4509">
            <a:extLst xmlns:a="http://schemas.openxmlformats.org/drawingml/2006/main">
              <a:ext uri="{FF2B5EF4-FFF2-40B4-BE49-F238E27FC236}">
                <a16:creationId xmlns:a16="http://schemas.microsoft.com/office/drawing/2014/main" id="{62085039-C5AF-41C7-A597-3673CED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403" y="817253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3" name="path-4510">
            <a:extLst xmlns:a="http://schemas.openxmlformats.org/drawingml/2006/main">
              <a:ext uri="{FF2B5EF4-FFF2-40B4-BE49-F238E27FC236}">
                <a16:creationId xmlns:a16="http://schemas.microsoft.com/office/drawing/2014/main" id="{2203A58C-F74C-4B09-BC1E-F523C01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936" y="814885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4" name="path-4511">
            <a:extLst xmlns:a="http://schemas.openxmlformats.org/drawingml/2006/main">
              <a:ext uri="{FF2B5EF4-FFF2-40B4-BE49-F238E27FC236}">
                <a16:creationId xmlns:a16="http://schemas.microsoft.com/office/drawing/2014/main" id="{AC306697-89B8-4279-9946-0D5B9B4C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157" y="813029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5" name="path-4512">
            <a:extLst xmlns:a="http://schemas.openxmlformats.org/drawingml/2006/main">
              <a:ext uri="{FF2B5EF4-FFF2-40B4-BE49-F238E27FC236}">
                <a16:creationId xmlns:a16="http://schemas.microsoft.com/office/drawing/2014/main" id="{95B31BB6-D1F6-4E73-9C00-6C516D0B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084" y="814860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6" name="path-4513">
            <a:extLst xmlns:a="http://schemas.openxmlformats.org/drawingml/2006/main">
              <a:ext uri="{FF2B5EF4-FFF2-40B4-BE49-F238E27FC236}">
                <a16:creationId xmlns:a16="http://schemas.microsoft.com/office/drawing/2014/main" id="{91323A25-E6E2-47BD-B729-51E6DD8E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886" y="813945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7" name="path-4514">
            <a:extLst xmlns:a="http://schemas.openxmlformats.org/drawingml/2006/main">
              <a:ext uri="{FF2B5EF4-FFF2-40B4-BE49-F238E27FC236}">
                <a16:creationId xmlns:a16="http://schemas.microsoft.com/office/drawing/2014/main" id="{1E5FCDA1-DB3D-45A0-92D3-F68FEA9B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394" y="814514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8" name="path-4515">
            <a:extLst xmlns:a="http://schemas.openxmlformats.org/drawingml/2006/main">
              <a:ext uri="{FF2B5EF4-FFF2-40B4-BE49-F238E27FC236}">
                <a16:creationId xmlns:a16="http://schemas.microsoft.com/office/drawing/2014/main" id="{DBA34751-8659-4923-8AC8-EFD104EE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445" y="817558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9" name="path-4516">
            <a:extLst xmlns:a="http://schemas.openxmlformats.org/drawingml/2006/main">
              <a:ext uri="{FF2B5EF4-FFF2-40B4-BE49-F238E27FC236}">
                <a16:creationId xmlns:a16="http://schemas.microsoft.com/office/drawing/2014/main" id="{FA10C69C-93F1-42C6-8601-096F136D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33" y="812897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0" name="path-4517">
            <a:extLst xmlns:a="http://schemas.openxmlformats.org/drawingml/2006/main">
              <a:ext uri="{FF2B5EF4-FFF2-40B4-BE49-F238E27FC236}">
                <a16:creationId xmlns:a16="http://schemas.microsoft.com/office/drawing/2014/main" id="{D2A13393-D0F7-41E3-B042-6F3EA22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626" y="81494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1" name="path-4518">
            <a:extLst xmlns:a="http://schemas.openxmlformats.org/drawingml/2006/main">
              <a:ext uri="{FF2B5EF4-FFF2-40B4-BE49-F238E27FC236}">
                <a16:creationId xmlns:a16="http://schemas.microsoft.com/office/drawing/2014/main" id="{651FC219-C026-4DEF-A795-42D2A19A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9" y="815023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2" name="path-4519">
            <a:extLst xmlns:a="http://schemas.openxmlformats.org/drawingml/2006/main">
              <a:ext uri="{FF2B5EF4-FFF2-40B4-BE49-F238E27FC236}">
                <a16:creationId xmlns:a16="http://schemas.microsoft.com/office/drawing/2014/main" id="{A66B3B4F-6598-48E7-8FB9-39CB3E82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105" y="812422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3" name="path-4520">
            <a:extLst xmlns:a="http://schemas.openxmlformats.org/drawingml/2006/main">
              <a:ext uri="{FF2B5EF4-FFF2-40B4-BE49-F238E27FC236}">
                <a16:creationId xmlns:a16="http://schemas.microsoft.com/office/drawing/2014/main" id="{F0CCF547-24FF-4739-99D9-D47ADEE8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636" y="815549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4" name="path-4521">
            <a:extLst xmlns:a="http://schemas.openxmlformats.org/drawingml/2006/main">
              <a:ext uri="{FF2B5EF4-FFF2-40B4-BE49-F238E27FC236}">
                <a16:creationId xmlns:a16="http://schemas.microsoft.com/office/drawing/2014/main" id="{21811684-B60F-4B1A-B19E-798BCDF4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21" y="813800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5" name="path-4522">
            <a:extLst xmlns:a="http://schemas.openxmlformats.org/drawingml/2006/main">
              <a:ext uri="{FF2B5EF4-FFF2-40B4-BE49-F238E27FC236}">
                <a16:creationId xmlns:a16="http://schemas.microsoft.com/office/drawing/2014/main" id="{4E3B7F3E-5AAE-4088-AA1A-68DA8D11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6" y="815367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6" name="path-4523">
            <a:extLst xmlns:a="http://schemas.openxmlformats.org/drawingml/2006/main">
              <a:ext uri="{FF2B5EF4-FFF2-40B4-BE49-F238E27FC236}">
                <a16:creationId xmlns:a16="http://schemas.microsoft.com/office/drawing/2014/main" id="{DE11FF6F-7A5A-411B-A702-0658A26C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957" y="814894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7" name="path-4524">
            <a:extLst xmlns:a="http://schemas.openxmlformats.org/drawingml/2006/main">
              <a:ext uri="{FF2B5EF4-FFF2-40B4-BE49-F238E27FC236}">
                <a16:creationId xmlns:a16="http://schemas.microsoft.com/office/drawing/2014/main" id="{FF2A542B-10FB-4BA6-B5F4-6767F067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191" y="815312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8" name="path-4525">
            <a:extLst xmlns:a="http://schemas.openxmlformats.org/drawingml/2006/main">
              <a:ext uri="{FF2B5EF4-FFF2-40B4-BE49-F238E27FC236}">
                <a16:creationId xmlns:a16="http://schemas.microsoft.com/office/drawing/2014/main" id="{47AC8D92-BCD1-49BC-A12B-8CFC70A7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0" y="815321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9" name="path-4526">
            <a:extLst xmlns:a="http://schemas.openxmlformats.org/drawingml/2006/main">
              <a:ext uri="{FF2B5EF4-FFF2-40B4-BE49-F238E27FC236}">
                <a16:creationId xmlns:a16="http://schemas.microsoft.com/office/drawing/2014/main" id="{EE4FE17B-4D9A-4AEB-81AD-CD7E18F6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02" y="81302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0" name="path-4527">
            <a:extLst xmlns:a="http://schemas.openxmlformats.org/drawingml/2006/main">
              <a:ext uri="{FF2B5EF4-FFF2-40B4-BE49-F238E27FC236}">
                <a16:creationId xmlns:a16="http://schemas.microsoft.com/office/drawing/2014/main" id="{C6D5FFB7-9B6C-426D-97CD-4568B70B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675" y="813089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1" name="path-4528">
            <a:extLst xmlns:a="http://schemas.openxmlformats.org/drawingml/2006/main">
              <a:ext uri="{FF2B5EF4-FFF2-40B4-BE49-F238E27FC236}">
                <a16:creationId xmlns:a16="http://schemas.microsoft.com/office/drawing/2014/main" id="{FA751269-B69F-44F9-B879-4A870BB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00" y="815253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2" name="path-4529">
            <a:extLst xmlns:a="http://schemas.openxmlformats.org/drawingml/2006/main">
              <a:ext uri="{FF2B5EF4-FFF2-40B4-BE49-F238E27FC236}">
                <a16:creationId xmlns:a16="http://schemas.microsoft.com/office/drawing/2014/main" id="{09967B83-B53A-40B6-8067-E13AB2AA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1" y="81420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3" name="path-4530">
            <a:extLst xmlns:a="http://schemas.openxmlformats.org/drawingml/2006/main">
              <a:ext uri="{FF2B5EF4-FFF2-40B4-BE49-F238E27FC236}">
                <a16:creationId xmlns:a16="http://schemas.microsoft.com/office/drawing/2014/main" id="{2D499FCD-FB58-4D79-A99A-01D7001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674" y="81409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4" name="path-4531">
            <a:extLst xmlns:a="http://schemas.openxmlformats.org/drawingml/2006/main">
              <a:ext uri="{FF2B5EF4-FFF2-40B4-BE49-F238E27FC236}">
                <a16:creationId xmlns:a16="http://schemas.microsoft.com/office/drawing/2014/main" id="{24E63A1E-597F-476E-B279-2DDB38BE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296" y="816941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5" name="path-4532">
            <a:extLst xmlns:a="http://schemas.openxmlformats.org/drawingml/2006/main">
              <a:ext uri="{FF2B5EF4-FFF2-40B4-BE49-F238E27FC236}">
                <a16:creationId xmlns:a16="http://schemas.microsoft.com/office/drawing/2014/main" id="{5DF08EA8-E82D-415F-B952-1559102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127" y="815029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6" name="path-4533">
            <a:extLst xmlns:a="http://schemas.openxmlformats.org/drawingml/2006/main">
              <a:ext uri="{FF2B5EF4-FFF2-40B4-BE49-F238E27FC236}">
                <a16:creationId xmlns:a16="http://schemas.microsoft.com/office/drawing/2014/main" id="{DF7F6462-88A8-4D82-A6C2-EC934806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728" y="814760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7" name="path-4534">
            <a:extLst xmlns:a="http://schemas.openxmlformats.org/drawingml/2006/main">
              <a:ext uri="{FF2B5EF4-FFF2-40B4-BE49-F238E27FC236}">
                <a16:creationId xmlns:a16="http://schemas.microsoft.com/office/drawing/2014/main" id="{9C713223-3D73-452B-A2FF-EEE3A3A6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012" y="81426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8" name="path-4535">
            <a:extLst xmlns:a="http://schemas.openxmlformats.org/drawingml/2006/main">
              <a:ext uri="{FF2B5EF4-FFF2-40B4-BE49-F238E27FC236}">
                <a16:creationId xmlns:a16="http://schemas.microsoft.com/office/drawing/2014/main" id="{6D554BE9-AE66-4C50-AB66-C60A4E35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771" y="81151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9" name="path-4536">
            <a:extLst xmlns:a="http://schemas.openxmlformats.org/drawingml/2006/main">
              <a:ext uri="{FF2B5EF4-FFF2-40B4-BE49-F238E27FC236}">
                <a16:creationId xmlns:a16="http://schemas.microsoft.com/office/drawing/2014/main" id="{CCFE77AD-EBDF-427E-83A6-115C9F3F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758" y="816368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0" name="path-4537">
            <a:extLst xmlns:a="http://schemas.openxmlformats.org/drawingml/2006/main">
              <a:ext uri="{FF2B5EF4-FFF2-40B4-BE49-F238E27FC236}">
                <a16:creationId xmlns:a16="http://schemas.microsoft.com/office/drawing/2014/main" id="{E6210BDC-B23E-4504-BABF-2B9A5BD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52" y="814747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1" name="path-4538">
            <a:extLst xmlns:a="http://schemas.openxmlformats.org/drawingml/2006/main">
              <a:ext uri="{FF2B5EF4-FFF2-40B4-BE49-F238E27FC236}">
                <a16:creationId xmlns:a16="http://schemas.microsoft.com/office/drawing/2014/main" id="{CBBA9C5D-C931-44E5-AEB5-04323231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983" y="813993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2" name="path-4539">
            <a:extLst xmlns:a="http://schemas.openxmlformats.org/drawingml/2006/main">
              <a:ext uri="{FF2B5EF4-FFF2-40B4-BE49-F238E27FC236}">
                <a16:creationId xmlns:a16="http://schemas.microsoft.com/office/drawing/2014/main" id="{EDC544A7-CB8A-4B37-A8E5-2479A381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05" y="816159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3" name="path-4540">
            <a:extLst xmlns:a="http://schemas.openxmlformats.org/drawingml/2006/main">
              <a:ext uri="{FF2B5EF4-FFF2-40B4-BE49-F238E27FC236}">
                <a16:creationId xmlns:a16="http://schemas.microsoft.com/office/drawing/2014/main" id="{6417EBF6-9BB5-44C4-950C-81E42969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252" y="813119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4" name="path-4541">
            <a:extLst xmlns:a="http://schemas.openxmlformats.org/drawingml/2006/main">
              <a:ext uri="{FF2B5EF4-FFF2-40B4-BE49-F238E27FC236}">
                <a16:creationId xmlns:a16="http://schemas.microsoft.com/office/drawing/2014/main" id="{1FF6AFD5-E071-4D5D-87A2-87E483A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29" y="813877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5" name="path-4542">
            <a:extLst xmlns:a="http://schemas.openxmlformats.org/drawingml/2006/main">
              <a:ext uri="{FF2B5EF4-FFF2-40B4-BE49-F238E27FC236}">
                <a16:creationId xmlns:a16="http://schemas.microsoft.com/office/drawing/2014/main" id="{1FB63A40-FB3C-400C-B1A5-64FEA8F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562" y="815793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6" name="path-4543">
            <a:extLst xmlns:a="http://schemas.openxmlformats.org/drawingml/2006/main">
              <a:ext uri="{FF2B5EF4-FFF2-40B4-BE49-F238E27FC236}">
                <a16:creationId xmlns:a16="http://schemas.microsoft.com/office/drawing/2014/main" id="{461F27E4-141C-49AC-B0E3-D9957A6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15" y="812750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7" name="path-4544">
            <a:extLst xmlns:a="http://schemas.openxmlformats.org/drawingml/2006/main">
              <a:ext uri="{FF2B5EF4-FFF2-40B4-BE49-F238E27FC236}">
                <a16:creationId xmlns:a16="http://schemas.microsoft.com/office/drawing/2014/main" id="{2EFA8DDB-8CDE-4324-B32E-52DAC98F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118" y="81095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8" name="path-4545">
            <a:extLst xmlns:a="http://schemas.openxmlformats.org/drawingml/2006/main">
              <a:ext uri="{FF2B5EF4-FFF2-40B4-BE49-F238E27FC236}">
                <a16:creationId xmlns:a16="http://schemas.microsoft.com/office/drawing/2014/main" id="{EA46D69E-E2B9-401E-B9E1-F46EF114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8" y="815980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9" name="path-4546">
            <a:extLst xmlns:a="http://schemas.openxmlformats.org/drawingml/2006/main">
              <a:ext uri="{FF2B5EF4-FFF2-40B4-BE49-F238E27FC236}">
                <a16:creationId xmlns:a16="http://schemas.microsoft.com/office/drawing/2014/main" id="{19B472EB-1E5F-46A9-863C-771AC010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72" y="814882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0" name="path-4547">
            <a:extLst xmlns:a="http://schemas.openxmlformats.org/drawingml/2006/main">
              <a:ext uri="{FF2B5EF4-FFF2-40B4-BE49-F238E27FC236}">
                <a16:creationId xmlns:a16="http://schemas.microsoft.com/office/drawing/2014/main" id="{354A8DD0-48DF-4E9A-8123-6FA228C9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099" y="812612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1" name="path-4548">
            <a:extLst xmlns:a="http://schemas.openxmlformats.org/drawingml/2006/main">
              <a:ext uri="{FF2B5EF4-FFF2-40B4-BE49-F238E27FC236}">
                <a16:creationId xmlns:a16="http://schemas.microsoft.com/office/drawing/2014/main" id="{6836A63E-E361-459F-ADB1-F5B3B39B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12" y="81060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2" name="path-4549">
            <a:extLst xmlns:a="http://schemas.openxmlformats.org/drawingml/2006/main">
              <a:ext uri="{FF2B5EF4-FFF2-40B4-BE49-F238E27FC236}">
                <a16:creationId xmlns:a16="http://schemas.microsoft.com/office/drawing/2014/main" id="{14BD4D27-7895-42B8-8195-328B238C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19" y="81361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3" name="path-4550">
            <a:extLst xmlns:a="http://schemas.openxmlformats.org/drawingml/2006/main">
              <a:ext uri="{FF2B5EF4-FFF2-40B4-BE49-F238E27FC236}">
                <a16:creationId xmlns:a16="http://schemas.microsoft.com/office/drawing/2014/main" id="{033C566C-449A-4C44-8F79-A4516C30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79" y="815105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4" name="path-4551">
            <a:extLst xmlns:a="http://schemas.openxmlformats.org/drawingml/2006/main">
              <a:ext uri="{FF2B5EF4-FFF2-40B4-BE49-F238E27FC236}">
                <a16:creationId xmlns:a16="http://schemas.microsoft.com/office/drawing/2014/main" id="{E69F8AB1-236A-4D7B-87D4-C29B1517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07" y="814609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5" name="path-4552">
            <a:extLst xmlns:a="http://schemas.openxmlformats.org/drawingml/2006/main">
              <a:ext uri="{FF2B5EF4-FFF2-40B4-BE49-F238E27FC236}">
                <a16:creationId xmlns:a16="http://schemas.microsoft.com/office/drawing/2014/main" id="{AE4B97F3-668C-4CE6-9C11-9A8BB62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6" y="813368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6" name="path-4553">
            <a:extLst xmlns:a="http://schemas.openxmlformats.org/drawingml/2006/main">
              <a:ext uri="{FF2B5EF4-FFF2-40B4-BE49-F238E27FC236}">
                <a16:creationId xmlns:a16="http://schemas.microsoft.com/office/drawing/2014/main" id="{A1B61866-7E8A-4BE7-87D9-13939207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633" y="816787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7" name="path-4554">
            <a:extLst xmlns:a="http://schemas.openxmlformats.org/drawingml/2006/main">
              <a:ext uri="{FF2B5EF4-FFF2-40B4-BE49-F238E27FC236}">
                <a16:creationId xmlns:a16="http://schemas.microsoft.com/office/drawing/2014/main" id="{E86CDAF9-80A2-4136-8800-544E0E20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628" y="814040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8" name="path-4555">
            <a:extLst xmlns:a="http://schemas.openxmlformats.org/drawingml/2006/main">
              <a:ext uri="{FF2B5EF4-FFF2-40B4-BE49-F238E27FC236}">
                <a16:creationId xmlns:a16="http://schemas.microsoft.com/office/drawing/2014/main" id="{AEE13765-6286-4CF3-81C1-DDFC0B7B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272" y="813935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9" name="path-4556">
            <a:extLst xmlns:a="http://schemas.openxmlformats.org/drawingml/2006/main">
              <a:ext uri="{FF2B5EF4-FFF2-40B4-BE49-F238E27FC236}">
                <a16:creationId xmlns:a16="http://schemas.microsoft.com/office/drawing/2014/main" id="{9F6A983B-9300-47D2-A5E5-70BA24DD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74" y="813273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0" name="path-4557">
            <a:extLst xmlns:a="http://schemas.openxmlformats.org/drawingml/2006/main">
              <a:ext uri="{FF2B5EF4-FFF2-40B4-BE49-F238E27FC236}">
                <a16:creationId xmlns:a16="http://schemas.microsoft.com/office/drawing/2014/main" id="{C6132649-6AAA-4FE6-BE5B-373FF281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371" y="815709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1" name="path-4558">
            <a:extLst xmlns:a="http://schemas.openxmlformats.org/drawingml/2006/main">
              <a:ext uri="{FF2B5EF4-FFF2-40B4-BE49-F238E27FC236}">
                <a16:creationId xmlns:a16="http://schemas.microsoft.com/office/drawing/2014/main" id="{9DEF5BB5-269A-4600-B448-0AF73EA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387" y="816134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2" name="path-4559">
            <a:extLst xmlns:a="http://schemas.openxmlformats.org/drawingml/2006/main">
              <a:ext uri="{FF2B5EF4-FFF2-40B4-BE49-F238E27FC236}">
                <a16:creationId xmlns:a16="http://schemas.microsoft.com/office/drawing/2014/main" id="{3A7C32CC-93D9-426C-8AC4-346A5AFA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80" y="811289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3" name="path-4560">
            <a:extLst xmlns:a="http://schemas.openxmlformats.org/drawingml/2006/main">
              <a:ext uri="{FF2B5EF4-FFF2-40B4-BE49-F238E27FC236}">
                <a16:creationId xmlns:a16="http://schemas.microsoft.com/office/drawing/2014/main" id="{3B2EACED-9EA2-4A1A-BD07-DBB226D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32" y="813779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4" name="path-4561">
            <a:extLst xmlns:a="http://schemas.openxmlformats.org/drawingml/2006/main">
              <a:ext uri="{FF2B5EF4-FFF2-40B4-BE49-F238E27FC236}">
                <a16:creationId xmlns:a16="http://schemas.microsoft.com/office/drawing/2014/main" id="{E73C7EB4-CC0E-4C80-B494-C437AAC1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5" y="812704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5" name="path-4562">
            <a:extLst xmlns:a="http://schemas.openxmlformats.org/drawingml/2006/main">
              <a:ext uri="{FF2B5EF4-FFF2-40B4-BE49-F238E27FC236}">
                <a16:creationId xmlns:a16="http://schemas.microsoft.com/office/drawing/2014/main" id="{B50AEAA4-782B-4D88-AD2E-88B6C318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993" y="810326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6" name="path-4563">
            <a:extLst xmlns:a="http://schemas.openxmlformats.org/drawingml/2006/main">
              <a:ext uri="{FF2B5EF4-FFF2-40B4-BE49-F238E27FC236}">
                <a16:creationId xmlns:a16="http://schemas.microsoft.com/office/drawing/2014/main" id="{588D6F8B-4F22-45E6-9615-B192D27C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66" y="812695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7" name="path-4564">
            <a:extLst xmlns:a="http://schemas.openxmlformats.org/drawingml/2006/main">
              <a:ext uri="{FF2B5EF4-FFF2-40B4-BE49-F238E27FC236}">
                <a16:creationId xmlns:a16="http://schemas.microsoft.com/office/drawing/2014/main" id="{D839CFE0-6ED9-4F07-9D23-1F73176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176" y="811882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8" name="path-4565">
            <a:extLst xmlns:a="http://schemas.openxmlformats.org/drawingml/2006/main">
              <a:ext uri="{FF2B5EF4-FFF2-40B4-BE49-F238E27FC236}">
                <a16:creationId xmlns:a16="http://schemas.microsoft.com/office/drawing/2014/main" id="{82B098A9-147D-4E4B-8382-B1A966A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769" y="815503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9" name="path-4566">
            <a:extLst xmlns:a="http://schemas.openxmlformats.org/drawingml/2006/main">
              <a:ext uri="{FF2B5EF4-FFF2-40B4-BE49-F238E27FC236}">
                <a16:creationId xmlns:a16="http://schemas.microsoft.com/office/drawing/2014/main" id="{997D194F-E0E0-497E-9062-7370953D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643" y="812152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0" name="path-4567">
            <a:extLst xmlns:a="http://schemas.openxmlformats.org/drawingml/2006/main">
              <a:ext uri="{FF2B5EF4-FFF2-40B4-BE49-F238E27FC236}">
                <a16:creationId xmlns:a16="http://schemas.microsoft.com/office/drawing/2014/main" id="{537F43BE-7688-4E70-900A-5D7A1B8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60" y="813083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1" name="path-4568">
            <a:extLst xmlns:a="http://schemas.openxmlformats.org/drawingml/2006/main">
              <a:ext uri="{FF2B5EF4-FFF2-40B4-BE49-F238E27FC236}">
                <a16:creationId xmlns:a16="http://schemas.microsoft.com/office/drawing/2014/main" id="{D67395D8-082C-46CB-96BC-874B3AAE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353" y="81418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2" name="path-4569">
            <a:extLst xmlns:a="http://schemas.openxmlformats.org/drawingml/2006/main">
              <a:ext uri="{FF2B5EF4-FFF2-40B4-BE49-F238E27FC236}">
                <a16:creationId xmlns:a16="http://schemas.microsoft.com/office/drawing/2014/main" id="{A80A315E-934D-486C-8414-D22382E0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337" y="815684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3" name="path-4570">
            <a:extLst xmlns:a="http://schemas.openxmlformats.org/drawingml/2006/main">
              <a:ext uri="{FF2B5EF4-FFF2-40B4-BE49-F238E27FC236}">
                <a16:creationId xmlns:a16="http://schemas.microsoft.com/office/drawing/2014/main" id="{7FA33BB3-7FD8-44DB-B78F-BCBB659C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831" y="817365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4" name="path-4571">
            <a:extLst xmlns:a="http://schemas.openxmlformats.org/drawingml/2006/main">
              <a:ext uri="{FF2B5EF4-FFF2-40B4-BE49-F238E27FC236}">
                <a16:creationId xmlns:a16="http://schemas.microsoft.com/office/drawing/2014/main" id="{C79CF3F3-0EB7-4FF7-A772-468F6206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55" y="81572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5" name="path-4572">
            <a:extLst xmlns:a="http://schemas.openxmlformats.org/drawingml/2006/main">
              <a:ext uri="{FF2B5EF4-FFF2-40B4-BE49-F238E27FC236}">
                <a16:creationId xmlns:a16="http://schemas.microsoft.com/office/drawing/2014/main" id="{F50422F0-D870-4746-AF2C-54857788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531" y="812209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6" name="path-4573">
            <a:extLst xmlns:a="http://schemas.openxmlformats.org/drawingml/2006/main">
              <a:ext uri="{FF2B5EF4-FFF2-40B4-BE49-F238E27FC236}">
                <a16:creationId xmlns:a16="http://schemas.microsoft.com/office/drawing/2014/main" id="{AEDF4902-1FD5-41F2-B56B-8C9FE1A2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516" y="813944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7" name="path-4574">
            <a:extLst xmlns:a="http://schemas.openxmlformats.org/drawingml/2006/main">
              <a:ext uri="{FF2B5EF4-FFF2-40B4-BE49-F238E27FC236}">
                <a16:creationId xmlns:a16="http://schemas.microsoft.com/office/drawing/2014/main" id="{B4D412C5-B96C-441E-A46D-D58CBD2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983" y="81707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8" name="path-4575">
            <a:extLst xmlns:a="http://schemas.openxmlformats.org/drawingml/2006/main">
              <a:ext uri="{FF2B5EF4-FFF2-40B4-BE49-F238E27FC236}">
                <a16:creationId xmlns:a16="http://schemas.microsoft.com/office/drawing/2014/main" id="{FBEE7DE5-26C0-43BA-A854-E04D6B10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466" y="81418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9" name="path-4576">
            <a:extLst xmlns:a="http://schemas.openxmlformats.org/drawingml/2006/main">
              <a:ext uri="{FF2B5EF4-FFF2-40B4-BE49-F238E27FC236}">
                <a16:creationId xmlns:a16="http://schemas.microsoft.com/office/drawing/2014/main" id="{66BA4A57-9A4C-4AAA-BC77-D545F799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782" y="814461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0" name="path-4577">
            <a:extLst xmlns:a="http://schemas.openxmlformats.org/drawingml/2006/main">
              <a:ext uri="{FF2B5EF4-FFF2-40B4-BE49-F238E27FC236}">
                <a16:creationId xmlns:a16="http://schemas.microsoft.com/office/drawing/2014/main" id="{E337582E-3C68-411B-B3D6-DF91BF0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692" y="812326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1" name="path-4578">
            <a:extLst xmlns:a="http://schemas.openxmlformats.org/drawingml/2006/main">
              <a:ext uri="{FF2B5EF4-FFF2-40B4-BE49-F238E27FC236}">
                <a16:creationId xmlns:a16="http://schemas.microsoft.com/office/drawing/2014/main" id="{46967AA2-54AD-49B4-B82D-9B2A5D36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879" y="815110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2" name="path-4579">
            <a:extLst xmlns:a="http://schemas.openxmlformats.org/drawingml/2006/main">
              <a:ext uri="{FF2B5EF4-FFF2-40B4-BE49-F238E27FC236}">
                <a16:creationId xmlns:a16="http://schemas.microsoft.com/office/drawing/2014/main" id="{888F5766-8AFA-4C28-AF3C-7A1823D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657" y="815220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3" name="path-4580">
            <a:extLst xmlns:a="http://schemas.openxmlformats.org/drawingml/2006/main">
              <a:ext uri="{FF2B5EF4-FFF2-40B4-BE49-F238E27FC236}">
                <a16:creationId xmlns:a16="http://schemas.microsoft.com/office/drawing/2014/main" id="{D199DDE8-D690-44AF-8650-21484FE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405" y="81402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4" name="path-4581">
            <a:extLst xmlns:a="http://schemas.openxmlformats.org/drawingml/2006/main">
              <a:ext uri="{FF2B5EF4-FFF2-40B4-BE49-F238E27FC236}">
                <a16:creationId xmlns:a16="http://schemas.microsoft.com/office/drawing/2014/main" id="{57C35A64-99CC-4D33-86E3-7CCDA29C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83" y="811859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5" name="path-4582">
            <a:extLst xmlns:a="http://schemas.openxmlformats.org/drawingml/2006/main">
              <a:ext uri="{FF2B5EF4-FFF2-40B4-BE49-F238E27FC236}">
                <a16:creationId xmlns:a16="http://schemas.microsoft.com/office/drawing/2014/main" id="{C09C3B19-1B88-4843-85DA-051CDA50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135" y="816213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6" name="path-4583">
            <a:extLst xmlns:a="http://schemas.openxmlformats.org/drawingml/2006/main">
              <a:ext uri="{FF2B5EF4-FFF2-40B4-BE49-F238E27FC236}">
                <a16:creationId xmlns:a16="http://schemas.microsoft.com/office/drawing/2014/main" id="{A0CA951D-B8E0-4DB1-8C3A-01752C4B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98" y="818149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7" name="path-4584">
            <a:extLst xmlns:a="http://schemas.openxmlformats.org/drawingml/2006/main">
              <a:ext uri="{FF2B5EF4-FFF2-40B4-BE49-F238E27FC236}">
                <a16:creationId xmlns:a16="http://schemas.microsoft.com/office/drawing/2014/main" id="{8DD42445-C7CC-4B17-971D-16AB4C48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96" y="815773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8" name="path-4585">
            <a:extLst xmlns:a="http://schemas.openxmlformats.org/drawingml/2006/main">
              <a:ext uri="{FF2B5EF4-FFF2-40B4-BE49-F238E27FC236}">
                <a16:creationId xmlns:a16="http://schemas.microsoft.com/office/drawing/2014/main" id="{AA485E3E-A9F4-4B53-9913-BAA60438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3" y="813291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9" name="path-4586">
            <a:extLst xmlns:a="http://schemas.openxmlformats.org/drawingml/2006/main">
              <a:ext uri="{FF2B5EF4-FFF2-40B4-BE49-F238E27FC236}">
                <a16:creationId xmlns:a16="http://schemas.microsoft.com/office/drawing/2014/main" id="{5C158396-72DC-4742-86E6-523855D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21" y="813340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0" name="path-4587">
            <a:extLst xmlns:a="http://schemas.openxmlformats.org/drawingml/2006/main">
              <a:ext uri="{FF2B5EF4-FFF2-40B4-BE49-F238E27FC236}">
                <a16:creationId xmlns:a16="http://schemas.microsoft.com/office/drawing/2014/main" id="{190DD6B2-6286-4CC4-8392-BB452673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989" y="813192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1" name="path-4588">
            <a:extLst xmlns:a="http://schemas.openxmlformats.org/drawingml/2006/main">
              <a:ext uri="{FF2B5EF4-FFF2-40B4-BE49-F238E27FC236}">
                <a16:creationId xmlns:a16="http://schemas.microsoft.com/office/drawing/2014/main" id="{D9068F88-8A86-4D8D-8D84-BF5E0CDF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46" y="812236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2" name="path-4589">
            <a:extLst xmlns:a="http://schemas.openxmlformats.org/drawingml/2006/main">
              <a:ext uri="{FF2B5EF4-FFF2-40B4-BE49-F238E27FC236}">
                <a16:creationId xmlns:a16="http://schemas.microsoft.com/office/drawing/2014/main" id="{C689F304-2A8E-4C0C-8789-81FD3599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240" y="816000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3" name="path-4590">
            <a:extLst xmlns:a="http://schemas.openxmlformats.org/drawingml/2006/main">
              <a:ext uri="{FF2B5EF4-FFF2-40B4-BE49-F238E27FC236}">
                <a16:creationId xmlns:a16="http://schemas.microsoft.com/office/drawing/2014/main" id="{BE1B97E8-525D-495D-85CB-62B98280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564" y="817344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4" name="path-4591">
            <a:extLst xmlns:a="http://schemas.openxmlformats.org/drawingml/2006/main">
              <a:ext uri="{FF2B5EF4-FFF2-40B4-BE49-F238E27FC236}">
                <a16:creationId xmlns:a16="http://schemas.microsoft.com/office/drawing/2014/main" id="{E796896E-70D3-46AC-843F-D836BA96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78" y="812542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5" name="path-4592">
            <a:extLst xmlns:a="http://schemas.openxmlformats.org/drawingml/2006/main">
              <a:ext uri="{FF2B5EF4-FFF2-40B4-BE49-F238E27FC236}">
                <a16:creationId xmlns:a16="http://schemas.microsoft.com/office/drawing/2014/main" id="{47796FF1-2B3D-4460-B29A-278D65E8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845" y="815543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6" name="path-4593">
            <a:extLst xmlns:a="http://schemas.openxmlformats.org/drawingml/2006/main">
              <a:ext uri="{FF2B5EF4-FFF2-40B4-BE49-F238E27FC236}">
                <a16:creationId xmlns:a16="http://schemas.microsoft.com/office/drawing/2014/main" id="{EA2B4FAE-40B2-45E5-9917-F60083BE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8" y="816401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7" name="path-4594">
            <a:extLst xmlns:a="http://schemas.openxmlformats.org/drawingml/2006/main">
              <a:ext uri="{FF2B5EF4-FFF2-40B4-BE49-F238E27FC236}">
                <a16:creationId xmlns:a16="http://schemas.microsoft.com/office/drawing/2014/main" id="{965359E3-ECAE-4FE8-AA30-440A46B6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82" y="81294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8" name="path-4595">
            <a:extLst xmlns:a="http://schemas.openxmlformats.org/drawingml/2006/main">
              <a:ext uri="{FF2B5EF4-FFF2-40B4-BE49-F238E27FC236}">
                <a16:creationId xmlns:a16="http://schemas.microsoft.com/office/drawing/2014/main" id="{3108A5F9-4FAF-409A-BB7E-AA9EED2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290" y="81705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9" name="path-4596">
            <a:extLst xmlns:a="http://schemas.openxmlformats.org/drawingml/2006/main">
              <a:ext uri="{FF2B5EF4-FFF2-40B4-BE49-F238E27FC236}">
                <a16:creationId xmlns:a16="http://schemas.microsoft.com/office/drawing/2014/main" id="{16A8A432-CD36-4DD6-B679-F6D3FA6A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02" y="81315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0" name="path-4597">
            <a:extLst xmlns:a="http://schemas.openxmlformats.org/drawingml/2006/main">
              <a:ext uri="{FF2B5EF4-FFF2-40B4-BE49-F238E27FC236}">
                <a16:creationId xmlns:a16="http://schemas.microsoft.com/office/drawing/2014/main" id="{67882672-EE6E-4E54-BA21-C0D3A91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541" y="811477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1" name="path-4598">
            <a:extLst xmlns:a="http://schemas.openxmlformats.org/drawingml/2006/main">
              <a:ext uri="{FF2B5EF4-FFF2-40B4-BE49-F238E27FC236}">
                <a16:creationId xmlns:a16="http://schemas.microsoft.com/office/drawing/2014/main" id="{CE40294A-A1FC-4A72-ABA3-7AAE9690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96" y="815172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2" name="path-4599">
            <a:extLst xmlns:a="http://schemas.openxmlformats.org/drawingml/2006/main">
              <a:ext uri="{FF2B5EF4-FFF2-40B4-BE49-F238E27FC236}">
                <a16:creationId xmlns:a16="http://schemas.microsoft.com/office/drawing/2014/main" id="{EC1CB527-01D2-4E8F-B5D0-762ACC14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525" y="81542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3" name="path-4600">
            <a:extLst xmlns:a="http://schemas.openxmlformats.org/drawingml/2006/main">
              <a:ext uri="{FF2B5EF4-FFF2-40B4-BE49-F238E27FC236}">
                <a16:creationId xmlns:a16="http://schemas.microsoft.com/office/drawing/2014/main" id="{00C5A2D8-781D-4EBE-BF8D-E2C17898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297" y="817623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4" name="path-4601">
            <a:extLst xmlns:a="http://schemas.openxmlformats.org/drawingml/2006/main">
              <a:ext uri="{FF2B5EF4-FFF2-40B4-BE49-F238E27FC236}">
                <a16:creationId xmlns:a16="http://schemas.microsoft.com/office/drawing/2014/main" id="{11AA4225-9A3C-41AD-9391-65C064A9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882" y="815930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5" name="path-4602">
            <a:extLst xmlns:a="http://schemas.openxmlformats.org/drawingml/2006/main">
              <a:ext uri="{FF2B5EF4-FFF2-40B4-BE49-F238E27FC236}">
                <a16:creationId xmlns:a16="http://schemas.microsoft.com/office/drawing/2014/main" id="{D2EC33F6-A921-49DB-AC4F-F0529A46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849" y="819516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6" name="path-4603">
            <a:extLst xmlns:a="http://schemas.openxmlformats.org/drawingml/2006/main">
              <a:ext uri="{FF2B5EF4-FFF2-40B4-BE49-F238E27FC236}">
                <a16:creationId xmlns:a16="http://schemas.microsoft.com/office/drawing/2014/main" id="{3C6FC4D0-FEB7-4D8F-A4C3-9A6A8F6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310" y="81545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7" name="path-4604">
            <a:extLst xmlns:a="http://schemas.openxmlformats.org/drawingml/2006/main">
              <a:ext uri="{FF2B5EF4-FFF2-40B4-BE49-F238E27FC236}">
                <a16:creationId xmlns:a16="http://schemas.microsoft.com/office/drawing/2014/main" id="{E31CC600-C7C8-4150-B07E-F1B08E94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295" y="814204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8" name="path-4605">
            <a:extLst xmlns:a="http://schemas.openxmlformats.org/drawingml/2006/main">
              <a:ext uri="{FF2B5EF4-FFF2-40B4-BE49-F238E27FC236}">
                <a16:creationId xmlns:a16="http://schemas.microsoft.com/office/drawing/2014/main" id="{5A9A8AB3-8D12-4B53-AE41-FE86467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04" y="813423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9" name="path-4606">
            <a:extLst xmlns:a="http://schemas.openxmlformats.org/drawingml/2006/main">
              <a:ext uri="{FF2B5EF4-FFF2-40B4-BE49-F238E27FC236}">
                <a16:creationId xmlns:a16="http://schemas.microsoft.com/office/drawing/2014/main" id="{3EFFA48F-52BC-4B68-B0A2-5B3CB33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054" y="814826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0" name="path-4607">
            <a:extLst xmlns:a="http://schemas.openxmlformats.org/drawingml/2006/main">
              <a:ext uri="{FF2B5EF4-FFF2-40B4-BE49-F238E27FC236}">
                <a16:creationId xmlns:a16="http://schemas.microsoft.com/office/drawing/2014/main" id="{CF44FEF1-B61E-4D5E-B051-14674D8B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23" y="815293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1" name="path-4608">
            <a:extLst xmlns:a="http://schemas.openxmlformats.org/drawingml/2006/main">
              <a:ext uri="{FF2B5EF4-FFF2-40B4-BE49-F238E27FC236}">
                <a16:creationId xmlns:a16="http://schemas.microsoft.com/office/drawing/2014/main" id="{7DD16908-C7CC-4FE1-9F3D-629AE82F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029" y="81920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2" name="path-4609">
            <a:extLst xmlns:a="http://schemas.openxmlformats.org/drawingml/2006/main">
              <a:ext uri="{FF2B5EF4-FFF2-40B4-BE49-F238E27FC236}">
                <a16:creationId xmlns:a16="http://schemas.microsoft.com/office/drawing/2014/main" id="{BB3A6D8B-83C3-4FD4-862E-B2DC745D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813" y="812834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3" name="path-4610">
            <a:extLst xmlns:a="http://schemas.openxmlformats.org/drawingml/2006/main">
              <a:ext uri="{FF2B5EF4-FFF2-40B4-BE49-F238E27FC236}">
                <a16:creationId xmlns:a16="http://schemas.microsoft.com/office/drawing/2014/main" id="{D4AE758F-3D7F-435B-9B65-3434D889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87" y="816515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4" name="path-4611">
            <a:extLst xmlns:a="http://schemas.openxmlformats.org/drawingml/2006/main">
              <a:ext uri="{FF2B5EF4-FFF2-40B4-BE49-F238E27FC236}">
                <a16:creationId xmlns:a16="http://schemas.microsoft.com/office/drawing/2014/main" id="{4FD5484D-D86B-4A0F-B86E-DBFDD240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836" y="815682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5" name="path-4612">
            <a:extLst xmlns:a="http://schemas.openxmlformats.org/drawingml/2006/main">
              <a:ext uri="{FF2B5EF4-FFF2-40B4-BE49-F238E27FC236}">
                <a16:creationId xmlns:a16="http://schemas.microsoft.com/office/drawing/2014/main" id="{586C128D-3965-4A9D-B421-377131F5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638" y="812186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6" name="path-4613">
            <a:extLst xmlns:a="http://schemas.openxmlformats.org/drawingml/2006/main">
              <a:ext uri="{FF2B5EF4-FFF2-40B4-BE49-F238E27FC236}">
                <a16:creationId xmlns:a16="http://schemas.microsoft.com/office/drawing/2014/main" id="{CF474788-0DFF-485C-80D4-902A7D69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189" y="813714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7" name="path-4614">
            <a:extLst xmlns:a="http://schemas.openxmlformats.org/drawingml/2006/main">
              <a:ext uri="{FF2B5EF4-FFF2-40B4-BE49-F238E27FC236}">
                <a16:creationId xmlns:a16="http://schemas.microsoft.com/office/drawing/2014/main" id="{ABC0D1D8-9591-4F3E-99F3-2329B30C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1" y="818619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8" name="path-4615">
            <a:extLst xmlns:a="http://schemas.openxmlformats.org/drawingml/2006/main">
              <a:ext uri="{FF2B5EF4-FFF2-40B4-BE49-F238E27FC236}">
                <a16:creationId xmlns:a16="http://schemas.microsoft.com/office/drawing/2014/main" id="{0AA1735B-4E8E-423C-9203-2F5664C9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04" y="816385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9" name="path-4616">
            <a:extLst xmlns:a="http://schemas.openxmlformats.org/drawingml/2006/main">
              <a:ext uri="{FF2B5EF4-FFF2-40B4-BE49-F238E27FC236}">
                <a16:creationId xmlns:a16="http://schemas.microsoft.com/office/drawing/2014/main" id="{A697DA3A-AB6B-4894-953A-18DBCF22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490" y="81076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0" name="path-4617">
            <a:extLst xmlns:a="http://schemas.openxmlformats.org/drawingml/2006/main">
              <a:ext uri="{FF2B5EF4-FFF2-40B4-BE49-F238E27FC236}">
                <a16:creationId xmlns:a16="http://schemas.microsoft.com/office/drawing/2014/main" id="{43C14066-15B8-485B-8113-377B84D3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62" y="816637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1" name="path-4618">
            <a:extLst xmlns:a="http://schemas.openxmlformats.org/drawingml/2006/main">
              <a:ext uri="{FF2B5EF4-FFF2-40B4-BE49-F238E27FC236}">
                <a16:creationId xmlns:a16="http://schemas.microsoft.com/office/drawing/2014/main" id="{2B84596C-CA79-4DC8-B1D5-85CE1621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88" y="813457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2" name="path-4619">
            <a:extLst xmlns:a="http://schemas.openxmlformats.org/drawingml/2006/main">
              <a:ext uri="{FF2B5EF4-FFF2-40B4-BE49-F238E27FC236}">
                <a16:creationId xmlns:a16="http://schemas.microsoft.com/office/drawing/2014/main" id="{BE601184-8C90-46D1-AB55-83F70BD3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283" y="815974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3" name="path-4620">
            <a:extLst xmlns:a="http://schemas.openxmlformats.org/drawingml/2006/main">
              <a:ext uri="{FF2B5EF4-FFF2-40B4-BE49-F238E27FC236}">
                <a16:creationId xmlns:a16="http://schemas.microsoft.com/office/drawing/2014/main" id="{A39E3255-4667-4326-AB3D-1C156E8C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199" y="812524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4" name="path-4621">
            <a:extLst xmlns:a="http://schemas.openxmlformats.org/drawingml/2006/main">
              <a:ext uri="{FF2B5EF4-FFF2-40B4-BE49-F238E27FC236}">
                <a16:creationId xmlns:a16="http://schemas.microsoft.com/office/drawing/2014/main" id="{77394F94-79BD-4E45-A8F3-149B1727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20" y="81644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6" y="49125"/>
                  <a:pt x="77656" y="38827"/>
                </a:cubicBezTo>
                <a:cubicBezTo>
                  <a:pt x="77656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5" name="path-4622">
            <a:extLst xmlns:a="http://schemas.openxmlformats.org/drawingml/2006/main">
              <a:ext uri="{FF2B5EF4-FFF2-40B4-BE49-F238E27FC236}">
                <a16:creationId xmlns:a16="http://schemas.microsoft.com/office/drawing/2014/main" id="{F2AB55DE-5525-43FD-BEE4-D90E994B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855" y="815165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6" name="path-4623">
            <a:extLst xmlns:a="http://schemas.openxmlformats.org/drawingml/2006/main">
              <a:ext uri="{FF2B5EF4-FFF2-40B4-BE49-F238E27FC236}">
                <a16:creationId xmlns:a16="http://schemas.microsoft.com/office/drawing/2014/main" id="{25AFF030-1254-4AD3-97CE-F9226B03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73" y="81675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7" name="path-4624">
            <a:extLst xmlns:a="http://schemas.openxmlformats.org/drawingml/2006/main">
              <a:ext uri="{FF2B5EF4-FFF2-40B4-BE49-F238E27FC236}">
                <a16:creationId xmlns:a16="http://schemas.microsoft.com/office/drawing/2014/main" id="{FF5F0D6F-3C6A-4E19-A372-119FAAEB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667" y="81567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8" name="path-4625">
            <a:extLst xmlns:a="http://schemas.openxmlformats.org/drawingml/2006/main">
              <a:ext uri="{FF2B5EF4-FFF2-40B4-BE49-F238E27FC236}">
                <a16:creationId xmlns:a16="http://schemas.microsoft.com/office/drawing/2014/main" id="{EEBB185E-BBD3-48DE-9BDF-038A672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57" y="812457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9" name="path-4626">
            <a:extLst xmlns:a="http://schemas.openxmlformats.org/drawingml/2006/main">
              <a:ext uri="{FF2B5EF4-FFF2-40B4-BE49-F238E27FC236}">
                <a16:creationId xmlns:a16="http://schemas.microsoft.com/office/drawing/2014/main" id="{EBDB7C6E-18B3-4352-9CBC-56F3C06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622" y="812983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0" name="path-4627">
            <a:extLst xmlns:a="http://schemas.openxmlformats.org/drawingml/2006/main">
              <a:ext uri="{FF2B5EF4-FFF2-40B4-BE49-F238E27FC236}">
                <a16:creationId xmlns:a16="http://schemas.microsoft.com/office/drawing/2014/main" id="{CF530011-AA57-4D2E-A580-8E06DE99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394" y="812265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1" name="path-4628">
            <a:extLst xmlns:a="http://schemas.openxmlformats.org/drawingml/2006/main">
              <a:ext uri="{FF2B5EF4-FFF2-40B4-BE49-F238E27FC236}">
                <a16:creationId xmlns:a16="http://schemas.microsoft.com/office/drawing/2014/main" id="{5BEAD391-5CBD-4585-AF6A-04F8F087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756" y="814594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2" name="path-4629">
            <a:extLst xmlns:a="http://schemas.openxmlformats.org/drawingml/2006/main">
              <a:ext uri="{FF2B5EF4-FFF2-40B4-BE49-F238E27FC236}">
                <a16:creationId xmlns:a16="http://schemas.microsoft.com/office/drawing/2014/main" id="{8538155F-3F4F-47FB-AA0F-52C78987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524" y="813193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3" name="path-4630">
            <a:extLst xmlns:a="http://schemas.openxmlformats.org/drawingml/2006/main">
              <a:ext uri="{FF2B5EF4-FFF2-40B4-BE49-F238E27FC236}">
                <a16:creationId xmlns:a16="http://schemas.microsoft.com/office/drawing/2014/main" id="{62CD3618-AF2B-42FD-819D-7DB020E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998" y="816342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4" name="path-4631">
            <a:extLst xmlns:a="http://schemas.openxmlformats.org/drawingml/2006/main">
              <a:ext uri="{FF2B5EF4-FFF2-40B4-BE49-F238E27FC236}">
                <a16:creationId xmlns:a16="http://schemas.microsoft.com/office/drawing/2014/main" id="{CD1C5D27-0BDE-4F7E-B8A1-B98D4ACD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4" y="812272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5" name="path-4632">
            <a:extLst xmlns:a="http://schemas.openxmlformats.org/drawingml/2006/main">
              <a:ext uri="{FF2B5EF4-FFF2-40B4-BE49-F238E27FC236}">
                <a16:creationId xmlns:a16="http://schemas.microsoft.com/office/drawing/2014/main" id="{016F78DE-8952-46AA-812B-669AC386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425" y="814810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6" name="path-4633">
            <a:extLst xmlns:a="http://schemas.openxmlformats.org/drawingml/2006/main">
              <a:ext uri="{FF2B5EF4-FFF2-40B4-BE49-F238E27FC236}">
                <a16:creationId xmlns:a16="http://schemas.microsoft.com/office/drawing/2014/main" id="{3E2D5CC9-DCCC-4826-B6D5-C17BF45E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535" y="81412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7" name="path-4634">
            <a:extLst xmlns:a="http://schemas.openxmlformats.org/drawingml/2006/main">
              <a:ext uri="{FF2B5EF4-FFF2-40B4-BE49-F238E27FC236}">
                <a16:creationId xmlns:a16="http://schemas.microsoft.com/office/drawing/2014/main" id="{A455A924-68BF-41FA-9758-A7052857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1" y="811971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8" name="path-4635">
            <a:extLst xmlns:a="http://schemas.openxmlformats.org/drawingml/2006/main">
              <a:ext uri="{FF2B5EF4-FFF2-40B4-BE49-F238E27FC236}">
                <a16:creationId xmlns:a16="http://schemas.microsoft.com/office/drawing/2014/main" id="{8FB6800E-665C-4AE7-8945-3CE900F2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21" y="814019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9" name="path-4636">
            <a:extLst xmlns:a="http://schemas.openxmlformats.org/drawingml/2006/main">
              <a:ext uri="{FF2B5EF4-FFF2-40B4-BE49-F238E27FC236}">
                <a16:creationId xmlns:a16="http://schemas.microsoft.com/office/drawing/2014/main" id="{3972402C-938E-4371-B795-130B92F3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580" y="812616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0" name="path-4637">
            <a:extLst xmlns:a="http://schemas.openxmlformats.org/drawingml/2006/main">
              <a:ext uri="{FF2B5EF4-FFF2-40B4-BE49-F238E27FC236}">
                <a16:creationId xmlns:a16="http://schemas.microsoft.com/office/drawing/2014/main" id="{0299C083-41B0-4792-A9B5-0567D049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268" y="81419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1" name="path-4638">
            <a:extLst xmlns:a="http://schemas.openxmlformats.org/drawingml/2006/main">
              <a:ext uri="{FF2B5EF4-FFF2-40B4-BE49-F238E27FC236}">
                <a16:creationId xmlns:a16="http://schemas.microsoft.com/office/drawing/2014/main" id="{A49E2BD3-903B-4EB4-9ED2-6213C214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221" y="81320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2" name="path-4639">
            <a:extLst xmlns:a="http://schemas.openxmlformats.org/drawingml/2006/main">
              <a:ext uri="{FF2B5EF4-FFF2-40B4-BE49-F238E27FC236}">
                <a16:creationId xmlns:a16="http://schemas.microsoft.com/office/drawing/2014/main" id="{60FFA19A-4AD5-4AA9-AA9D-DF8870C2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116" y="815018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3" name="path-4640">
            <a:extLst xmlns:a="http://schemas.openxmlformats.org/drawingml/2006/main">
              <a:ext uri="{FF2B5EF4-FFF2-40B4-BE49-F238E27FC236}">
                <a16:creationId xmlns:a16="http://schemas.microsoft.com/office/drawing/2014/main" id="{3C401BDC-F492-41D3-92A5-3F767774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097" y="812241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4" name="path-4641">
            <a:extLst xmlns:a="http://schemas.openxmlformats.org/drawingml/2006/main">
              <a:ext uri="{FF2B5EF4-FFF2-40B4-BE49-F238E27FC236}">
                <a16:creationId xmlns:a16="http://schemas.microsoft.com/office/drawing/2014/main" id="{DF8A0F42-3275-4B8F-8D50-6AD7023B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986" y="815334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5" name="path-4642">
            <a:extLst xmlns:a="http://schemas.openxmlformats.org/drawingml/2006/main">
              <a:ext uri="{FF2B5EF4-FFF2-40B4-BE49-F238E27FC236}">
                <a16:creationId xmlns:a16="http://schemas.microsoft.com/office/drawing/2014/main" id="{9D7B7064-C3E7-48D8-A1E1-ED1716D0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962" y="812153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6" name="path-4643">
            <a:extLst xmlns:a="http://schemas.openxmlformats.org/drawingml/2006/main">
              <a:ext uri="{FF2B5EF4-FFF2-40B4-BE49-F238E27FC236}">
                <a16:creationId xmlns:a16="http://schemas.microsoft.com/office/drawing/2014/main" id="{37D2F1B9-0879-4163-8A6E-C4F44E90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763" y="812511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7" name="path-4644">
            <a:extLst xmlns:a="http://schemas.openxmlformats.org/drawingml/2006/main">
              <a:ext uri="{FF2B5EF4-FFF2-40B4-BE49-F238E27FC236}">
                <a16:creationId xmlns:a16="http://schemas.microsoft.com/office/drawing/2014/main" id="{68CDB425-22D3-43E8-A0E7-DC4A3280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56" y="815075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8" name="path-4645">
            <a:extLst xmlns:a="http://schemas.openxmlformats.org/drawingml/2006/main">
              <a:ext uri="{FF2B5EF4-FFF2-40B4-BE49-F238E27FC236}">
                <a16:creationId xmlns:a16="http://schemas.microsoft.com/office/drawing/2014/main" id="{F28039DB-161B-429B-AA5D-836EC3D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561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9" name="path-4646">
            <a:extLst xmlns:a="http://schemas.openxmlformats.org/drawingml/2006/main">
              <a:ext uri="{FF2B5EF4-FFF2-40B4-BE49-F238E27FC236}">
                <a16:creationId xmlns:a16="http://schemas.microsoft.com/office/drawing/2014/main" id="{9EC33B5F-1B6C-404E-8D3F-0FFDEB33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8195" y="8066032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2" y="12279"/>
                </a:lnTo>
                <a:lnTo>
                  <a:pt x="186212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0" name="path-4647">
            <a:extLst xmlns:a="http://schemas.openxmlformats.org/drawingml/2006/main">
              <a:ext uri="{FF2B5EF4-FFF2-40B4-BE49-F238E27FC236}">
                <a16:creationId xmlns:a16="http://schemas.microsoft.com/office/drawing/2014/main" id="{17CE67D5-91D1-4F5A-A351-39F8F104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692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1" name="path-4648">
            <a:extLst xmlns:a="http://schemas.openxmlformats.org/drawingml/2006/main">
              <a:ext uri="{FF2B5EF4-FFF2-40B4-BE49-F238E27FC236}">
                <a16:creationId xmlns:a16="http://schemas.microsoft.com/office/drawing/2014/main" id="{826E268C-F232-4151-A532-99AD4A6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325" y="8066032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2" y="12279"/>
                </a:lnTo>
                <a:lnTo>
                  <a:pt x="186212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2" name="path-4649">
            <a:extLst xmlns:a="http://schemas.openxmlformats.org/drawingml/2006/main">
              <a:ext uri="{FF2B5EF4-FFF2-40B4-BE49-F238E27FC236}">
                <a16:creationId xmlns:a16="http://schemas.microsoft.com/office/drawing/2014/main" id="{A11BEBB5-D178-4D40-B6F7-49F8A61C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994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3" name="path-4650">
            <a:extLst xmlns:a="http://schemas.openxmlformats.org/drawingml/2006/main">
              <a:ext uri="{FF2B5EF4-FFF2-40B4-BE49-F238E27FC236}">
                <a16:creationId xmlns:a16="http://schemas.microsoft.com/office/drawing/2014/main" id="{99B7B021-A105-41D3-AAF6-01F7F882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50" y="8048275"/>
            <a:ext cx="264360" cy="264360"/>
          </a:xfrm>
          <a:custGeom xmlns:a="http://schemas.openxmlformats.org/drawingml/2006/main">
            <a:pathLst>
              <a:path w="225945" h="225945">
                <a:moveTo>
                  <a:pt x="112972" y="27455"/>
                </a:moveTo>
                <a:lnTo>
                  <a:pt x="123954" y="21964"/>
                </a:lnTo>
                <a:lnTo>
                  <a:pt x="112972" y="0"/>
                </a:lnTo>
                <a:lnTo>
                  <a:pt x="101990" y="21964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5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2" y="27455"/>
                </a:moveTo>
                <a:lnTo>
                  <a:pt x="101990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4" y="32947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4" y="21964"/>
                </a:lnTo>
                <a:lnTo>
                  <a:pt x="112972" y="27455"/>
                </a:lnTo>
                <a:lnTo>
                  <a:pt x="101990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4" name="path-4651">
            <a:extLst xmlns:a="http://schemas.openxmlformats.org/drawingml/2006/main">
              <a:ext uri="{FF2B5EF4-FFF2-40B4-BE49-F238E27FC236}">
                <a16:creationId xmlns:a16="http://schemas.microsoft.com/office/drawing/2014/main" id="{28533B32-EC68-4876-B939-63934A57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2" y="8080398"/>
            <a:ext cx="217871" cy="217871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5" name="path-4652">
            <a:extLst xmlns:a="http://schemas.openxmlformats.org/drawingml/2006/main">
              <a:ext uri="{FF2B5EF4-FFF2-40B4-BE49-F238E27FC236}">
                <a16:creationId xmlns:a16="http://schemas.microsoft.com/office/drawing/2014/main" id="{83B0E025-BC26-46C4-A262-30692C76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18" y="8048275"/>
            <a:ext cx="264360" cy="264360"/>
          </a:xfrm>
          <a:custGeom xmlns:a="http://schemas.openxmlformats.org/drawingml/2006/main">
            <a:pathLst>
              <a:path w="225945" h="225945">
                <a:moveTo>
                  <a:pt x="112972" y="27455"/>
                </a:moveTo>
                <a:lnTo>
                  <a:pt x="123955" y="21964"/>
                </a:lnTo>
                <a:lnTo>
                  <a:pt x="112972" y="0"/>
                </a:lnTo>
                <a:lnTo>
                  <a:pt x="101991" y="21964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5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2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2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6" name="path-4653">
            <a:extLst xmlns:a="http://schemas.openxmlformats.org/drawingml/2006/main">
              <a:ext uri="{FF2B5EF4-FFF2-40B4-BE49-F238E27FC236}">
                <a16:creationId xmlns:a16="http://schemas.microsoft.com/office/drawing/2014/main" id="{477B4A92-C2DE-42AA-A0C1-1C7C9E7C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8415595"/>
            <a:ext cx="106398" cy="118519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5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9" y="90508"/>
                </a:lnTo>
                <a:lnTo>
                  <a:pt x="22497" y="98402"/>
                </a:lnTo>
                <a:lnTo>
                  <a:pt x="36835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7" name="path-4654">
            <a:extLst xmlns:a="http://schemas.openxmlformats.org/drawingml/2006/main">
              <a:ext uri="{FF2B5EF4-FFF2-40B4-BE49-F238E27FC236}">
                <a16:creationId xmlns:a16="http://schemas.microsoft.com/office/drawing/2014/main" id="{81E4E045-C91D-4BD3-91C3-E8098FF8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8113910"/>
            <a:ext cx="21549" cy="15084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8" name="path-4655">
            <a:extLst xmlns:a="http://schemas.openxmlformats.org/drawingml/2006/main">
              <a:ext uri="{FF2B5EF4-FFF2-40B4-BE49-F238E27FC236}">
                <a16:creationId xmlns:a16="http://schemas.microsoft.com/office/drawing/2014/main" id="{9DBC7D01-3D5C-4EB7-8D71-9027089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4" y="7844548"/>
            <a:ext cx="106398" cy="118519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5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9" name="path-4656">
            <a:extLst xmlns:a="http://schemas.openxmlformats.org/drawingml/2006/main">
              <a:ext uri="{FF2B5EF4-FFF2-40B4-BE49-F238E27FC236}">
                <a16:creationId xmlns:a16="http://schemas.microsoft.com/office/drawing/2014/main" id="{238FE28D-198D-4692-B814-B429337E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0" name="path-4657">
            <a:extLst xmlns:a="http://schemas.openxmlformats.org/drawingml/2006/main">
              <a:ext uri="{FF2B5EF4-FFF2-40B4-BE49-F238E27FC236}">
                <a16:creationId xmlns:a16="http://schemas.microsoft.com/office/drawing/2014/main" id="{C4EA8C7B-4D09-44B5-A753-42AD0B5A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1" name="path-4658">
            <a:extLst xmlns:a="http://schemas.openxmlformats.org/drawingml/2006/main">
              <a:ext uri="{FF2B5EF4-FFF2-40B4-BE49-F238E27FC236}">
                <a16:creationId xmlns:a16="http://schemas.microsoft.com/office/drawing/2014/main" id="{2D1B177D-AF60-42B2-A322-3266D07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2" name="path-4659">
            <a:extLst xmlns:a="http://schemas.openxmlformats.org/drawingml/2006/main">
              <a:ext uri="{FF2B5EF4-FFF2-40B4-BE49-F238E27FC236}">
                <a16:creationId xmlns:a16="http://schemas.microsoft.com/office/drawing/2014/main" id="{32E2388B-7904-4178-84C6-78C7FABA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3" name="path-4660">
            <a:extLst xmlns:a="http://schemas.openxmlformats.org/drawingml/2006/main">
              <a:ext uri="{FF2B5EF4-FFF2-40B4-BE49-F238E27FC236}">
                <a16:creationId xmlns:a16="http://schemas.microsoft.com/office/drawing/2014/main" id="{3836C448-1D6B-47ED-8B7F-C48CFCB5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8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4" name="path-4661">
            <a:extLst xmlns:a="http://schemas.openxmlformats.org/drawingml/2006/main">
              <a:ext uri="{FF2B5EF4-FFF2-40B4-BE49-F238E27FC236}">
                <a16:creationId xmlns:a16="http://schemas.microsoft.com/office/drawing/2014/main" id="{09EE054B-1360-437E-B5A9-D10B0E64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012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5" name="path-4662">
            <a:extLst xmlns:a="http://schemas.openxmlformats.org/drawingml/2006/main">
              <a:ext uri="{FF2B5EF4-FFF2-40B4-BE49-F238E27FC236}">
                <a16:creationId xmlns:a16="http://schemas.microsoft.com/office/drawing/2014/main" id="{C6E29550-849F-436B-BEFA-7259250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12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6" name="path-4663">
            <a:extLst xmlns:a="http://schemas.openxmlformats.org/drawingml/2006/main">
              <a:ext uri="{FF2B5EF4-FFF2-40B4-BE49-F238E27FC236}">
                <a16:creationId xmlns:a16="http://schemas.microsoft.com/office/drawing/2014/main" id="{874A77CE-DC49-4EBE-91DF-7CCCE8AF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412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7" name="path-4664">
            <a:extLst xmlns:a="http://schemas.openxmlformats.org/drawingml/2006/main">
              <a:ext uri="{FF2B5EF4-FFF2-40B4-BE49-F238E27FC236}">
                <a16:creationId xmlns:a16="http://schemas.microsoft.com/office/drawing/2014/main" id="{DA234E37-9DDE-44D9-B532-57ACAFEB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6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8" name="path-4665">
            <a:extLst xmlns:a="http://schemas.openxmlformats.org/drawingml/2006/main">
              <a:ext uri="{FF2B5EF4-FFF2-40B4-BE49-F238E27FC236}">
                <a16:creationId xmlns:a16="http://schemas.microsoft.com/office/drawing/2014/main" id="{3E59B44A-DC48-45A3-B32A-7BBC85A7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8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9" name="path-4666">
            <a:extLst xmlns:a="http://schemas.openxmlformats.org/drawingml/2006/main">
              <a:ext uri="{FF2B5EF4-FFF2-40B4-BE49-F238E27FC236}">
                <a16:creationId xmlns:a16="http://schemas.microsoft.com/office/drawing/2014/main" id="{BD51DB56-5CA8-426B-BC91-EEB6FFB6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012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0" name="path-4667">
            <a:extLst xmlns:a="http://schemas.openxmlformats.org/drawingml/2006/main">
              <a:ext uri="{FF2B5EF4-FFF2-40B4-BE49-F238E27FC236}">
                <a16:creationId xmlns:a16="http://schemas.microsoft.com/office/drawing/2014/main" id="{91762645-06A9-495E-9F2E-9EC3553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13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1" name="path-4668">
            <a:extLst xmlns:a="http://schemas.openxmlformats.org/drawingml/2006/main">
              <a:ext uri="{FF2B5EF4-FFF2-40B4-BE49-F238E27FC236}">
                <a16:creationId xmlns:a16="http://schemas.microsoft.com/office/drawing/2014/main" id="{5DE21C47-5403-4F9B-9D08-3D3A072C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412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2" name="path-4669">
            <a:extLst xmlns:a="http://schemas.openxmlformats.org/drawingml/2006/main">
              <a:ext uri="{FF2B5EF4-FFF2-40B4-BE49-F238E27FC236}">
                <a16:creationId xmlns:a16="http://schemas.microsoft.com/office/drawing/2014/main" id="{6BAA1155-108A-49B3-BE84-B9DFE17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6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3" name="path-4670">
            <a:extLst xmlns:a="http://schemas.openxmlformats.org/drawingml/2006/main">
              <a:ext uri="{FF2B5EF4-FFF2-40B4-BE49-F238E27FC236}">
                <a16:creationId xmlns:a16="http://schemas.microsoft.com/office/drawing/2014/main" id="{DFA07898-57CE-4DEC-8B69-17BF800F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812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4" name="path-4671">
            <a:extLst xmlns:a="http://schemas.openxmlformats.org/drawingml/2006/main">
              <a:ext uri="{FF2B5EF4-FFF2-40B4-BE49-F238E27FC236}">
                <a16:creationId xmlns:a16="http://schemas.microsoft.com/office/drawing/2014/main" id="{7A5EA875-8427-4382-975D-B5BC2091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12" y="7844548"/>
            <a:ext cx="106398" cy="118519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20" y="36836"/>
                </a:lnTo>
                <a:lnTo>
                  <a:pt x="72520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9" y="10789"/>
                </a:lnTo>
                <a:lnTo>
                  <a:pt x="68440" y="2895"/>
                </a:lnTo>
                <a:lnTo>
                  <a:pt x="54102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5" name="path-4672">
            <a:extLst xmlns:a="http://schemas.openxmlformats.org/drawingml/2006/main">
              <a:ext uri="{FF2B5EF4-FFF2-40B4-BE49-F238E27FC236}">
                <a16:creationId xmlns:a16="http://schemas.microsoft.com/office/drawing/2014/main" id="{E2935A87-2ED9-4BB5-883E-23C14FBD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861" y="8113910"/>
            <a:ext cx="21549" cy="15084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6" name="path-4673">
            <a:extLst xmlns:a="http://schemas.openxmlformats.org/drawingml/2006/main">
              <a:ext uri="{FF2B5EF4-FFF2-40B4-BE49-F238E27FC236}">
                <a16:creationId xmlns:a16="http://schemas.microsoft.com/office/drawing/2014/main" id="{E14979C7-EA46-4735-8AE4-4FE5A089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12" y="8415595"/>
            <a:ext cx="106398" cy="118519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20" y="0"/>
                </a:lnTo>
                <a:lnTo>
                  <a:pt x="72520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2" y="101297"/>
                </a:lnTo>
                <a:lnTo>
                  <a:pt x="68440" y="98402"/>
                </a:lnTo>
                <a:lnTo>
                  <a:pt x="80149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7" name="path-4674">
            <a:extLst xmlns:a="http://schemas.openxmlformats.org/drawingml/2006/main">
              <a:ext uri="{FF2B5EF4-FFF2-40B4-BE49-F238E27FC236}">
                <a16:creationId xmlns:a16="http://schemas.microsoft.com/office/drawing/2014/main" id="{DC7D5024-B9C2-4F9F-820B-1367F7C7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8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8" name="path-4675">
            <a:extLst xmlns:a="http://schemas.openxmlformats.org/drawingml/2006/main">
              <a:ext uri="{FF2B5EF4-FFF2-40B4-BE49-F238E27FC236}">
                <a16:creationId xmlns:a16="http://schemas.microsoft.com/office/drawing/2014/main" id="{58AE59AE-8FB3-47DF-AE7D-3655F9DE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6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9" name="path-4676">
            <a:extLst xmlns:a="http://schemas.openxmlformats.org/drawingml/2006/main">
              <a:ext uri="{FF2B5EF4-FFF2-40B4-BE49-F238E27FC236}">
                <a16:creationId xmlns:a16="http://schemas.microsoft.com/office/drawing/2014/main" id="{35B64BAA-CA21-40B6-8D4D-33741667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412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0" name="path-4677">
            <a:extLst xmlns:a="http://schemas.openxmlformats.org/drawingml/2006/main">
              <a:ext uri="{FF2B5EF4-FFF2-40B4-BE49-F238E27FC236}">
                <a16:creationId xmlns:a16="http://schemas.microsoft.com/office/drawing/2014/main" id="{EDB19268-CF99-4DC4-89EB-63A02928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13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1" name="path-4678">
            <a:extLst xmlns:a="http://schemas.openxmlformats.org/drawingml/2006/main">
              <a:ext uri="{FF2B5EF4-FFF2-40B4-BE49-F238E27FC236}">
                <a16:creationId xmlns:a16="http://schemas.microsoft.com/office/drawing/2014/main" id="{70854717-1E4C-48A3-8015-3B0A9C65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012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2" name="path-4679">
            <a:extLst xmlns:a="http://schemas.openxmlformats.org/drawingml/2006/main">
              <a:ext uri="{FF2B5EF4-FFF2-40B4-BE49-F238E27FC236}">
                <a16:creationId xmlns:a16="http://schemas.microsoft.com/office/drawing/2014/main" id="{E8474518-7127-43E6-9630-6D68D2A3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8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3" name="path-4680">
            <a:extLst xmlns:a="http://schemas.openxmlformats.org/drawingml/2006/main">
              <a:ext uri="{FF2B5EF4-FFF2-40B4-BE49-F238E27FC236}">
                <a16:creationId xmlns:a16="http://schemas.microsoft.com/office/drawing/2014/main" id="{D91714E6-AFED-4A36-B0E3-9C534FE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6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4" name="path-4681">
            <a:extLst xmlns:a="http://schemas.openxmlformats.org/drawingml/2006/main">
              <a:ext uri="{FF2B5EF4-FFF2-40B4-BE49-F238E27FC236}">
                <a16:creationId xmlns:a16="http://schemas.microsoft.com/office/drawing/2014/main" id="{7B7782EE-5547-424C-BAE2-70C2F1CB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412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5" name="path-4682">
            <a:extLst xmlns:a="http://schemas.openxmlformats.org/drawingml/2006/main">
              <a:ext uri="{FF2B5EF4-FFF2-40B4-BE49-F238E27FC236}">
                <a16:creationId xmlns:a16="http://schemas.microsoft.com/office/drawing/2014/main" id="{94C6F3BD-01EE-4D22-A7CE-84A7865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12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6" name="path-4683">
            <a:extLst xmlns:a="http://schemas.openxmlformats.org/drawingml/2006/main">
              <a:ext uri="{FF2B5EF4-FFF2-40B4-BE49-F238E27FC236}">
                <a16:creationId xmlns:a16="http://schemas.microsoft.com/office/drawing/2014/main" id="{EAAE476C-78AC-461C-BEE5-1A55612C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012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7" name="path-4684">
            <a:extLst xmlns:a="http://schemas.openxmlformats.org/drawingml/2006/main">
              <a:ext uri="{FF2B5EF4-FFF2-40B4-BE49-F238E27FC236}">
                <a16:creationId xmlns:a16="http://schemas.microsoft.com/office/drawing/2014/main" id="{78F3376F-5C8E-400E-BAE6-A7F7EA55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8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8" name="path-4685">
            <a:extLst xmlns:a="http://schemas.openxmlformats.org/drawingml/2006/main">
              <a:ext uri="{FF2B5EF4-FFF2-40B4-BE49-F238E27FC236}">
                <a16:creationId xmlns:a16="http://schemas.microsoft.com/office/drawing/2014/main" id="{62A3B8FE-A982-4EAA-8ED3-339F5F27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9" name="path-4686">
            <a:extLst xmlns:a="http://schemas.openxmlformats.org/drawingml/2006/main">
              <a:ext uri="{FF2B5EF4-FFF2-40B4-BE49-F238E27FC236}">
                <a16:creationId xmlns:a16="http://schemas.microsoft.com/office/drawing/2014/main" id="{98546D3B-C91B-44D4-90E3-0B6D8A40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0" name="path-4687">
            <a:extLst xmlns:a="http://schemas.openxmlformats.org/drawingml/2006/main">
              <a:ext uri="{FF2B5EF4-FFF2-40B4-BE49-F238E27FC236}">
                <a16:creationId xmlns:a16="http://schemas.microsoft.com/office/drawing/2014/main" id="{B0240538-7406-4663-9998-165A633D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1" name="path-4688">
            <a:extLst xmlns:a="http://schemas.openxmlformats.org/drawingml/2006/main">
              <a:ext uri="{FF2B5EF4-FFF2-40B4-BE49-F238E27FC236}">
                <a16:creationId xmlns:a16="http://schemas.microsoft.com/office/drawing/2014/main" id="{4FA70872-67A7-4779-B577-7973FD9B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2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2" name="path-4689">
            <a:extLst xmlns:a="http://schemas.openxmlformats.org/drawingml/2006/main">
              <a:ext uri="{FF2B5EF4-FFF2-40B4-BE49-F238E27FC236}">
                <a16:creationId xmlns:a16="http://schemas.microsoft.com/office/drawing/2014/main" id="{60F1130C-8720-4D45-BA89-80C4A3FF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" y="5401596"/>
            <a:ext cx="3555522" cy="364848"/>
          </a:xfrm>
          <a:custGeom xmlns:a="http://schemas.openxmlformats.org/drawingml/2006/main">
            <a:pathLst>
              <a:path w="3038860" h="311831">
                <a:moveTo>
                  <a:pt x="45621" y="242289"/>
                </a:moveTo>
                <a:lnTo>
                  <a:pt x="61341" y="44084"/>
                </a:lnTo>
                <a:cubicBezTo>
                  <a:pt x="61797" y="38274"/>
                  <a:pt x="62024" y="33490"/>
                  <a:pt x="62024" y="29731"/>
                </a:cubicBezTo>
                <a:cubicBezTo>
                  <a:pt x="62024" y="23694"/>
                  <a:pt x="60600" y="19251"/>
                  <a:pt x="57753" y="16403"/>
                </a:cubicBezTo>
                <a:cubicBezTo>
                  <a:pt x="55019" y="13555"/>
                  <a:pt x="50121" y="11961"/>
                  <a:pt x="43058" y="11619"/>
                </a:cubicBezTo>
                <a:lnTo>
                  <a:pt x="45621" y="5297"/>
                </a:lnTo>
                <a:lnTo>
                  <a:pt x="139256" y="5297"/>
                </a:lnTo>
                <a:lnTo>
                  <a:pt x="137377" y="11619"/>
                </a:lnTo>
                <a:lnTo>
                  <a:pt x="132763" y="11619"/>
                </a:lnTo>
                <a:cubicBezTo>
                  <a:pt x="126612" y="11619"/>
                  <a:pt x="121600" y="13669"/>
                  <a:pt x="117727" y="17770"/>
                </a:cubicBezTo>
                <a:cubicBezTo>
                  <a:pt x="113968" y="21757"/>
                  <a:pt x="111690" y="29275"/>
                  <a:pt x="110892" y="40325"/>
                </a:cubicBezTo>
                <a:lnTo>
                  <a:pt x="101836" y="157881"/>
                </a:lnTo>
                <a:lnTo>
                  <a:pt x="171721" y="62367"/>
                </a:lnTo>
                <a:lnTo>
                  <a:pt x="173429" y="40325"/>
                </a:lnTo>
                <a:cubicBezTo>
                  <a:pt x="173885" y="35768"/>
                  <a:pt x="174113" y="32123"/>
                  <a:pt x="174113" y="29389"/>
                </a:cubicBezTo>
                <a:cubicBezTo>
                  <a:pt x="174113" y="23808"/>
                  <a:pt x="172575" y="19536"/>
                  <a:pt x="169499" y="16574"/>
                </a:cubicBezTo>
                <a:cubicBezTo>
                  <a:pt x="166538" y="13613"/>
                  <a:pt x="161583" y="11961"/>
                  <a:pt x="154634" y="11619"/>
                </a:cubicBezTo>
                <a:lnTo>
                  <a:pt x="156343" y="5297"/>
                </a:lnTo>
                <a:lnTo>
                  <a:pt x="250661" y="5297"/>
                </a:lnTo>
                <a:lnTo>
                  <a:pt x="248781" y="11619"/>
                </a:lnTo>
                <a:cubicBezTo>
                  <a:pt x="240466" y="11619"/>
                  <a:pt x="234315" y="13669"/>
                  <a:pt x="230328" y="17770"/>
                </a:cubicBezTo>
                <a:cubicBezTo>
                  <a:pt x="226341" y="21757"/>
                  <a:pt x="223892" y="29275"/>
                  <a:pt x="222981" y="40325"/>
                </a:cubicBezTo>
                <a:lnTo>
                  <a:pt x="214096" y="157881"/>
                </a:lnTo>
                <a:lnTo>
                  <a:pt x="281417" y="65271"/>
                </a:lnTo>
                <a:cubicBezTo>
                  <a:pt x="292922" y="49438"/>
                  <a:pt x="300041" y="38673"/>
                  <a:pt x="302775" y="32977"/>
                </a:cubicBezTo>
                <a:cubicBezTo>
                  <a:pt x="304712" y="29104"/>
                  <a:pt x="305680" y="25801"/>
                  <a:pt x="305680" y="23067"/>
                </a:cubicBezTo>
                <a:cubicBezTo>
                  <a:pt x="305680" y="20447"/>
                  <a:pt x="304370" y="18112"/>
                  <a:pt x="301750" y="16062"/>
                </a:cubicBezTo>
                <a:cubicBezTo>
                  <a:pt x="299244" y="13897"/>
                  <a:pt x="294346" y="12416"/>
                  <a:pt x="287055" y="11619"/>
                </a:cubicBezTo>
                <a:lnTo>
                  <a:pt x="288764" y="5297"/>
                </a:lnTo>
                <a:lnTo>
                  <a:pt x="350618" y="5297"/>
                </a:lnTo>
                <a:lnTo>
                  <a:pt x="349080" y="11619"/>
                </a:lnTo>
                <a:cubicBezTo>
                  <a:pt x="343498" y="12644"/>
                  <a:pt x="338885" y="14581"/>
                  <a:pt x="335240" y="17428"/>
                </a:cubicBezTo>
                <a:cubicBezTo>
                  <a:pt x="330114" y="21416"/>
                  <a:pt x="323450" y="29047"/>
                  <a:pt x="315248" y="40325"/>
                </a:cubicBezTo>
                <a:lnTo>
                  <a:pt x="168132" y="242289"/>
                </a:lnTo>
                <a:lnTo>
                  <a:pt x="158051" y="242289"/>
                </a:lnTo>
                <a:lnTo>
                  <a:pt x="169841" y="85946"/>
                </a:lnTo>
                <a:lnTo>
                  <a:pt x="55873" y="242289"/>
                </a:lnTo>
                <a:lnTo>
                  <a:pt x="45621" y="242289"/>
                </a:lnTo>
                <a:moveTo>
                  <a:pt x="340024" y="172917"/>
                </a:moveTo>
                <a:cubicBezTo>
                  <a:pt x="338999" y="180321"/>
                  <a:pt x="338486" y="186416"/>
                  <a:pt x="338486" y="191199"/>
                </a:cubicBezTo>
                <a:cubicBezTo>
                  <a:pt x="338486" y="199743"/>
                  <a:pt x="340935" y="206577"/>
                  <a:pt x="345834" y="211704"/>
                </a:cubicBezTo>
                <a:cubicBezTo>
                  <a:pt x="350846" y="216830"/>
                  <a:pt x="357509" y="219393"/>
                  <a:pt x="365825" y="219393"/>
                </a:cubicBezTo>
                <a:cubicBezTo>
                  <a:pt x="373799" y="219393"/>
                  <a:pt x="381773" y="217456"/>
                  <a:pt x="389746" y="213583"/>
                </a:cubicBezTo>
                <a:cubicBezTo>
                  <a:pt x="397834" y="209710"/>
                  <a:pt x="407175" y="202933"/>
                  <a:pt x="417768" y="193250"/>
                </a:cubicBezTo>
                <a:lnTo>
                  <a:pt x="422894" y="197863"/>
                </a:lnTo>
                <a:cubicBezTo>
                  <a:pt x="409795" y="213697"/>
                  <a:pt x="397037" y="224974"/>
                  <a:pt x="384620" y="231695"/>
                </a:cubicBezTo>
                <a:cubicBezTo>
                  <a:pt x="372204" y="238416"/>
                  <a:pt x="358478" y="241776"/>
                  <a:pt x="343442" y="241776"/>
                </a:cubicBezTo>
                <a:cubicBezTo>
                  <a:pt x="324418" y="241776"/>
                  <a:pt x="311262" y="237220"/>
                  <a:pt x="303971" y="228107"/>
                </a:cubicBezTo>
                <a:cubicBezTo>
                  <a:pt x="296681" y="218994"/>
                  <a:pt x="293036" y="208457"/>
                  <a:pt x="293036" y="196497"/>
                </a:cubicBezTo>
                <a:cubicBezTo>
                  <a:pt x="293036" y="177815"/>
                  <a:pt x="298447" y="159134"/>
                  <a:pt x="309268" y="140452"/>
                </a:cubicBezTo>
                <a:cubicBezTo>
                  <a:pt x="320204" y="121771"/>
                  <a:pt x="335012" y="106792"/>
                  <a:pt x="353693" y="95514"/>
                </a:cubicBezTo>
                <a:cubicBezTo>
                  <a:pt x="372489" y="84238"/>
                  <a:pt x="391341" y="78599"/>
                  <a:pt x="410250" y="78599"/>
                </a:cubicBezTo>
                <a:cubicBezTo>
                  <a:pt x="419819" y="78599"/>
                  <a:pt x="427052" y="80877"/>
                  <a:pt x="431950" y="85433"/>
                </a:cubicBezTo>
                <a:cubicBezTo>
                  <a:pt x="436848" y="89990"/>
                  <a:pt x="439298" y="95743"/>
                  <a:pt x="439298" y="102691"/>
                </a:cubicBezTo>
                <a:cubicBezTo>
                  <a:pt x="439298" y="111006"/>
                  <a:pt x="436906" y="119094"/>
                  <a:pt x="432121" y="126954"/>
                </a:cubicBezTo>
                <a:cubicBezTo>
                  <a:pt x="425514" y="137662"/>
                  <a:pt x="417199" y="146319"/>
                  <a:pt x="407175" y="152926"/>
                </a:cubicBezTo>
                <a:cubicBezTo>
                  <a:pt x="397151" y="159418"/>
                  <a:pt x="385930" y="164374"/>
                  <a:pt x="373514" y="167791"/>
                </a:cubicBezTo>
                <a:cubicBezTo>
                  <a:pt x="365198" y="170069"/>
                  <a:pt x="354035" y="171778"/>
                  <a:pt x="340024" y="172917"/>
                </a:cubicBezTo>
                <a:moveTo>
                  <a:pt x="341562" y="164032"/>
                </a:moveTo>
                <a:cubicBezTo>
                  <a:pt x="351586" y="162551"/>
                  <a:pt x="359332" y="160558"/>
                  <a:pt x="364800" y="158052"/>
                </a:cubicBezTo>
                <a:cubicBezTo>
                  <a:pt x="370381" y="155432"/>
                  <a:pt x="375792" y="151331"/>
                  <a:pt x="381032" y="145749"/>
                </a:cubicBezTo>
                <a:cubicBezTo>
                  <a:pt x="386386" y="140054"/>
                  <a:pt x="390999" y="132934"/>
                  <a:pt x="394872" y="124391"/>
                </a:cubicBezTo>
                <a:cubicBezTo>
                  <a:pt x="398745" y="115733"/>
                  <a:pt x="400682" y="107646"/>
                  <a:pt x="400682" y="100128"/>
                </a:cubicBezTo>
                <a:cubicBezTo>
                  <a:pt x="400682" y="96938"/>
                  <a:pt x="399770" y="94433"/>
                  <a:pt x="397948" y="92610"/>
                </a:cubicBezTo>
                <a:cubicBezTo>
                  <a:pt x="396239" y="90787"/>
                  <a:pt x="394018" y="89876"/>
                  <a:pt x="391284" y="89876"/>
                </a:cubicBezTo>
                <a:cubicBezTo>
                  <a:pt x="385816" y="89876"/>
                  <a:pt x="379665" y="93692"/>
                  <a:pt x="372830" y="101324"/>
                </a:cubicBezTo>
                <a:cubicBezTo>
                  <a:pt x="360300" y="115221"/>
                  <a:pt x="349877" y="136123"/>
                  <a:pt x="341562" y="164032"/>
                </a:cubicBezTo>
                <a:moveTo>
                  <a:pt x="608455" y="80991"/>
                </a:moveTo>
                <a:lnTo>
                  <a:pt x="575307" y="194617"/>
                </a:lnTo>
                <a:lnTo>
                  <a:pt x="571890" y="208457"/>
                </a:lnTo>
                <a:cubicBezTo>
                  <a:pt x="571548" y="210166"/>
                  <a:pt x="571377" y="211419"/>
                  <a:pt x="571377" y="212216"/>
                </a:cubicBezTo>
                <a:cubicBezTo>
                  <a:pt x="571377" y="213583"/>
                  <a:pt x="571833" y="214779"/>
                  <a:pt x="572745" y="215804"/>
                </a:cubicBezTo>
                <a:cubicBezTo>
                  <a:pt x="573769" y="216830"/>
                  <a:pt x="574795" y="217342"/>
                  <a:pt x="575820" y="217342"/>
                </a:cubicBezTo>
                <a:cubicBezTo>
                  <a:pt x="578212" y="217342"/>
                  <a:pt x="581515" y="215520"/>
                  <a:pt x="585730" y="211875"/>
                </a:cubicBezTo>
                <a:cubicBezTo>
                  <a:pt x="587439" y="210394"/>
                  <a:pt x="591540" y="205154"/>
                  <a:pt x="598033" y="196155"/>
                </a:cubicBezTo>
                <a:lnTo>
                  <a:pt x="604013" y="199231"/>
                </a:lnTo>
                <a:cubicBezTo>
                  <a:pt x="595925" y="214039"/>
                  <a:pt x="587268" y="224860"/>
                  <a:pt x="578041" y="231695"/>
                </a:cubicBezTo>
                <a:cubicBezTo>
                  <a:pt x="568928" y="238416"/>
                  <a:pt x="559075" y="241776"/>
                  <a:pt x="548481" y="241776"/>
                </a:cubicBezTo>
                <a:cubicBezTo>
                  <a:pt x="541989" y="241776"/>
                  <a:pt x="537033" y="240124"/>
                  <a:pt x="533616" y="236821"/>
                </a:cubicBezTo>
                <a:cubicBezTo>
                  <a:pt x="530198" y="233404"/>
                  <a:pt x="528490" y="229132"/>
                  <a:pt x="528490" y="224006"/>
                </a:cubicBezTo>
                <a:cubicBezTo>
                  <a:pt x="528490" y="219563"/>
                  <a:pt x="530312" y="211305"/>
                  <a:pt x="533958" y="199231"/>
                </a:cubicBezTo>
                <a:lnTo>
                  <a:pt x="538058" y="185390"/>
                </a:lnTo>
                <a:cubicBezTo>
                  <a:pt x="524845" y="208058"/>
                  <a:pt x="512144" y="224120"/>
                  <a:pt x="499955" y="233575"/>
                </a:cubicBezTo>
                <a:cubicBezTo>
                  <a:pt x="492893" y="239043"/>
                  <a:pt x="485374" y="241776"/>
                  <a:pt x="477401" y="241776"/>
                </a:cubicBezTo>
                <a:cubicBezTo>
                  <a:pt x="466921" y="241776"/>
                  <a:pt x="459346" y="237504"/>
                  <a:pt x="454676" y="228961"/>
                </a:cubicBezTo>
                <a:cubicBezTo>
                  <a:pt x="450005" y="220304"/>
                  <a:pt x="447670" y="210565"/>
                  <a:pt x="447670" y="199743"/>
                </a:cubicBezTo>
                <a:cubicBezTo>
                  <a:pt x="447670" y="183682"/>
                  <a:pt x="452568" y="165285"/>
                  <a:pt x="462364" y="144553"/>
                </a:cubicBezTo>
                <a:cubicBezTo>
                  <a:pt x="472161" y="123707"/>
                  <a:pt x="485033" y="106962"/>
                  <a:pt x="500980" y="94318"/>
                </a:cubicBezTo>
                <a:cubicBezTo>
                  <a:pt x="514080" y="83838"/>
                  <a:pt x="526383" y="78599"/>
                  <a:pt x="537888" y="78599"/>
                </a:cubicBezTo>
                <a:cubicBezTo>
                  <a:pt x="544267" y="78599"/>
                  <a:pt x="549393" y="80478"/>
                  <a:pt x="553265" y="84238"/>
                </a:cubicBezTo>
                <a:cubicBezTo>
                  <a:pt x="557138" y="87882"/>
                  <a:pt x="559986" y="94603"/>
                  <a:pt x="561808" y="104399"/>
                </a:cubicBezTo>
                <a:lnTo>
                  <a:pt x="567960" y="83383"/>
                </a:lnTo>
                <a:lnTo>
                  <a:pt x="608455" y="80991"/>
                </a:lnTo>
                <a:moveTo>
                  <a:pt x="553778" y="113455"/>
                </a:moveTo>
                <a:cubicBezTo>
                  <a:pt x="553778" y="104228"/>
                  <a:pt x="552354" y="97565"/>
                  <a:pt x="549506" y="93464"/>
                </a:cubicBezTo>
                <a:cubicBezTo>
                  <a:pt x="547456" y="90616"/>
                  <a:pt x="544665" y="89192"/>
                  <a:pt x="541134" y="89192"/>
                </a:cubicBezTo>
                <a:cubicBezTo>
                  <a:pt x="537603" y="89192"/>
                  <a:pt x="533958" y="90901"/>
                  <a:pt x="530198" y="94318"/>
                </a:cubicBezTo>
                <a:cubicBezTo>
                  <a:pt x="522567" y="101381"/>
                  <a:pt x="514308" y="115733"/>
                  <a:pt x="505423" y="137377"/>
                </a:cubicBezTo>
                <a:cubicBezTo>
                  <a:pt x="496652" y="158906"/>
                  <a:pt x="492266" y="177531"/>
                  <a:pt x="492266" y="193250"/>
                </a:cubicBezTo>
                <a:cubicBezTo>
                  <a:pt x="492266" y="199287"/>
                  <a:pt x="493234" y="203673"/>
                  <a:pt x="495171" y="206407"/>
                </a:cubicBezTo>
                <a:cubicBezTo>
                  <a:pt x="497221" y="209027"/>
                  <a:pt x="499442" y="210337"/>
                  <a:pt x="501835" y="210337"/>
                </a:cubicBezTo>
                <a:cubicBezTo>
                  <a:pt x="506961" y="210337"/>
                  <a:pt x="512144" y="207375"/>
                  <a:pt x="517384" y="201452"/>
                </a:cubicBezTo>
                <a:cubicBezTo>
                  <a:pt x="524902" y="193022"/>
                  <a:pt x="531679" y="182713"/>
                  <a:pt x="537717" y="170525"/>
                </a:cubicBezTo>
                <a:cubicBezTo>
                  <a:pt x="548424" y="149109"/>
                  <a:pt x="553778" y="130087"/>
                  <a:pt x="553778" y="113455"/>
                </a:cubicBezTo>
                <a:moveTo>
                  <a:pt x="729770" y="0"/>
                </a:moveTo>
                <a:lnTo>
                  <a:pt x="682611" y="161640"/>
                </a:lnTo>
                <a:lnTo>
                  <a:pt x="721740" y="125416"/>
                </a:lnTo>
                <a:lnTo>
                  <a:pt x="734726" y="113797"/>
                </a:lnTo>
                <a:cubicBezTo>
                  <a:pt x="738485" y="109924"/>
                  <a:pt x="741105" y="106621"/>
                  <a:pt x="742586" y="103887"/>
                </a:cubicBezTo>
                <a:cubicBezTo>
                  <a:pt x="743496" y="102178"/>
                  <a:pt x="743952" y="100584"/>
                  <a:pt x="743952" y="99103"/>
                </a:cubicBezTo>
                <a:cubicBezTo>
                  <a:pt x="743952" y="96711"/>
                  <a:pt x="742813" y="94717"/>
                  <a:pt x="740535" y="93122"/>
                </a:cubicBezTo>
                <a:cubicBezTo>
                  <a:pt x="738257" y="91528"/>
                  <a:pt x="732732" y="90445"/>
                  <a:pt x="723961" y="89876"/>
                </a:cubicBezTo>
                <a:lnTo>
                  <a:pt x="725840" y="83383"/>
                </a:lnTo>
                <a:lnTo>
                  <a:pt x="795383" y="83383"/>
                </a:lnTo>
                <a:lnTo>
                  <a:pt x="793674" y="89876"/>
                </a:lnTo>
                <a:cubicBezTo>
                  <a:pt x="785473" y="91812"/>
                  <a:pt x="778809" y="94033"/>
                  <a:pt x="773683" y="96540"/>
                </a:cubicBezTo>
                <a:cubicBezTo>
                  <a:pt x="769696" y="98476"/>
                  <a:pt x="764798" y="101666"/>
                  <a:pt x="758989" y="106108"/>
                </a:cubicBezTo>
                <a:cubicBezTo>
                  <a:pt x="750331" y="112829"/>
                  <a:pt x="744123" y="118012"/>
                  <a:pt x="740364" y="121657"/>
                </a:cubicBezTo>
                <a:lnTo>
                  <a:pt x="732846" y="128662"/>
                </a:lnTo>
                <a:lnTo>
                  <a:pt x="743269" y="175822"/>
                </a:lnTo>
                <a:cubicBezTo>
                  <a:pt x="747256" y="194048"/>
                  <a:pt x="750218" y="204584"/>
                  <a:pt x="752154" y="207432"/>
                </a:cubicBezTo>
                <a:cubicBezTo>
                  <a:pt x="753407" y="209141"/>
                  <a:pt x="754888" y="209995"/>
                  <a:pt x="756596" y="209995"/>
                </a:cubicBezTo>
                <a:cubicBezTo>
                  <a:pt x="760584" y="209995"/>
                  <a:pt x="765311" y="205325"/>
                  <a:pt x="770779" y="195984"/>
                </a:cubicBezTo>
                <a:cubicBezTo>
                  <a:pt x="771576" y="194731"/>
                  <a:pt x="772658" y="192965"/>
                  <a:pt x="774025" y="190687"/>
                </a:cubicBezTo>
                <a:lnTo>
                  <a:pt x="780347" y="194617"/>
                </a:lnTo>
                <a:cubicBezTo>
                  <a:pt x="771804" y="210565"/>
                  <a:pt x="762178" y="222696"/>
                  <a:pt x="751471" y="231011"/>
                </a:cubicBezTo>
                <a:cubicBezTo>
                  <a:pt x="744294" y="236593"/>
                  <a:pt x="737801" y="239384"/>
                  <a:pt x="731992" y="239384"/>
                </a:cubicBezTo>
                <a:cubicBezTo>
                  <a:pt x="726182" y="239384"/>
                  <a:pt x="721341" y="237333"/>
                  <a:pt x="717468" y="233233"/>
                </a:cubicBezTo>
                <a:cubicBezTo>
                  <a:pt x="713595" y="229018"/>
                  <a:pt x="709722" y="218082"/>
                  <a:pt x="705850" y="200426"/>
                </a:cubicBezTo>
                <a:lnTo>
                  <a:pt x="697306" y="161640"/>
                </a:lnTo>
                <a:lnTo>
                  <a:pt x="678511" y="178384"/>
                </a:lnTo>
                <a:lnTo>
                  <a:pt x="661424" y="236992"/>
                </a:lnTo>
                <a:lnTo>
                  <a:pt x="617853" y="236992"/>
                </a:lnTo>
                <a:lnTo>
                  <a:pt x="674581" y="44084"/>
                </a:lnTo>
                <a:cubicBezTo>
                  <a:pt x="676973" y="35882"/>
                  <a:pt x="678169" y="30357"/>
                  <a:pt x="678169" y="27510"/>
                </a:cubicBezTo>
                <a:cubicBezTo>
                  <a:pt x="678169" y="24889"/>
                  <a:pt x="677599" y="22782"/>
                  <a:pt x="676460" y="21187"/>
                </a:cubicBezTo>
                <a:cubicBezTo>
                  <a:pt x="675321" y="19479"/>
                  <a:pt x="673726" y="18226"/>
                  <a:pt x="671676" y="17428"/>
                </a:cubicBezTo>
                <a:cubicBezTo>
                  <a:pt x="669740" y="16631"/>
                  <a:pt x="665810" y="16233"/>
                  <a:pt x="659886" y="16233"/>
                </a:cubicBezTo>
                <a:lnTo>
                  <a:pt x="661424" y="9911"/>
                </a:lnTo>
                <a:lnTo>
                  <a:pt x="719518" y="0"/>
                </a:lnTo>
                <a:lnTo>
                  <a:pt x="729770" y="0"/>
                </a:lnTo>
                <a:moveTo>
                  <a:pt x="978723" y="123878"/>
                </a:moveTo>
                <a:lnTo>
                  <a:pt x="958219" y="194104"/>
                </a:lnTo>
                <a:cubicBezTo>
                  <a:pt x="955257" y="204015"/>
                  <a:pt x="953777" y="211305"/>
                  <a:pt x="953777" y="215975"/>
                </a:cubicBezTo>
                <a:cubicBezTo>
                  <a:pt x="953777" y="220304"/>
                  <a:pt x="955542" y="223778"/>
                  <a:pt x="959073" y="226398"/>
                </a:cubicBezTo>
                <a:cubicBezTo>
                  <a:pt x="962604" y="229018"/>
                  <a:pt x="969952" y="230442"/>
                  <a:pt x="981115" y="230670"/>
                </a:cubicBezTo>
                <a:lnTo>
                  <a:pt x="978723" y="236992"/>
                </a:lnTo>
                <a:lnTo>
                  <a:pt x="867147" y="236992"/>
                </a:lnTo>
                <a:lnTo>
                  <a:pt x="869197" y="230670"/>
                </a:lnTo>
                <a:cubicBezTo>
                  <a:pt x="880361" y="230670"/>
                  <a:pt x="888506" y="228506"/>
                  <a:pt x="893631" y="224177"/>
                </a:cubicBezTo>
                <a:cubicBezTo>
                  <a:pt x="898871" y="219848"/>
                  <a:pt x="903655" y="210166"/>
                  <a:pt x="907984" y="195130"/>
                </a:cubicBezTo>
                <a:lnTo>
                  <a:pt x="951043" y="46476"/>
                </a:lnTo>
                <a:cubicBezTo>
                  <a:pt x="953435" y="38160"/>
                  <a:pt x="954631" y="31611"/>
                  <a:pt x="954631" y="26826"/>
                </a:cubicBezTo>
                <a:cubicBezTo>
                  <a:pt x="954631" y="22270"/>
                  <a:pt x="953150" y="18796"/>
                  <a:pt x="950188" y="16403"/>
                </a:cubicBezTo>
                <a:cubicBezTo>
                  <a:pt x="947227" y="14011"/>
                  <a:pt x="940335" y="12416"/>
                  <a:pt x="929514" y="11619"/>
                </a:cubicBezTo>
                <a:lnTo>
                  <a:pt x="931222" y="5297"/>
                </a:lnTo>
                <a:lnTo>
                  <a:pt x="1027249" y="5297"/>
                </a:lnTo>
                <a:cubicBezTo>
                  <a:pt x="1054702" y="5297"/>
                  <a:pt x="1074009" y="10081"/>
                  <a:pt x="1085173" y="19650"/>
                </a:cubicBezTo>
                <a:cubicBezTo>
                  <a:pt x="1096336" y="29218"/>
                  <a:pt x="1101918" y="41521"/>
                  <a:pt x="1101918" y="56557"/>
                </a:cubicBezTo>
                <a:cubicBezTo>
                  <a:pt x="1101918" y="72391"/>
                  <a:pt x="1095425" y="86687"/>
                  <a:pt x="1082439" y="99445"/>
                </a:cubicBezTo>
                <a:cubicBezTo>
                  <a:pt x="1074237" y="107418"/>
                  <a:pt x="1059714" y="114310"/>
                  <a:pt x="1038868" y="120119"/>
                </a:cubicBezTo>
                <a:lnTo>
                  <a:pt x="1059714" y="190345"/>
                </a:lnTo>
                <a:cubicBezTo>
                  <a:pt x="1065295" y="209141"/>
                  <a:pt x="1070136" y="220475"/>
                  <a:pt x="1074237" y="224348"/>
                </a:cubicBezTo>
                <a:cubicBezTo>
                  <a:pt x="1078452" y="228221"/>
                  <a:pt x="1085400" y="230328"/>
                  <a:pt x="1095083" y="230670"/>
                </a:cubicBezTo>
                <a:lnTo>
                  <a:pt x="1095083" y="236992"/>
                </a:lnTo>
                <a:lnTo>
                  <a:pt x="1022977" y="236992"/>
                </a:lnTo>
                <a:lnTo>
                  <a:pt x="990171" y="123878"/>
                </a:lnTo>
                <a:lnTo>
                  <a:pt x="984533" y="124220"/>
                </a:lnTo>
                <a:cubicBezTo>
                  <a:pt x="983279" y="124220"/>
                  <a:pt x="981343" y="124106"/>
                  <a:pt x="978723" y="123878"/>
                </a:cubicBezTo>
                <a:moveTo>
                  <a:pt x="981115" y="113626"/>
                </a:moveTo>
                <a:cubicBezTo>
                  <a:pt x="985102" y="113854"/>
                  <a:pt x="988462" y="113968"/>
                  <a:pt x="991196" y="113968"/>
                </a:cubicBezTo>
                <a:cubicBezTo>
                  <a:pt x="1007827" y="113968"/>
                  <a:pt x="1021497" y="108272"/>
                  <a:pt x="1032204" y="96882"/>
                </a:cubicBezTo>
                <a:cubicBezTo>
                  <a:pt x="1042912" y="85490"/>
                  <a:pt x="1048265" y="70568"/>
                  <a:pt x="1048265" y="52114"/>
                </a:cubicBezTo>
                <a:cubicBezTo>
                  <a:pt x="1048265" y="41179"/>
                  <a:pt x="1045418" y="32863"/>
                  <a:pt x="1039722" y="27168"/>
                </a:cubicBezTo>
                <a:cubicBezTo>
                  <a:pt x="1034027" y="21472"/>
                  <a:pt x="1026509" y="18625"/>
                  <a:pt x="1017168" y="18625"/>
                </a:cubicBezTo>
                <a:cubicBezTo>
                  <a:pt x="1014889" y="18625"/>
                  <a:pt x="1012213" y="18682"/>
                  <a:pt x="1009137" y="18796"/>
                </a:cubicBezTo>
                <a:lnTo>
                  <a:pt x="981115" y="113626"/>
                </a:lnTo>
                <a:moveTo>
                  <a:pt x="1166334" y="172917"/>
                </a:moveTo>
                <a:cubicBezTo>
                  <a:pt x="1165309" y="180321"/>
                  <a:pt x="1164797" y="186416"/>
                  <a:pt x="1164797" y="191199"/>
                </a:cubicBezTo>
                <a:cubicBezTo>
                  <a:pt x="1164797" y="199743"/>
                  <a:pt x="1167246" y="206577"/>
                  <a:pt x="1172143" y="211704"/>
                </a:cubicBezTo>
                <a:cubicBezTo>
                  <a:pt x="1177156" y="216830"/>
                  <a:pt x="1183820" y="219393"/>
                  <a:pt x="1192135" y="219393"/>
                </a:cubicBezTo>
                <a:cubicBezTo>
                  <a:pt x="1200109" y="219393"/>
                  <a:pt x="1208082" y="217456"/>
                  <a:pt x="1216056" y="213583"/>
                </a:cubicBezTo>
                <a:cubicBezTo>
                  <a:pt x="1224144" y="209710"/>
                  <a:pt x="1233485" y="202933"/>
                  <a:pt x="1244078" y="193250"/>
                </a:cubicBezTo>
                <a:lnTo>
                  <a:pt x="1249204" y="197863"/>
                </a:lnTo>
                <a:cubicBezTo>
                  <a:pt x="1236105" y="213697"/>
                  <a:pt x="1223347" y="224974"/>
                  <a:pt x="1210931" y="231695"/>
                </a:cubicBezTo>
                <a:cubicBezTo>
                  <a:pt x="1198514" y="238416"/>
                  <a:pt x="1184788" y="241776"/>
                  <a:pt x="1169752" y="241776"/>
                </a:cubicBezTo>
                <a:cubicBezTo>
                  <a:pt x="1150729" y="241776"/>
                  <a:pt x="1137572" y="237220"/>
                  <a:pt x="1130282" y="228107"/>
                </a:cubicBezTo>
                <a:cubicBezTo>
                  <a:pt x="1122991" y="218994"/>
                  <a:pt x="1119346" y="208457"/>
                  <a:pt x="1119346" y="196497"/>
                </a:cubicBezTo>
                <a:cubicBezTo>
                  <a:pt x="1119346" y="177815"/>
                  <a:pt x="1124757" y="159134"/>
                  <a:pt x="1135578" y="140452"/>
                </a:cubicBezTo>
                <a:cubicBezTo>
                  <a:pt x="1146514" y="121771"/>
                  <a:pt x="1161322" y="106792"/>
                  <a:pt x="1180004" y="95514"/>
                </a:cubicBezTo>
                <a:cubicBezTo>
                  <a:pt x="1198799" y="84238"/>
                  <a:pt x="1217651" y="78599"/>
                  <a:pt x="1236560" y="78599"/>
                </a:cubicBezTo>
                <a:cubicBezTo>
                  <a:pt x="1246129" y="78599"/>
                  <a:pt x="1253362" y="80877"/>
                  <a:pt x="1258260" y="85433"/>
                </a:cubicBezTo>
                <a:cubicBezTo>
                  <a:pt x="1263159" y="89990"/>
                  <a:pt x="1265607" y="95743"/>
                  <a:pt x="1265607" y="102691"/>
                </a:cubicBezTo>
                <a:cubicBezTo>
                  <a:pt x="1265607" y="111006"/>
                  <a:pt x="1263216" y="119094"/>
                  <a:pt x="1258431" y="126954"/>
                </a:cubicBezTo>
                <a:cubicBezTo>
                  <a:pt x="1251824" y="137662"/>
                  <a:pt x="1243509" y="146319"/>
                  <a:pt x="1233485" y="152926"/>
                </a:cubicBezTo>
                <a:cubicBezTo>
                  <a:pt x="1223460" y="159418"/>
                  <a:pt x="1212241" y="164374"/>
                  <a:pt x="1199824" y="167791"/>
                </a:cubicBezTo>
                <a:cubicBezTo>
                  <a:pt x="1191509" y="170069"/>
                  <a:pt x="1180346" y="171778"/>
                  <a:pt x="1166334" y="172917"/>
                </a:cubicBezTo>
                <a:moveTo>
                  <a:pt x="1167872" y="164032"/>
                </a:moveTo>
                <a:cubicBezTo>
                  <a:pt x="1177897" y="162551"/>
                  <a:pt x="1185642" y="160558"/>
                  <a:pt x="1191110" y="158052"/>
                </a:cubicBezTo>
                <a:cubicBezTo>
                  <a:pt x="1196692" y="155432"/>
                  <a:pt x="1202102" y="151331"/>
                  <a:pt x="1207342" y="145749"/>
                </a:cubicBezTo>
                <a:cubicBezTo>
                  <a:pt x="1212696" y="140054"/>
                  <a:pt x="1217309" y="132934"/>
                  <a:pt x="1221182" y="124391"/>
                </a:cubicBezTo>
                <a:cubicBezTo>
                  <a:pt x="1225055" y="115733"/>
                  <a:pt x="1226992" y="107646"/>
                  <a:pt x="1226992" y="100128"/>
                </a:cubicBezTo>
                <a:cubicBezTo>
                  <a:pt x="1226992" y="96938"/>
                  <a:pt x="1226081" y="94433"/>
                  <a:pt x="1224258" y="92610"/>
                </a:cubicBezTo>
                <a:cubicBezTo>
                  <a:pt x="1222549" y="90787"/>
                  <a:pt x="1220328" y="89876"/>
                  <a:pt x="1217594" y="89876"/>
                </a:cubicBezTo>
                <a:cubicBezTo>
                  <a:pt x="1212126" y="89876"/>
                  <a:pt x="1205975" y="93692"/>
                  <a:pt x="1199141" y="101324"/>
                </a:cubicBezTo>
                <a:cubicBezTo>
                  <a:pt x="1186610" y="115221"/>
                  <a:pt x="1176187" y="136123"/>
                  <a:pt x="1167872" y="164032"/>
                </a:cubicBezTo>
                <a:moveTo>
                  <a:pt x="1288333" y="88167"/>
                </a:moveTo>
                <a:lnTo>
                  <a:pt x="1344890" y="78599"/>
                </a:lnTo>
                <a:lnTo>
                  <a:pt x="1355142" y="78599"/>
                </a:lnTo>
                <a:lnTo>
                  <a:pt x="1347453" y="106450"/>
                </a:lnTo>
                <a:cubicBezTo>
                  <a:pt x="1359413" y="95514"/>
                  <a:pt x="1369210" y="88167"/>
                  <a:pt x="1376841" y="84408"/>
                </a:cubicBezTo>
                <a:cubicBezTo>
                  <a:pt x="1384474" y="80535"/>
                  <a:pt x="1392049" y="78599"/>
                  <a:pt x="1399567" y="78599"/>
                </a:cubicBezTo>
                <a:cubicBezTo>
                  <a:pt x="1410275" y="78599"/>
                  <a:pt x="1418534" y="82757"/>
                  <a:pt x="1424343" y="91072"/>
                </a:cubicBezTo>
                <a:cubicBezTo>
                  <a:pt x="1430152" y="99274"/>
                  <a:pt x="1433057" y="109355"/>
                  <a:pt x="1433057" y="121316"/>
                </a:cubicBezTo>
                <a:cubicBezTo>
                  <a:pt x="1433057" y="154008"/>
                  <a:pt x="1421723" y="182998"/>
                  <a:pt x="1399054" y="208287"/>
                </a:cubicBezTo>
                <a:cubicBezTo>
                  <a:pt x="1379006" y="230613"/>
                  <a:pt x="1357135" y="241776"/>
                  <a:pt x="1333441" y="241776"/>
                </a:cubicBezTo>
                <a:cubicBezTo>
                  <a:pt x="1329227" y="241776"/>
                  <a:pt x="1325639" y="241377"/>
                  <a:pt x="1322677" y="240580"/>
                </a:cubicBezTo>
                <a:cubicBezTo>
                  <a:pt x="1319715" y="239782"/>
                  <a:pt x="1315558" y="238017"/>
                  <a:pt x="1310204" y="235283"/>
                </a:cubicBezTo>
                <a:lnTo>
                  <a:pt x="1301319" y="266039"/>
                </a:lnTo>
                <a:cubicBezTo>
                  <a:pt x="1298129" y="277202"/>
                  <a:pt x="1296535" y="285689"/>
                  <a:pt x="1296535" y="291498"/>
                </a:cubicBezTo>
                <a:cubicBezTo>
                  <a:pt x="1296535" y="295143"/>
                  <a:pt x="1297787" y="297991"/>
                  <a:pt x="1300294" y="300042"/>
                </a:cubicBezTo>
                <a:cubicBezTo>
                  <a:pt x="1302800" y="302206"/>
                  <a:pt x="1308666" y="304028"/>
                  <a:pt x="1317892" y="305509"/>
                </a:cubicBezTo>
                <a:lnTo>
                  <a:pt x="1316355" y="311831"/>
                </a:lnTo>
                <a:lnTo>
                  <a:pt x="1224429" y="311831"/>
                </a:lnTo>
                <a:lnTo>
                  <a:pt x="1226138" y="305509"/>
                </a:lnTo>
                <a:cubicBezTo>
                  <a:pt x="1233428" y="305282"/>
                  <a:pt x="1239522" y="302946"/>
                  <a:pt x="1244420" y="298504"/>
                </a:cubicBezTo>
                <a:cubicBezTo>
                  <a:pt x="1249204" y="294061"/>
                  <a:pt x="1253704" y="284493"/>
                  <a:pt x="1257919" y="269798"/>
                </a:cubicBezTo>
                <a:lnTo>
                  <a:pt x="1299610" y="126099"/>
                </a:lnTo>
                <a:cubicBezTo>
                  <a:pt x="1302685" y="115392"/>
                  <a:pt x="1304224" y="107817"/>
                  <a:pt x="1304224" y="103374"/>
                </a:cubicBezTo>
                <a:cubicBezTo>
                  <a:pt x="1304224" y="101438"/>
                  <a:pt x="1303768" y="99843"/>
                  <a:pt x="1302857" y="98590"/>
                </a:cubicBezTo>
                <a:cubicBezTo>
                  <a:pt x="1301946" y="97223"/>
                  <a:pt x="1300578" y="96255"/>
                  <a:pt x="1298756" y="95685"/>
                </a:cubicBezTo>
                <a:cubicBezTo>
                  <a:pt x="1296933" y="95116"/>
                  <a:pt x="1292833" y="94831"/>
                  <a:pt x="1286453" y="94831"/>
                </a:cubicBezTo>
                <a:lnTo>
                  <a:pt x="1288333" y="88167"/>
                </a:lnTo>
                <a:moveTo>
                  <a:pt x="1314988" y="219393"/>
                </a:moveTo>
                <a:cubicBezTo>
                  <a:pt x="1318406" y="224974"/>
                  <a:pt x="1321481" y="228733"/>
                  <a:pt x="1324215" y="230670"/>
                </a:cubicBezTo>
                <a:cubicBezTo>
                  <a:pt x="1326949" y="232492"/>
                  <a:pt x="1330138" y="233404"/>
                  <a:pt x="1333783" y="233404"/>
                </a:cubicBezTo>
                <a:cubicBezTo>
                  <a:pt x="1337429" y="233404"/>
                  <a:pt x="1340960" y="232436"/>
                  <a:pt x="1344377" y="230499"/>
                </a:cubicBezTo>
                <a:cubicBezTo>
                  <a:pt x="1347908" y="228448"/>
                  <a:pt x="1352237" y="224405"/>
                  <a:pt x="1357363" y="218367"/>
                </a:cubicBezTo>
                <a:cubicBezTo>
                  <a:pt x="1362489" y="212330"/>
                  <a:pt x="1367387" y="204584"/>
                  <a:pt x="1372058" y="195130"/>
                </a:cubicBezTo>
                <a:cubicBezTo>
                  <a:pt x="1376841" y="185675"/>
                  <a:pt x="1380658" y="174967"/>
                  <a:pt x="1383505" y="163006"/>
                </a:cubicBezTo>
                <a:cubicBezTo>
                  <a:pt x="1386353" y="150932"/>
                  <a:pt x="1387778" y="139427"/>
                  <a:pt x="1387778" y="128492"/>
                </a:cubicBezTo>
                <a:cubicBezTo>
                  <a:pt x="1387778" y="119721"/>
                  <a:pt x="1386183" y="113342"/>
                  <a:pt x="1382993" y="109355"/>
                </a:cubicBezTo>
                <a:cubicBezTo>
                  <a:pt x="1379917" y="105368"/>
                  <a:pt x="1376158" y="103374"/>
                  <a:pt x="1371716" y="103374"/>
                </a:cubicBezTo>
                <a:cubicBezTo>
                  <a:pt x="1367729" y="103374"/>
                  <a:pt x="1363970" y="104399"/>
                  <a:pt x="1360439" y="106450"/>
                </a:cubicBezTo>
                <a:cubicBezTo>
                  <a:pt x="1355312" y="109411"/>
                  <a:pt x="1349275" y="114936"/>
                  <a:pt x="1342327" y="123024"/>
                </a:cubicBezTo>
                <a:lnTo>
                  <a:pt x="1314988" y="219393"/>
                </a:lnTo>
                <a:moveTo>
                  <a:pt x="1524983" y="78599"/>
                </a:moveTo>
                <a:lnTo>
                  <a:pt x="1499182" y="174626"/>
                </a:lnTo>
                <a:cubicBezTo>
                  <a:pt x="1520370" y="127808"/>
                  <a:pt x="1536317" y="98989"/>
                  <a:pt x="1547024" y="88167"/>
                </a:cubicBezTo>
                <a:cubicBezTo>
                  <a:pt x="1553290" y="81788"/>
                  <a:pt x="1559897" y="78599"/>
                  <a:pt x="1566846" y="78599"/>
                </a:cubicBezTo>
                <a:cubicBezTo>
                  <a:pt x="1571629" y="78599"/>
                  <a:pt x="1575502" y="80365"/>
                  <a:pt x="1578464" y="83896"/>
                </a:cubicBezTo>
                <a:cubicBezTo>
                  <a:pt x="1581426" y="87313"/>
                  <a:pt x="1582907" y="92211"/>
                  <a:pt x="1582907" y="98590"/>
                </a:cubicBezTo>
                <a:cubicBezTo>
                  <a:pt x="1582907" y="109640"/>
                  <a:pt x="1580230" y="118923"/>
                  <a:pt x="1574876" y="126441"/>
                </a:cubicBezTo>
                <a:cubicBezTo>
                  <a:pt x="1571459" y="131226"/>
                  <a:pt x="1567643" y="133618"/>
                  <a:pt x="1563428" y="133618"/>
                </a:cubicBezTo>
                <a:cubicBezTo>
                  <a:pt x="1558871" y="133618"/>
                  <a:pt x="1555454" y="131511"/>
                  <a:pt x="1553176" y="127296"/>
                </a:cubicBezTo>
                <a:cubicBezTo>
                  <a:pt x="1550898" y="123081"/>
                  <a:pt x="1549303" y="120632"/>
                  <a:pt x="1548392" y="119948"/>
                </a:cubicBezTo>
                <a:cubicBezTo>
                  <a:pt x="1547480" y="119151"/>
                  <a:pt x="1546512" y="118752"/>
                  <a:pt x="1545487" y="118752"/>
                </a:cubicBezTo>
                <a:cubicBezTo>
                  <a:pt x="1544348" y="118752"/>
                  <a:pt x="1543152" y="119094"/>
                  <a:pt x="1541899" y="119777"/>
                </a:cubicBezTo>
                <a:cubicBezTo>
                  <a:pt x="1539393" y="121145"/>
                  <a:pt x="1536090" y="124505"/>
                  <a:pt x="1531989" y="129859"/>
                </a:cubicBezTo>
                <a:cubicBezTo>
                  <a:pt x="1528002" y="135099"/>
                  <a:pt x="1523046" y="143927"/>
                  <a:pt x="1517123" y="156343"/>
                </a:cubicBezTo>
                <a:cubicBezTo>
                  <a:pt x="1511200" y="168759"/>
                  <a:pt x="1506586" y="179296"/>
                  <a:pt x="1503283" y="187953"/>
                </a:cubicBezTo>
                <a:cubicBezTo>
                  <a:pt x="1499980" y="196497"/>
                  <a:pt x="1495366" y="212843"/>
                  <a:pt x="1489443" y="236992"/>
                </a:cubicBezTo>
                <a:lnTo>
                  <a:pt x="1448093" y="236992"/>
                </a:lnTo>
                <a:lnTo>
                  <a:pt x="1476286" y="123707"/>
                </a:lnTo>
                <a:cubicBezTo>
                  <a:pt x="1478336" y="115278"/>
                  <a:pt x="1479362" y="109696"/>
                  <a:pt x="1479362" y="106962"/>
                </a:cubicBezTo>
                <a:cubicBezTo>
                  <a:pt x="1479362" y="103887"/>
                  <a:pt x="1478792" y="101495"/>
                  <a:pt x="1477653" y="99786"/>
                </a:cubicBezTo>
                <a:cubicBezTo>
                  <a:pt x="1476628" y="98077"/>
                  <a:pt x="1475147" y="96824"/>
                  <a:pt x="1473210" y="96027"/>
                </a:cubicBezTo>
                <a:cubicBezTo>
                  <a:pt x="1471388" y="95230"/>
                  <a:pt x="1467515" y="94831"/>
                  <a:pt x="1461592" y="94831"/>
                </a:cubicBezTo>
                <a:lnTo>
                  <a:pt x="1463129" y="89876"/>
                </a:lnTo>
                <a:lnTo>
                  <a:pt x="1514731" y="78599"/>
                </a:lnTo>
                <a:lnTo>
                  <a:pt x="1524983" y="78599"/>
                </a:lnTo>
                <a:moveTo>
                  <a:pt x="1633141" y="172917"/>
                </a:moveTo>
                <a:cubicBezTo>
                  <a:pt x="1632117" y="180321"/>
                  <a:pt x="1631604" y="186416"/>
                  <a:pt x="1631604" y="191199"/>
                </a:cubicBezTo>
                <a:cubicBezTo>
                  <a:pt x="1631604" y="199743"/>
                  <a:pt x="1634053" y="206577"/>
                  <a:pt x="1638951" y="211704"/>
                </a:cubicBezTo>
                <a:cubicBezTo>
                  <a:pt x="1643963" y="216830"/>
                  <a:pt x="1650627" y="219393"/>
                  <a:pt x="1658942" y="219393"/>
                </a:cubicBezTo>
                <a:cubicBezTo>
                  <a:pt x="1666916" y="219393"/>
                  <a:pt x="1674890" y="217456"/>
                  <a:pt x="1682864" y="213583"/>
                </a:cubicBezTo>
                <a:cubicBezTo>
                  <a:pt x="1690951" y="209710"/>
                  <a:pt x="1700292" y="202933"/>
                  <a:pt x="1710886" y="193250"/>
                </a:cubicBezTo>
                <a:lnTo>
                  <a:pt x="1716012" y="197863"/>
                </a:lnTo>
                <a:cubicBezTo>
                  <a:pt x="1702912" y="213697"/>
                  <a:pt x="1690154" y="224974"/>
                  <a:pt x="1677738" y="231695"/>
                </a:cubicBezTo>
                <a:cubicBezTo>
                  <a:pt x="1665321" y="238416"/>
                  <a:pt x="1651595" y="241776"/>
                  <a:pt x="1636559" y="241776"/>
                </a:cubicBezTo>
                <a:cubicBezTo>
                  <a:pt x="1617536" y="241776"/>
                  <a:pt x="1604379" y="237220"/>
                  <a:pt x="1597088" y="228107"/>
                </a:cubicBezTo>
                <a:cubicBezTo>
                  <a:pt x="1589798" y="218994"/>
                  <a:pt x="1586153" y="208457"/>
                  <a:pt x="1586153" y="196497"/>
                </a:cubicBezTo>
                <a:cubicBezTo>
                  <a:pt x="1586153" y="177815"/>
                  <a:pt x="1591564" y="159134"/>
                  <a:pt x="1602385" y="140452"/>
                </a:cubicBezTo>
                <a:cubicBezTo>
                  <a:pt x="1613321" y="121771"/>
                  <a:pt x="1628129" y="106792"/>
                  <a:pt x="1646811" y="95514"/>
                </a:cubicBezTo>
                <a:cubicBezTo>
                  <a:pt x="1665606" y="84238"/>
                  <a:pt x="1684458" y="78599"/>
                  <a:pt x="1703368" y="78599"/>
                </a:cubicBezTo>
                <a:cubicBezTo>
                  <a:pt x="1712936" y="78599"/>
                  <a:pt x="1720169" y="80877"/>
                  <a:pt x="1725068" y="85433"/>
                </a:cubicBezTo>
                <a:cubicBezTo>
                  <a:pt x="1729966" y="89990"/>
                  <a:pt x="1732415" y="95743"/>
                  <a:pt x="1732415" y="102691"/>
                </a:cubicBezTo>
                <a:cubicBezTo>
                  <a:pt x="1732415" y="111006"/>
                  <a:pt x="1730023" y="119094"/>
                  <a:pt x="1725239" y="126954"/>
                </a:cubicBezTo>
                <a:cubicBezTo>
                  <a:pt x="1718632" y="137662"/>
                  <a:pt x="1710316" y="146319"/>
                  <a:pt x="1700292" y="152926"/>
                </a:cubicBezTo>
                <a:cubicBezTo>
                  <a:pt x="1690268" y="159418"/>
                  <a:pt x="1679048" y="164374"/>
                  <a:pt x="1666632" y="167791"/>
                </a:cubicBezTo>
                <a:cubicBezTo>
                  <a:pt x="1658316" y="170069"/>
                  <a:pt x="1647152" y="171778"/>
                  <a:pt x="1633141" y="172917"/>
                </a:cubicBezTo>
                <a:moveTo>
                  <a:pt x="1634679" y="164032"/>
                </a:moveTo>
                <a:cubicBezTo>
                  <a:pt x="1644704" y="162551"/>
                  <a:pt x="1652449" y="160558"/>
                  <a:pt x="1657917" y="158052"/>
                </a:cubicBezTo>
                <a:cubicBezTo>
                  <a:pt x="1663499" y="155432"/>
                  <a:pt x="1668910" y="151331"/>
                  <a:pt x="1674149" y="145749"/>
                </a:cubicBezTo>
                <a:cubicBezTo>
                  <a:pt x="1679503" y="140054"/>
                  <a:pt x="1684117" y="132934"/>
                  <a:pt x="1687990" y="124391"/>
                </a:cubicBezTo>
                <a:cubicBezTo>
                  <a:pt x="1691863" y="115733"/>
                  <a:pt x="1693799" y="107646"/>
                  <a:pt x="1693799" y="100128"/>
                </a:cubicBezTo>
                <a:cubicBezTo>
                  <a:pt x="1693799" y="96938"/>
                  <a:pt x="1692888" y="94433"/>
                  <a:pt x="1691066" y="92610"/>
                </a:cubicBezTo>
                <a:cubicBezTo>
                  <a:pt x="1689356" y="90787"/>
                  <a:pt x="1687135" y="89876"/>
                  <a:pt x="1684402" y="89876"/>
                </a:cubicBezTo>
                <a:cubicBezTo>
                  <a:pt x="1678934" y="89876"/>
                  <a:pt x="1672783" y="93692"/>
                  <a:pt x="1665948" y="101324"/>
                </a:cubicBezTo>
                <a:cubicBezTo>
                  <a:pt x="1653417" y="115221"/>
                  <a:pt x="1642995" y="136123"/>
                  <a:pt x="1634679" y="164032"/>
                </a:cubicBezTo>
                <a:moveTo>
                  <a:pt x="1864153" y="78599"/>
                </a:moveTo>
                <a:lnTo>
                  <a:pt x="1856635" y="131396"/>
                </a:lnTo>
                <a:lnTo>
                  <a:pt x="1850313" y="131396"/>
                </a:lnTo>
                <a:cubicBezTo>
                  <a:pt x="1849402" y="117727"/>
                  <a:pt x="1845187" y="106962"/>
                  <a:pt x="1837669" y="99103"/>
                </a:cubicBezTo>
                <a:cubicBezTo>
                  <a:pt x="1830264" y="91243"/>
                  <a:pt x="1822291" y="87313"/>
                  <a:pt x="1813747" y="87313"/>
                </a:cubicBezTo>
                <a:cubicBezTo>
                  <a:pt x="1808507" y="87313"/>
                  <a:pt x="1804179" y="88850"/>
                  <a:pt x="1800761" y="91926"/>
                </a:cubicBezTo>
                <a:cubicBezTo>
                  <a:pt x="1797344" y="95002"/>
                  <a:pt x="1795636" y="98704"/>
                  <a:pt x="1795636" y="103033"/>
                </a:cubicBezTo>
                <a:cubicBezTo>
                  <a:pt x="1795636" y="106678"/>
                  <a:pt x="1796376" y="110095"/>
                  <a:pt x="1797857" y="113284"/>
                </a:cubicBezTo>
                <a:cubicBezTo>
                  <a:pt x="1799338" y="116474"/>
                  <a:pt x="1802641" y="120803"/>
                  <a:pt x="1807767" y="126270"/>
                </a:cubicBezTo>
                <a:cubicBezTo>
                  <a:pt x="1825765" y="145635"/>
                  <a:pt x="1836700" y="158963"/>
                  <a:pt x="1840573" y="166253"/>
                </a:cubicBezTo>
                <a:cubicBezTo>
                  <a:pt x="1844447" y="173543"/>
                  <a:pt x="1846383" y="181346"/>
                  <a:pt x="1846383" y="189662"/>
                </a:cubicBezTo>
                <a:cubicBezTo>
                  <a:pt x="1846383" y="198661"/>
                  <a:pt x="1844105" y="207204"/>
                  <a:pt x="1839548" y="215292"/>
                </a:cubicBezTo>
                <a:cubicBezTo>
                  <a:pt x="1834992" y="223265"/>
                  <a:pt x="1828157" y="229702"/>
                  <a:pt x="1819044" y="234600"/>
                </a:cubicBezTo>
                <a:cubicBezTo>
                  <a:pt x="1810045" y="239384"/>
                  <a:pt x="1800647" y="241776"/>
                  <a:pt x="1790851" y="241776"/>
                </a:cubicBezTo>
                <a:cubicBezTo>
                  <a:pt x="1784244" y="241776"/>
                  <a:pt x="1776100" y="240466"/>
                  <a:pt x="1766417" y="237846"/>
                </a:cubicBezTo>
                <a:cubicBezTo>
                  <a:pt x="1760039" y="236024"/>
                  <a:pt x="1755254" y="235112"/>
                  <a:pt x="1752064" y="235112"/>
                </a:cubicBezTo>
                <a:cubicBezTo>
                  <a:pt x="1749217" y="235112"/>
                  <a:pt x="1746995" y="235568"/>
                  <a:pt x="1745400" y="236479"/>
                </a:cubicBezTo>
                <a:cubicBezTo>
                  <a:pt x="1743806" y="237277"/>
                  <a:pt x="1742040" y="239043"/>
                  <a:pt x="1740104" y="241776"/>
                </a:cubicBezTo>
                <a:lnTo>
                  <a:pt x="1733782" y="241776"/>
                </a:lnTo>
                <a:lnTo>
                  <a:pt x="1742154" y="184877"/>
                </a:lnTo>
                <a:lnTo>
                  <a:pt x="1747622" y="184877"/>
                </a:lnTo>
                <a:cubicBezTo>
                  <a:pt x="1751609" y="198661"/>
                  <a:pt x="1755311" y="208514"/>
                  <a:pt x="1758728" y="214438"/>
                </a:cubicBezTo>
                <a:cubicBezTo>
                  <a:pt x="1762260" y="220247"/>
                  <a:pt x="1766930" y="224917"/>
                  <a:pt x="1772739" y="228448"/>
                </a:cubicBezTo>
                <a:cubicBezTo>
                  <a:pt x="1778549" y="231866"/>
                  <a:pt x="1784131" y="233575"/>
                  <a:pt x="1789484" y="233575"/>
                </a:cubicBezTo>
                <a:cubicBezTo>
                  <a:pt x="1795749" y="233575"/>
                  <a:pt x="1800932" y="231638"/>
                  <a:pt x="1805033" y="227765"/>
                </a:cubicBezTo>
                <a:cubicBezTo>
                  <a:pt x="1809134" y="223778"/>
                  <a:pt x="1811184" y="219051"/>
                  <a:pt x="1811184" y="213583"/>
                </a:cubicBezTo>
                <a:cubicBezTo>
                  <a:pt x="1811184" y="208229"/>
                  <a:pt x="1809817" y="203046"/>
                  <a:pt x="1807083" y="198034"/>
                </a:cubicBezTo>
                <a:cubicBezTo>
                  <a:pt x="1804464" y="193022"/>
                  <a:pt x="1798312" y="185219"/>
                  <a:pt x="1788630" y="174626"/>
                </a:cubicBezTo>
                <a:cubicBezTo>
                  <a:pt x="1775303" y="160159"/>
                  <a:pt x="1766531" y="148996"/>
                  <a:pt x="1762317" y="141136"/>
                </a:cubicBezTo>
                <a:cubicBezTo>
                  <a:pt x="1759355" y="135440"/>
                  <a:pt x="1757874" y="128948"/>
                  <a:pt x="1757874" y="121657"/>
                </a:cubicBezTo>
                <a:cubicBezTo>
                  <a:pt x="1757874" y="109355"/>
                  <a:pt x="1762317" y="99103"/>
                  <a:pt x="1771202" y="90901"/>
                </a:cubicBezTo>
                <a:cubicBezTo>
                  <a:pt x="1780200" y="82699"/>
                  <a:pt x="1792788" y="78599"/>
                  <a:pt x="1808963" y="78599"/>
                </a:cubicBezTo>
                <a:cubicBezTo>
                  <a:pt x="1816025" y="78599"/>
                  <a:pt x="1824683" y="79852"/>
                  <a:pt x="1834935" y="82358"/>
                </a:cubicBezTo>
                <a:cubicBezTo>
                  <a:pt x="1840061" y="83611"/>
                  <a:pt x="1844161" y="84238"/>
                  <a:pt x="1847237" y="84238"/>
                </a:cubicBezTo>
                <a:cubicBezTo>
                  <a:pt x="1851680" y="84238"/>
                  <a:pt x="1855268" y="82358"/>
                  <a:pt x="1858002" y="78599"/>
                </a:cubicBezTo>
                <a:lnTo>
                  <a:pt x="1864153" y="78599"/>
                </a:lnTo>
                <a:moveTo>
                  <a:pt x="1924981" y="172917"/>
                </a:moveTo>
                <a:cubicBezTo>
                  <a:pt x="1923956" y="180321"/>
                  <a:pt x="1923444" y="186416"/>
                  <a:pt x="1923444" y="191199"/>
                </a:cubicBezTo>
                <a:cubicBezTo>
                  <a:pt x="1923444" y="199743"/>
                  <a:pt x="1925893" y="206577"/>
                  <a:pt x="1930791" y="211704"/>
                </a:cubicBezTo>
                <a:cubicBezTo>
                  <a:pt x="1935803" y="216830"/>
                  <a:pt x="1942466" y="219393"/>
                  <a:pt x="1950782" y="219393"/>
                </a:cubicBezTo>
                <a:cubicBezTo>
                  <a:pt x="1958756" y="219393"/>
                  <a:pt x="1966730" y="217456"/>
                  <a:pt x="1974703" y="213583"/>
                </a:cubicBezTo>
                <a:cubicBezTo>
                  <a:pt x="1982791" y="209710"/>
                  <a:pt x="1992132" y="202933"/>
                  <a:pt x="2002725" y="193250"/>
                </a:cubicBezTo>
                <a:lnTo>
                  <a:pt x="2007852" y="197863"/>
                </a:lnTo>
                <a:cubicBezTo>
                  <a:pt x="1994752" y="213697"/>
                  <a:pt x="1981994" y="224974"/>
                  <a:pt x="1969578" y="231695"/>
                </a:cubicBezTo>
                <a:cubicBezTo>
                  <a:pt x="1957161" y="238416"/>
                  <a:pt x="1943435" y="241776"/>
                  <a:pt x="1928399" y="241776"/>
                </a:cubicBezTo>
                <a:cubicBezTo>
                  <a:pt x="1909376" y="241776"/>
                  <a:pt x="1896219" y="237220"/>
                  <a:pt x="1888928" y="228107"/>
                </a:cubicBezTo>
                <a:cubicBezTo>
                  <a:pt x="1881638" y="218994"/>
                  <a:pt x="1877993" y="208457"/>
                  <a:pt x="1877993" y="196497"/>
                </a:cubicBezTo>
                <a:cubicBezTo>
                  <a:pt x="1877993" y="177815"/>
                  <a:pt x="1883404" y="159134"/>
                  <a:pt x="1894225" y="140452"/>
                </a:cubicBezTo>
                <a:cubicBezTo>
                  <a:pt x="1905161" y="121771"/>
                  <a:pt x="1919969" y="106792"/>
                  <a:pt x="1938651" y="95514"/>
                </a:cubicBezTo>
                <a:cubicBezTo>
                  <a:pt x="1957446" y="84238"/>
                  <a:pt x="1976298" y="78599"/>
                  <a:pt x="1995208" y="78599"/>
                </a:cubicBezTo>
                <a:cubicBezTo>
                  <a:pt x="2004776" y="78599"/>
                  <a:pt x="2012009" y="80877"/>
                  <a:pt x="2016908" y="85433"/>
                </a:cubicBezTo>
                <a:cubicBezTo>
                  <a:pt x="2021806" y="89990"/>
                  <a:pt x="2024254" y="95743"/>
                  <a:pt x="2024254" y="102691"/>
                </a:cubicBezTo>
                <a:cubicBezTo>
                  <a:pt x="2024254" y="111006"/>
                  <a:pt x="2021863" y="119094"/>
                  <a:pt x="2017079" y="126954"/>
                </a:cubicBezTo>
                <a:cubicBezTo>
                  <a:pt x="2010471" y="137662"/>
                  <a:pt x="2002156" y="146319"/>
                  <a:pt x="1992132" y="152926"/>
                </a:cubicBezTo>
                <a:cubicBezTo>
                  <a:pt x="1982108" y="159418"/>
                  <a:pt x="1970888" y="164374"/>
                  <a:pt x="1958471" y="167791"/>
                </a:cubicBezTo>
                <a:cubicBezTo>
                  <a:pt x="1950156" y="170069"/>
                  <a:pt x="1938993" y="171778"/>
                  <a:pt x="1924981" y="172917"/>
                </a:cubicBezTo>
                <a:moveTo>
                  <a:pt x="1926519" y="164032"/>
                </a:moveTo>
                <a:cubicBezTo>
                  <a:pt x="1936544" y="162551"/>
                  <a:pt x="1944289" y="160558"/>
                  <a:pt x="1949757" y="158052"/>
                </a:cubicBezTo>
                <a:cubicBezTo>
                  <a:pt x="1955339" y="155432"/>
                  <a:pt x="1960749" y="151331"/>
                  <a:pt x="1965989" y="145749"/>
                </a:cubicBezTo>
                <a:cubicBezTo>
                  <a:pt x="1971343" y="140054"/>
                  <a:pt x="1975957" y="132934"/>
                  <a:pt x="1979830" y="124391"/>
                </a:cubicBezTo>
                <a:cubicBezTo>
                  <a:pt x="1983703" y="115733"/>
                  <a:pt x="1985639" y="107646"/>
                  <a:pt x="1985639" y="100128"/>
                </a:cubicBezTo>
                <a:cubicBezTo>
                  <a:pt x="1985639" y="96938"/>
                  <a:pt x="1984728" y="94433"/>
                  <a:pt x="1982905" y="92610"/>
                </a:cubicBezTo>
                <a:cubicBezTo>
                  <a:pt x="1981196" y="90787"/>
                  <a:pt x="1978975" y="89876"/>
                  <a:pt x="1976242" y="89876"/>
                </a:cubicBezTo>
                <a:cubicBezTo>
                  <a:pt x="1970774" y="89876"/>
                  <a:pt x="1964622" y="93692"/>
                  <a:pt x="1957788" y="101324"/>
                </a:cubicBezTo>
                <a:cubicBezTo>
                  <a:pt x="1945257" y="115221"/>
                  <a:pt x="1934835" y="136123"/>
                  <a:pt x="1926519" y="164032"/>
                </a:cubicBezTo>
                <a:moveTo>
                  <a:pt x="2119257" y="78599"/>
                </a:moveTo>
                <a:lnTo>
                  <a:pt x="2098069" y="151900"/>
                </a:lnTo>
                <a:cubicBezTo>
                  <a:pt x="2112308" y="130485"/>
                  <a:pt x="2122959" y="115848"/>
                  <a:pt x="2130021" y="107988"/>
                </a:cubicBezTo>
                <a:cubicBezTo>
                  <a:pt x="2140387" y="96596"/>
                  <a:pt x="2149329" y="88850"/>
                  <a:pt x="2156847" y="84750"/>
                </a:cubicBezTo>
                <a:cubicBezTo>
                  <a:pt x="2164365" y="80649"/>
                  <a:pt x="2171428" y="78599"/>
                  <a:pt x="2178035" y="78599"/>
                </a:cubicBezTo>
                <a:cubicBezTo>
                  <a:pt x="2183958" y="78599"/>
                  <a:pt x="2189027" y="80820"/>
                  <a:pt x="2193242" y="85262"/>
                </a:cubicBezTo>
                <a:cubicBezTo>
                  <a:pt x="2197456" y="89591"/>
                  <a:pt x="2199564" y="95287"/>
                  <a:pt x="2199564" y="102349"/>
                </a:cubicBezTo>
                <a:cubicBezTo>
                  <a:pt x="2199564" y="108728"/>
                  <a:pt x="2198197" y="116474"/>
                  <a:pt x="2195463" y="125587"/>
                </a:cubicBezTo>
                <a:lnTo>
                  <a:pt x="2173592" y="198547"/>
                </a:lnTo>
                <a:cubicBezTo>
                  <a:pt x="2171769" y="204926"/>
                  <a:pt x="2170858" y="209084"/>
                  <a:pt x="2170858" y="211020"/>
                </a:cubicBezTo>
                <a:cubicBezTo>
                  <a:pt x="2170858" y="212160"/>
                  <a:pt x="2171257" y="213184"/>
                  <a:pt x="2172054" y="214096"/>
                </a:cubicBezTo>
                <a:cubicBezTo>
                  <a:pt x="2172966" y="215007"/>
                  <a:pt x="2173877" y="215463"/>
                  <a:pt x="2174788" y="215463"/>
                </a:cubicBezTo>
                <a:cubicBezTo>
                  <a:pt x="2175927" y="215463"/>
                  <a:pt x="2177123" y="215007"/>
                  <a:pt x="2178376" y="214096"/>
                </a:cubicBezTo>
                <a:cubicBezTo>
                  <a:pt x="2182364" y="210792"/>
                  <a:pt x="2186407" y="206122"/>
                  <a:pt x="2190508" y="200085"/>
                </a:cubicBezTo>
                <a:cubicBezTo>
                  <a:pt x="2191533" y="198490"/>
                  <a:pt x="2193185" y="196098"/>
                  <a:pt x="2195463" y="192909"/>
                </a:cubicBezTo>
                <a:lnTo>
                  <a:pt x="2201956" y="196838"/>
                </a:lnTo>
                <a:cubicBezTo>
                  <a:pt x="2185211" y="224974"/>
                  <a:pt x="2167612" y="239043"/>
                  <a:pt x="2149158" y="239043"/>
                </a:cubicBezTo>
                <a:cubicBezTo>
                  <a:pt x="2142096" y="239043"/>
                  <a:pt x="2136571" y="237220"/>
                  <a:pt x="2132584" y="233575"/>
                </a:cubicBezTo>
                <a:cubicBezTo>
                  <a:pt x="2128597" y="229929"/>
                  <a:pt x="2126603" y="225373"/>
                  <a:pt x="2126603" y="219905"/>
                </a:cubicBezTo>
                <a:cubicBezTo>
                  <a:pt x="2126603" y="215121"/>
                  <a:pt x="2127971" y="208001"/>
                  <a:pt x="2130705" y="198547"/>
                </a:cubicBezTo>
                <a:lnTo>
                  <a:pt x="2152063" y="125587"/>
                </a:lnTo>
                <a:cubicBezTo>
                  <a:pt x="2153544" y="120803"/>
                  <a:pt x="2154284" y="117272"/>
                  <a:pt x="2154284" y="114993"/>
                </a:cubicBezTo>
                <a:cubicBezTo>
                  <a:pt x="2154284" y="113740"/>
                  <a:pt x="2153772" y="112658"/>
                  <a:pt x="2152747" y="111747"/>
                </a:cubicBezTo>
                <a:cubicBezTo>
                  <a:pt x="2151721" y="110721"/>
                  <a:pt x="2150525" y="110209"/>
                  <a:pt x="2149158" y="110209"/>
                </a:cubicBezTo>
                <a:cubicBezTo>
                  <a:pt x="2144830" y="110209"/>
                  <a:pt x="2139589" y="113171"/>
                  <a:pt x="2133439" y="119094"/>
                </a:cubicBezTo>
                <a:cubicBezTo>
                  <a:pt x="2117718" y="134130"/>
                  <a:pt x="2102511" y="156514"/>
                  <a:pt x="2087817" y="186245"/>
                </a:cubicBezTo>
                <a:lnTo>
                  <a:pt x="2073806" y="236992"/>
                </a:lnTo>
                <a:lnTo>
                  <a:pt x="2030235" y="236992"/>
                </a:lnTo>
                <a:lnTo>
                  <a:pt x="2062187" y="127296"/>
                </a:lnTo>
                <a:cubicBezTo>
                  <a:pt x="2065263" y="116474"/>
                  <a:pt x="2066801" y="108785"/>
                  <a:pt x="2066801" y="104228"/>
                </a:cubicBezTo>
                <a:cubicBezTo>
                  <a:pt x="2066801" y="102292"/>
                  <a:pt x="2066345" y="100697"/>
                  <a:pt x="2065433" y="99445"/>
                </a:cubicBezTo>
                <a:cubicBezTo>
                  <a:pt x="2064522" y="98077"/>
                  <a:pt x="2063042" y="97052"/>
                  <a:pt x="2060991" y="96369"/>
                </a:cubicBezTo>
                <a:cubicBezTo>
                  <a:pt x="2058941" y="95572"/>
                  <a:pt x="2055068" y="95173"/>
                  <a:pt x="2049372" y="95173"/>
                </a:cubicBezTo>
                <a:lnTo>
                  <a:pt x="2051252" y="88680"/>
                </a:lnTo>
                <a:lnTo>
                  <a:pt x="2108834" y="78599"/>
                </a:lnTo>
                <a:lnTo>
                  <a:pt x="2119257" y="78599"/>
                </a:lnTo>
                <a:moveTo>
                  <a:pt x="2320879" y="36907"/>
                </a:moveTo>
                <a:lnTo>
                  <a:pt x="2307209" y="83383"/>
                </a:lnTo>
                <a:lnTo>
                  <a:pt x="2329593" y="83383"/>
                </a:lnTo>
                <a:lnTo>
                  <a:pt x="2323613" y="103033"/>
                </a:lnTo>
                <a:lnTo>
                  <a:pt x="2301571" y="103033"/>
                </a:lnTo>
                <a:lnTo>
                  <a:pt x="2273036" y="202135"/>
                </a:lnTo>
                <a:cubicBezTo>
                  <a:pt x="2271213" y="208287"/>
                  <a:pt x="2270303" y="212957"/>
                  <a:pt x="2270303" y="216146"/>
                </a:cubicBezTo>
                <a:cubicBezTo>
                  <a:pt x="2270303" y="217627"/>
                  <a:pt x="2270815" y="218937"/>
                  <a:pt x="2271840" y="220076"/>
                </a:cubicBezTo>
                <a:cubicBezTo>
                  <a:pt x="2272866" y="221101"/>
                  <a:pt x="2274005" y="221614"/>
                  <a:pt x="2275257" y="221614"/>
                </a:cubicBezTo>
                <a:cubicBezTo>
                  <a:pt x="2277194" y="221614"/>
                  <a:pt x="2279188" y="220816"/>
                  <a:pt x="2281238" y="219222"/>
                </a:cubicBezTo>
                <a:cubicBezTo>
                  <a:pt x="2286477" y="215235"/>
                  <a:pt x="2292572" y="208287"/>
                  <a:pt x="2299521" y="198376"/>
                </a:cubicBezTo>
                <a:lnTo>
                  <a:pt x="2305501" y="202135"/>
                </a:lnTo>
                <a:cubicBezTo>
                  <a:pt x="2297641" y="215804"/>
                  <a:pt x="2288984" y="225828"/>
                  <a:pt x="2279530" y="232208"/>
                </a:cubicBezTo>
                <a:cubicBezTo>
                  <a:pt x="2270074" y="238587"/>
                  <a:pt x="2260791" y="241776"/>
                  <a:pt x="2251678" y="241776"/>
                </a:cubicBezTo>
                <a:cubicBezTo>
                  <a:pt x="2243932" y="241776"/>
                  <a:pt x="2237895" y="239840"/>
                  <a:pt x="2233566" y="235967"/>
                </a:cubicBezTo>
                <a:cubicBezTo>
                  <a:pt x="2229352" y="231980"/>
                  <a:pt x="2227244" y="226967"/>
                  <a:pt x="2227244" y="220931"/>
                </a:cubicBezTo>
                <a:cubicBezTo>
                  <a:pt x="2227244" y="214323"/>
                  <a:pt x="2228725" y="205837"/>
                  <a:pt x="2231686" y="195472"/>
                </a:cubicBezTo>
                <a:lnTo>
                  <a:pt x="2258684" y="103033"/>
                </a:lnTo>
                <a:lnTo>
                  <a:pt x="2235446" y="103033"/>
                </a:lnTo>
                <a:lnTo>
                  <a:pt x="2238863" y="90389"/>
                </a:lnTo>
                <a:cubicBezTo>
                  <a:pt x="2253444" y="85035"/>
                  <a:pt x="2265746" y="78770"/>
                  <a:pt x="2275770" y="71593"/>
                </a:cubicBezTo>
                <a:cubicBezTo>
                  <a:pt x="2285794" y="64417"/>
                  <a:pt x="2297869" y="52855"/>
                  <a:pt x="2311994" y="36907"/>
                </a:cubicBezTo>
                <a:lnTo>
                  <a:pt x="2320879" y="36907"/>
                </a:lnTo>
                <a:moveTo>
                  <a:pt x="2485594" y="80991"/>
                </a:moveTo>
                <a:lnTo>
                  <a:pt x="2452446" y="194617"/>
                </a:lnTo>
                <a:lnTo>
                  <a:pt x="2449029" y="208457"/>
                </a:lnTo>
                <a:cubicBezTo>
                  <a:pt x="2448687" y="210166"/>
                  <a:pt x="2448516" y="211419"/>
                  <a:pt x="2448516" y="212216"/>
                </a:cubicBezTo>
                <a:cubicBezTo>
                  <a:pt x="2448516" y="213583"/>
                  <a:pt x="2448972" y="214779"/>
                  <a:pt x="2449883" y="215804"/>
                </a:cubicBezTo>
                <a:cubicBezTo>
                  <a:pt x="2450908" y="216830"/>
                  <a:pt x="2451934" y="217342"/>
                  <a:pt x="2452959" y="217342"/>
                </a:cubicBezTo>
                <a:cubicBezTo>
                  <a:pt x="2455351" y="217342"/>
                  <a:pt x="2458655" y="215520"/>
                  <a:pt x="2462869" y="211875"/>
                </a:cubicBezTo>
                <a:cubicBezTo>
                  <a:pt x="2464578" y="210394"/>
                  <a:pt x="2468679" y="205154"/>
                  <a:pt x="2475171" y="196155"/>
                </a:cubicBezTo>
                <a:lnTo>
                  <a:pt x="2481152" y="199231"/>
                </a:lnTo>
                <a:cubicBezTo>
                  <a:pt x="2473064" y="214039"/>
                  <a:pt x="2464406" y="224860"/>
                  <a:pt x="2455180" y="231695"/>
                </a:cubicBezTo>
                <a:cubicBezTo>
                  <a:pt x="2446067" y="238416"/>
                  <a:pt x="2436214" y="241776"/>
                  <a:pt x="2425620" y="241776"/>
                </a:cubicBezTo>
                <a:cubicBezTo>
                  <a:pt x="2419127" y="241776"/>
                  <a:pt x="2414172" y="240124"/>
                  <a:pt x="2410755" y="236821"/>
                </a:cubicBezTo>
                <a:cubicBezTo>
                  <a:pt x="2407337" y="233404"/>
                  <a:pt x="2405629" y="229132"/>
                  <a:pt x="2405629" y="224006"/>
                </a:cubicBezTo>
                <a:cubicBezTo>
                  <a:pt x="2405629" y="219563"/>
                  <a:pt x="2407451" y="211305"/>
                  <a:pt x="2411096" y="199231"/>
                </a:cubicBezTo>
                <a:lnTo>
                  <a:pt x="2415197" y="185390"/>
                </a:lnTo>
                <a:cubicBezTo>
                  <a:pt x="2401984" y="208058"/>
                  <a:pt x="2389283" y="224120"/>
                  <a:pt x="2377094" y="233575"/>
                </a:cubicBezTo>
                <a:cubicBezTo>
                  <a:pt x="2370032" y="239043"/>
                  <a:pt x="2362513" y="241776"/>
                  <a:pt x="2354540" y="241776"/>
                </a:cubicBezTo>
                <a:cubicBezTo>
                  <a:pt x="2344060" y="241776"/>
                  <a:pt x="2336484" y="237504"/>
                  <a:pt x="2331815" y="228961"/>
                </a:cubicBezTo>
                <a:cubicBezTo>
                  <a:pt x="2327144" y="220304"/>
                  <a:pt x="2324809" y="210565"/>
                  <a:pt x="2324809" y="199743"/>
                </a:cubicBezTo>
                <a:cubicBezTo>
                  <a:pt x="2324809" y="183682"/>
                  <a:pt x="2329707" y="165285"/>
                  <a:pt x="2339503" y="144553"/>
                </a:cubicBezTo>
                <a:cubicBezTo>
                  <a:pt x="2349300" y="123707"/>
                  <a:pt x="2362172" y="106962"/>
                  <a:pt x="2378119" y="94318"/>
                </a:cubicBezTo>
                <a:cubicBezTo>
                  <a:pt x="2391219" y="83838"/>
                  <a:pt x="2403521" y="78599"/>
                  <a:pt x="2415026" y="78599"/>
                </a:cubicBezTo>
                <a:cubicBezTo>
                  <a:pt x="2421406" y="78599"/>
                  <a:pt x="2426531" y="80478"/>
                  <a:pt x="2430404" y="84238"/>
                </a:cubicBezTo>
                <a:cubicBezTo>
                  <a:pt x="2434277" y="87882"/>
                  <a:pt x="2437125" y="94603"/>
                  <a:pt x="2438948" y="104399"/>
                </a:cubicBezTo>
                <a:lnTo>
                  <a:pt x="2445099" y="83383"/>
                </a:lnTo>
                <a:lnTo>
                  <a:pt x="2485594" y="80991"/>
                </a:lnTo>
                <a:moveTo>
                  <a:pt x="2430917" y="113455"/>
                </a:moveTo>
                <a:cubicBezTo>
                  <a:pt x="2430917" y="104228"/>
                  <a:pt x="2429493" y="97565"/>
                  <a:pt x="2426645" y="93464"/>
                </a:cubicBezTo>
                <a:cubicBezTo>
                  <a:pt x="2424595" y="90616"/>
                  <a:pt x="2421804" y="89192"/>
                  <a:pt x="2418273" y="89192"/>
                </a:cubicBezTo>
                <a:cubicBezTo>
                  <a:pt x="2414742" y="89192"/>
                  <a:pt x="2411096" y="90901"/>
                  <a:pt x="2407337" y="94318"/>
                </a:cubicBezTo>
                <a:cubicBezTo>
                  <a:pt x="2399706" y="101381"/>
                  <a:pt x="2391447" y="115733"/>
                  <a:pt x="2382562" y="137377"/>
                </a:cubicBezTo>
                <a:cubicBezTo>
                  <a:pt x="2373791" y="158906"/>
                  <a:pt x="2369405" y="177531"/>
                  <a:pt x="2369405" y="193250"/>
                </a:cubicBezTo>
                <a:cubicBezTo>
                  <a:pt x="2369405" y="199287"/>
                  <a:pt x="2370373" y="203673"/>
                  <a:pt x="2372310" y="206407"/>
                </a:cubicBezTo>
                <a:cubicBezTo>
                  <a:pt x="2374360" y="209027"/>
                  <a:pt x="2376581" y="210337"/>
                  <a:pt x="2378974" y="210337"/>
                </a:cubicBezTo>
                <a:cubicBezTo>
                  <a:pt x="2384100" y="210337"/>
                  <a:pt x="2389283" y="207375"/>
                  <a:pt x="2394523" y="201452"/>
                </a:cubicBezTo>
                <a:cubicBezTo>
                  <a:pt x="2402040" y="193022"/>
                  <a:pt x="2408818" y="182713"/>
                  <a:pt x="2414856" y="170525"/>
                </a:cubicBezTo>
                <a:cubicBezTo>
                  <a:pt x="2425563" y="149109"/>
                  <a:pt x="2430917" y="130087"/>
                  <a:pt x="2430917" y="113455"/>
                </a:cubicBezTo>
                <a:moveTo>
                  <a:pt x="2593240" y="36907"/>
                </a:moveTo>
                <a:lnTo>
                  <a:pt x="2579571" y="83383"/>
                </a:lnTo>
                <a:lnTo>
                  <a:pt x="2601954" y="83383"/>
                </a:lnTo>
                <a:lnTo>
                  <a:pt x="2595974" y="103033"/>
                </a:lnTo>
                <a:lnTo>
                  <a:pt x="2573933" y="103033"/>
                </a:lnTo>
                <a:lnTo>
                  <a:pt x="2545398" y="202135"/>
                </a:lnTo>
                <a:cubicBezTo>
                  <a:pt x="2543575" y="208287"/>
                  <a:pt x="2542663" y="212957"/>
                  <a:pt x="2542663" y="216146"/>
                </a:cubicBezTo>
                <a:cubicBezTo>
                  <a:pt x="2542663" y="217627"/>
                  <a:pt x="2543177" y="218937"/>
                  <a:pt x="2544201" y="220076"/>
                </a:cubicBezTo>
                <a:cubicBezTo>
                  <a:pt x="2545226" y="221101"/>
                  <a:pt x="2546365" y="221614"/>
                  <a:pt x="2547619" y="221614"/>
                </a:cubicBezTo>
                <a:cubicBezTo>
                  <a:pt x="2549555" y="221614"/>
                  <a:pt x="2551548" y="220816"/>
                  <a:pt x="2553599" y="219222"/>
                </a:cubicBezTo>
                <a:cubicBezTo>
                  <a:pt x="2558839" y="215235"/>
                  <a:pt x="2564933" y="208287"/>
                  <a:pt x="2571882" y="198376"/>
                </a:cubicBezTo>
                <a:lnTo>
                  <a:pt x="2577862" y="202135"/>
                </a:lnTo>
                <a:cubicBezTo>
                  <a:pt x="2570002" y="215804"/>
                  <a:pt x="2561345" y="225828"/>
                  <a:pt x="2551890" y="232208"/>
                </a:cubicBezTo>
                <a:cubicBezTo>
                  <a:pt x="2542436" y="238587"/>
                  <a:pt x="2533152" y="241776"/>
                  <a:pt x="2524039" y="241776"/>
                </a:cubicBezTo>
                <a:cubicBezTo>
                  <a:pt x="2516293" y="241776"/>
                  <a:pt x="2510256" y="239840"/>
                  <a:pt x="2505927" y="235967"/>
                </a:cubicBezTo>
                <a:cubicBezTo>
                  <a:pt x="2501713" y="231980"/>
                  <a:pt x="2499605" y="226967"/>
                  <a:pt x="2499605" y="220931"/>
                </a:cubicBezTo>
                <a:cubicBezTo>
                  <a:pt x="2499605" y="214323"/>
                  <a:pt x="2501086" y="205837"/>
                  <a:pt x="2504048" y="195472"/>
                </a:cubicBezTo>
                <a:lnTo>
                  <a:pt x="2531045" y="103033"/>
                </a:lnTo>
                <a:lnTo>
                  <a:pt x="2507806" y="103033"/>
                </a:lnTo>
                <a:lnTo>
                  <a:pt x="2511224" y="90389"/>
                </a:lnTo>
                <a:cubicBezTo>
                  <a:pt x="2525805" y="85035"/>
                  <a:pt x="2538107" y="78770"/>
                  <a:pt x="2548131" y="71593"/>
                </a:cubicBezTo>
                <a:cubicBezTo>
                  <a:pt x="2558155" y="64417"/>
                  <a:pt x="2570230" y="52855"/>
                  <a:pt x="2584355" y="36907"/>
                </a:cubicBezTo>
                <a:lnTo>
                  <a:pt x="2593240" y="36907"/>
                </a:lnTo>
                <a:moveTo>
                  <a:pt x="2668934" y="0"/>
                </a:moveTo>
                <a:cubicBezTo>
                  <a:pt x="2675997" y="0"/>
                  <a:pt x="2681920" y="2449"/>
                  <a:pt x="2686704" y="7347"/>
                </a:cubicBezTo>
                <a:cubicBezTo>
                  <a:pt x="2691602" y="12245"/>
                  <a:pt x="2694051" y="18169"/>
                  <a:pt x="2694051" y="25118"/>
                </a:cubicBezTo>
                <a:cubicBezTo>
                  <a:pt x="2694051" y="32066"/>
                  <a:pt x="2691602" y="37989"/>
                  <a:pt x="2686704" y="42888"/>
                </a:cubicBezTo>
                <a:cubicBezTo>
                  <a:pt x="2681806" y="47786"/>
                  <a:pt x="2675882" y="50235"/>
                  <a:pt x="2668934" y="50235"/>
                </a:cubicBezTo>
                <a:cubicBezTo>
                  <a:pt x="2662099" y="50235"/>
                  <a:pt x="2656233" y="47786"/>
                  <a:pt x="2651335" y="42888"/>
                </a:cubicBezTo>
                <a:cubicBezTo>
                  <a:pt x="2646436" y="37989"/>
                  <a:pt x="2643987" y="32066"/>
                  <a:pt x="2643987" y="25118"/>
                </a:cubicBezTo>
                <a:cubicBezTo>
                  <a:pt x="2643987" y="18169"/>
                  <a:pt x="2646380" y="12245"/>
                  <a:pt x="2651164" y="7347"/>
                </a:cubicBezTo>
                <a:cubicBezTo>
                  <a:pt x="2656062" y="2449"/>
                  <a:pt x="2661985" y="0"/>
                  <a:pt x="2668934" y="0"/>
                </a:cubicBezTo>
                <a:moveTo>
                  <a:pt x="2679528" y="78599"/>
                </a:moveTo>
                <a:lnTo>
                  <a:pt x="2644500" y="200085"/>
                </a:lnTo>
                <a:cubicBezTo>
                  <a:pt x="2642564" y="207033"/>
                  <a:pt x="2641595" y="211589"/>
                  <a:pt x="2641595" y="213754"/>
                </a:cubicBezTo>
                <a:cubicBezTo>
                  <a:pt x="2641595" y="215007"/>
                  <a:pt x="2642108" y="216203"/>
                  <a:pt x="2643133" y="217342"/>
                </a:cubicBezTo>
                <a:cubicBezTo>
                  <a:pt x="2644158" y="218367"/>
                  <a:pt x="2645240" y="218880"/>
                  <a:pt x="2646380" y="218880"/>
                </a:cubicBezTo>
                <a:cubicBezTo>
                  <a:pt x="2648316" y="218880"/>
                  <a:pt x="2650253" y="218026"/>
                  <a:pt x="2652189" y="216317"/>
                </a:cubicBezTo>
                <a:cubicBezTo>
                  <a:pt x="2657315" y="212102"/>
                  <a:pt x="2663466" y="204470"/>
                  <a:pt x="2670643" y="193421"/>
                </a:cubicBezTo>
                <a:lnTo>
                  <a:pt x="2676452" y="196838"/>
                </a:lnTo>
                <a:cubicBezTo>
                  <a:pt x="2659252" y="226797"/>
                  <a:pt x="2640969" y="241776"/>
                  <a:pt x="2621604" y="241776"/>
                </a:cubicBezTo>
                <a:cubicBezTo>
                  <a:pt x="2614199" y="241776"/>
                  <a:pt x="2608276" y="239726"/>
                  <a:pt x="2603833" y="235625"/>
                </a:cubicBezTo>
                <a:cubicBezTo>
                  <a:pt x="2599505" y="231410"/>
                  <a:pt x="2597341" y="226114"/>
                  <a:pt x="2597341" y="219734"/>
                </a:cubicBezTo>
                <a:cubicBezTo>
                  <a:pt x="2597341" y="215520"/>
                  <a:pt x="2598309" y="210166"/>
                  <a:pt x="2600245" y="203673"/>
                </a:cubicBezTo>
                <a:lnTo>
                  <a:pt x="2623996" y="121999"/>
                </a:lnTo>
                <a:cubicBezTo>
                  <a:pt x="2626274" y="114139"/>
                  <a:pt x="2627414" y="108216"/>
                  <a:pt x="2627414" y="104228"/>
                </a:cubicBezTo>
                <a:cubicBezTo>
                  <a:pt x="2627414" y="101723"/>
                  <a:pt x="2626331" y="99501"/>
                  <a:pt x="2624167" y="97565"/>
                </a:cubicBezTo>
                <a:cubicBezTo>
                  <a:pt x="2622002" y="95628"/>
                  <a:pt x="2619041" y="94660"/>
                  <a:pt x="2615282" y="94660"/>
                </a:cubicBezTo>
                <a:cubicBezTo>
                  <a:pt x="2613573" y="94660"/>
                  <a:pt x="2611523" y="94717"/>
                  <a:pt x="2609131" y="94831"/>
                </a:cubicBezTo>
                <a:lnTo>
                  <a:pt x="2611352" y="87996"/>
                </a:lnTo>
                <a:lnTo>
                  <a:pt x="2669276" y="78599"/>
                </a:lnTo>
                <a:lnTo>
                  <a:pt x="2679528" y="78599"/>
                </a:lnTo>
                <a:moveTo>
                  <a:pt x="2802723" y="78599"/>
                </a:moveTo>
                <a:cubicBezTo>
                  <a:pt x="2811721" y="78599"/>
                  <a:pt x="2820151" y="80706"/>
                  <a:pt x="2828011" y="84921"/>
                </a:cubicBezTo>
                <a:cubicBezTo>
                  <a:pt x="2835984" y="89021"/>
                  <a:pt x="2841965" y="94774"/>
                  <a:pt x="2845951" y="102178"/>
                </a:cubicBezTo>
                <a:cubicBezTo>
                  <a:pt x="2850052" y="109582"/>
                  <a:pt x="2852103" y="117784"/>
                  <a:pt x="2852103" y="126783"/>
                </a:cubicBezTo>
                <a:cubicBezTo>
                  <a:pt x="2852103" y="145237"/>
                  <a:pt x="2846920" y="163690"/>
                  <a:pt x="2836554" y="182144"/>
                </a:cubicBezTo>
                <a:cubicBezTo>
                  <a:pt x="2826302" y="200597"/>
                  <a:pt x="2812746" y="215178"/>
                  <a:pt x="2795887" y="225886"/>
                </a:cubicBezTo>
                <a:cubicBezTo>
                  <a:pt x="2779029" y="236479"/>
                  <a:pt x="2762056" y="241776"/>
                  <a:pt x="2744970" y="241776"/>
                </a:cubicBezTo>
                <a:cubicBezTo>
                  <a:pt x="2729477" y="241776"/>
                  <a:pt x="2717460" y="237163"/>
                  <a:pt x="2708917" y="227936"/>
                </a:cubicBezTo>
                <a:cubicBezTo>
                  <a:pt x="2700487" y="218709"/>
                  <a:pt x="2696272" y="207432"/>
                  <a:pt x="2696272" y="194104"/>
                </a:cubicBezTo>
                <a:cubicBezTo>
                  <a:pt x="2696272" y="178271"/>
                  <a:pt x="2699405" y="163462"/>
                  <a:pt x="2705670" y="149679"/>
                </a:cubicBezTo>
                <a:cubicBezTo>
                  <a:pt x="2712049" y="135782"/>
                  <a:pt x="2720080" y="123707"/>
                  <a:pt x="2729762" y="113455"/>
                </a:cubicBezTo>
                <a:cubicBezTo>
                  <a:pt x="2739559" y="103089"/>
                  <a:pt x="2750779" y="94717"/>
                  <a:pt x="2763423" y="88338"/>
                </a:cubicBezTo>
                <a:cubicBezTo>
                  <a:pt x="2776067" y="81845"/>
                  <a:pt x="2789167" y="78599"/>
                  <a:pt x="2802723" y="78599"/>
                </a:cubicBezTo>
                <a:moveTo>
                  <a:pt x="2795717" y="87655"/>
                </a:moveTo>
                <a:cubicBezTo>
                  <a:pt x="2789680" y="87655"/>
                  <a:pt x="2784667" y="89421"/>
                  <a:pt x="2780680" y="92952"/>
                </a:cubicBezTo>
                <a:cubicBezTo>
                  <a:pt x="2772707" y="100128"/>
                  <a:pt x="2763707" y="116930"/>
                  <a:pt x="2753684" y="143357"/>
                </a:cubicBezTo>
                <a:cubicBezTo>
                  <a:pt x="2743660" y="169670"/>
                  <a:pt x="2738648" y="193421"/>
                  <a:pt x="2738648" y="214609"/>
                </a:cubicBezTo>
                <a:cubicBezTo>
                  <a:pt x="2738648" y="219848"/>
                  <a:pt x="2740242" y="224177"/>
                  <a:pt x="2743432" y="227594"/>
                </a:cubicBezTo>
                <a:cubicBezTo>
                  <a:pt x="2746621" y="231011"/>
                  <a:pt x="2750380" y="232720"/>
                  <a:pt x="2754709" y="232720"/>
                </a:cubicBezTo>
                <a:cubicBezTo>
                  <a:pt x="2759151" y="232720"/>
                  <a:pt x="2763082" y="231353"/>
                  <a:pt x="2766499" y="228619"/>
                </a:cubicBezTo>
                <a:cubicBezTo>
                  <a:pt x="2771511" y="224519"/>
                  <a:pt x="2777662" y="215349"/>
                  <a:pt x="2784953" y="201110"/>
                </a:cubicBezTo>
                <a:cubicBezTo>
                  <a:pt x="2792242" y="186757"/>
                  <a:pt x="2798223" y="170980"/>
                  <a:pt x="2802893" y="153780"/>
                </a:cubicBezTo>
                <a:cubicBezTo>
                  <a:pt x="2807564" y="136465"/>
                  <a:pt x="2809899" y="120632"/>
                  <a:pt x="2809899" y="106279"/>
                </a:cubicBezTo>
                <a:cubicBezTo>
                  <a:pt x="2809899" y="100355"/>
                  <a:pt x="2808475" y="95799"/>
                  <a:pt x="2805627" y="92610"/>
                </a:cubicBezTo>
                <a:cubicBezTo>
                  <a:pt x="2802780" y="89306"/>
                  <a:pt x="2799476" y="87655"/>
                  <a:pt x="2795717" y="87655"/>
                </a:cubicBezTo>
                <a:moveTo>
                  <a:pt x="2956160" y="78599"/>
                </a:moveTo>
                <a:lnTo>
                  <a:pt x="2934973" y="151900"/>
                </a:lnTo>
                <a:cubicBezTo>
                  <a:pt x="2949212" y="130485"/>
                  <a:pt x="2959862" y="115848"/>
                  <a:pt x="2966925" y="107988"/>
                </a:cubicBezTo>
                <a:cubicBezTo>
                  <a:pt x="2977290" y="96596"/>
                  <a:pt x="2986233" y="88850"/>
                  <a:pt x="2993751" y="84750"/>
                </a:cubicBezTo>
                <a:cubicBezTo>
                  <a:pt x="3001269" y="80649"/>
                  <a:pt x="3008331" y="78599"/>
                  <a:pt x="3014939" y="78599"/>
                </a:cubicBezTo>
                <a:cubicBezTo>
                  <a:pt x="3020862" y="78599"/>
                  <a:pt x="3025931" y="80820"/>
                  <a:pt x="3030146" y="85262"/>
                </a:cubicBezTo>
                <a:cubicBezTo>
                  <a:pt x="3034360" y="89591"/>
                  <a:pt x="3036468" y="95287"/>
                  <a:pt x="3036468" y="102349"/>
                </a:cubicBezTo>
                <a:cubicBezTo>
                  <a:pt x="3036468" y="108728"/>
                  <a:pt x="3035100" y="116474"/>
                  <a:pt x="3032367" y="125587"/>
                </a:cubicBezTo>
                <a:lnTo>
                  <a:pt x="3010496" y="198547"/>
                </a:lnTo>
                <a:cubicBezTo>
                  <a:pt x="3008673" y="204926"/>
                  <a:pt x="3007762" y="209084"/>
                  <a:pt x="3007762" y="211020"/>
                </a:cubicBezTo>
                <a:cubicBezTo>
                  <a:pt x="3007762" y="212160"/>
                  <a:pt x="3008161" y="213184"/>
                  <a:pt x="3008958" y="214096"/>
                </a:cubicBezTo>
                <a:cubicBezTo>
                  <a:pt x="3009870" y="215007"/>
                  <a:pt x="3010781" y="215463"/>
                  <a:pt x="3011692" y="215463"/>
                </a:cubicBezTo>
                <a:cubicBezTo>
                  <a:pt x="3012831" y="215463"/>
                  <a:pt x="3014027" y="215007"/>
                  <a:pt x="3015280" y="214096"/>
                </a:cubicBezTo>
                <a:cubicBezTo>
                  <a:pt x="3019268" y="210792"/>
                  <a:pt x="3023311" y="206122"/>
                  <a:pt x="3027412" y="200085"/>
                </a:cubicBezTo>
                <a:cubicBezTo>
                  <a:pt x="3028436" y="198490"/>
                  <a:pt x="3030089" y="196098"/>
                  <a:pt x="3032367" y="192909"/>
                </a:cubicBezTo>
                <a:lnTo>
                  <a:pt x="3038860" y="196838"/>
                </a:lnTo>
                <a:cubicBezTo>
                  <a:pt x="3022114" y="224974"/>
                  <a:pt x="3004516" y="239043"/>
                  <a:pt x="2986062" y="239043"/>
                </a:cubicBezTo>
                <a:cubicBezTo>
                  <a:pt x="2979000" y="239043"/>
                  <a:pt x="2973475" y="237220"/>
                  <a:pt x="2969488" y="233575"/>
                </a:cubicBezTo>
                <a:cubicBezTo>
                  <a:pt x="2965501" y="229929"/>
                  <a:pt x="2963507" y="225373"/>
                  <a:pt x="2963507" y="219905"/>
                </a:cubicBezTo>
                <a:cubicBezTo>
                  <a:pt x="2963507" y="215121"/>
                  <a:pt x="2964875" y="208001"/>
                  <a:pt x="2967608" y="198547"/>
                </a:cubicBezTo>
                <a:lnTo>
                  <a:pt x="2988967" y="125587"/>
                </a:lnTo>
                <a:cubicBezTo>
                  <a:pt x="2990448" y="120803"/>
                  <a:pt x="2991188" y="117272"/>
                  <a:pt x="2991188" y="114993"/>
                </a:cubicBezTo>
                <a:cubicBezTo>
                  <a:pt x="2991188" y="113740"/>
                  <a:pt x="2990675" y="112658"/>
                  <a:pt x="2989651" y="111747"/>
                </a:cubicBezTo>
                <a:cubicBezTo>
                  <a:pt x="2988625" y="110721"/>
                  <a:pt x="2987429" y="110209"/>
                  <a:pt x="2986062" y="110209"/>
                </a:cubicBezTo>
                <a:cubicBezTo>
                  <a:pt x="2981733" y="110209"/>
                  <a:pt x="2976493" y="113171"/>
                  <a:pt x="2970343" y="119094"/>
                </a:cubicBezTo>
                <a:cubicBezTo>
                  <a:pt x="2954622" y="134130"/>
                  <a:pt x="2939415" y="156514"/>
                  <a:pt x="2924721" y="186245"/>
                </a:cubicBezTo>
                <a:lnTo>
                  <a:pt x="2910710" y="236992"/>
                </a:lnTo>
                <a:lnTo>
                  <a:pt x="2867139" y="236992"/>
                </a:lnTo>
                <a:lnTo>
                  <a:pt x="2899091" y="127296"/>
                </a:lnTo>
                <a:cubicBezTo>
                  <a:pt x="2902167" y="116474"/>
                  <a:pt x="2903704" y="108785"/>
                  <a:pt x="2903704" y="104228"/>
                </a:cubicBezTo>
                <a:cubicBezTo>
                  <a:pt x="2903704" y="102292"/>
                  <a:pt x="2903249" y="100697"/>
                  <a:pt x="2902337" y="99445"/>
                </a:cubicBezTo>
                <a:cubicBezTo>
                  <a:pt x="2901426" y="98077"/>
                  <a:pt x="2899946" y="97052"/>
                  <a:pt x="2897895" y="96369"/>
                </a:cubicBezTo>
                <a:cubicBezTo>
                  <a:pt x="2895845" y="95572"/>
                  <a:pt x="2891972" y="95173"/>
                  <a:pt x="2886276" y="95173"/>
                </a:cubicBezTo>
                <a:lnTo>
                  <a:pt x="2888156" y="88680"/>
                </a:lnTo>
                <a:lnTo>
                  <a:pt x="2945737" y="78599"/>
                </a:lnTo>
                <a:lnTo>
                  <a:pt x="2956160" y="7859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3" name="path-4691">
            <a:extLst xmlns:a="http://schemas.openxmlformats.org/drawingml/2006/main">
              <a:ext uri="{FF2B5EF4-FFF2-40B4-BE49-F238E27FC236}">
                <a16:creationId xmlns:a16="http://schemas.microsoft.com/office/drawing/2014/main" id="{1E99DEE8-466C-4EE0-8EAC-34A97BDE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185" y="6546225"/>
            <a:ext cx="1427617" cy="867345"/>
          </a:xfrm>
          <a:custGeom xmlns:a="http://schemas.openxmlformats.org/drawingml/2006/main">
            <a:pathLst>
              <a:path w="1220166" h="741309">
                <a:moveTo>
                  <a:pt x="1220166" y="732100"/>
                </a:moveTo>
                <a:lnTo>
                  <a:pt x="1220166" y="741309"/>
                </a:lnTo>
                <a:lnTo>
                  <a:pt x="1184626" y="741309"/>
                </a:lnTo>
                <a:lnTo>
                  <a:pt x="1184626" y="732100"/>
                </a:lnTo>
                <a:lnTo>
                  <a:pt x="1184626" y="722891"/>
                </a:lnTo>
                <a:lnTo>
                  <a:pt x="1220166" y="722891"/>
                </a:lnTo>
                <a:lnTo>
                  <a:pt x="1220166" y="732100"/>
                </a:lnTo>
                <a:moveTo>
                  <a:pt x="1113546" y="732100"/>
                </a:moveTo>
                <a:lnTo>
                  <a:pt x="1113546" y="741309"/>
                </a:lnTo>
                <a:lnTo>
                  <a:pt x="1042465" y="741309"/>
                </a:lnTo>
                <a:lnTo>
                  <a:pt x="1042465" y="732100"/>
                </a:lnTo>
                <a:lnTo>
                  <a:pt x="1042465" y="722891"/>
                </a:lnTo>
                <a:lnTo>
                  <a:pt x="1113546" y="722891"/>
                </a:lnTo>
                <a:lnTo>
                  <a:pt x="1113546" y="732100"/>
                </a:lnTo>
                <a:moveTo>
                  <a:pt x="971384" y="732100"/>
                </a:moveTo>
                <a:lnTo>
                  <a:pt x="971384" y="741309"/>
                </a:lnTo>
                <a:lnTo>
                  <a:pt x="900304" y="741309"/>
                </a:lnTo>
                <a:lnTo>
                  <a:pt x="900304" y="732100"/>
                </a:lnTo>
                <a:lnTo>
                  <a:pt x="900304" y="722891"/>
                </a:lnTo>
                <a:lnTo>
                  <a:pt x="971384" y="722891"/>
                </a:lnTo>
                <a:lnTo>
                  <a:pt x="971384" y="732100"/>
                </a:lnTo>
                <a:moveTo>
                  <a:pt x="829223" y="732100"/>
                </a:moveTo>
                <a:lnTo>
                  <a:pt x="829223" y="741309"/>
                </a:lnTo>
                <a:lnTo>
                  <a:pt x="758143" y="741309"/>
                </a:lnTo>
                <a:lnTo>
                  <a:pt x="758143" y="732100"/>
                </a:lnTo>
                <a:lnTo>
                  <a:pt x="758143" y="722891"/>
                </a:lnTo>
                <a:lnTo>
                  <a:pt x="829223" y="722891"/>
                </a:lnTo>
                <a:lnTo>
                  <a:pt x="829223" y="732100"/>
                </a:lnTo>
                <a:moveTo>
                  <a:pt x="687063" y="732100"/>
                </a:moveTo>
                <a:lnTo>
                  <a:pt x="687063" y="741309"/>
                </a:lnTo>
                <a:lnTo>
                  <a:pt x="615982" y="741309"/>
                </a:lnTo>
                <a:lnTo>
                  <a:pt x="615982" y="732100"/>
                </a:lnTo>
                <a:lnTo>
                  <a:pt x="615982" y="722891"/>
                </a:lnTo>
                <a:lnTo>
                  <a:pt x="687063" y="722891"/>
                </a:lnTo>
                <a:lnTo>
                  <a:pt x="687063" y="732100"/>
                </a:lnTo>
                <a:moveTo>
                  <a:pt x="544902" y="732100"/>
                </a:moveTo>
                <a:lnTo>
                  <a:pt x="544902" y="741309"/>
                </a:lnTo>
                <a:lnTo>
                  <a:pt x="473821" y="741309"/>
                </a:lnTo>
                <a:lnTo>
                  <a:pt x="473821" y="732100"/>
                </a:lnTo>
                <a:lnTo>
                  <a:pt x="473821" y="722891"/>
                </a:lnTo>
                <a:lnTo>
                  <a:pt x="544902" y="722891"/>
                </a:lnTo>
                <a:lnTo>
                  <a:pt x="544902" y="732100"/>
                </a:lnTo>
                <a:moveTo>
                  <a:pt x="402741" y="732100"/>
                </a:moveTo>
                <a:lnTo>
                  <a:pt x="402741" y="741309"/>
                </a:lnTo>
                <a:lnTo>
                  <a:pt x="331661" y="741309"/>
                </a:lnTo>
                <a:lnTo>
                  <a:pt x="331661" y="732100"/>
                </a:lnTo>
                <a:lnTo>
                  <a:pt x="331661" y="722891"/>
                </a:lnTo>
                <a:lnTo>
                  <a:pt x="402741" y="722891"/>
                </a:lnTo>
                <a:lnTo>
                  <a:pt x="402741" y="732100"/>
                </a:lnTo>
                <a:moveTo>
                  <a:pt x="260580" y="732100"/>
                </a:moveTo>
                <a:lnTo>
                  <a:pt x="260580" y="741309"/>
                </a:lnTo>
                <a:lnTo>
                  <a:pt x="189500" y="741309"/>
                </a:lnTo>
                <a:lnTo>
                  <a:pt x="189500" y="732100"/>
                </a:lnTo>
                <a:lnTo>
                  <a:pt x="189500" y="722891"/>
                </a:lnTo>
                <a:lnTo>
                  <a:pt x="260580" y="722891"/>
                </a:lnTo>
                <a:lnTo>
                  <a:pt x="260580" y="732100"/>
                </a:lnTo>
                <a:moveTo>
                  <a:pt x="118420" y="732100"/>
                </a:moveTo>
                <a:lnTo>
                  <a:pt x="118420" y="741309"/>
                </a:lnTo>
                <a:lnTo>
                  <a:pt x="82879" y="741309"/>
                </a:lnTo>
                <a:lnTo>
                  <a:pt x="82879" y="732100"/>
                </a:lnTo>
                <a:lnTo>
                  <a:pt x="82879" y="722891"/>
                </a:lnTo>
                <a:lnTo>
                  <a:pt x="118420" y="722891"/>
                </a:lnTo>
                <a:lnTo>
                  <a:pt x="118420" y="732100"/>
                </a:lnTo>
                <a:moveTo>
                  <a:pt x="82879" y="732100"/>
                </a:moveTo>
                <a:lnTo>
                  <a:pt x="82879" y="741309"/>
                </a:lnTo>
                <a:cubicBezTo>
                  <a:pt x="71658" y="741309"/>
                  <a:pt x="60936" y="739074"/>
                  <a:pt x="51151" y="735016"/>
                </a:cubicBezTo>
                <a:lnTo>
                  <a:pt x="54679" y="726510"/>
                </a:lnTo>
                <a:lnTo>
                  <a:pt x="58206" y="718004"/>
                </a:lnTo>
                <a:cubicBezTo>
                  <a:pt x="65794" y="721150"/>
                  <a:pt x="74122" y="722891"/>
                  <a:pt x="82879" y="722891"/>
                </a:cubicBezTo>
                <a:lnTo>
                  <a:pt x="82879" y="732100"/>
                </a:lnTo>
                <a:moveTo>
                  <a:pt x="14799" y="686630"/>
                </a:moveTo>
                <a:lnTo>
                  <a:pt x="6292" y="690157"/>
                </a:lnTo>
                <a:cubicBezTo>
                  <a:pt x="2235" y="680372"/>
                  <a:pt x="0" y="669650"/>
                  <a:pt x="0" y="658430"/>
                </a:cubicBezTo>
                <a:lnTo>
                  <a:pt x="9209" y="658430"/>
                </a:lnTo>
                <a:lnTo>
                  <a:pt x="18417" y="658430"/>
                </a:lnTo>
                <a:cubicBezTo>
                  <a:pt x="18417" y="667187"/>
                  <a:pt x="20159" y="675514"/>
                  <a:pt x="23305" y="683102"/>
                </a:cubicBezTo>
                <a:lnTo>
                  <a:pt x="14799" y="686630"/>
                </a:lnTo>
                <a:moveTo>
                  <a:pt x="9209" y="658430"/>
                </a:moveTo>
                <a:lnTo>
                  <a:pt x="0" y="658430"/>
                </a:lnTo>
                <a:lnTo>
                  <a:pt x="0" y="617277"/>
                </a:lnTo>
                <a:lnTo>
                  <a:pt x="9209" y="617277"/>
                </a:lnTo>
                <a:lnTo>
                  <a:pt x="18417" y="617277"/>
                </a:lnTo>
                <a:lnTo>
                  <a:pt x="18417" y="658430"/>
                </a:lnTo>
                <a:lnTo>
                  <a:pt x="9209" y="658430"/>
                </a:lnTo>
                <a:moveTo>
                  <a:pt x="9209" y="534974"/>
                </a:moveTo>
                <a:lnTo>
                  <a:pt x="0" y="534974"/>
                </a:lnTo>
                <a:lnTo>
                  <a:pt x="0" y="452670"/>
                </a:lnTo>
                <a:lnTo>
                  <a:pt x="9209" y="452670"/>
                </a:lnTo>
                <a:lnTo>
                  <a:pt x="18417" y="452670"/>
                </a:lnTo>
                <a:lnTo>
                  <a:pt x="18417" y="534974"/>
                </a:lnTo>
                <a:lnTo>
                  <a:pt x="9209" y="534974"/>
                </a:lnTo>
                <a:moveTo>
                  <a:pt x="9209" y="370366"/>
                </a:moveTo>
                <a:lnTo>
                  <a:pt x="0" y="370366"/>
                </a:lnTo>
                <a:lnTo>
                  <a:pt x="0" y="288063"/>
                </a:lnTo>
                <a:lnTo>
                  <a:pt x="9209" y="288063"/>
                </a:lnTo>
                <a:lnTo>
                  <a:pt x="18417" y="288063"/>
                </a:lnTo>
                <a:lnTo>
                  <a:pt x="18417" y="370366"/>
                </a:lnTo>
                <a:lnTo>
                  <a:pt x="9209" y="370366"/>
                </a:lnTo>
                <a:moveTo>
                  <a:pt x="9209" y="205760"/>
                </a:moveTo>
                <a:lnTo>
                  <a:pt x="0" y="205760"/>
                </a:lnTo>
                <a:lnTo>
                  <a:pt x="0" y="123455"/>
                </a:lnTo>
                <a:lnTo>
                  <a:pt x="9209" y="123455"/>
                </a:lnTo>
                <a:lnTo>
                  <a:pt x="18417" y="123455"/>
                </a:lnTo>
                <a:lnTo>
                  <a:pt x="18417" y="205760"/>
                </a:lnTo>
                <a:lnTo>
                  <a:pt x="9209" y="205760"/>
                </a:lnTo>
                <a:moveTo>
                  <a:pt x="9209" y="41152"/>
                </a:moveTo>
                <a:lnTo>
                  <a:pt x="0" y="41152"/>
                </a:lnTo>
                <a:lnTo>
                  <a:pt x="0" y="0"/>
                </a:lnTo>
                <a:lnTo>
                  <a:pt x="9209" y="0"/>
                </a:lnTo>
                <a:lnTo>
                  <a:pt x="18417" y="0"/>
                </a:lnTo>
                <a:lnTo>
                  <a:pt x="18417" y="41152"/>
                </a:lnTo>
                <a:lnTo>
                  <a:pt x="9209" y="41152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4" name="path-4692">
            <a:extLst xmlns:a="http://schemas.openxmlformats.org/drawingml/2006/main">
              <a:ext uri="{FF2B5EF4-FFF2-40B4-BE49-F238E27FC236}">
                <a16:creationId xmlns:a16="http://schemas.microsoft.com/office/drawing/2014/main" id="{66BB403B-3694-4574-BC1E-BE01A8E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53" y="6002115"/>
            <a:ext cx="344783" cy="1077446"/>
          </a:xfrm>
          <a:custGeom xmlns:a="http://schemas.openxmlformats.org/drawingml/2006/main">
            <a:pathLst>
              <a:path w="294682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6" y="0"/>
                </a:lnTo>
                <a:cubicBezTo>
                  <a:pt x="278190" y="0"/>
                  <a:pt x="294682" y="16492"/>
                  <a:pt x="294682" y="36835"/>
                </a:cubicBezTo>
                <a:lnTo>
                  <a:pt x="294682" y="884045"/>
                </a:lnTo>
                <a:cubicBezTo>
                  <a:pt x="294682" y="904388"/>
                  <a:pt x="278190" y="920880"/>
                  <a:pt x="257846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5" name="path-4693">
            <a:extLst xmlns:a="http://schemas.openxmlformats.org/drawingml/2006/main">
              <a:ext uri="{FF2B5EF4-FFF2-40B4-BE49-F238E27FC236}">
                <a16:creationId xmlns:a16="http://schemas.microsoft.com/office/drawing/2014/main" id="{592D1E24-5F99-45BE-8F57-8DF95CA7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53" y="6002115"/>
            <a:ext cx="344783" cy="1077446"/>
          </a:xfrm>
          <a:custGeom xmlns:a="http://schemas.openxmlformats.org/drawingml/2006/main">
            <a:pathLst>
              <a:path w="294682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5" y="920880"/>
                </a:lnTo>
                <a:lnTo>
                  <a:pt x="257846" y="920880"/>
                </a:lnTo>
                <a:lnTo>
                  <a:pt x="272184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2" y="884045"/>
                </a:lnTo>
                <a:lnTo>
                  <a:pt x="294682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4" y="2895"/>
                </a:lnTo>
                <a:lnTo>
                  <a:pt x="257846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49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49" y="893341"/>
                </a:lnTo>
                <a:lnTo>
                  <a:pt x="267142" y="899948"/>
                </a:lnTo>
                <a:lnTo>
                  <a:pt x="257846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7" y="884045"/>
                </a:lnTo>
                <a:lnTo>
                  <a:pt x="18417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6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6" name="path-4694">
            <a:extLst xmlns:a="http://schemas.openxmlformats.org/drawingml/2006/main">
              <a:ext uri="{FF2B5EF4-FFF2-40B4-BE49-F238E27FC236}">
                <a16:creationId xmlns:a16="http://schemas.microsoft.com/office/drawing/2014/main" id="{831553D7-48C3-47C8-A91F-19917D00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529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7" name="path-4695">
            <a:extLst xmlns:a="http://schemas.openxmlformats.org/drawingml/2006/main">
              <a:ext uri="{FF2B5EF4-FFF2-40B4-BE49-F238E27FC236}">
                <a16:creationId xmlns:a16="http://schemas.microsoft.com/office/drawing/2014/main" id="{6D5E49BC-6DDA-4752-AF34-B15E8D6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529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5" y="920880"/>
                </a:lnTo>
                <a:lnTo>
                  <a:pt x="257847" y="920880"/>
                </a:lnTo>
                <a:lnTo>
                  <a:pt x="272184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4" y="2895"/>
                </a:lnTo>
                <a:lnTo>
                  <a:pt x="257847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8" name="path-4696">
            <a:extLst xmlns:a="http://schemas.openxmlformats.org/drawingml/2006/main">
              <a:ext uri="{FF2B5EF4-FFF2-40B4-BE49-F238E27FC236}">
                <a16:creationId xmlns:a16="http://schemas.microsoft.com/office/drawing/2014/main" id="{9828BC7B-A855-4179-9D78-49B63429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606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9" name="path-4697">
            <a:extLst xmlns:a="http://schemas.openxmlformats.org/drawingml/2006/main">
              <a:ext uri="{FF2B5EF4-FFF2-40B4-BE49-F238E27FC236}">
                <a16:creationId xmlns:a16="http://schemas.microsoft.com/office/drawing/2014/main" id="{1A681855-4954-428E-ACAF-B980943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606" y="6002115"/>
            <a:ext cx="344783" cy="1077446"/>
          </a:xfrm>
          <a:custGeom xmlns:a="http://schemas.openxmlformats.org/drawingml/2006/main">
            <a:pathLst>
              <a:path w="294682" h="920880">
                <a:moveTo>
                  <a:pt x="2895" y="898383"/>
                </a:moveTo>
                <a:lnTo>
                  <a:pt x="10789" y="910091"/>
                </a:lnTo>
                <a:lnTo>
                  <a:pt x="22498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5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2" y="884045"/>
                </a:lnTo>
                <a:lnTo>
                  <a:pt x="294682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5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8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0" name="path-4698">
            <a:extLst xmlns:a="http://schemas.openxmlformats.org/drawingml/2006/main">
              <a:ext uri="{FF2B5EF4-FFF2-40B4-BE49-F238E27FC236}">
                <a16:creationId xmlns:a16="http://schemas.microsoft.com/office/drawing/2014/main" id="{B06770FC-2BE9-40F9-B65C-EC49F9A6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82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1" name="path-4699">
            <a:extLst xmlns:a="http://schemas.openxmlformats.org/drawingml/2006/main">
              <a:ext uri="{FF2B5EF4-FFF2-40B4-BE49-F238E27FC236}">
                <a16:creationId xmlns:a16="http://schemas.microsoft.com/office/drawing/2014/main" id="{D60AE933-68F5-4BBE-A99B-D31C3798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82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4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4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92" name="">
            <a:extLst xmlns:a="http://schemas.openxmlformats.org/drawingml/2006/main">
              <a:ext uri="{FF2B5EF4-FFF2-40B4-BE49-F238E27FC236}">
                <a16:creationId xmlns:a16="http://schemas.microsoft.com/office/drawing/2014/main" id="{A328151F-780A-4AB9-9DB3-B6A38C127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3c36509a54452"/>
          <a:stretch xmlns:a="http://schemas.openxmlformats.org/drawingml/2006/main"/>
        </p:blipFill>
        <p:spPr>
          <a:xfrm xmlns:a="http://schemas.openxmlformats.org/drawingml/2006/main">
            <a:off x="3205359" y="6353109"/>
            <a:ext cx="1092154" cy="1092154"/>
          </a:xfrm>
          <a:prstGeom xmlns:a="http://schemas.openxmlformats.org/drawingml/2006/main" prst="rect">
            <a:avLst/>
          </a:prstGeom>
        </p:spPr>
      </p:pic>
      <p:pic>
        <p:nvPicPr>
          <p:cNvPr id="4693" name="">
            <a:extLst xmlns:a="http://schemas.openxmlformats.org/drawingml/2006/main">
              <a:ext uri="{FF2B5EF4-FFF2-40B4-BE49-F238E27FC236}">
                <a16:creationId xmlns:a16="http://schemas.microsoft.com/office/drawing/2014/main" id="{193592F5-1171-4EAC-9035-FDBE5BA9D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7dcfe3e5d4bd6"/>
          <a:stretch xmlns:a="http://schemas.openxmlformats.org/drawingml/2006/main"/>
        </p:blipFill>
        <p:spPr>
          <a:xfrm xmlns:a="http://schemas.openxmlformats.org/drawingml/2006/main">
            <a:off x="3015904" y="6531420"/>
            <a:ext cx="1103298" cy="1103298"/>
          </a:xfrm>
          <a:prstGeom xmlns:a="http://schemas.openxmlformats.org/drawingml/2006/main" prst="rect">
            <a:avLst/>
          </a:prstGeom>
        </p:spPr>
      </p:pic>
      <p:sp>
        <p:nvSpPr>
          <p:cNvPr id="4694" name="path-4702">
            <a:extLst xmlns:a="http://schemas.openxmlformats.org/drawingml/2006/main">
              <a:ext uri="{FF2B5EF4-FFF2-40B4-BE49-F238E27FC236}">
                <a16:creationId xmlns:a16="http://schemas.microsoft.com/office/drawing/2014/main" id="{764CCB88-57D9-485A-990D-A4B50280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368" y="6936777"/>
            <a:ext cx="22844" cy="83232"/>
          </a:xfrm>
          <a:custGeom xmlns:a="http://schemas.openxmlformats.org/drawingml/2006/main">
            <a:pathLst>
              <a:path w="19524" h="71137">
                <a:moveTo>
                  <a:pt x="983" y="24045"/>
                </a:moveTo>
                <a:lnTo>
                  <a:pt x="1107" y="35569"/>
                </a:lnTo>
                <a:lnTo>
                  <a:pt x="983" y="47092"/>
                </a:lnTo>
                <a:lnTo>
                  <a:pt x="613" y="58554"/>
                </a:lnTo>
                <a:lnTo>
                  <a:pt x="0" y="69950"/>
                </a:lnTo>
                <a:lnTo>
                  <a:pt x="9189" y="70544"/>
                </a:lnTo>
                <a:lnTo>
                  <a:pt x="9189" y="70544"/>
                </a:lnTo>
                <a:lnTo>
                  <a:pt x="18376" y="71137"/>
                </a:lnTo>
                <a:lnTo>
                  <a:pt x="19234" y="53503"/>
                </a:lnTo>
                <a:lnTo>
                  <a:pt x="19524" y="35569"/>
                </a:lnTo>
                <a:lnTo>
                  <a:pt x="19234" y="17634"/>
                </a:lnTo>
                <a:lnTo>
                  <a:pt x="18376" y="0"/>
                </a:lnTo>
                <a:lnTo>
                  <a:pt x="9189" y="594"/>
                </a:lnTo>
                <a:lnTo>
                  <a:pt x="9189" y="594"/>
                </a:lnTo>
                <a:lnTo>
                  <a:pt x="0" y="1188"/>
                </a:lnTo>
                <a:lnTo>
                  <a:pt x="613" y="12584"/>
                </a:lnTo>
                <a:lnTo>
                  <a:pt x="983" y="2404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5" name="path-4703">
            <a:extLst xmlns:a="http://schemas.openxmlformats.org/drawingml/2006/main">
              <a:ext uri="{FF2B5EF4-FFF2-40B4-BE49-F238E27FC236}">
                <a16:creationId xmlns:a16="http://schemas.microsoft.com/office/drawing/2014/main" id="{9A5B0367-17F1-41D7-AF90-AF16EADB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27" y="6773997"/>
            <a:ext cx="41871" cy="84516"/>
          </a:xfrm>
          <a:custGeom xmlns:a="http://schemas.openxmlformats.org/drawingml/2006/main">
            <a:pathLst>
              <a:path w="35786" h="72235">
                <a:moveTo>
                  <a:pt x="0" y="5906"/>
                </a:moveTo>
                <a:lnTo>
                  <a:pt x="5220" y="22159"/>
                </a:lnTo>
                <a:lnTo>
                  <a:pt x="9922" y="38637"/>
                </a:lnTo>
                <a:lnTo>
                  <a:pt x="14096" y="55332"/>
                </a:lnTo>
                <a:lnTo>
                  <a:pt x="17731" y="72235"/>
                </a:lnTo>
                <a:lnTo>
                  <a:pt x="26765" y="70447"/>
                </a:lnTo>
                <a:lnTo>
                  <a:pt x="26765" y="70447"/>
                </a:lnTo>
                <a:lnTo>
                  <a:pt x="35786" y="68663"/>
                </a:lnTo>
                <a:lnTo>
                  <a:pt x="32348" y="52519"/>
                </a:lnTo>
                <a:lnTo>
                  <a:pt x="28222" y="35790"/>
                </a:lnTo>
                <a:lnTo>
                  <a:pt x="23583" y="19269"/>
                </a:lnTo>
                <a:lnTo>
                  <a:pt x="18441" y="2964"/>
                </a:lnTo>
                <a:lnTo>
                  <a:pt x="17402" y="0"/>
                </a:lnTo>
                <a:lnTo>
                  <a:pt x="0" y="5906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6" name="path-4704">
            <a:extLst xmlns:a="http://schemas.openxmlformats.org/drawingml/2006/main">
              <a:ext uri="{FF2B5EF4-FFF2-40B4-BE49-F238E27FC236}">
                <a16:creationId xmlns:a16="http://schemas.microsoft.com/office/drawing/2014/main" id="{ABC3AF6C-1988-4A48-A61F-355A1133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233" y="6625232"/>
            <a:ext cx="59485" cy="81486"/>
          </a:xfrm>
          <a:custGeom xmlns:a="http://schemas.openxmlformats.org/drawingml/2006/main">
            <a:pathLst>
              <a:path w="50841" h="69645">
                <a:moveTo>
                  <a:pt x="7652" y="5089"/>
                </a:moveTo>
                <a:lnTo>
                  <a:pt x="0" y="10212"/>
                </a:lnTo>
                <a:lnTo>
                  <a:pt x="9300" y="24605"/>
                </a:lnTo>
                <a:lnTo>
                  <a:pt x="18137" y="39316"/>
                </a:lnTo>
                <a:lnTo>
                  <a:pt x="26502" y="54332"/>
                </a:lnTo>
                <a:lnTo>
                  <a:pt x="34384" y="69645"/>
                </a:lnTo>
                <a:lnTo>
                  <a:pt x="50841" y="61514"/>
                </a:lnTo>
                <a:lnTo>
                  <a:pt x="46173" y="52156"/>
                </a:lnTo>
                <a:lnTo>
                  <a:pt x="38200" y="37341"/>
                </a:lnTo>
                <a:lnTo>
                  <a:pt x="29785" y="22805"/>
                </a:lnTo>
                <a:lnTo>
                  <a:pt x="20940" y="8558"/>
                </a:lnTo>
                <a:lnTo>
                  <a:pt x="15253" y="0"/>
                </a:lnTo>
                <a:lnTo>
                  <a:pt x="7652" y="508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7" name="path-4705">
            <a:extLst xmlns:a="http://schemas.openxmlformats.org/drawingml/2006/main">
              <a:ext uri="{FF2B5EF4-FFF2-40B4-BE49-F238E27FC236}">
                <a16:creationId xmlns:a16="http://schemas.microsoft.com/office/drawing/2014/main" id="{065B0AE1-C4E6-4802-9A48-8806C215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9" y="6500471"/>
            <a:ext cx="72992" cy="72992"/>
          </a:xfrm>
          <a:custGeom xmlns:a="http://schemas.openxmlformats.org/drawingml/2006/main">
            <a:pathLst>
              <a:path w="62385" h="62385">
                <a:moveTo>
                  <a:pt x="12729" y="25364"/>
                </a:moveTo>
                <a:lnTo>
                  <a:pt x="25073" y="37313"/>
                </a:lnTo>
                <a:lnTo>
                  <a:pt x="37021" y="49657"/>
                </a:lnTo>
                <a:lnTo>
                  <a:pt x="48565" y="62385"/>
                </a:lnTo>
                <a:lnTo>
                  <a:pt x="55486" y="56311"/>
                </a:lnTo>
                <a:lnTo>
                  <a:pt x="55486" y="56311"/>
                </a:lnTo>
                <a:lnTo>
                  <a:pt x="62385" y="50256"/>
                </a:lnTo>
                <a:lnTo>
                  <a:pt x="60960" y="48595"/>
                </a:lnTo>
                <a:lnTo>
                  <a:pt x="49712" y="36267"/>
                </a:lnTo>
                <a:lnTo>
                  <a:pt x="38095" y="24289"/>
                </a:lnTo>
                <a:lnTo>
                  <a:pt x="26118" y="12672"/>
                </a:lnTo>
                <a:lnTo>
                  <a:pt x="13790" y="1424"/>
                </a:lnTo>
                <a:lnTo>
                  <a:pt x="12130" y="0"/>
                </a:lnTo>
                <a:lnTo>
                  <a:pt x="6074" y="6899"/>
                </a:lnTo>
                <a:lnTo>
                  <a:pt x="6075" y="6899"/>
                </a:lnTo>
                <a:lnTo>
                  <a:pt x="0" y="13821"/>
                </a:lnTo>
                <a:lnTo>
                  <a:pt x="12729" y="2536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8" name="path-4706">
            <a:extLst xmlns:a="http://schemas.openxmlformats.org/drawingml/2006/main">
              <a:ext uri="{FF2B5EF4-FFF2-40B4-BE49-F238E27FC236}">
                <a16:creationId xmlns:a16="http://schemas.microsoft.com/office/drawing/2014/main" id="{12C5BCE2-8C51-4189-A8AA-BE69798B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194" y="6408194"/>
            <a:ext cx="81486" cy="59485"/>
          </a:xfrm>
          <a:custGeom xmlns:a="http://schemas.openxmlformats.org/drawingml/2006/main">
            <a:pathLst>
              <a:path w="69645" h="50841">
                <a:moveTo>
                  <a:pt x="64556" y="43189"/>
                </a:moveTo>
                <a:lnTo>
                  <a:pt x="69645" y="35587"/>
                </a:lnTo>
                <a:lnTo>
                  <a:pt x="61086" y="29901"/>
                </a:lnTo>
                <a:lnTo>
                  <a:pt x="46839" y="21055"/>
                </a:lnTo>
                <a:lnTo>
                  <a:pt x="32303" y="12641"/>
                </a:lnTo>
                <a:lnTo>
                  <a:pt x="17488" y="4667"/>
                </a:lnTo>
                <a:lnTo>
                  <a:pt x="8131" y="0"/>
                </a:lnTo>
                <a:lnTo>
                  <a:pt x="4079" y="8201"/>
                </a:lnTo>
                <a:lnTo>
                  <a:pt x="4079" y="8201"/>
                </a:lnTo>
                <a:lnTo>
                  <a:pt x="0" y="16457"/>
                </a:lnTo>
                <a:lnTo>
                  <a:pt x="15313" y="24339"/>
                </a:lnTo>
                <a:lnTo>
                  <a:pt x="30330" y="32704"/>
                </a:lnTo>
                <a:lnTo>
                  <a:pt x="45040" y="41541"/>
                </a:lnTo>
                <a:lnTo>
                  <a:pt x="59433" y="50841"/>
                </a:lnTo>
                <a:lnTo>
                  <a:pt x="64556" y="43189"/>
                </a:lnTo>
                <a:lnTo>
                  <a:pt x="64556" y="4318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9" name="path-4707">
            <a:extLst xmlns:a="http://schemas.openxmlformats.org/drawingml/2006/main">
              <a:ext uri="{FF2B5EF4-FFF2-40B4-BE49-F238E27FC236}">
                <a16:creationId xmlns:a16="http://schemas.microsoft.com/office/drawing/2014/main" id="{5AA425F3-97AE-4379-9572-AABC506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399" y="6354814"/>
            <a:ext cx="84515" cy="41871"/>
          </a:xfrm>
          <a:custGeom xmlns:a="http://schemas.openxmlformats.org/drawingml/2006/main">
            <a:pathLst>
              <a:path w="72234" h="35787">
                <a:moveTo>
                  <a:pt x="72234" y="18384"/>
                </a:moveTo>
                <a:lnTo>
                  <a:pt x="69270" y="17345"/>
                </a:lnTo>
                <a:lnTo>
                  <a:pt x="52965" y="12203"/>
                </a:lnTo>
                <a:lnTo>
                  <a:pt x="36444" y="7564"/>
                </a:lnTo>
                <a:lnTo>
                  <a:pt x="19715" y="3438"/>
                </a:lnTo>
                <a:lnTo>
                  <a:pt x="3572" y="0"/>
                </a:lnTo>
                <a:lnTo>
                  <a:pt x="1787" y="9022"/>
                </a:lnTo>
                <a:lnTo>
                  <a:pt x="1787" y="9022"/>
                </a:lnTo>
                <a:lnTo>
                  <a:pt x="0" y="18056"/>
                </a:lnTo>
                <a:lnTo>
                  <a:pt x="16902" y="21691"/>
                </a:lnTo>
                <a:lnTo>
                  <a:pt x="33597" y="25865"/>
                </a:lnTo>
                <a:lnTo>
                  <a:pt x="50076" y="30566"/>
                </a:lnTo>
                <a:lnTo>
                  <a:pt x="66328" y="35787"/>
                </a:lnTo>
                <a:lnTo>
                  <a:pt x="72234" y="18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0" name="path-4708">
            <a:extLst xmlns:a="http://schemas.openxmlformats.org/drawingml/2006/main">
              <a:ext uri="{FF2B5EF4-FFF2-40B4-BE49-F238E27FC236}">
                <a16:creationId xmlns:a16="http://schemas.microsoft.com/office/drawing/2014/main" id="{84DCB8D6-3E6B-45F8-B5C1-DE7839E2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02" y="6342700"/>
            <a:ext cx="83232" cy="22844"/>
          </a:xfrm>
          <a:custGeom xmlns:a="http://schemas.openxmlformats.org/drawingml/2006/main">
            <a:pathLst>
              <a:path w="71137" h="19525">
                <a:moveTo>
                  <a:pt x="70543" y="10335"/>
                </a:moveTo>
                <a:lnTo>
                  <a:pt x="70544" y="10335"/>
                </a:lnTo>
                <a:lnTo>
                  <a:pt x="71137" y="1148"/>
                </a:lnTo>
                <a:lnTo>
                  <a:pt x="53502" y="290"/>
                </a:lnTo>
                <a:lnTo>
                  <a:pt x="35568" y="0"/>
                </a:lnTo>
                <a:lnTo>
                  <a:pt x="17634" y="290"/>
                </a:lnTo>
                <a:lnTo>
                  <a:pt x="0" y="1148"/>
                </a:lnTo>
                <a:lnTo>
                  <a:pt x="1187" y="19525"/>
                </a:lnTo>
                <a:lnTo>
                  <a:pt x="12584" y="18912"/>
                </a:lnTo>
                <a:lnTo>
                  <a:pt x="24045" y="18542"/>
                </a:lnTo>
                <a:lnTo>
                  <a:pt x="35569" y="18418"/>
                </a:lnTo>
                <a:lnTo>
                  <a:pt x="47092" y="18542"/>
                </a:lnTo>
                <a:lnTo>
                  <a:pt x="58553" y="18912"/>
                </a:lnTo>
                <a:lnTo>
                  <a:pt x="69949" y="19525"/>
                </a:lnTo>
                <a:lnTo>
                  <a:pt x="70543" y="103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1" name="path-4709">
            <a:extLst xmlns:a="http://schemas.openxmlformats.org/drawingml/2006/main">
              <a:ext uri="{FF2B5EF4-FFF2-40B4-BE49-F238E27FC236}">
                <a16:creationId xmlns:a16="http://schemas.microsoft.com/office/drawing/2014/main" id="{BE45411B-A293-4515-84DA-B353C5D2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122" y="6354813"/>
            <a:ext cx="84515" cy="41872"/>
          </a:xfrm>
          <a:custGeom xmlns:a="http://schemas.openxmlformats.org/drawingml/2006/main">
            <a:pathLst>
              <a:path w="72234" h="35787">
                <a:moveTo>
                  <a:pt x="5906" y="35787"/>
                </a:moveTo>
                <a:lnTo>
                  <a:pt x="22159" y="30566"/>
                </a:lnTo>
                <a:lnTo>
                  <a:pt x="38638" y="25865"/>
                </a:lnTo>
                <a:lnTo>
                  <a:pt x="55332" y="21691"/>
                </a:lnTo>
                <a:lnTo>
                  <a:pt x="72234" y="18056"/>
                </a:lnTo>
                <a:lnTo>
                  <a:pt x="70447" y="9022"/>
                </a:lnTo>
                <a:lnTo>
                  <a:pt x="70448" y="9022"/>
                </a:lnTo>
                <a:lnTo>
                  <a:pt x="68663" y="0"/>
                </a:lnTo>
                <a:lnTo>
                  <a:pt x="52519" y="3438"/>
                </a:lnTo>
                <a:lnTo>
                  <a:pt x="35790" y="7565"/>
                </a:lnTo>
                <a:lnTo>
                  <a:pt x="19269" y="12203"/>
                </a:lnTo>
                <a:lnTo>
                  <a:pt x="2964" y="17345"/>
                </a:lnTo>
                <a:lnTo>
                  <a:pt x="0" y="18384"/>
                </a:lnTo>
                <a:lnTo>
                  <a:pt x="2946" y="27066"/>
                </a:lnTo>
                <a:lnTo>
                  <a:pt x="2947" y="27066"/>
                </a:lnTo>
                <a:lnTo>
                  <a:pt x="5906" y="3578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2" name="path-4710">
            <a:extLst xmlns:a="http://schemas.openxmlformats.org/drawingml/2006/main">
              <a:ext uri="{FF2B5EF4-FFF2-40B4-BE49-F238E27FC236}">
                <a16:creationId xmlns:a16="http://schemas.microsoft.com/office/drawing/2014/main" id="{24EB18E5-5ACE-4157-A1C2-BC318876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56" y="6408194"/>
            <a:ext cx="81486" cy="59485"/>
          </a:xfrm>
          <a:custGeom xmlns:a="http://schemas.openxmlformats.org/drawingml/2006/main">
            <a:pathLst>
              <a:path w="69645" h="50841">
                <a:moveTo>
                  <a:pt x="5089" y="43189"/>
                </a:moveTo>
                <a:lnTo>
                  <a:pt x="10213" y="50841"/>
                </a:lnTo>
                <a:lnTo>
                  <a:pt x="24606" y="41542"/>
                </a:lnTo>
                <a:lnTo>
                  <a:pt x="39316" y="32704"/>
                </a:lnTo>
                <a:lnTo>
                  <a:pt x="54332" y="24339"/>
                </a:lnTo>
                <a:lnTo>
                  <a:pt x="69645" y="16457"/>
                </a:lnTo>
                <a:lnTo>
                  <a:pt x="61514" y="0"/>
                </a:lnTo>
                <a:lnTo>
                  <a:pt x="52156" y="4667"/>
                </a:lnTo>
                <a:lnTo>
                  <a:pt x="37341" y="12641"/>
                </a:lnTo>
                <a:lnTo>
                  <a:pt x="22806" y="21055"/>
                </a:lnTo>
                <a:lnTo>
                  <a:pt x="8558" y="29901"/>
                </a:lnTo>
                <a:lnTo>
                  <a:pt x="0" y="35588"/>
                </a:lnTo>
                <a:lnTo>
                  <a:pt x="5089" y="4318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3" name="path-4711">
            <a:extLst xmlns:a="http://schemas.openxmlformats.org/drawingml/2006/main">
              <a:ext uri="{FF2B5EF4-FFF2-40B4-BE49-F238E27FC236}">
                <a16:creationId xmlns:a16="http://schemas.microsoft.com/office/drawing/2014/main" id="{32682B94-66D0-4945-8E6D-A88A756E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596" y="6500470"/>
            <a:ext cx="72992" cy="72992"/>
          </a:xfrm>
          <a:custGeom xmlns:a="http://schemas.openxmlformats.org/drawingml/2006/main">
            <a:pathLst>
              <a:path w="62386" h="62386">
                <a:moveTo>
                  <a:pt x="6899" y="56312"/>
                </a:moveTo>
                <a:lnTo>
                  <a:pt x="6900" y="56311"/>
                </a:lnTo>
                <a:lnTo>
                  <a:pt x="13820" y="62386"/>
                </a:lnTo>
                <a:lnTo>
                  <a:pt x="25364" y="49657"/>
                </a:lnTo>
                <a:lnTo>
                  <a:pt x="37313" y="37313"/>
                </a:lnTo>
                <a:lnTo>
                  <a:pt x="49657" y="25364"/>
                </a:lnTo>
                <a:lnTo>
                  <a:pt x="62386" y="13821"/>
                </a:lnTo>
                <a:lnTo>
                  <a:pt x="50256" y="0"/>
                </a:lnTo>
                <a:lnTo>
                  <a:pt x="48595" y="1425"/>
                </a:lnTo>
                <a:lnTo>
                  <a:pt x="36267" y="12673"/>
                </a:lnTo>
                <a:lnTo>
                  <a:pt x="24290" y="24290"/>
                </a:lnTo>
                <a:lnTo>
                  <a:pt x="12673" y="36267"/>
                </a:lnTo>
                <a:lnTo>
                  <a:pt x="1425" y="48595"/>
                </a:lnTo>
                <a:lnTo>
                  <a:pt x="0" y="50256"/>
                </a:lnTo>
                <a:lnTo>
                  <a:pt x="6899" y="5631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4" name="path-4712">
            <a:extLst xmlns:a="http://schemas.openxmlformats.org/drawingml/2006/main">
              <a:ext uri="{FF2B5EF4-FFF2-40B4-BE49-F238E27FC236}">
                <a16:creationId xmlns:a16="http://schemas.microsoft.com/office/drawing/2014/main" id="{6038EC61-557E-4C0C-BD52-C6D7D6C0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319" y="6625232"/>
            <a:ext cx="59485" cy="81486"/>
          </a:xfrm>
          <a:custGeom xmlns:a="http://schemas.openxmlformats.org/drawingml/2006/main">
            <a:pathLst>
              <a:path w="50841" h="69645">
                <a:moveTo>
                  <a:pt x="35587" y="0"/>
                </a:moveTo>
                <a:lnTo>
                  <a:pt x="29901" y="8558"/>
                </a:lnTo>
                <a:lnTo>
                  <a:pt x="21055" y="22805"/>
                </a:lnTo>
                <a:lnTo>
                  <a:pt x="12641" y="37341"/>
                </a:lnTo>
                <a:lnTo>
                  <a:pt x="4667" y="52156"/>
                </a:lnTo>
                <a:lnTo>
                  <a:pt x="0" y="61514"/>
                </a:lnTo>
                <a:lnTo>
                  <a:pt x="16457" y="69645"/>
                </a:lnTo>
                <a:lnTo>
                  <a:pt x="24339" y="54332"/>
                </a:lnTo>
                <a:lnTo>
                  <a:pt x="32704" y="39316"/>
                </a:lnTo>
                <a:lnTo>
                  <a:pt x="41542" y="24605"/>
                </a:lnTo>
                <a:lnTo>
                  <a:pt x="50841" y="10212"/>
                </a:lnTo>
                <a:lnTo>
                  <a:pt x="43189" y="5089"/>
                </a:lnTo>
                <a:lnTo>
                  <a:pt x="43189" y="5089"/>
                </a:lnTo>
                <a:lnTo>
                  <a:pt x="35587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5" name="path-4713">
            <a:extLst xmlns:a="http://schemas.openxmlformats.org/drawingml/2006/main">
              <a:ext uri="{FF2B5EF4-FFF2-40B4-BE49-F238E27FC236}">
                <a16:creationId xmlns:a16="http://schemas.microsoft.com/office/drawing/2014/main" id="{0D1BF738-39B9-4B35-934F-2D354345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939" y="6773996"/>
            <a:ext cx="41871" cy="84516"/>
          </a:xfrm>
          <a:custGeom xmlns:a="http://schemas.openxmlformats.org/drawingml/2006/main">
            <a:pathLst>
              <a:path w="35786" h="72235">
                <a:moveTo>
                  <a:pt x="18055" y="72235"/>
                </a:moveTo>
                <a:lnTo>
                  <a:pt x="21691" y="55333"/>
                </a:lnTo>
                <a:lnTo>
                  <a:pt x="25865" y="38638"/>
                </a:lnTo>
                <a:lnTo>
                  <a:pt x="30566" y="22159"/>
                </a:lnTo>
                <a:lnTo>
                  <a:pt x="35786" y="5906"/>
                </a:lnTo>
                <a:lnTo>
                  <a:pt x="18384" y="0"/>
                </a:lnTo>
                <a:lnTo>
                  <a:pt x="17345" y="2964"/>
                </a:lnTo>
                <a:lnTo>
                  <a:pt x="12203" y="19269"/>
                </a:lnTo>
                <a:lnTo>
                  <a:pt x="7565" y="35790"/>
                </a:lnTo>
                <a:lnTo>
                  <a:pt x="3438" y="52519"/>
                </a:lnTo>
                <a:lnTo>
                  <a:pt x="0" y="68663"/>
                </a:lnTo>
                <a:lnTo>
                  <a:pt x="18055" y="722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6" name="path-4714">
            <a:extLst xmlns:a="http://schemas.openxmlformats.org/drawingml/2006/main">
              <a:ext uri="{FF2B5EF4-FFF2-40B4-BE49-F238E27FC236}">
                <a16:creationId xmlns:a16="http://schemas.microsoft.com/office/drawing/2014/main" id="{528A529C-9456-4179-BFFC-FC52628C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825" y="6936777"/>
            <a:ext cx="22844" cy="83232"/>
          </a:xfrm>
          <a:custGeom xmlns:a="http://schemas.openxmlformats.org/drawingml/2006/main">
            <a:pathLst>
              <a:path w="19525" h="71137">
                <a:moveTo>
                  <a:pt x="10335" y="70544"/>
                </a:moveTo>
                <a:lnTo>
                  <a:pt x="19525" y="69950"/>
                </a:lnTo>
                <a:lnTo>
                  <a:pt x="18911" y="58554"/>
                </a:lnTo>
                <a:lnTo>
                  <a:pt x="18542" y="47092"/>
                </a:lnTo>
                <a:lnTo>
                  <a:pt x="18418" y="35569"/>
                </a:lnTo>
                <a:lnTo>
                  <a:pt x="18542" y="24045"/>
                </a:lnTo>
                <a:lnTo>
                  <a:pt x="18911" y="12584"/>
                </a:lnTo>
                <a:lnTo>
                  <a:pt x="19525" y="1187"/>
                </a:lnTo>
                <a:lnTo>
                  <a:pt x="10335" y="594"/>
                </a:lnTo>
                <a:lnTo>
                  <a:pt x="1148" y="0"/>
                </a:lnTo>
                <a:lnTo>
                  <a:pt x="290" y="17634"/>
                </a:lnTo>
                <a:lnTo>
                  <a:pt x="0" y="35569"/>
                </a:lnTo>
                <a:lnTo>
                  <a:pt x="290" y="53503"/>
                </a:lnTo>
                <a:lnTo>
                  <a:pt x="1148" y="71137"/>
                </a:lnTo>
                <a:lnTo>
                  <a:pt x="10335" y="7054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7" name="path-4715">
            <a:extLst xmlns:a="http://schemas.openxmlformats.org/drawingml/2006/main">
              <a:ext uri="{FF2B5EF4-FFF2-40B4-BE49-F238E27FC236}">
                <a16:creationId xmlns:a16="http://schemas.microsoft.com/office/drawing/2014/main" id="{291FE51A-C044-4F66-BB45-C17FE272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939" y="7098275"/>
            <a:ext cx="41871" cy="84515"/>
          </a:xfrm>
          <a:custGeom xmlns:a="http://schemas.openxmlformats.org/drawingml/2006/main">
            <a:pathLst>
              <a:path w="35786" h="72234">
                <a:moveTo>
                  <a:pt x="25864" y="33597"/>
                </a:moveTo>
                <a:lnTo>
                  <a:pt x="21691" y="16902"/>
                </a:lnTo>
                <a:lnTo>
                  <a:pt x="18055" y="0"/>
                </a:lnTo>
                <a:lnTo>
                  <a:pt x="9022" y="1787"/>
                </a:lnTo>
                <a:lnTo>
                  <a:pt x="9022" y="1787"/>
                </a:lnTo>
                <a:lnTo>
                  <a:pt x="0" y="3571"/>
                </a:lnTo>
                <a:lnTo>
                  <a:pt x="3438" y="19714"/>
                </a:lnTo>
                <a:lnTo>
                  <a:pt x="7565" y="36444"/>
                </a:lnTo>
                <a:lnTo>
                  <a:pt x="12203" y="52965"/>
                </a:lnTo>
                <a:lnTo>
                  <a:pt x="17345" y="69269"/>
                </a:lnTo>
                <a:lnTo>
                  <a:pt x="18384" y="72234"/>
                </a:lnTo>
                <a:lnTo>
                  <a:pt x="27066" y="69288"/>
                </a:lnTo>
                <a:lnTo>
                  <a:pt x="27066" y="69287"/>
                </a:lnTo>
                <a:lnTo>
                  <a:pt x="35786" y="66328"/>
                </a:lnTo>
                <a:lnTo>
                  <a:pt x="30566" y="50075"/>
                </a:lnTo>
                <a:lnTo>
                  <a:pt x="25864" y="3359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8" name="path-4716">
            <a:extLst xmlns:a="http://schemas.openxmlformats.org/drawingml/2006/main">
              <a:ext uri="{FF2B5EF4-FFF2-40B4-BE49-F238E27FC236}">
                <a16:creationId xmlns:a16="http://schemas.microsoft.com/office/drawing/2014/main" id="{DD8C28D3-45DA-4C29-8736-5AA698F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319" y="7250069"/>
            <a:ext cx="59485" cy="81486"/>
          </a:xfrm>
          <a:custGeom xmlns:a="http://schemas.openxmlformats.org/drawingml/2006/main">
            <a:pathLst>
              <a:path w="50841" h="69645">
                <a:moveTo>
                  <a:pt x="43189" y="64556"/>
                </a:moveTo>
                <a:lnTo>
                  <a:pt x="50841" y="59433"/>
                </a:lnTo>
                <a:lnTo>
                  <a:pt x="41541" y="45040"/>
                </a:lnTo>
                <a:lnTo>
                  <a:pt x="32704" y="30330"/>
                </a:lnTo>
                <a:lnTo>
                  <a:pt x="24339" y="15313"/>
                </a:lnTo>
                <a:lnTo>
                  <a:pt x="16457" y="0"/>
                </a:lnTo>
                <a:lnTo>
                  <a:pt x="0" y="8131"/>
                </a:lnTo>
                <a:lnTo>
                  <a:pt x="4667" y="17489"/>
                </a:lnTo>
                <a:lnTo>
                  <a:pt x="12641" y="32304"/>
                </a:lnTo>
                <a:lnTo>
                  <a:pt x="21055" y="46839"/>
                </a:lnTo>
                <a:lnTo>
                  <a:pt x="29901" y="61087"/>
                </a:lnTo>
                <a:lnTo>
                  <a:pt x="35588" y="69645"/>
                </a:lnTo>
                <a:lnTo>
                  <a:pt x="43189" y="64556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9" name="path-4717">
            <a:extLst xmlns:a="http://schemas.openxmlformats.org/drawingml/2006/main">
              <a:ext uri="{FF2B5EF4-FFF2-40B4-BE49-F238E27FC236}">
                <a16:creationId xmlns:a16="http://schemas.microsoft.com/office/drawing/2014/main" id="{B20CCC5D-5096-455C-81A4-85FAF8D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57" y="7489108"/>
            <a:ext cx="81486" cy="59485"/>
          </a:xfrm>
          <a:custGeom xmlns:a="http://schemas.openxmlformats.org/drawingml/2006/main">
            <a:pathLst>
              <a:path w="69645" h="50841">
                <a:moveTo>
                  <a:pt x="39315" y="18137"/>
                </a:moveTo>
                <a:lnTo>
                  <a:pt x="24605" y="9300"/>
                </a:lnTo>
                <a:lnTo>
                  <a:pt x="10212" y="0"/>
                </a:lnTo>
                <a:lnTo>
                  <a:pt x="5089" y="7652"/>
                </a:lnTo>
                <a:lnTo>
                  <a:pt x="5089" y="7652"/>
                </a:lnTo>
                <a:lnTo>
                  <a:pt x="0" y="15254"/>
                </a:lnTo>
                <a:lnTo>
                  <a:pt x="8558" y="20940"/>
                </a:lnTo>
                <a:lnTo>
                  <a:pt x="22805" y="29786"/>
                </a:lnTo>
                <a:lnTo>
                  <a:pt x="37341" y="38200"/>
                </a:lnTo>
                <a:lnTo>
                  <a:pt x="52156" y="46174"/>
                </a:lnTo>
                <a:lnTo>
                  <a:pt x="61514" y="50841"/>
                </a:lnTo>
                <a:lnTo>
                  <a:pt x="69645" y="34384"/>
                </a:lnTo>
                <a:lnTo>
                  <a:pt x="54332" y="26502"/>
                </a:lnTo>
                <a:lnTo>
                  <a:pt x="39315" y="1813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0" name="path-4718">
            <a:extLst xmlns:a="http://schemas.openxmlformats.org/drawingml/2006/main">
              <a:ext uri="{FF2B5EF4-FFF2-40B4-BE49-F238E27FC236}">
                <a16:creationId xmlns:a16="http://schemas.microsoft.com/office/drawing/2014/main" id="{1C9F2480-AE17-4C73-ACD6-5CE24DDA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122" y="7560102"/>
            <a:ext cx="84516" cy="41871"/>
          </a:xfrm>
          <a:custGeom xmlns:a="http://schemas.openxmlformats.org/drawingml/2006/main">
            <a:pathLst>
              <a:path w="72235" h="35786">
                <a:moveTo>
                  <a:pt x="70448" y="26765"/>
                </a:moveTo>
                <a:lnTo>
                  <a:pt x="72235" y="17731"/>
                </a:lnTo>
                <a:lnTo>
                  <a:pt x="55333" y="14095"/>
                </a:lnTo>
                <a:lnTo>
                  <a:pt x="38638" y="9922"/>
                </a:lnTo>
                <a:lnTo>
                  <a:pt x="22159" y="5220"/>
                </a:lnTo>
                <a:lnTo>
                  <a:pt x="5906" y="0"/>
                </a:lnTo>
                <a:lnTo>
                  <a:pt x="0" y="17402"/>
                </a:lnTo>
                <a:lnTo>
                  <a:pt x="2964" y="18441"/>
                </a:lnTo>
                <a:lnTo>
                  <a:pt x="19269" y="23583"/>
                </a:lnTo>
                <a:lnTo>
                  <a:pt x="35790" y="28222"/>
                </a:lnTo>
                <a:lnTo>
                  <a:pt x="52519" y="32348"/>
                </a:lnTo>
                <a:lnTo>
                  <a:pt x="68663" y="35786"/>
                </a:lnTo>
                <a:lnTo>
                  <a:pt x="70448" y="2676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1" name="path-4719">
            <a:extLst xmlns:a="http://schemas.openxmlformats.org/drawingml/2006/main">
              <a:ext uri="{FF2B5EF4-FFF2-40B4-BE49-F238E27FC236}">
                <a16:creationId xmlns:a16="http://schemas.microsoft.com/office/drawing/2014/main" id="{48B29CE6-BADB-4C27-A2CF-71E8794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03" y="7591242"/>
            <a:ext cx="83232" cy="22844"/>
          </a:xfrm>
          <a:custGeom xmlns:a="http://schemas.openxmlformats.org/drawingml/2006/main">
            <a:pathLst>
              <a:path w="71137" h="19525">
                <a:moveTo>
                  <a:pt x="70544" y="9190"/>
                </a:moveTo>
                <a:lnTo>
                  <a:pt x="70543" y="9190"/>
                </a:lnTo>
                <a:lnTo>
                  <a:pt x="69949" y="0"/>
                </a:lnTo>
                <a:lnTo>
                  <a:pt x="58553" y="613"/>
                </a:lnTo>
                <a:lnTo>
                  <a:pt x="47092" y="983"/>
                </a:lnTo>
                <a:lnTo>
                  <a:pt x="35569" y="1107"/>
                </a:lnTo>
                <a:lnTo>
                  <a:pt x="24045" y="983"/>
                </a:lnTo>
                <a:lnTo>
                  <a:pt x="12584" y="613"/>
                </a:lnTo>
                <a:lnTo>
                  <a:pt x="1187" y="0"/>
                </a:lnTo>
                <a:lnTo>
                  <a:pt x="594" y="9190"/>
                </a:lnTo>
                <a:lnTo>
                  <a:pt x="0" y="18377"/>
                </a:lnTo>
                <a:lnTo>
                  <a:pt x="17634" y="19234"/>
                </a:lnTo>
                <a:lnTo>
                  <a:pt x="35568" y="19525"/>
                </a:lnTo>
                <a:lnTo>
                  <a:pt x="53502" y="19234"/>
                </a:lnTo>
                <a:lnTo>
                  <a:pt x="71137" y="18377"/>
                </a:lnTo>
                <a:lnTo>
                  <a:pt x="70544" y="919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2" name="path-4720">
            <a:extLst xmlns:a="http://schemas.openxmlformats.org/drawingml/2006/main">
              <a:ext uri="{FF2B5EF4-FFF2-40B4-BE49-F238E27FC236}">
                <a16:creationId xmlns:a16="http://schemas.microsoft.com/office/drawing/2014/main" id="{C4DAA282-F2F8-4AD4-A2D2-DA0F245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399" y="7560102"/>
            <a:ext cx="84515" cy="41871"/>
          </a:xfrm>
          <a:custGeom xmlns:a="http://schemas.openxmlformats.org/drawingml/2006/main">
            <a:pathLst>
              <a:path w="72234" h="35786">
                <a:moveTo>
                  <a:pt x="0" y="17731"/>
                </a:moveTo>
                <a:lnTo>
                  <a:pt x="1787" y="26765"/>
                </a:lnTo>
                <a:lnTo>
                  <a:pt x="3572" y="35786"/>
                </a:lnTo>
                <a:lnTo>
                  <a:pt x="19715" y="32348"/>
                </a:lnTo>
                <a:lnTo>
                  <a:pt x="36444" y="28222"/>
                </a:lnTo>
                <a:lnTo>
                  <a:pt x="52965" y="23583"/>
                </a:lnTo>
                <a:lnTo>
                  <a:pt x="69270" y="18441"/>
                </a:lnTo>
                <a:lnTo>
                  <a:pt x="72234" y="17402"/>
                </a:lnTo>
                <a:lnTo>
                  <a:pt x="66328" y="0"/>
                </a:lnTo>
                <a:lnTo>
                  <a:pt x="50076" y="5220"/>
                </a:lnTo>
                <a:lnTo>
                  <a:pt x="33597" y="9922"/>
                </a:lnTo>
                <a:lnTo>
                  <a:pt x="16902" y="14095"/>
                </a:lnTo>
                <a:lnTo>
                  <a:pt x="0" y="1773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3" name="path-4721">
            <a:extLst xmlns:a="http://schemas.openxmlformats.org/drawingml/2006/main">
              <a:ext uri="{FF2B5EF4-FFF2-40B4-BE49-F238E27FC236}">
                <a16:creationId xmlns:a16="http://schemas.microsoft.com/office/drawing/2014/main" id="{8BA6BE82-6121-4434-BF31-C281B444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194" y="7489108"/>
            <a:ext cx="81486" cy="59485"/>
          </a:xfrm>
          <a:custGeom xmlns:a="http://schemas.openxmlformats.org/drawingml/2006/main">
            <a:pathLst>
              <a:path w="69645" h="50841">
                <a:moveTo>
                  <a:pt x="15313" y="26502"/>
                </a:moveTo>
                <a:lnTo>
                  <a:pt x="0" y="34384"/>
                </a:lnTo>
                <a:lnTo>
                  <a:pt x="4079" y="42640"/>
                </a:lnTo>
                <a:lnTo>
                  <a:pt x="4079" y="42640"/>
                </a:lnTo>
                <a:lnTo>
                  <a:pt x="8131" y="50841"/>
                </a:lnTo>
                <a:lnTo>
                  <a:pt x="17488" y="46174"/>
                </a:lnTo>
                <a:lnTo>
                  <a:pt x="32303" y="38200"/>
                </a:lnTo>
                <a:lnTo>
                  <a:pt x="46839" y="29786"/>
                </a:lnTo>
                <a:lnTo>
                  <a:pt x="61086" y="20940"/>
                </a:lnTo>
                <a:lnTo>
                  <a:pt x="69645" y="15253"/>
                </a:lnTo>
                <a:lnTo>
                  <a:pt x="64556" y="7652"/>
                </a:lnTo>
                <a:lnTo>
                  <a:pt x="64556" y="7652"/>
                </a:lnTo>
                <a:lnTo>
                  <a:pt x="59433" y="0"/>
                </a:lnTo>
                <a:lnTo>
                  <a:pt x="45040" y="9300"/>
                </a:lnTo>
                <a:lnTo>
                  <a:pt x="30330" y="18137"/>
                </a:lnTo>
                <a:lnTo>
                  <a:pt x="15313" y="2650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4" name="path-4722">
            <a:extLst xmlns:a="http://schemas.openxmlformats.org/drawingml/2006/main">
              <a:ext uri="{FF2B5EF4-FFF2-40B4-BE49-F238E27FC236}">
                <a16:creationId xmlns:a16="http://schemas.microsoft.com/office/drawing/2014/main" id="{F0470308-F6F0-4E4A-A805-07F52B8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9" y="7383324"/>
            <a:ext cx="72992" cy="72992"/>
          </a:xfrm>
          <a:custGeom xmlns:a="http://schemas.openxmlformats.org/drawingml/2006/main">
            <a:pathLst>
              <a:path w="62385" h="62385">
                <a:moveTo>
                  <a:pt x="48565" y="0"/>
                </a:moveTo>
                <a:lnTo>
                  <a:pt x="37022" y="12729"/>
                </a:lnTo>
                <a:lnTo>
                  <a:pt x="25073" y="25073"/>
                </a:lnTo>
                <a:lnTo>
                  <a:pt x="12729" y="37022"/>
                </a:lnTo>
                <a:lnTo>
                  <a:pt x="0" y="48565"/>
                </a:lnTo>
                <a:lnTo>
                  <a:pt x="6074" y="55486"/>
                </a:lnTo>
                <a:lnTo>
                  <a:pt x="6074" y="55486"/>
                </a:lnTo>
                <a:lnTo>
                  <a:pt x="12130" y="62385"/>
                </a:lnTo>
                <a:lnTo>
                  <a:pt x="13790" y="60961"/>
                </a:lnTo>
                <a:lnTo>
                  <a:pt x="26118" y="49713"/>
                </a:lnTo>
                <a:lnTo>
                  <a:pt x="38095" y="38096"/>
                </a:lnTo>
                <a:lnTo>
                  <a:pt x="49712" y="26119"/>
                </a:lnTo>
                <a:lnTo>
                  <a:pt x="60960" y="13790"/>
                </a:lnTo>
                <a:lnTo>
                  <a:pt x="62385" y="12130"/>
                </a:lnTo>
                <a:lnTo>
                  <a:pt x="48565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5" name="path-4723">
            <a:extLst xmlns:a="http://schemas.openxmlformats.org/drawingml/2006/main">
              <a:ext uri="{FF2B5EF4-FFF2-40B4-BE49-F238E27FC236}">
                <a16:creationId xmlns:a16="http://schemas.microsoft.com/office/drawing/2014/main" id="{ABC9D0F9-5219-4486-B83D-958B9120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233" y="7250069"/>
            <a:ext cx="59484" cy="81486"/>
          </a:xfrm>
          <a:custGeom xmlns:a="http://schemas.openxmlformats.org/drawingml/2006/main">
            <a:pathLst>
              <a:path w="50841" h="69645">
                <a:moveTo>
                  <a:pt x="34384" y="0"/>
                </a:moveTo>
                <a:lnTo>
                  <a:pt x="26502" y="15313"/>
                </a:lnTo>
                <a:lnTo>
                  <a:pt x="18137" y="30330"/>
                </a:lnTo>
                <a:lnTo>
                  <a:pt x="9300" y="45040"/>
                </a:lnTo>
                <a:lnTo>
                  <a:pt x="0" y="59433"/>
                </a:lnTo>
                <a:lnTo>
                  <a:pt x="7652" y="64556"/>
                </a:lnTo>
                <a:lnTo>
                  <a:pt x="15253" y="69645"/>
                </a:lnTo>
                <a:lnTo>
                  <a:pt x="20940" y="61087"/>
                </a:lnTo>
                <a:lnTo>
                  <a:pt x="29785" y="46839"/>
                </a:lnTo>
                <a:lnTo>
                  <a:pt x="38200" y="32304"/>
                </a:lnTo>
                <a:lnTo>
                  <a:pt x="46173" y="17489"/>
                </a:lnTo>
                <a:lnTo>
                  <a:pt x="50841" y="8131"/>
                </a:lnTo>
                <a:lnTo>
                  <a:pt x="34384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6" name="path-4724">
            <a:extLst xmlns:a="http://schemas.openxmlformats.org/drawingml/2006/main">
              <a:ext uri="{FF2B5EF4-FFF2-40B4-BE49-F238E27FC236}">
                <a16:creationId xmlns:a16="http://schemas.microsoft.com/office/drawing/2014/main" id="{A7C57228-2489-4811-A35B-0C345BDE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27" y="7098274"/>
            <a:ext cx="41871" cy="84516"/>
          </a:xfrm>
          <a:custGeom xmlns:a="http://schemas.openxmlformats.org/drawingml/2006/main">
            <a:pathLst>
              <a:path w="35786" h="72234">
                <a:moveTo>
                  <a:pt x="26765" y="1787"/>
                </a:moveTo>
                <a:lnTo>
                  <a:pt x="17731" y="0"/>
                </a:lnTo>
                <a:lnTo>
                  <a:pt x="14096" y="16902"/>
                </a:lnTo>
                <a:lnTo>
                  <a:pt x="9922" y="33597"/>
                </a:lnTo>
                <a:lnTo>
                  <a:pt x="5220" y="50076"/>
                </a:lnTo>
                <a:lnTo>
                  <a:pt x="0" y="66328"/>
                </a:lnTo>
                <a:lnTo>
                  <a:pt x="17402" y="72234"/>
                </a:lnTo>
                <a:lnTo>
                  <a:pt x="18441" y="69270"/>
                </a:lnTo>
                <a:lnTo>
                  <a:pt x="23583" y="52966"/>
                </a:lnTo>
                <a:lnTo>
                  <a:pt x="28222" y="36444"/>
                </a:lnTo>
                <a:lnTo>
                  <a:pt x="32348" y="19715"/>
                </a:lnTo>
                <a:lnTo>
                  <a:pt x="35786" y="3572"/>
                </a:lnTo>
                <a:lnTo>
                  <a:pt x="26765" y="1787"/>
                </a:lnTo>
                <a:lnTo>
                  <a:pt x="26765" y="178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7" name="path-4725">
            <a:extLst xmlns:a="http://schemas.openxmlformats.org/drawingml/2006/main">
              <a:ext uri="{FF2B5EF4-FFF2-40B4-BE49-F238E27FC236}">
                <a16:creationId xmlns:a16="http://schemas.microsoft.com/office/drawing/2014/main" id="{818096A9-F7C3-49BF-A707-1E5A33C6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596" y="7383324"/>
            <a:ext cx="72992" cy="72992"/>
          </a:xfrm>
          <a:custGeom xmlns:a="http://schemas.openxmlformats.org/drawingml/2006/main">
            <a:pathLst>
              <a:path w="62386" h="62386">
                <a:moveTo>
                  <a:pt x="0" y="12130"/>
                </a:moveTo>
                <a:lnTo>
                  <a:pt x="1425" y="13790"/>
                </a:lnTo>
                <a:lnTo>
                  <a:pt x="12673" y="26119"/>
                </a:lnTo>
                <a:lnTo>
                  <a:pt x="24290" y="38096"/>
                </a:lnTo>
                <a:lnTo>
                  <a:pt x="36267" y="49713"/>
                </a:lnTo>
                <a:lnTo>
                  <a:pt x="48595" y="60961"/>
                </a:lnTo>
                <a:lnTo>
                  <a:pt x="50256" y="62386"/>
                </a:lnTo>
                <a:lnTo>
                  <a:pt x="62386" y="48565"/>
                </a:lnTo>
                <a:lnTo>
                  <a:pt x="49657" y="37022"/>
                </a:lnTo>
                <a:lnTo>
                  <a:pt x="37313" y="25073"/>
                </a:lnTo>
                <a:lnTo>
                  <a:pt x="25364" y="12729"/>
                </a:lnTo>
                <a:lnTo>
                  <a:pt x="13820" y="0"/>
                </a:lnTo>
                <a:lnTo>
                  <a:pt x="0" y="1213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8" name="path-4726">
            <a:extLst xmlns:a="http://schemas.openxmlformats.org/drawingml/2006/main">
              <a:ext uri="{FF2B5EF4-FFF2-40B4-BE49-F238E27FC236}">
                <a16:creationId xmlns:a16="http://schemas.microsoft.com/office/drawing/2014/main" id="{AC394C5D-E613-4949-B253-C187665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89" y="6478632"/>
            <a:ext cx="226264" cy="124413"/>
          </a:xfrm>
          <a:custGeom xmlns:a="http://schemas.openxmlformats.org/drawingml/2006/main">
            <a:pathLst>
              <a:path w="193385" h="106334">
                <a:moveTo>
                  <a:pt x="193385" y="53167"/>
                </a:moveTo>
                <a:lnTo>
                  <a:pt x="101297" y="0"/>
                </a:lnTo>
                <a:lnTo>
                  <a:pt x="101297" y="106334"/>
                </a:lnTo>
                <a:lnTo>
                  <a:pt x="193385" y="53167"/>
                </a:lnTo>
                <a:moveTo>
                  <a:pt x="0" y="53167"/>
                </a:moveTo>
                <a:lnTo>
                  <a:pt x="0" y="62376"/>
                </a:lnTo>
                <a:lnTo>
                  <a:pt x="110505" y="62376"/>
                </a:lnTo>
                <a:lnTo>
                  <a:pt x="110505" y="53167"/>
                </a:lnTo>
                <a:lnTo>
                  <a:pt x="110505" y="43958"/>
                </a:lnTo>
                <a:lnTo>
                  <a:pt x="0" y="43958"/>
                </a:lnTo>
                <a:lnTo>
                  <a:pt x="0" y="53167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9" name="path-4727">
            <a:extLst xmlns:a="http://schemas.openxmlformats.org/drawingml/2006/main">
              <a:ext uri="{FF2B5EF4-FFF2-40B4-BE49-F238E27FC236}">
                <a16:creationId xmlns:a16="http://schemas.microsoft.com/office/drawing/2014/main" id="{E70C7747-8C32-4C9C-A5DD-11B767E6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461" y="6530064"/>
            <a:ext cx="140068" cy="21549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0" name="path-4728">
            <a:extLst xmlns:a="http://schemas.openxmlformats.org/drawingml/2006/main">
              <a:ext uri="{FF2B5EF4-FFF2-40B4-BE49-F238E27FC236}">
                <a16:creationId xmlns:a16="http://schemas.microsoft.com/office/drawing/2014/main" id="{CBEFE1E6-9431-45B7-AF57-765173EC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312" y="6530064"/>
            <a:ext cx="140068" cy="21549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1" name="path-4729">
            <a:extLst xmlns:a="http://schemas.openxmlformats.org/drawingml/2006/main">
              <a:ext uri="{FF2B5EF4-FFF2-40B4-BE49-F238E27FC236}">
                <a16:creationId xmlns:a16="http://schemas.microsoft.com/office/drawing/2014/main" id="{39E89466-B1F0-4362-861F-A112CD79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389" y="6530064"/>
            <a:ext cx="140068" cy="21549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2" name="path-4730">
            <a:extLst xmlns:a="http://schemas.openxmlformats.org/drawingml/2006/main">
              <a:ext uri="{FF2B5EF4-FFF2-40B4-BE49-F238E27FC236}">
                <a16:creationId xmlns:a16="http://schemas.microsoft.com/office/drawing/2014/main" id="{BDB9174A-04AC-4B8F-9C28-5CDAD82C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10" y="6637808"/>
            <a:ext cx="387881" cy="387881"/>
          </a:xfrm>
          <a:custGeom xmlns:a="http://schemas.openxmlformats.org/drawingml/2006/main">
            <a:pathLst>
              <a:path w="331517" h="331517">
                <a:moveTo>
                  <a:pt x="0" y="0"/>
                </a:moveTo>
                <a:lnTo>
                  <a:pt x="331517" y="0"/>
                </a:lnTo>
                <a:lnTo>
                  <a:pt x="331517" y="331517"/>
                </a:lnTo>
                <a:lnTo>
                  <a:pt x="0" y="3315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3" name="path-4731">
            <a:extLst xmlns:a="http://schemas.openxmlformats.org/drawingml/2006/main">
              <a:ext uri="{FF2B5EF4-FFF2-40B4-BE49-F238E27FC236}">
                <a16:creationId xmlns:a16="http://schemas.microsoft.com/office/drawing/2014/main" id="{1FF5CEBF-3F10-476E-96F5-1AADF081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10" y="6637809"/>
            <a:ext cx="387881" cy="387880"/>
          </a:xfrm>
          <a:custGeom xmlns:a="http://schemas.openxmlformats.org/drawingml/2006/main">
            <a:pathLst>
              <a:path w="331517" h="331516">
                <a:moveTo>
                  <a:pt x="331517" y="331516"/>
                </a:moveTo>
                <a:lnTo>
                  <a:pt x="331517" y="0"/>
                </a:lnTo>
                <a:lnTo>
                  <a:pt x="0" y="0"/>
                </a:lnTo>
                <a:lnTo>
                  <a:pt x="0" y="331516"/>
                </a:lnTo>
                <a:lnTo>
                  <a:pt x="331517" y="331516"/>
                </a:lnTo>
                <a:close/>
                <a:moveTo>
                  <a:pt x="313099" y="313099"/>
                </a:moveTo>
                <a:lnTo>
                  <a:pt x="18417" y="313099"/>
                </a:lnTo>
                <a:lnTo>
                  <a:pt x="18417" y="18417"/>
                </a:lnTo>
                <a:lnTo>
                  <a:pt x="313099" y="18417"/>
                </a:lnTo>
                <a:lnTo>
                  <a:pt x="313099" y="313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4" name="path-4732">
            <a:extLst xmlns:a="http://schemas.openxmlformats.org/drawingml/2006/main">
              <a:ext uri="{FF2B5EF4-FFF2-40B4-BE49-F238E27FC236}">
                <a16:creationId xmlns:a16="http://schemas.microsoft.com/office/drawing/2014/main" id="{8022AC06-E2BF-41DE-B6A4-97FB5F25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46" y="6034438"/>
            <a:ext cx="485210" cy="420204"/>
          </a:xfrm>
          <a:custGeom xmlns:a="http://schemas.openxmlformats.org/drawingml/2006/main">
            <a:pathLst>
              <a:path w="414703" h="359143">
                <a:moveTo>
                  <a:pt x="207351" y="0"/>
                </a:moveTo>
                <a:lnTo>
                  <a:pt x="414703" y="359143"/>
                </a:lnTo>
                <a:lnTo>
                  <a:pt x="0" y="359143"/>
                </a:lnTo>
                <a:lnTo>
                  <a:pt x="207351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5" name="path-4733">
            <a:extLst xmlns:a="http://schemas.openxmlformats.org/drawingml/2006/main">
              <a:ext uri="{FF2B5EF4-FFF2-40B4-BE49-F238E27FC236}">
                <a16:creationId xmlns:a16="http://schemas.microsoft.com/office/drawing/2014/main" id="{A96461E2-690A-4382-A635-CA719DD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46" y="6034438"/>
            <a:ext cx="485210" cy="420204"/>
          </a:xfrm>
          <a:custGeom xmlns:a="http://schemas.openxmlformats.org/drawingml/2006/main">
            <a:pathLst>
              <a:path w="414703" h="359143">
                <a:moveTo>
                  <a:pt x="414703" y="359143"/>
                </a:moveTo>
                <a:lnTo>
                  <a:pt x="207351" y="0"/>
                </a:lnTo>
                <a:lnTo>
                  <a:pt x="0" y="359143"/>
                </a:lnTo>
                <a:lnTo>
                  <a:pt x="414703" y="359143"/>
                </a:lnTo>
                <a:close/>
                <a:moveTo>
                  <a:pt x="31900" y="340726"/>
                </a:moveTo>
                <a:lnTo>
                  <a:pt x="207351" y="36835"/>
                </a:lnTo>
                <a:lnTo>
                  <a:pt x="382803" y="340726"/>
                </a:lnTo>
                <a:lnTo>
                  <a:pt x="31900" y="34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6" name="path-4734">
            <a:extLst xmlns:a="http://schemas.openxmlformats.org/drawingml/2006/main">
              <a:ext uri="{FF2B5EF4-FFF2-40B4-BE49-F238E27FC236}">
                <a16:creationId xmlns:a16="http://schemas.microsoft.com/office/drawing/2014/main" id="{AEC2E4E1-76EA-405F-B137-42419C54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70" y="6522445"/>
            <a:ext cx="909518" cy="909518"/>
          </a:xfrm>
          <a:custGeom xmlns:a="http://schemas.openxmlformats.org/drawingml/2006/main">
            <a:pathLst>
              <a:path w="777354" h="777354">
                <a:moveTo>
                  <a:pt x="6512" y="6511"/>
                </a:moveTo>
                <a:lnTo>
                  <a:pt x="0" y="13023"/>
                </a:lnTo>
                <a:lnTo>
                  <a:pt x="27298" y="40321"/>
                </a:lnTo>
                <a:lnTo>
                  <a:pt x="33809" y="33809"/>
                </a:lnTo>
                <a:lnTo>
                  <a:pt x="40321" y="27298"/>
                </a:lnTo>
                <a:lnTo>
                  <a:pt x="13023" y="0"/>
                </a:lnTo>
                <a:lnTo>
                  <a:pt x="6512" y="6511"/>
                </a:lnTo>
                <a:moveTo>
                  <a:pt x="88405" y="88404"/>
                </a:moveTo>
                <a:lnTo>
                  <a:pt x="81893" y="94916"/>
                </a:lnTo>
                <a:lnTo>
                  <a:pt x="136488" y="149511"/>
                </a:lnTo>
                <a:lnTo>
                  <a:pt x="142999" y="142999"/>
                </a:lnTo>
                <a:lnTo>
                  <a:pt x="149511" y="136488"/>
                </a:lnTo>
                <a:lnTo>
                  <a:pt x="94916" y="81893"/>
                </a:lnTo>
                <a:lnTo>
                  <a:pt x="88405" y="88404"/>
                </a:lnTo>
                <a:moveTo>
                  <a:pt x="197594" y="197594"/>
                </a:moveTo>
                <a:lnTo>
                  <a:pt x="191083" y="204106"/>
                </a:lnTo>
                <a:lnTo>
                  <a:pt x="245677" y="258701"/>
                </a:lnTo>
                <a:lnTo>
                  <a:pt x="252189" y="252189"/>
                </a:lnTo>
                <a:lnTo>
                  <a:pt x="258701" y="245677"/>
                </a:lnTo>
                <a:lnTo>
                  <a:pt x="204106" y="191083"/>
                </a:lnTo>
                <a:lnTo>
                  <a:pt x="197594" y="197594"/>
                </a:lnTo>
                <a:moveTo>
                  <a:pt x="306784" y="306784"/>
                </a:moveTo>
                <a:lnTo>
                  <a:pt x="300273" y="313296"/>
                </a:lnTo>
                <a:lnTo>
                  <a:pt x="354868" y="367891"/>
                </a:lnTo>
                <a:lnTo>
                  <a:pt x="361379" y="361379"/>
                </a:lnTo>
                <a:lnTo>
                  <a:pt x="367891" y="354868"/>
                </a:lnTo>
                <a:lnTo>
                  <a:pt x="313296" y="300273"/>
                </a:lnTo>
                <a:lnTo>
                  <a:pt x="306784" y="306784"/>
                </a:lnTo>
                <a:moveTo>
                  <a:pt x="415975" y="415975"/>
                </a:moveTo>
                <a:lnTo>
                  <a:pt x="409463" y="422486"/>
                </a:lnTo>
                <a:lnTo>
                  <a:pt x="464058" y="477081"/>
                </a:lnTo>
                <a:lnTo>
                  <a:pt x="470570" y="470570"/>
                </a:lnTo>
                <a:lnTo>
                  <a:pt x="477081" y="464058"/>
                </a:lnTo>
                <a:lnTo>
                  <a:pt x="422486" y="409463"/>
                </a:lnTo>
                <a:lnTo>
                  <a:pt x="415975" y="415975"/>
                </a:lnTo>
                <a:moveTo>
                  <a:pt x="525165" y="525164"/>
                </a:moveTo>
                <a:lnTo>
                  <a:pt x="518653" y="531676"/>
                </a:lnTo>
                <a:lnTo>
                  <a:pt x="573248" y="586271"/>
                </a:lnTo>
                <a:lnTo>
                  <a:pt x="579759" y="579759"/>
                </a:lnTo>
                <a:lnTo>
                  <a:pt x="586271" y="573248"/>
                </a:lnTo>
                <a:lnTo>
                  <a:pt x="531676" y="518653"/>
                </a:lnTo>
                <a:lnTo>
                  <a:pt x="525165" y="525164"/>
                </a:lnTo>
                <a:moveTo>
                  <a:pt x="634354" y="634354"/>
                </a:moveTo>
                <a:lnTo>
                  <a:pt x="627843" y="640866"/>
                </a:lnTo>
                <a:lnTo>
                  <a:pt x="682438" y="695461"/>
                </a:lnTo>
                <a:lnTo>
                  <a:pt x="688950" y="688950"/>
                </a:lnTo>
                <a:lnTo>
                  <a:pt x="695461" y="682438"/>
                </a:lnTo>
                <a:lnTo>
                  <a:pt x="640866" y="627843"/>
                </a:lnTo>
                <a:lnTo>
                  <a:pt x="634354" y="634354"/>
                </a:lnTo>
                <a:moveTo>
                  <a:pt x="743545" y="743545"/>
                </a:moveTo>
                <a:lnTo>
                  <a:pt x="737033" y="750057"/>
                </a:lnTo>
                <a:lnTo>
                  <a:pt x="764331" y="777354"/>
                </a:lnTo>
                <a:lnTo>
                  <a:pt x="770842" y="770842"/>
                </a:lnTo>
                <a:lnTo>
                  <a:pt x="777354" y="764330"/>
                </a:lnTo>
                <a:lnTo>
                  <a:pt x="750057" y="737033"/>
                </a:lnTo>
                <a:lnTo>
                  <a:pt x="743545" y="743545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7" name="path-4735">
            <a:extLst xmlns:a="http://schemas.openxmlformats.org/drawingml/2006/main">
              <a:ext uri="{FF2B5EF4-FFF2-40B4-BE49-F238E27FC236}">
                <a16:creationId xmlns:a16="http://schemas.microsoft.com/office/drawing/2014/main" id="{ACE8042B-F8D0-4618-929C-84FD5EE6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193" y="5301774"/>
            <a:ext cx="4137396" cy="3232340"/>
          </a:xfrm>
          <a:custGeom xmlns:a="http://schemas.openxmlformats.org/drawingml/2006/main">
            <a:pathLst>
              <a:path w="3536181" h="2762641">
                <a:moveTo>
                  <a:pt x="0" y="0"/>
                </a:moveTo>
                <a:lnTo>
                  <a:pt x="3536181" y="0"/>
                </a:lnTo>
                <a:lnTo>
                  <a:pt x="3536181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8" name="path-4736">
            <a:extLst xmlns:a="http://schemas.openxmlformats.org/drawingml/2006/main">
              <a:ext uri="{FF2B5EF4-FFF2-40B4-BE49-F238E27FC236}">
                <a16:creationId xmlns:a16="http://schemas.microsoft.com/office/drawing/2014/main" id="{92D594B0-891C-40DA-8E8A-3C143B49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193" y="7844548"/>
            <a:ext cx="4137396" cy="689566"/>
          </a:xfrm>
          <a:custGeom xmlns:a="http://schemas.openxmlformats.org/drawingml/2006/main">
            <a:pathLst>
              <a:path w="3536181" h="589364">
                <a:moveTo>
                  <a:pt x="0" y="589364"/>
                </a:moveTo>
                <a:lnTo>
                  <a:pt x="3536181" y="589364"/>
                </a:lnTo>
                <a:lnTo>
                  <a:pt x="3536181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9" name="path-4737">
            <a:extLst xmlns:a="http://schemas.openxmlformats.org/drawingml/2006/main">
              <a:ext uri="{FF2B5EF4-FFF2-40B4-BE49-F238E27FC236}">
                <a16:creationId xmlns:a16="http://schemas.microsoft.com/office/drawing/2014/main" id="{FF3B4475-3C05-4A81-A157-FCACA4AF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193" y="7844548"/>
            <a:ext cx="4137396" cy="689566"/>
          </a:xfrm>
          <a:custGeom xmlns:a="http://schemas.openxmlformats.org/drawingml/2006/main">
            <a:pathLst>
              <a:path w="3536181" h="589364">
                <a:moveTo>
                  <a:pt x="0" y="589364"/>
                </a:moveTo>
                <a:lnTo>
                  <a:pt x="3536181" y="589364"/>
                </a:lnTo>
                <a:lnTo>
                  <a:pt x="3536181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0" name="path-4738">
            <a:extLst xmlns:a="http://schemas.openxmlformats.org/drawingml/2006/main">
              <a:ext uri="{FF2B5EF4-FFF2-40B4-BE49-F238E27FC236}">
                <a16:creationId xmlns:a16="http://schemas.microsoft.com/office/drawing/2014/main" id="{493194DB-E268-43C9-89B8-B64C6676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727" y="813341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1" name="path-4739">
            <a:extLst xmlns:a="http://schemas.openxmlformats.org/drawingml/2006/main">
              <a:ext uri="{FF2B5EF4-FFF2-40B4-BE49-F238E27FC236}">
                <a16:creationId xmlns:a16="http://schemas.microsoft.com/office/drawing/2014/main" id="{59EFF1B8-4BD4-46F0-94F8-29010526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867" y="81209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2" name="path-4740">
            <a:extLst xmlns:a="http://schemas.openxmlformats.org/drawingml/2006/main">
              <a:ext uri="{FF2B5EF4-FFF2-40B4-BE49-F238E27FC236}">
                <a16:creationId xmlns:a16="http://schemas.microsoft.com/office/drawing/2014/main" id="{E0D2F222-D7F1-4CF4-8595-3EA446FC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514" y="81283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3" name="path-4741">
            <a:extLst xmlns:a="http://schemas.openxmlformats.org/drawingml/2006/main">
              <a:ext uri="{FF2B5EF4-FFF2-40B4-BE49-F238E27FC236}">
                <a16:creationId xmlns:a16="http://schemas.microsoft.com/office/drawing/2014/main" id="{26959065-D8B5-44CD-8FF2-C2A818F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212" y="816556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4" name="path-4742">
            <a:extLst xmlns:a="http://schemas.openxmlformats.org/drawingml/2006/main">
              <a:ext uri="{FF2B5EF4-FFF2-40B4-BE49-F238E27FC236}">
                <a16:creationId xmlns:a16="http://schemas.microsoft.com/office/drawing/2014/main" id="{C53F64A2-71E1-49BF-B43C-615D7F51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781" y="815598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5" name="path-4743">
            <a:extLst xmlns:a="http://schemas.openxmlformats.org/drawingml/2006/main">
              <a:ext uri="{FF2B5EF4-FFF2-40B4-BE49-F238E27FC236}">
                <a16:creationId xmlns:a16="http://schemas.microsoft.com/office/drawing/2014/main" id="{F05AFD9E-04DA-415E-AA14-7573E23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125" y="8149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6" name="path-4744">
            <a:extLst xmlns:a="http://schemas.openxmlformats.org/drawingml/2006/main">
              <a:ext uri="{FF2B5EF4-FFF2-40B4-BE49-F238E27FC236}">
                <a16:creationId xmlns:a16="http://schemas.microsoft.com/office/drawing/2014/main" id="{DF155B5C-156E-46EA-B1DA-F2BEFD5C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794" y="8153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7" name="path-4745">
            <a:extLst xmlns:a="http://schemas.openxmlformats.org/drawingml/2006/main">
              <a:ext uri="{FF2B5EF4-FFF2-40B4-BE49-F238E27FC236}">
                <a16:creationId xmlns:a16="http://schemas.microsoft.com/office/drawing/2014/main" id="{F5B610C6-C8A0-4C3E-9D9D-5EC49776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981" y="81542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8" name="path-4746">
            <a:extLst xmlns:a="http://schemas.openxmlformats.org/drawingml/2006/main">
              <a:ext uri="{FF2B5EF4-FFF2-40B4-BE49-F238E27FC236}">
                <a16:creationId xmlns:a16="http://schemas.microsoft.com/office/drawing/2014/main" id="{7EA07F35-FC0A-47EB-9BD2-138EF6EA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714" y="814085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9" name="path-4747">
            <a:extLst xmlns:a="http://schemas.openxmlformats.org/drawingml/2006/main">
              <a:ext uri="{FF2B5EF4-FFF2-40B4-BE49-F238E27FC236}">
                <a16:creationId xmlns:a16="http://schemas.microsoft.com/office/drawing/2014/main" id="{36769417-CEF7-41C3-90E6-9974879D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245" y="8157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0" name="path-4748">
            <a:extLst xmlns:a="http://schemas.openxmlformats.org/drawingml/2006/main">
              <a:ext uri="{FF2B5EF4-FFF2-40B4-BE49-F238E27FC236}">
                <a16:creationId xmlns:a16="http://schemas.microsoft.com/office/drawing/2014/main" id="{488FC721-17F5-4D0B-B983-9A000890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388" y="80668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1" name="path-4749">
            <a:extLst xmlns:a="http://schemas.openxmlformats.org/drawingml/2006/main">
              <a:ext uri="{FF2B5EF4-FFF2-40B4-BE49-F238E27FC236}">
                <a16:creationId xmlns:a16="http://schemas.microsoft.com/office/drawing/2014/main" id="{A2AEDBB3-1933-4CAA-B60D-5A446FC3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168" y="812264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2" name="path-4750">
            <a:extLst xmlns:a="http://schemas.openxmlformats.org/drawingml/2006/main">
              <a:ext uri="{FF2B5EF4-FFF2-40B4-BE49-F238E27FC236}">
                <a16:creationId xmlns:a16="http://schemas.microsoft.com/office/drawing/2014/main" id="{E14FC1AC-BEA3-462C-BFCD-C3AC14E9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224" y="816152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3" name="path-4751">
            <a:extLst xmlns:a="http://schemas.openxmlformats.org/drawingml/2006/main">
              <a:ext uri="{FF2B5EF4-FFF2-40B4-BE49-F238E27FC236}">
                <a16:creationId xmlns:a16="http://schemas.microsoft.com/office/drawing/2014/main" id="{C25D2438-B6AA-426F-A048-2FF38330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693" y="816140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4" name="path-4752">
            <a:extLst xmlns:a="http://schemas.openxmlformats.org/drawingml/2006/main">
              <a:ext uri="{FF2B5EF4-FFF2-40B4-BE49-F238E27FC236}">
                <a16:creationId xmlns:a16="http://schemas.microsoft.com/office/drawing/2014/main" id="{05FD430A-4479-4E34-A604-783E5684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65" y="814958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5" name="path-4753">
            <a:extLst xmlns:a="http://schemas.openxmlformats.org/drawingml/2006/main">
              <a:ext uri="{FF2B5EF4-FFF2-40B4-BE49-F238E27FC236}">
                <a16:creationId xmlns:a16="http://schemas.microsoft.com/office/drawing/2014/main" id="{CF129BC8-0796-4831-A645-FE241C4F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244" y="81441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6" name="path-4754">
            <a:extLst xmlns:a="http://schemas.openxmlformats.org/drawingml/2006/main">
              <a:ext uri="{FF2B5EF4-FFF2-40B4-BE49-F238E27FC236}">
                <a16:creationId xmlns:a16="http://schemas.microsoft.com/office/drawing/2014/main" id="{0023C6F2-C0F0-4A1E-AF61-C03444BB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793" y="814392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7" name="path-4755">
            <a:extLst xmlns:a="http://schemas.openxmlformats.org/drawingml/2006/main">
              <a:ext uri="{FF2B5EF4-FFF2-40B4-BE49-F238E27FC236}">
                <a16:creationId xmlns:a16="http://schemas.microsoft.com/office/drawing/2014/main" id="{C8292D36-F77E-4204-A1BA-6AA6E171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694" y="81715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8" name="path-4756">
            <a:extLst xmlns:a="http://schemas.openxmlformats.org/drawingml/2006/main">
              <a:ext uri="{FF2B5EF4-FFF2-40B4-BE49-F238E27FC236}">
                <a16:creationId xmlns:a16="http://schemas.microsoft.com/office/drawing/2014/main" id="{85DC3C1F-CFED-4CDB-8801-D7E354DD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532" y="815221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9" name="path-4757">
            <a:extLst xmlns:a="http://schemas.openxmlformats.org/drawingml/2006/main">
              <a:ext uri="{FF2B5EF4-FFF2-40B4-BE49-F238E27FC236}">
                <a16:creationId xmlns:a16="http://schemas.microsoft.com/office/drawing/2014/main" id="{68742CAD-7D58-47CB-A5E4-3A5E0672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185" y="81348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0" name="path-4758">
            <a:extLst xmlns:a="http://schemas.openxmlformats.org/drawingml/2006/main">
              <a:ext uri="{FF2B5EF4-FFF2-40B4-BE49-F238E27FC236}">
                <a16:creationId xmlns:a16="http://schemas.microsoft.com/office/drawing/2014/main" id="{93D4A5BF-39D1-4969-9490-807A8C97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725" y="81659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1" name="path-4759">
            <a:extLst xmlns:a="http://schemas.openxmlformats.org/drawingml/2006/main">
              <a:ext uri="{FF2B5EF4-FFF2-40B4-BE49-F238E27FC236}">
                <a16:creationId xmlns:a16="http://schemas.microsoft.com/office/drawing/2014/main" id="{44669E1A-E468-45FD-8F89-3B0321F5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156" y="817170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2" name="path-4760">
            <a:extLst xmlns:a="http://schemas.openxmlformats.org/drawingml/2006/main">
              <a:ext uri="{FF2B5EF4-FFF2-40B4-BE49-F238E27FC236}">
                <a16:creationId xmlns:a16="http://schemas.microsoft.com/office/drawing/2014/main" id="{8CE69B56-8C4A-4220-A92C-CF57296A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66" y="81529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3" name="path-4761">
            <a:extLst xmlns:a="http://schemas.openxmlformats.org/drawingml/2006/main">
              <a:ext uri="{FF2B5EF4-FFF2-40B4-BE49-F238E27FC236}">
                <a16:creationId xmlns:a16="http://schemas.microsoft.com/office/drawing/2014/main" id="{C13A0B52-3167-4115-8CBC-F6EB846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653" y="813359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4" name="path-4762">
            <a:extLst xmlns:a="http://schemas.openxmlformats.org/drawingml/2006/main">
              <a:ext uri="{FF2B5EF4-FFF2-40B4-BE49-F238E27FC236}">
                <a16:creationId xmlns:a16="http://schemas.microsoft.com/office/drawing/2014/main" id="{DAA13E31-F9EC-4F97-8386-B4E00697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372" y="8168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5" name="path-4763">
            <a:extLst xmlns:a="http://schemas.openxmlformats.org/drawingml/2006/main">
              <a:ext uri="{FF2B5EF4-FFF2-40B4-BE49-F238E27FC236}">
                <a16:creationId xmlns:a16="http://schemas.microsoft.com/office/drawing/2014/main" id="{EC42E283-60AE-481A-90B9-E1B6AED2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64" y="81442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6" name="path-4764">
            <a:extLst xmlns:a="http://schemas.openxmlformats.org/drawingml/2006/main">
              <a:ext uri="{FF2B5EF4-FFF2-40B4-BE49-F238E27FC236}">
                <a16:creationId xmlns:a16="http://schemas.microsoft.com/office/drawing/2014/main" id="{96307C01-267C-4E74-A652-CEAF252E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434" y="81604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7" name="path-4765">
            <a:extLst xmlns:a="http://schemas.openxmlformats.org/drawingml/2006/main">
              <a:ext uri="{FF2B5EF4-FFF2-40B4-BE49-F238E27FC236}">
                <a16:creationId xmlns:a16="http://schemas.microsoft.com/office/drawing/2014/main" id="{191936FE-43AF-4293-AA13-0BA520AB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02" y="81388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8" name="path-4766">
            <a:extLst xmlns:a="http://schemas.openxmlformats.org/drawingml/2006/main">
              <a:ext uri="{FF2B5EF4-FFF2-40B4-BE49-F238E27FC236}">
                <a16:creationId xmlns:a16="http://schemas.microsoft.com/office/drawing/2014/main" id="{06E4152F-5A36-4DAE-9108-B7D287E6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90" y="81424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9" name="path-4767">
            <a:extLst xmlns:a="http://schemas.openxmlformats.org/drawingml/2006/main">
              <a:ext uri="{FF2B5EF4-FFF2-40B4-BE49-F238E27FC236}">
                <a16:creationId xmlns:a16="http://schemas.microsoft.com/office/drawing/2014/main" id="{8EA087E6-5C22-420E-988E-7148622C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654" y="81507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0" name="path-4768">
            <a:extLst xmlns:a="http://schemas.openxmlformats.org/drawingml/2006/main">
              <a:ext uri="{FF2B5EF4-FFF2-40B4-BE49-F238E27FC236}">
                <a16:creationId xmlns:a16="http://schemas.microsoft.com/office/drawing/2014/main" id="{4C8D4BD5-2639-4CD8-ABA5-8EA7BA30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733" y="81367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1" name="path-4769">
            <a:extLst xmlns:a="http://schemas.openxmlformats.org/drawingml/2006/main">
              <a:ext uri="{FF2B5EF4-FFF2-40B4-BE49-F238E27FC236}">
                <a16:creationId xmlns:a16="http://schemas.microsoft.com/office/drawing/2014/main" id="{534CCFF2-1AA2-403B-8445-F19D8E87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69" y="812424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2" name="path-4770">
            <a:extLst xmlns:a="http://schemas.openxmlformats.org/drawingml/2006/main">
              <a:ext uri="{FF2B5EF4-FFF2-40B4-BE49-F238E27FC236}">
                <a16:creationId xmlns:a16="http://schemas.microsoft.com/office/drawing/2014/main" id="{2A813AEA-4769-41E3-A862-93142E2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017" y="81500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3" name="path-4771">
            <a:extLst xmlns:a="http://schemas.openxmlformats.org/drawingml/2006/main">
              <a:ext uri="{FF2B5EF4-FFF2-40B4-BE49-F238E27FC236}">
                <a16:creationId xmlns:a16="http://schemas.microsoft.com/office/drawing/2014/main" id="{4AD5CB55-A06E-4476-AD39-4398D12C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965" y="81289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4" name="path-4772">
            <a:extLst xmlns:a="http://schemas.openxmlformats.org/drawingml/2006/main">
              <a:ext uri="{FF2B5EF4-FFF2-40B4-BE49-F238E27FC236}">
                <a16:creationId xmlns:a16="http://schemas.microsoft.com/office/drawing/2014/main" id="{59FA7989-0172-455B-A477-D8F337B2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8" y="81295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5" name="path-4773">
            <a:extLst xmlns:a="http://schemas.openxmlformats.org/drawingml/2006/main">
              <a:ext uri="{FF2B5EF4-FFF2-40B4-BE49-F238E27FC236}">
                <a16:creationId xmlns:a16="http://schemas.microsoft.com/office/drawing/2014/main" id="{D0BF72E2-29D0-4F70-82CE-B6633B6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558" y="8153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6" name="path-4774">
            <a:extLst xmlns:a="http://schemas.openxmlformats.org/drawingml/2006/main">
              <a:ext uri="{FF2B5EF4-FFF2-40B4-BE49-F238E27FC236}">
                <a16:creationId xmlns:a16="http://schemas.microsoft.com/office/drawing/2014/main" id="{C712E5CC-3433-4C40-867A-7E5973C9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889" y="811760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7" name="path-4775">
            <a:extLst xmlns:a="http://schemas.openxmlformats.org/drawingml/2006/main">
              <a:ext uri="{FF2B5EF4-FFF2-40B4-BE49-F238E27FC236}">
                <a16:creationId xmlns:a16="http://schemas.microsoft.com/office/drawing/2014/main" id="{8F922AAA-2259-4901-9DAD-9DB59E06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832" y="8164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8" name="path-4776">
            <a:extLst xmlns:a="http://schemas.openxmlformats.org/drawingml/2006/main">
              <a:ext uri="{FF2B5EF4-FFF2-40B4-BE49-F238E27FC236}">
                <a16:creationId xmlns:a16="http://schemas.microsoft.com/office/drawing/2014/main" id="{DFFB71BB-51B2-468B-984C-B90CEEC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263" y="8159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9" name="path-4777">
            <a:extLst xmlns:a="http://schemas.openxmlformats.org/drawingml/2006/main">
              <a:ext uri="{FF2B5EF4-FFF2-40B4-BE49-F238E27FC236}">
                <a16:creationId xmlns:a16="http://schemas.microsoft.com/office/drawing/2014/main" id="{7E71AFFF-7B67-4707-B883-04FCD60A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748" y="8112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0" name="path-4778">
            <a:extLst xmlns:a="http://schemas.openxmlformats.org/drawingml/2006/main">
              <a:ext uri="{FF2B5EF4-FFF2-40B4-BE49-F238E27FC236}">
                <a16:creationId xmlns:a16="http://schemas.microsoft.com/office/drawing/2014/main" id="{FCD9C8C1-7B8A-4657-96F2-8ADCA283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086" y="81188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1" name="path-4779">
            <a:extLst xmlns:a="http://schemas.openxmlformats.org/drawingml/2006/main">
              <a:ext uri="{FF2B5EF4-FFF2-40B4-BE49-F238E27FC236}">
                <a16:creationId xmlns:a16="http://schemas.microsoft.com/office/drawing/2014/main" id="{3B12985A-AD70-4440-90E4-0491C52A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039" y="815825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2" name="path-4780">
            <a:extLst xmlns:a="http://schemas.openxmlformats.org/drawingml/2006/main">
              <a:ext uri="{FF2B5EF4-FFF2-40B4-BE49-F238E27FC236}">
                <a16:creationId xmlns:a16="http://schemas.microsoft.com/office/drawing/2014/main" id="{6AB98A02-6861-4EB2-9F3F-056A523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070" y="8136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3" name="path-4781">
            <a:extLst xmlns:a="http://schemas.openxmlformats.org/drawingml/2006/main">
              <a:ext uri="{FF2B5EF4-FFF2-40B4-BE49-F238E27FC236}">
                <a16:creationId xmlns:a16="http://schemas.microsoft.com/office/drawing/2014/main" id="{DB3BFC37-3349-45D6-9167-B200D6B1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160" y="81446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4" name="path-4782">
            <a:extLst xmlns:a="http://schemas.openxmlformats.org/drawingml/2006/main">
              <a:ext uri="{FF2B5EF4-FFF2-40B4-BE49-F238E27FC236}">
                <a16:creationId xmlns:a16="http://schemas.microsoft.com/office/drawing/2014/main" id="{3842F64A-65A3-4D74-8024-40A77622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225" y="81731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5" name="path-4783">
            <a:extLst xmlns:a="http://schemas.openxmlformats.org/drawingml/2006/main">
              <a:ext uri="{FF2B5EF4-FFF2-40B4-BE49-F238E27FC236}">
                <a16:creationId xmlns:a16="http://schemas.microsoft.com/office/drawing/2014/main" id="{2A7417CE-8C33-44FB-844C-17B56298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496" y="813422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6" name="path-4784">
            <a:extLst xmlns:a="http://schemas.openxmlformats.org/drawingml/2006/main">
              <a:ext uri="{FF2B5EF4-FFF2-40B4-BE49-F238E27FC236}">
                <a16:creationId xmlns:a16="http://schemas.microsoft.com/office/drawing/2014/main" id="{DAB1CE9B-5877-463D-81C2-012921E5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73" y="8168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7" name="path-4785">
            <a:extLst xmlns:a="http://schemas.openxmlformats.org/drawingml/2006/main">
              <a:ext uri="{FF2B5EF4-FFF2-40B4-BE49-F238E27FC236}">
                <a16:creationId xmlns:a16="http://schemas.microsoft.com/office/drawing/2014/main" id="{D44FAE92-CBCB-4308-B259-274EA2F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192" y="8148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8" name="path-4786">
            <a:extLst xmlns:a="http://schemas.openxmlformats.org/drawingml/2006/main">
              <a:ext uri="{FF2B5EF4-FFF2-40B4-BE49-F238E27FC236}">
                <a16:creationId xmlns:a16="http://schemas.microsoft.com/office/drawing/2014/main" id="{2E753AD8-6B3D-4973-B0BC-314C536E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646" y="81754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9" name="path-4787">
            <a:extLst xmlns:a="http://schemas.openxmlformats.org/drawingml/2006/main">
              <a:ext uri="{FF2B5EF4-FFF2-40B4-BE49-F238E27FC236}">
                <a16:creationId xmlns:a16="http://schemas.microsoft.com/office/drawing/2014/main" id="{BC32EFBF-F6C6-42A6-8A82-1009B157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041" y="81527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0" name="path-4788">
            <a:extLst xmlns:a="http://schemas.openxmlformats.org/drawingml/2006/main">
              <a:ext uri="{FF2B5EF4-FFF2-40B4-BE49-F238E27FC236}">
                <a16:creationId xmlns:a16="http://schemas.microsoft.com/office/drawing/2014/main" id="{9BCE38DD-4FA3-49AF-BE51-0AC19D2F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69" y="8125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1" name="path-4789">
            <a:extLst xmlns:a="http://schemas.openxmlformats.org/drawingml/2006/main">
              <a:ext uri="{FF2B5EF4-FFF2-40B4-BE49-F238E27FC236}">
                <a16:creationId xmlns:a16="http://schemas.microsoft.com/office/drawing/2014/main" id="{14A144C1-A7B0-472E-BACE-0A4E5599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400" y="8137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2" name="path-4790">
            <a:extLst xmlns:a="http://schemas.openxmlformats.org/drawingml/2006/main">
              <a:ext uri="{FF2B5EF4-FFF2-40B4-BE49-F238E27FC236}">
                <a16:creationId xmlns:a16="http://schemas.microsoft.com/office/drawing/2014/main" id="{AD77425A-1C4D-48D1-B25D-7F63AA5D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752" y="810524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3" name="path-4791">
            <a:extLst xmlns:a="http://schemas.openxmlformats.org/drawingml/2006/main">
              <a:ext uri="{FF2B5EF4-FFF2-40B4-BE49-F238E27FC236}">
                <a16:creationId xmlns:a16="http://schemas.microsoft.com/office/drawing/2014/main" id="{79A3BF04-7076-4D86-9A28-E39181E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662" y="813979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4" name="path-4792">
            <a:extLst xmlns:a="http://schemas.openxmlformats.org/drawingml/2006/main">
              <a:ext uri="{FF2B5EF4-FFF2-40B4-BE49-F238E27FC236}">
                <a16:creationId xmlns:a16="http://schemas.microsoft.com/office/drawing/2014/main" id="{8FDA9C5D-6E09-4A2E-93C9-152E4B9F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509" y="8160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5" name="path-4793">
            <a:extLst xmlns:a="http://schemas.openxmlformats.org/drawingml/2006/main">
              <a:ext uri="{FF2B5EF4-FFF2-40B4-BE49-F238E27FC236}">
                <a16:creationId xmlns:a16="http://schemas.microsoft.com/office/drawing/2014/main" id="{EA255D60-0375-4C78-9377-57E54F0F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425" y="8165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6" name="path-4794">
            <a:extLst xmlns:a="http://schemas.openxmlformats.org/drawingml/2006/main">
              <a:ext uri="{FF2B5EF4-FFF2-40B4-BE49-F238E27FC236}">
                <a16:creationId xmlns:a16="http://schemas.microsoft.com/office/drawing/2014/main" id="{334C10AA-0ED0-4844-BF5D-5FE63D4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012" y="816169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7" name="path-4795">
            <a:extLst xmlns:a="http://schemas.openxmlformats.org/drawingml/2006/main">
              <a:ext uri="{FF2B5EF4-FFF2-40B4-BE49-F238E27FC236}">
                <a16:creationId xmlns:a16="http://schemas.microsoft.com/office/drawing/2014/main" id="{771F3A97-EC37-436E-B471-A6C92877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606" y="815046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8" name="path-4796">
            <a:extLst xmlns:a="http://schemas.openxmlformats.org/drawingml/2006/main">
              <a:ext uri="{FF2B5EF4-FFF2-40B4-BE49-F238E27FC236}">
                <a16:creationId xmlns:a16="http://schemas.microsoft.com/office/drawing/2014/main" id="{6457E19F-9E07-4B2F-AA99-F009639F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757" y="811895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9" name="path-4797">
            <a:extLst xmlns:a="http://schemas.openxmlformats.org/drawingml/2006/main">
              <a:ext uri="{FF2B5EF4-FFF2-40B4-BE49-F238E27FC236}">
                <a16:creationId xmlns:a16="http://schemas.microsoft.com/office/drawing/2014/main" id="{BB8F174A-BE5F-4B6E-885D-4C8F8E2C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498" y="814838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0" name="path-4798">
            <a:extLst xmlns:a="http://schemas.openxmlformats.org/drawingml/2006/main">
              <a:ext uri="{FF2B5EF4-FFF2-40B4-BE49-F238E27FC236}">
                <a16:creationId xmlns:a16="http://schemas.microsoft.com/office/drawing/2014/main" id="{0F6E5CA9-3682-45FE-BD28-ED17DDC7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44" y="815267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1" name="path-4799">
            <a:extLst xmlns:a="http://schemas.openxmlformats.org/drawingml/2006/main">
              <a:ext uri="{FF2B5EF4-FFF2-40B4-BE49-F238E27FC236}">
                <a16:creationId xmlns:a16="http://schemas.microsoft.com/office/drawing/2014/main" id="{7B4C158E-6048-4DAA-A3D1-FBA5AE4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64" y="81344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2" name="path-4800">
            <a:extLst xmlns:a="http://schemas.openxmlformats.org/drawingml/2006/main">
              <a:ext uri="{FF2B5EF4-FFF2-40B4-BE49-F238E27FC236}">
                <a16:creationId xmlns:a16="http://schemas.microsoft.com/office/drawing/2014/main" id="{CEAB138C-540C-48B7-A6D1-D5519B42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146" y="81444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3" name="path-4801">
            <a:extLst xmlns:a="http://schemas.openxmlformats.org/drawingml/2006/main">
              <a:ext uri="{FF2B5EF4-FFF2-40B4-BE49-F238E27FC236}">
                <a16:creationId xmlns:a16="http://schemas.microsoft.com/office/drawing/2014/main" id="{99A77CBD-E314-4EA3-BF64-E72357C0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908" y="81539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4" name="path-4802">
            <a:extLst xmlns:a="http://schemas.openxmlformats.org/drawingml/2006/main">
              <a:ext uri="{FF2B5EF4-FFF2-40B4-BE49-F238E27FC236}">
                <a16:creationId xmlns:a16="http://schemas.microsoft.com/office/drawing/2014/main" id="{EF505E58-91BC-411B-98F0-008D7581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87" y="8166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5" name="path-4803">
            <a:extLst xmlns:a="http://schemas.openxmlformats.org/drawingml/2006/main">
              <a:ext uri="{FF2B5EF4-FFF2-40B4-BE49-F238E27FC236}">
                <a16:creationId xmlns:a16="http://schemas.microsoft.com/office/drawing/2014/main" id="{152B1C34-7775-441E-A9C5-80CE9BD3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390" y="813253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6" name="path-4804">
            <a:extLst xmlns:a="http://schemas.openxmlformats.org/drawingml/2006/main">
              <a:ext uri="{FF2B5EF4-FFF2-40B4-BE49-F238E27FC236}">
                <a16:creationId xmlns:a16="http://schemas.microsoft.com/office/drawing/2014/main" id="{C4919C8E-3B46-44C9-84F5-6EE4060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692" y="81470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7" name="path-4805">
            <a:extLst xmlns:a="http://schemas.openxmlformats.org/drawingml/2006/main">
              <a:ext uri="{FF2B5EF4-FFF2-40B4-BE49-F238E27FC236}">
                <a16:creationId xmlns:a16="http://schemas.microsoft.com/office/drawing/2014/main" id="{BE04854D-D6E5-4710-BCB4-8A3CE256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752" y="814058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8" name="path-4806">
            <a:extLst xmlns:a="http://schemas.openxmlformats.org/drawingml/2006/main">
              <a:ext uri="{FF2B5EF4-FFF2-40B4-BE49-F238E27FC236}">
                <a16:creationId xmlns:a16="http://schemas.microsoft.com/office/drawing/2014/main" id="{96BE2C92-7F29-4BCF-889D-E8880F92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600" y="814038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9" name="path-4807">
            <a:extLst xmlns:a="http://schemas.openxmlformats.org/drawingml/2006/main">
              <a:ext uri="{FF2B5EF4-FFF2-40B4-BE49-F238E27FC236}">
                <a16:creationId xmlns:a16="http://schemas.microsoft.com/office/drawing/2014/main" id="{C20D9075-8DC7-4B99-8902-F7C2D1F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108" y="81352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0" name="path-4808">
            <a:extLst xmlns:a="http://schemas.openxmlformats.org/drawingml/2006/main">
              <a:ext uri="{FF2B5EF4-FFF2-40B4-BE49-F238E27FC236}">
                <a16:creationId xmlns:a16="http://schemas.microsoft.com/office/drawing/2014/main" id="{9FD5382F-3E44-4083-9A02-2BCA24E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532" y="81789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1" name="path-4809">
            <a:extLst xmlns:a="http://schemas.openxmlformats.org/drawingml/2006/main">
              <a:ext uri="{FF2B5EF4-FFF2-40B4-BE49-F238E27FC236}">
                <a16:creationId xmlns:a16="http://schemas.microsoft.com/office/drawing/2014/main" id="{F8F8A177-30ED-4F1F-BF9A-EFEF9A46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169" y="81166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2" name="path-4810">
            <a:extLst xmlns:a="http://schemas.openxmlformats.org/drawingml/2006/main">
              <a:ext uri="{FF2B5EF4-FFF2-40B4-BE49-F238E27FC236}">
                <a16:creationId xmlns:a16="http://schemas.microsoft.com/office/drawing/2014/main" id="{C7C05F04-9543-41DB-B79A-A5DEA793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63" y="81099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3" name="path-4811">
            <a:extLst xmlns:a="http://schemas.openxmlformats.org/drawingml/2006/main">
              <a:ext uri="{FF2B5EF4-FFF2-40B4-BE49-F238E27FC236}">
                <a16:creationId xmlns:a16="http://schemas.microsoft.com/office/drawing/2014/main" id="{5CFD24C6-2A79-4EC2-BF67-EE6E2C18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45" y="817649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4" name="path-4812">
            <a:extLst xmlns:a="http://schemas.openxmlformats.org/drawingml/2006/main">
              <a:ext uri="{FF2B5EF4-FFF2-40B4-BE49-F238E27FC236}">
                <a16:creationId xmlns:a16="http://schemas.microsoft.com/office/drawing/2014/main" id="{76A9DE28-8F1B-4AE1-BEBD-22F5667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412" y="81392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5" name="path-4813">
            <a:extLst xmlns:a="http://schemas.openxmlformats.org/drawingml/2006/main">
              <a:ext uri="{FF2B5EF4-FFF2-40B4-BE49-F238E27FC236}">
                <a16:creationId xmlns:a16="http://schemas.microsoft.com/office/drawing/2014/main" id="{74FA6254-5780-404E-960A-99B9CD00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469" y="81581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6" name="path-4814">
            <a:extLst xmlns:a="http://schemas.openxmlformats.org/drawingml/2006/main">
              <a:ext uri="{FF2B5EF4-FFF2-40B4-BE49-F238E27FC236}">
                <a16:creationId xmlns:a16="http://schemas.microsoft.com/office/drawing/2014/main" id="{C820FC40-8094-4DE2-988C-AEC356B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1" y="81182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7" name="path-4815">
            <a:extLst xmlns:a="http://schemas.openxmlformats.org/drawingml/2006/main">
              <a:ext uri="{FF2B5EF4-FFF2-40B4-BE49-F238E27FC236}">
                <a16:creationId xmlns:a16="http://schemas.microsoft.com/office/drawing/2014/main" id="{308E2252-CB25-4DB6-94DA-20C18176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549" y="81299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8" name="path-4816">
            <a:extLst xmlns:a="http://schemas.openxmlformats.org/drawingml/2006/main">
              <a:ext uri="{FF2B5EF4-FFF2-40B4-BE49-F238E27FC236}">
                <a16:creationId xmlns:a16="http://schemas.microsoft.com/office/drawing/2014/main" id="{800FE9F4-27F5-4971-A1A0-5D4C999A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716" y="813234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9" name="path-4817">
            <a:extLst xmlns:a="http://schemas.openxmlformats.org/drawingml/2006/main">
              <a:ext uri="{FF2B5EF4-FFF2-40B4-BE49-F238E27FC236}">
                <a16:creationId xmlns:a16="http://schemas.microsoft.com/office/drawing/2014/main" id="{E900480A-CDF4-4790-871E-4D902E12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763" y="81494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0" name="path-4818">
            <a:extLst xmlns:a="http://schemas.openxmlformats.org/drawingml/2006/main">
              <a:ext uri="{FF2B5EF4-FFF2-40B4-BE49-F238E27FC236}">
                <a16:creationId xmlns:a16="http://schemas.microsoft.com/office/drawing/2014/main" id="{E5130F75-4D27-4F07-81FC-76AC4757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438" y="81353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1" name="path-4819">
            <a:extLst xmlns:a="http://schemas.openxmlformats.org/drawingml/2006/main">
              <a:ext uri="{FF2B5EF4-FFF2-40B4-BE49-F238E27FC236}">
                <a16:creationId xmlns:a16="http://schemas.microsoft.com/office/drawing/2014/main" id="{708135B4-B4EE-4643-AFAC-E3BC2B58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652" y="81257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2" name="path-4820">
            <a:extLst xmlns:a="http://schemas.openxmlformats.org/drawingml/2006/main">
              <a:ext uri="{FF2B5EF4-FFF2-40B4-BE49-F238E27FC236}">
                <a16:creationId xmlns:a16="http://schemas.microsoft.com/office/drawing/2014/main" id="{5393E4F4-05C7-4550-94DB-545BA212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558" y="81415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3" name="path-4821">
            <a:extLst xmlns:a="http://schemas.openxmlformats.org/drawingml/2006/main">
              <a:ext uri="{FF2B5EF4-FFF2-40B4-BE49-F238E27FC236}">
                <a16:creationId xmlns:a16="http://schemas.microsoft.com/office/drawing/2014/main" id="{32E44A95-A1EC-4940-A314-AD53A35C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382" y="815680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4" name="path-4822">
            <a:extLst xmlns:a="http://schemas.openxmlformats.org/drawingml/2006/main">
              <a:ext uri="{FF2B5EF4-FFF2-40B4-BE49-F238E27FC236}">
                <a16:creationId xmlns:a16="http://schemas.microsoft.com/office/drawing/2014/main" id="{611817D0-0DDB-44E5-8912-1B9C05A1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289" y="81135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5" name="path-4823">
            <a:extLst xmlns:a="http://schemas.openxmlformats.org/drawingml/2006/main">
              <a:ext uri="{FF2B5EF4-FFF2-40B4-BE49-F238E27FC236}">
                <a16:creationId xmlns:a16="http://schemas.microsoft.com/office/drawing/2014/main" id="{E2D8E81D-A7CA-453D-A026-700DBDA7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946" y="811256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6" name="path-4824">
            <a:extLst xmlns:a="http://schemas.openxmlformats.org/drawingml/2006/main">
              <a:ext uri="{FF2B5EF4-FFF2-40B4-BE49-F238E27FC236}">
                <a16:creationId xmlns:a16="http://schemas.microsoft.com/office/drawing/2014/main" id="{AC3A6197-B180-4629-AFA8-8DA9CF85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981" y="814163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7" name="path-4825">
            <a:extLst xmlns:a="http://schemas.openxmlformats.org/drawingml/2006/main">
              <a:ext uri="{FF2B5EF4-FFF2-40B4-BE49-F238E27FC236}">
                <a16:creationId xmlns:a16="http://schemas.microsoft.com/office/drawing/2014/main" id="{5E4F35FB-EC70-48B3-9E42-7F7C3066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502" y="8136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8" name="path-4826">
            <a:extLst xmlns:a="http://schemas.openxmlformats.org/drawingml/2006/main">
              <a:ext uri="{FF2B5EF4-FFF2-40B4-BE49-F238E27FC236}">
                <a16:creationId xmlns:a16="http://schemas.microsoft.com/office/drawing/2014/main" id="{1DDB2A9B-83A8-4F4A-A17A-B55E4AC1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771" y="816152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9" name="path-4827">
            <a:extLst xmlns:a="http://schemas.openxmlformats.org/drawingml/2006/main">
              <a:ext uri="{FF2B5EF4-FFF2-40B4-BE49-F238E27FC236}">
                <a16:creationId xmlns:a16="http://schemas.microsoft.com/office/drawing/2014/main" id="{A85B8813-1B50-400E-986F-1D472B15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126" y="815094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0" name="path-4828">
            <a:extLst xmlns:a="http://schemas.openxmlformats.org/drawingml/2006/main">
              <a:ext uri="{FF2B5EF4-FFF2-40B4-BE49-F238E27FC236}">
                <a16:creationId xmlns:a16="http://schemas.microsoft.com/office/drawing/2014/main" id="{F1940BDA-986F-4CD9-8DC3-42B1BC38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142" y="81357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1" name="path-4829">
            <a:extLst xmlns:a="http://schemas.openxmlformats.org/drawingml/2006/main">
              <a:ext uri="{FF2B5EF4-FFF2-40B4-BE49-F238E27FC236}">
                <a16:creationId xmlns:a16="http://schemas.microsoft.com/office/drawing/2014/main" id="{7A38E3A5-617C-4EE0-A947-B3AF5A9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45" y="815089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2" name="path-4830">
            <a:extLst xmlns:a="http://schemas.openxmlformats.org/drawingml/2006/main">
              <a:ext uri="{FF2B5EF4-FFF2-40B4-BE49-F238E27FC236}">
                <a16:creationId xmlns:a16="http://schemas.microsoft.com/office/drawing/2014/main" id="{E6BE4173-7EA5-4C28-AC35-054C005A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980" y="812060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3" name="path-4831">
            <a:extLst xmlns:a="http://schemas.openxmlformats.org/drawingml/2006/main">
              <a:ext uri="{FF2B5EF4-FFF2-40B4-BE49-F238E27FC236}">
                <a16:creationId xmlns:a16="http://schemas.microsoft.com/office/drawing/2014/main" id="{B55A39F5-D357-4B24-9B2C-F65411B9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31" y="814218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4" name="path-4832">
            <a:extLst xmlns:a="http://schemas.openxmlformats.org/drawingml/2006/main">
              <a:ext uri="{FF2B5EF4-FFF2-40B4-BE49-F238E27FC236}">
                <a16:creationId xmlns:a16="http://schemas.microsoft.com/office/drawing/2014/main" id="{280F283B-1BCF-4488-AF58-3B614ED3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245" y="813422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5" name="path-4833">
            <a:extLst xmlns:a="http://schemas.openxmlformats.org/drawingml/2006/main">
              <a:ext uri="{FF2B5EF4-FFF2-40B4-BE49-F238E27FC236}">
                <a16:creationId xmlns:a16="http://schemas.microsoft.com/office/drawing/2014/main" id="{8B344E64-FF9F-4D53-A08B-550076F9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785" y="81547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6" name="path-4834">
            <a:extLst xmlns:a="http://schemas.openxmlformats.org/drawingml/2006/main">
              <a:ext uri="{FF2B5EF4-FFF2-40B4-BE49-F238E27FC236}">
                <a16:creationId xmlns:a16="http://schemas.microsoft.com/office/drawing/2014/main" id="{C8C882B2-B66E-46CA-89E2-8D3D2393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813" y="8142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7" name="path-4835">
            <a:extLst xmlns:a="http://schemas.openxmlformats.org/drawingml/2006/main">
              <a:ext uri="{FF2B5EF4-FFF2-40B4-BE49-F238E27FC236}">
                <a16:creationId xmlns:a16="http://schemas.microsoft.com/office/drawing/2014/main" id="{CF4BB0A0-63DE-4301-B88F-C2BEAC8A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332" y="81371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8" name="path-4836">
            <a:extLst xmlns:a="http://schemas.openxmlformats.org/drawingml/2006/main">
              <a:ext uri="{FF2B5EF4-FFF2-40B4-BE49-F238E27FC236}">
                <a16:creationId xmlns:a16="http://schemas.microsoft.com/office/drawing/2014/main" id="{0D9DD642-0327-4671-AB9E-4E93D7BA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883" y="814874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9" name="path-4837">
            <a:extLst xmlns:a="http://schemas.openxmlformats.org/drawingml/2006/main">
              <a:ext uri="{FF2B5EF4-FFF2-40B4-BE49-F238E27FC236}">
                <a16:creationId xmlns:a16="http://schemas.microsoft.com/office/drawing/2014/main" id="{3FF161C6-D551-484A-B2B6-0B4711B6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427" y="81405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0" name="path-4838">
            <a:extLst xmlns:a="http://schemas.openxmlformats.org/drawingml/2006/main">
              <a:ext uri="{FF2B5EF4-FFF2-40B4-BE49-F238E27FC236}">
                <a16:creationId xmlns:a16="http://schemas.microsoft.com/office/drawing/2014/main" id="{272A9C9B-6E86-486E-98FF-BC67CFD7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52" y="8157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1" name="path-4839">
            <a:extLst xmlns:a="http://schemas.openxmlformats.org/drawingml/2006/main">
              <a:ext uri="{FF2B5EF4-FFF2-40B4-BE49-F238E27FC236}">
                <a16:creationId xmlns:a16="http://schemas.microsoft.com/office/drawing/2014/main" id="{DF092544-623F-47D1-BFA8-2A023827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34" y="812177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2" name="path-4840">
            <a:extLst xmlns:a="http://schemas.openxmlformats.org/drawingml/2006/main">
              <a:ext uri="{FF2B5EF4-FFF2-40B4-BE49-F238E27FC236}">
                <a16:creationId xmlns:a16="http://schemas.microsoft.com/office/drawing/2014/main" id="{BF0979EA-2A11-459A-9932-03C2750C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043" y="816032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3" name="path-4841">
            <a:extLst xmlns:a="http://schemas.openxmlformats.org/drawingml/2006/main">
              <a:ext uri="{FF2B5EF4-FFF2-40B4-BE49-F238E27FC236}">
                <a16:creationId xmlns:a16="http://schemas.microsoft.com/office/drawing/2014/main" id="{0CBE586D-D21A-4A5B-B1B4-34372323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215" y="813432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4" name="path-4842">
            <a:extLst xmlns:a="http://schemas.openxmlformats.org/drawingml/2006/main">
              <a:ext uri="{FF2B5EF4-FFF2-40B4-BE49-F238E27FC236}">
                <a16:creationId xmlns:a16="http://schemas.microsoft.com/office/drawing/2014/main" id="{8DDEFF3C-022A-4C7D-AF44-1C98A433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945" y="80926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5" name="path-4843">
            <a:extLst xmlns:a="http://schemas.openxmlformats.org/drawingml/2006/main">
              <a:ext uri="{FF2B5EF4-FFF2-40B4-BE49-F238E27FC236}">
                <a16:creationId xmlns:a16="http://schemas.microsoft.com/office/drawing/2014/main" id="{896168BD-038E-466A-970B-DE7BE672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905" y="813619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6" name="path-4844">
            <a:extLst xmlns:a="http://schemas.openxmlformats.org/drawingml/2006/main">
              <a:ext uri="{FF2B5EF4-FFF2-40B4-BE49-F238E27FC236}">
                <a16:creationId xmlns:a16="http://schemas.microsoft.com/office/drawing/2014/main" id="{B5FB2E00-92C4-4614-B93F-3933EAA2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181" y="813054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7" name="path-4845">
            <a:extLst xmlns:a="http://schemas.openxmlformats.org/drawingml/2006/main">
              <a:ext uri="{FF2B5EF4-FFF2-40B4-BE49-F238E27FC236}">
                <a16:creationId xmlns:a16="http://schemas.microsoft.com/office/drawing/2014/main" id="{AD2DD203-1FAA-4F54-B112-9AFC69D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97" y="816454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8" name="path-4846">
            <a:extLst xmlns:a="http://schemas.openxmlformats.org/drawingml/2006/main">
              <a:ext uri="{FF2B5EF4-FFF2-40B4-BE49-F238E27FC236}">
                <a16:creationId xmlns:a16="http://schemas.microsoft.com/office/drawing/2014/main" id="{14EB5183-F97E-44CA-98D6-77D44477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91" y="8128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9" name="path-4847">
            <a:extLst xmlns:a="http://schemas.openxmlformats.org/drawingml/2006/main">
              <a:ext uri="{FF2B5EF4-FFF2-40B4-BE49-F238E27FC236}">
                <a16:creationId xmlns:a16="http://schemas.microsoft.com/office/drawing/2014/main" id="{D4C62E12-1309-44C3-B4C0-BD1FDC1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401" y="81683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0" name="path-4848">
            <a:extLst xmlns:a="http://schemas.openxmlformats.org/drawingml/2006/main">
              <a:ext uri="{FF2B5EF4-FFF2-40B4-BE49-F238E27FC236}">
                <a16:creationId xmlns:a16="http://schemas.microsoft.com/office/drawing/2014/main" id="{C4888FEB-D0DD-4D89-8F89-C26FC844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2" y="81383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1" name="path-4849">
            <a:extLst xmlns:a="http://schemas.openxmlformats.org/drawingml/2006/main">
              <a:ext uri="{FF2B5EF4-FFF2-40B4-BE49-F238E27FC236}">
                <a16:creationId xmlns:a16="http://schemas.microsoft.com/office/drawing/2014/main" id="{2BAD59C6-C5CB-44E6-BAF7-4CE36CD2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20" y="81486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2" name="path-4850">
            <a:extLst xmlns:a="http://schemas.openxmlformats.org/drawingml/2006/main">
              <a:ext uri="{FF2B5EF4-FFF2-40B4-BE49-F238E27FC236}">
                <a16:creationId xmlns:a16="http://schemas.microsoft.com/office/drawing/2014/main" id="{37F2A3E7-FF04-4012-A140-316AAF79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604" y="8149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3" name="path-4851">
            <a:extLst xmlns:a="http://schemas.openxmlformats.org/drawingml/2006/main">
              <a:ext uri="{FF2B5EF4-FFF2-40B4-BE49-F238E27FC236}">
                <a16:creationId xmlns:a16="http://schemas.microsoft.com/office/drawing/2014/main" id="{042D57CF-D95D-4ABF-AA00-D28BD915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316" y="813714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4" name="path-4852">
            <a:extLst xmlns:a="http://schemas.openxmlformats.org/drawingml/2006/main">
              <a:ext uri="{FF2B5EF4-FFF2-40B4-BE49-F238E27FC236}">
                <a16:creationId xmlns:a16="http://schemas.microsoft.com/office/drawing/2014/main" id="{2F1182E0-68E5-4241-94A5-A9E5562A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881" y="81067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5" name="path-4853">
            <a:extLst xmlns:a="http://schemas.openxmlformats.org/drawingml/2006/main">
              <a:ext uri="{FF2B5EF4-FFF2-40B4-BE49-F238E27FC236}">
                <a16:creationId xmlns:a16="http://schemas.microsoft.com/office/drawing/2014/main" id="{EEEE462F-BFB4-4942-BED4-CEF1FEE4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262" y="81406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6" name="path-4854">
            <a:extLst xmlns:a="http://schemas.openxmlformats.org/drawingml/2006/main">
              <a:ext uri="{FF2B5EF4-FFF2-40B4-BE49-F238E27FC236}">
                <a16:creationId xmlns:a16="http://schemas.microsoft.com/office/drawing/2014/main" id="{51DEA11F-04CD-485F-A498-87E27BC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974" y="814966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7" name="path-4855">
            <a:extLst xmlns:a="http://schemas.openxmlformats.org/drawingml/2006/main">
              <a:ext uri="{FF2B5EF4-FFF2-40B4-BE49-F238E27FC236}">
                <a16:creationId xmlns:a16="http://schemas.microsoft.com/office/drawing/2014/main" id="{A4397643-2FD2-4C47-9E8C-5A0B9B4D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920" y="816345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8" name="path-4856">
            <a:extLst xmlns:a="http://schemas.openxmlformats.org/drawingml/2006/main">
              <a:ext uri="{FF2B5EF4-FFF2-40B4-BE49-F238E27FC236}">
                <a16:creationId xmlns:a16="http://schemas.microsoft.com/office/drawing/2014/main" id="{FD3772A5-9BD7-47C1-AC26-5640CB1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584" y="814621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9" name="path-4857">
            <a:extLst xmlns:a="http://schemas.openxmlformats.org/drawingml/2006/main">
              <a:ext uri="{FF2B5EF4-FFF2-40B4-BE49-F238E27FC236}">
                <a16:creationId xmlns:a16="http://schemas.microsoft.com/office/drawing/2014/main" id="{0C477140-00EA-46F0-9D7B-2F887BB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478" y="81252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0" name="path-4858">
            <a:extLst xmlns:a="http://schemas.openxmlformats.org/drawingml/2006/main">
              <a:ext uri="{FF2B5EF4-FFF2-40B4-BE49-F238E27FC236}">
                <a16:creationId xmlns:a16="http://schemas.microsoft.com/office/drawing/2014/main" id="{F299A9D2-76C4-4DB4-9342-555C9C9E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271" y="81416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1" name="path-4859">
            <a:extLst xmlns:a="http://schemas.openxmlformats.org/drawingml/2006/main">
              <a:ext uri="{FF2B5EF4-FFF2-40B4-BE49-F238E27FC236}">
                <a16:creationId xmlns:a16="http://schemas.microsoft.com/office/drawing/2014/main" id="{A5428638-62CA-4445-9D6A-0399A13D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426" y="81419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2" name="path-4860">
            <a:extLst xmlns:a="http://schemas.openxmlformats.org/drawingml/2006/main">
              <a:ext uri="{FF2B5EF4-FFF2-40B4-BE49-F238E27FC236}">
                <a16:creationId xmlns:a16="http://schemas.microsoft.com/office/drawing/2014/main" id="{5AA4D6B4-11A3-4C96-A51B-D57C6BAF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440" y="811822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3" name="path-4861">
            <a:extLst xmlns:a="http://schemas.openxmlformats.org/drawingml/2006/main">
              <a:ext uri="{FF2B5EF4-FFF2-40B4-BE49-F238E27FC236}">
                <a16:creationId xmlns:a16="http://schemas.microsoft.com/office/drawing/2014/main" id="{F87676A5-8FC4-4192-A715-1E76CD66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99" y="81335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4" name="path-4862">
            <a:extLst xmlns:a="http://schemas.openxmlformats.org/drawingml/2006/main">
              <a:ext uri="{FF2B5EF4-FFF2-40B4-BE49-F238E27FC236}">
                <a16:creationId xmlns:a16="http://schemas.microsoft.com/office/drawing/2014/main" id="{968E1989-C3DA-4018-B330-2C307BB4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403" y="8134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5" name="path-4863">
            <a:extLst xmlns:a="http://schemas.openxmlformats.org/drawingml/2006/main">
              <a:ext uri="{FF2B5EF4-FFF2-40B4-BE49-F238E27FC236}">
                <a16:creationId xmlns:a16="http://schemas.microsoft.com/office/drawing/2014/main" id="{6CB18659-851E-4673-964D-ABFE2AFD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725" y="81747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6" name="path-4864">
            <a:extLst xmlns:a="http://schemas.openxmlformats.org/drawingml/2006/main">
              <a:ext uri="{FF2B5EF4-FFF2-40B4-BE49-F238E27FC236}">
                <a16:creationId xmlns:a16="http://schemas.microsoft.com/office/drawing/2014/main" id="{6CD7D50B-D955-409B-BDF7-02F2638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03" y="814978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7" name="path-4865">
            <a:extLst xmlns:a="http://schemas.openxmlformats.org/drawingml/2006/main">
              <a:ext uri="{FF2B5EF4-FFF2-40B4-BE49-F238E27FC236}">
                <a16:creationId xmlns:a16="http://schemas.microsoft.com/office/drawing/2014/main" id="{F566BDAA-5750-4B5E-986B-F736C326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50" y="81588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8" name="path-4866">
            <a:extLst xmlns:a="http://schemas.openxmlformats.org/drawingml/2006/main">
              <a:ext uri="{FF2B5EF4-FFF2-40B4-BE49-F238E27FC236}">
                <a16:creationId xmlns:a16="http://schemas.microsoft.com/office/drawing/2014/main" id="{C82A4F99-EAF2-4CDD-B55B-6146619D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088" y="8152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9" name="path-4867">
            <a:extLst xmlns:a="http://schemas.openxmlformats.org/drawingml/2006/main">
              <a:ext uri="{FF2B5EF4-FFF2-40B4-BE49-F238E27FC236}">
                <a16:creationId xmlns:a16="http://schemas.microsoft.com/office/drawing/2014/main" id="{9C85BE9C-5172-46F2-AE85-D72E869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394" y="813152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0" name="path-4868">
            <a:extLst xmlns:a="http://schemas.openxmlformats.org/drawingml/2006/main">
              <a:ext uri="{FF2B5EF4-FFF2-40B4-BE49-F238E27FC236}">
                <a16:creationId xmlns:a16="http://schemas.microsoft.com/office/drawing/2014/main" id="{48A6F934-E508-4DC8-8851-16816A59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317" y="814200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1" name="path-4869">
            <a:extLst xmlns:a="http://schemas.openxmlformats.org/drawingml/2006/main">
              <a:ext uri="{FF2B5EF4-FFF2-40B4-BE49-F238E27FC236}">
                <a16:creationId xmlns:a16="http://schemas.microsoft.com/office/drawing/2014/main" id="{D164956C-D2B3-458C-9A48-C336109C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113" y="81374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2" name="path-4870">
            <a:extLst xmlns:a="http://schemas.openxmlformats.org/drawingml/2006/main">
              <a:ext uri="{FF2B5EF4-FFF2-40B4-BE49-F238E27FC236}">
                <a16:creationId xmlns:a16="http://schemas.microsoft.com/office/drawing/2014/main" id="{3C5AEEA7-71A3-4FF5-ABA5-9411AE38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57" y="812278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3" name="path-4871">
            <a:extLst xmlns:a="http://schemas.openxmlformats.org/drawingml/2006/main">
              <a:ext uri="{FF2B5EF4-FFF2-40B4-BE49-F238E27FC236}">
                <a16:creationId xmlns:a16="http://schemas.microsoft.com/office/drawing/2014/main" id="{44B4B1E8-D2F4-43AD-9EDE-F16457CE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334" y="815754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4" name="path-4872">
            <a:extLst xmlns:a="http://schemas.openxmlformats.org/drawingml/2006/main">
              <a:ext uri="{FF2B5EF4-FFF2-40B4-BE49-F238E27FC236}">
                <a16:creationId xmlns:a16="http://schemas.microsoft.com/office/drawing/2014/main" id="{D0BD1C74-7352-4DDE-B620-6B758D3B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808" y="8137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5" name="path-4873">
            <a:extLst xmlns:a="http://schemas.openxmlformats.org/drawingml/2006/main">
              <a:ext uri="{FF2B5EF4-FFF2-40B4-BE49-F238E27FC236}">
                <a16:creationId xmlns:a16="http://schemas.microsoft.com/office/drawing/2014/main" id="{FA7A6E7E-DDF9-47FD-8602-ADD9E765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330" y="81495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6" name="path-4874">
            <a:extLst xmlns:a="http://schemas.openxmlformats.org/drawingml/2006/main">
              <a:ext uri="{FF2B5EF4-FFF2-40B4-BE49-F238E27FC236}">
                <a16:creationId xmlns:a16="http://schemas.microsoft.com/office/drawing/2014/main" id="{03FB8035-1990-4C57-AAF9-E6A40238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8" y="813746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7" name="path-4875">
            <a:extLst xmlns:a="http://schemas.openxmlformats.org/drawingml/2006/main">
              <a:ext uri="{FF2B5EF4-FFF2-40B4-BE49-F238E27FC236}">
                <a16:creationId xmlns:a16="http://schemas.microsoft.com/office/drawing/2014/main" id="{4005E4CE-71C4-4C05-B01F-B53B17EB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254" y="81102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8" name="path-4876">
            <a:extLst xmlns:a="http://schemas.openxmlformats.org/drawingml/2006/main">
              <a:ext uri="{FF2B5EF4-FFF2-40B4-BE49-F238E27FC236}">
                <a16:creationId xmlns:a16="http://schemas.microsoft.com/office/drawing/2014/main" id="{1265AEE5-67C1-479B-8CEF-D96D9008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391" y="818015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9" name="path-4877">
            <a:extLst xmlns:a="http://schemas.openxmlformats.org/drawingml/2006/main">
              <a:ext uri="{FF2B5EF4-FFF2-40B4-BE49-F238E27FC236}">
                <a16:creationId xmlns:a16="http://schemas.microsoft.com/office/drawing/2014/main" id="{DF0F812B-0321-4E58-980E-4002603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196" y="8151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0" name="path-4878">
            <a:extLst xmlns:a="http://schemas.openxmlformats.org/drawingml/2006/main">
              <a:ext uri="{FF2B5EF4-FFF2-40B4-BE49-F238E27FC236}">
                <a16:creationId xmlns:a16="http://schemas.microsoft.com/office/drawing/2014/main" id="{63983611-E1EC-440C-B871-09DFF140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143" y="81310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1" name="path-4879">
            <a:extLst xmlns:a="http://schemas.openxmlformats.org/drawingml/2006/main">
              <a:ext uri="{FF2B5EF4-FFF2-40B4-BE49-F238E27FC236}">
                <a16:creationId xmlns:a16="http://schemas.microsoft.com/office/drawing/2014/main" id="{C01354F7-8B3D-4A5B-9535-2D8DFDE6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314" y="81144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2" name="path-4880">
            <a:extLst xmlns:a="http://schemas.openxmlformats.org/drawingml/2006/main">
              <a:ext uri="{FF2B5EF4-FFF2-40B4-BE49-F238E27FC236}">
                <a16:creationId xmlns:a16="http://schemas.microsoft.com/office/drawing/2014/main" id="{B77D51C3-C69B-427A-B294-01A52387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55" y="815191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3" name="path-4881">
            <a:extLst xmlns:a="http://schemas.openxmlformats.org/drawingml/2006/main">
              <a:ext uri="{FF2B5EF4-FFF2-40B4-BE49-F238E27FC236}">
                <a16:creationId xmlns:a16="http://schemas.microsoft.com/office/drawing/2014/main" id="{4204632D-A99C-42BC-9404-9AA4EA8E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48" y="812291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4" name="path-4882">
            <a:extLst xmlns:a="http://schemas.openxmlformats.org/drawingml/2006/main">
              <a:ext uri="{FF2B5EF4-FFF2-40B4-BE49-F238E27FC236}">
                <a16:creationId xmlns:a16="http://schemas.microsoft.com/office/drawing/2014/main" id="{B6A134E0-9E55-4B2F-9AFB-09613394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656" y="81414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5" name="path-4883">
            <a:extLst xmlns:a="http://schemas.openxmlformats.org/drawingml/2006/main">
              <a:ext uri="{FF2B5EF4-FFF2-40B4-BE49-F238E27FC236}">
                <a16:creationId xmlns:a16="http://schemas.microsoft.com/office/drawing/2014/main" id="{40E6479E-9EB5-4A24-B11A-7614357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840" y="8152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6" name="path-4884">
            <a:extLst xmlns:a="http://schemas.openxmlformats.org/drawingml/2006/main">
              <a:ext uri="{FF2B5EF4-FFF2-40B4-BE49-F238E27FC236}">
                <a16:creationId xmlns:a16="http://schemas.microsoft.com/office/drawing/2014/main" id="{189A1B44-06B8-41CF-BE57-93C1AC2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648" y="8132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7" name="path-4885">
            <a:extLst xmlns:a="http://schemas.openxmlformats.org/drawingml/2006/main">
              <a:ext uri="{FF2B5EF4-FFF2-40B4-BE49-F238E27FC236}">
                <a16:creationId xmlns:a16="http://schemas.microsoft.com/office/drawing/2014/main" id="{1EB773E3-4669-4912-985C-7165AAEA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275" y="8152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8" name="path-4886">
            <a:extLst xmlns:a="http://schemas.openxmlformats.org/drawingml/2006/main">
              <a:ext uri="{FF2B5EF4-FFF2-40B4-BE49-F238E27FC236}">
                <a16:creationId xmlns:a16="http://schemas.microsoft.com/office/drawing/2014/main" id="{296D7918-6A94-4ABE-AD98-9068E9E3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466" y="81669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9" name="path-4887">
            <a:extLst xmlns:a="http://schemas.openxmlformats.org/drawingml/2006/main">
              <a:ext uri="{FF2B5EF4-FFF2-40B4-BE49-F238E27FC236}">
                <a16:creationId xmlns:a16="http://schemas.microsoft.com/office/drawing/2014/main" id="{8F4351C1-C7E8-4BEC-A29E-A585D4A4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1" y="812120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0" name="path-4888">
            <a:extLst xmlns:a="http://schemas.openxmlformats.org/drawingml/2006/main">
              <a:ext uri="{FF2B5EF4-FFF2-40B4-BE49-F238E27FC236}">
                <a16:creationId xmlns:a16="http://schemas.microsoft.com/office/drawing/2014/main" id="{F2923BF0-B34A-4471-BFFE-322FC430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826" y="810322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1" name="path-4889">
            <a:extLst xmlns:a="http://schemas.openxmlformats.org/drawingml/2006/main">
              <a:ext uri="{FF2B5EF4-FFF2-40B4-BE49-F238E27FC236}">
                <a16:creationId xmlns:a16="http://schemas.microsoft.com/office/drawing/2014/main" id="{285559BD-771A-4FCA-B067-F103B671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498" y="81227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2" name="path-4890">
            <a:extLst xmlns:a="http://schemas.openxmlformats.org/drawingml/2006/main">
              <a:ext uri="{FF2B5EF4-FFF2-40B4-BE49-F238E27FC236}">
                <a16:creationId xmlns:a16="http://schemas.microsoft.com/office/drawing/2014/main" id="{CA54F667-1DBD-4B2D-920D-74A89733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108" y="814181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3" name="path-4891">
            <a:extLst xmlns:a="http://schemas.openxmlformats.org/drawingml/2006/main">
              <a:ext uri="{FF2B5EF4-FFF2-40B4-BE49-F238E27FC236}">
                <a16:creationId xmlns:a16="http://schemas.microsoft.com/office/drawing/2014/main" id="{C2986F86-D325-4E71-963C-6C5196E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53" y="815993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4" name="path-4892">
            <a:extLst xmlns:a="http://schemas.openxmlformats.org/drawingml/2006/main">
              <a:ext uri="{FF2B5EF4-FFF2-40B4-BE49-F238E27FC236}">
                <a16:creationId xmlns:a16="http://schemas.microsoft.com/office/drawing/2014/main" id="{7686657B-9DB9-4C15-AD90-04E09FD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509" y="81220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5" name="path-4893">
            <a:extLst xmlns:a="http://schemas.openxmlformats.org/drawingml/2006/main">
              <a:ext uri="{FF2B5EF4-FFF2-40B4-BE49-F238E27FC236}">
                <a16:creationId xmlns:a16="http://schemas.microsoft.com/office/drawing/2014/main" id="{A74465BA-3862-44E6-9DAF-C182A509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394" y="81341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6" name="path-4894">
            <a:extLst xmlns:a="http://schemas.openxmlformats.org/drawingml/2006/main">
              <a:ext uri="{FF2B5EF4-FFF2-40B4-BE49-F238E27FC236}">
                <a16:creationId xmlns:a16="http://schemas.microsoft.com/office/drawing/2014/main" id="{D3DBA696-F4D7-4CAE-B40B-BCC62D82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104" y="813610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7" name="path-4895">
            <a:extLst xmlns:a="http://schemas.openxmlformats.org/drawingml/2006/main">
              <a:ext uri="{FF2B5EF4-FFF2-40B4-BE49-F238E27FC236}">
                <a16:creationId xmlns:a16="http://schemas.microsoft.com/office/drawing/2014/main" id="{C81BEDCA-7AF1-44BC-A202-F94B419A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26" y="814760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8" name="path-4896">
            <a:extLst xmlns:a="http://schemas.openxmlformats.org/drawingml/2006/main">
              <a:ext uri="{FF2B5EF4-FFF2-40B4-BE49-F238E27FC236}">
                <a16:creationId xmlns:a16="http://schemas.microsoft.com/office/drawing/2014/main" id="{A261DC17-84B2-42D5-B69C-19E03C0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830" y="814773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9" name="path-4897">
            <a:extLst xmlns:a="http://schemas.openxmlformats.org/drawingml/2006/main">
              <a:ext uri="{FF2B5EF4-FFF2-40B4-BE49-F238E27FC236}">
                <a16:creationId xmlns:a16="http://schemas.microsoft.com/office/drawing/2014/main" id="{106C7830-0A21-411D-BD03-62CEF8A5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884" y="81546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0" name="path-4898">
            <a:extLst xmlns:a="http://schemas.openxmlformats.org/drawingml/2006/main">
              <a:ext uri="{FF2B5EF4-FFF2-40B4-BE49-F238E27FC236}">
                <a16:creationId xmlns:a16="http://schemas.microsoft.com/office/drawing/2014/main" id="{7241FE5F-81EE-47C8-AA64-1B368A4E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765" y="810836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1" name="path-4899">
            <a:extLst xmlns:a="http://schemas.openxmlformats.org/drawingml/2006/main">
              <a:ext uri="{FF2B5EF4-FFF2-40B4-BE49-F238E27FC236}">
                <a16:creationId xmlns:a16="http://schemas.microsoft.com/office/drawing/2014/main" id="{5C2C9AA7-BD1A-4ABA-B279-12E74AD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30" y="816593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2" name="path-4900">
            <a:extLst xmlns:a="http://schemas.openxmlformats.org/drawingml/2006/main">
              <a:ext uri="{FF2B5EF4-FFF2-40B4-BE49-F238E27FC236}">
                <a16:creationId xmlns:a16="http://schemas.microsoft.com/office/drawing/2014/main" id="{714F5B13-1537-4524-B1E8-0D4418C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896" y="81645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3" name="path-4901">
            <a:extLst xmlns:a="http://schemas.openxmlformats.org/drawingml/2006/main">
              <a:ext uri="{FF2B5EF4-FFF2-40B4-BE49-F238E27FC236}">
                <a16:creationId xmlns:a16="http://schemas.microsoft.com/office/drawing/2014/main" id="{D29BE73F-A929-4783-9500-F5B494FD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211" y="8150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4" name="path-4902">
            <a:extLst xmlns:a="http://schemas.openxmlformats.org/drawingml/2006/main">
              <a:ext uri="{FF2B5EF4-FFF2-40B4-BE49-F238E27FC236}">
                <a16:creationId xmlns:a16="http://schemas.microsoft.com/office/drawing/2014/main" id="{FDD796F6-82F7-45B1-A8CE-51592E7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140" y="815727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5" name="path-4903">
            <a:extLst xmlns:a="http://schemas.openxmlformats.org/drawingml/2006/main">
              <a:ext uri="{FF2B5EF4-FFF2-40B4-BE49-F238E27FC236}">
                <a16:creationId xmlns:a16="http://schemas.microsoft.com/office/drawing/2014/main" id="{4D850201-09A9-4E86-AA87-B9145EA4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99" y="8135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6" name="path-4904">
            <a:extLst xmlns:a="http://schemas.openxmlformats.org/drawingml/2006/main">
              <a:ext uri="{FF2B5EF4-FFF2-40B4-BE49-F238E27FC236}">
                <a16:creationId xmlns:a16="http://schemas.microsoft.com/office/drawing/2014/main" id="{6E0E5A2B-6695-429A-B54A-59A47B1A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169" y="81757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7" name="path-4905">
            <a:extLst xmlns:a="http://schemas.openxmlformats.org/drawingml/2006/main">
              <a:ext uri="{FF2B5EF4-FFF2-40B4-BE49-F238E27FC236}">
                <a16:creationId xmlns:a16="http://schemas.microsoft.com/office/drawing/2014/main" id="{F25BC96F-17A8-43C1-9802-AAFA690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311" y="8155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8" name="path-4906">
            <a:extLst xmlns:a="http://schemas.openxmlformats.org/drawingml/2006/main">
              <a:ext uri="{FF2B5EF4-FFF2-40B4-BE49-F238E27FC236}">
                <a16:creationId xmlns:a16="http://schemas.microsoft.com/office/drawing/2014/main" id="{53AADAAB-1838-4D71-B510-C95909F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325" y="815527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9" name="path-4907">
            <a:extLst xmlns:a="http://schemas.openxmlformats.org/drawingml/2006/main">
              <a:ext uri="{FF2B5EF4-FFF2-40B4-BE49-F238E27FC236}">
                <a16:creationId xmlns:a16="http://schemas.microsoft.com/office/drawing/2014/main" id="{95F37C42-7ECA-44EF-8325-B7704A04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179" y="8147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0" name="path-4908">
            <a:extLst xmlns:a="http://schemas.openxmlformats.org/drawingml/2006/main">
              <a:ext uri="{FF2B5EF4-FFF2-40B4-BE49-F238E27FC236}">
                <a16:creationId xmlns:a16="http://schemas.microsoft.com/office/drawing/2014/main" id="{E2D90B31-3E5D-4692-98A5-FAE7990A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71" y="813974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1" name="path-4909">
            <a:extLst xmlns:a="http://schemas.openxmlformats.org/drawingml/2006/main">
              <a:ext uri="{FF2B5EF4-FFF2-40B4-BE49-F238E27FC236}">
                <a16:creationId xmlns:a16="http://schemas.microsoft.com/office/drawing/2014/main" id="{F94F6950-D725-4405-90A7-38C6421B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78" y="8124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2" name="path-4910">
            <a:extLst xmlns:a="http://schemas.openxmlformats.org/drawingml/2006/main">
              <a:ext uri="{FF2B5EF4-FFF2-40B4-BE49-F238E27FC236}">
                <a16:creationId xmlns:a16="http://schemas.microsoft.com/office/drawing/2014/main" id="{70C27DAB-CB62-41A4-946A-EE455E94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614" y="8159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3" name="path-4911">
            <a:extLst xmlns:a="http://schemas.openxmlformats.org/drawingml/2006/main">
              <a:ext uri="{FF2B5EF4-FFF2-40B4-BE49-F238E27FC236}">
                <a16:creationId xmlns:a16="http://schemas.microsoft.com/office/drawing/2014/main" id="{86971A65-2A92-4888-94FE-3E102BBD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819" y="8128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4" name="path-4912">
            <a:extLst xmlns:a="http://schemas.openxmlformats.org/drawingml/2006/main">
              <a:ext uri="{FF2B5EF4-FFF2-40B4-BE49-F238E27FC236}">
                <a16:creationId xmlns:a16="http://schemas.microsoft.com/office/drawing/2014/main" id="{65F2D162-3F17-40CF-80BC-1768BF97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044" y="813818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5" name="path-4913">
            <a:extLst xmlns:a="http://schemas.openxmlformats.org/drawingml/2006/main">
              <a:ext uri="{FF2B5EF4-FFF2-40B4-BE49-F238E27FC236}">
                <a16:creationId xmlns:a16="http://schemas.microsoft.com/office/drawing/2014/main" id="{32260AD9-247C-42F0-9D54-464D6F2A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818" y="81442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6" name="path-4914">
            <a:extLst xmlns:a="http://schemas.openxmlformats.org/drawingml/2006/main">
              <a:ext uri="{FF2B5EF4-FFF2-40B4-BE49-F238E27FC236}">
                <a16:creationId xmlns:a16="http://schemas.microsoft.com/office/drawing/2014/main" id="{FA2EC3C6-A0C2-4BD2-9D3E-4082E6A6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85" y="81437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7" name="path-4915">
            <a:extLst xmlns:a="http://schemas.openxmlformats.org/drawingml/2006/main">
              <a:ext uri="{FF2B5EF4-FFF2-40B4-BE49-F238E27FC236}">
                <a16:creationId xmlns:a16="http://schemas.microsoft.com/office/drawing/2014/main" id="{4870B7E7-779C-4214-97A1-AC503D4B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536" y="81259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8" name="path-4916">
            <a:extLst xmlns:a="http://schemas.openxmlformats.org/drawingml/2006/main">
              <a:ext uri="{FF2B5EF4-FFF2-40B4-BE49-F238E27FC236}">
                <a16:creationId xmlns:a16="http://schemas.microsoft.com/office/drawing/2014/main" id="{7E724FD6-A93C-458B-A36B-71D72B40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939" y="8153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9" name="path-4917">
            <a:extLst xmlns:a="http://schemas.openxmlformats.org/drawingml/2006/main">
              <a:ext uri="{FF2B5EF4-FFF2-40B4-BE49-F238E27FC236}">
                <a16:creationId xmlns:a16="http://schemas.microsoft.com/office/drawing/2014/main" id="{A44E785E-AF91-426E-805D-F289075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52" y="81480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0" name="path-4918">
            <a:extLst xmlns:a="http://schemas.openxmlformats.org/drawingml/2006/main">
              <a:ext uri="{FF2B5EF4-FFF2-40B4-BE49-F238E27FC236}">
                <a16:creationId xmlns:a16="http://schemas.microsoft.com/office/drawing/2014/main" id="{BDD8DB90-3198-4E02-86E4-48C8C150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252" y="8109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1" name="path-4919">
            <a:extLst xmlns:a="http://schemas.openxmlformats.org/drawingml/2006/main">
              <a:ext uri="{FF2B5EF4-FFF2-40B4-BE49-F238E27FC236}">
                <a16:creationId xmlns:a16="http://schemas.microsoft.com/office/drawing/2014/main" id="{B0C3FAB9-2038-4762-9577-5B360554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852" y="81404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2" name="path-4920">
            <a:extLst xmlns:a="http://schemas.openxmlformats.org/drawingml/2006/main">
              <a:ext uri="{FF2B5EF4-FFF2-40B4-BE49-F238E27FC236}">
                <a16:creationId xmlns:a16="http://schemas.microsoft.com/office/drawing/2014/main" id="{DE8FCF91-DB48-456D-9F0D-7868F9C4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919" y="814213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3" name="path-4921">
            <a:extLst xmlns:a="http://schemas.openxmlformats.org/drawingml/2006/main">
              <a:ext uri="{FF2B5EF4-FFF2-40B4-BE49-F238E27FC236}">
                <a16:creationId xmlns:a16="http://schemas.microsoft.com/office/drawing/2014/main" id="{86B97DC5-54A6-4966-B57C-10B514B6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411" y="812848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4" name="path-4922">
            <a:extLst xmlns:a="http://schemas.openxmlformats.org/drawingml/2006/main">
              <a:ext uri="{FF2B5EF4-FFF2-40B4-BE49-F238E27FC236}">
                <a16:creationId xmlns:a16="http://schemas.microsoft.com/office/drawing/2014/main" id="{DD1DF842-732C-44F2-B381-CD0D26E0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448" y="81316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5" name="path-4923">
            <a:extLst xmlns:a="http://schemas.openxmlformats.org/drawingml/2006/main">
              <a:ext uri="{FF2B5EF4-FFF2-40B4-BE49-F238E27FC236}">
                <a16:creationId xmlns:a16="http://schemas.microsoft.com/office/drawing/2014/main" id="{4260E646-DB6D-4995-8187-01BD597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6" y="81664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6" name="path-4924">
            <a:extLst xmlns:a="http://schemas.openxmlformats.org/drawingml/2006/main">
              <a:ext uri="{FF2B5EF4-FFF2-40B4-BE49-F238E27FC236}">
                <a16:creationId xmlns:a16="http://schemas.microsoft.com/office/drawing/2014/main" id="{17CD7542-1286-411E-A934-80CB3162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262" y="81321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7" name="path-4925">
            <a:extLst xmlns:a="http://schemas.openxmlformats.org/drawingml/2006/main">
              <a:ext uri="{FF2B5EF4-FFF2-40B4-BE49-F238E27FC236}">
                <a16:creationId xmlns:a16="http://schemas.microsoft.com/office/drawing/2014/main" id="{76450985-960E-43F9-A0DC-C482D647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074" y="81295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8" name="path-4926">
            <a:extLst xmlns:a="http://schemas.openxmlformats.org/drawingml/2006/main">
              <a:ext uri="{FF2B5EF4-FFF2-40B4-BE49-F238E27FC236}">
                <a16:creationId xmlns:a16="http://schemas.microsoft.com/office/drawing/2014/main" id="{0B34D802-FE35-46B9-9853-BCDFFAC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4" y="813604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9" name="path-4927">
            <a:extLst xmlns:a="http://schemas.openxmlformats.org/drawingml/2006/main">
              <a:ext uri="{FF2B5EF4-FFF2-40B4-BE49-F238E27FC236}">
                <a16:creationId xmlns:a16="http://schemas.microsoft.com/office/drawing/2014/main" id="{6FB26326-5297-435D-A7DD-59E85AC2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33" y="81162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0" name="path-4928">
            <a:extLst xmlns:a="http://schemas.openxmlformats.org/drawingml/2006/main">
              <a:ext uri="{FF2B5EF4-FFF2-40B4-BE49-F238E27FC236}">
                <a16:creationId xmlns:a16="http://schemas.microsoft.com/office/drawing/2014/main" id="{1D253A13-10C8-44E9-8F9E-5F720FC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086" y="81306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1" name="path-4929">
            <a:extLst xmlns:a="http://schemas.openxmlformats.org/drawingml/2006/main">
              <a:ext uri="{FF2B5EF4-FFF2-40B4-BE49-F238E27FC236}">
                <a16:creationId xmlns:a16="http://schemas.microsoft.com/office/drawing/2014/main" id="{E8572CF0-E0B7-4BF6-8D8A-542BD4F8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50" y="814661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2" name="path-4930">
            <a:extLst xmlns:a="http://schemas.openxmlformats.org/drawingml/2006/main">
              <a:ext uri="{FF2B5EF4-FFF2-40B4-BE49-F238E27FC236}">
                <a16:creationId xmlns:a16="http://schemas.microsoft.com/office/drawing/2014/main" id="{0EBAE85C-AE0F-44A0-8D53-76B7D328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898" y="813541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3" name="path-4931">
            <a:extLst xmlns:a="http://schemas.openxmlformats.org/drawingml/2006/main">
              <a:ext uri="{FF2B5EF4-FFF2-40B4-BE49-F238E27FC236}">
                <a16:creationId xmlns:a16="http://schemas.microsoft.com/office/drawing/2014/main" id="{D3659B0D-B4DA-4E5E-98A8-9CEA4667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545" y="813957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4" name="path-4932">
            <a:extLst xmlns:a="http://schemas.openxmlformats.org/drawingml/2006/main">
              <a:ext uri="{FF2B5EF4-FFF2-40B4-BE49-F238E27FC236}">
                <a16:creationId xmlns:a16="http://schemas.microsoft.com/office/drawing/2014/main" id="{07148ABD-33F3-4AA2-BD71-BCE645D9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597" y="812433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5" name="path-4933">
            <a:extLst xmlns:a="http://schemas.openxmlformats.org/drawingml/2006/main">
              <a:ext uri="{FF2B5EF4-FFF2-40B4-BE49-F238E27FC236}">
                <a16:creationId xmlns:a16="http://schemas.microsoft.com/office/drawing/2014/main" id="{7DA3BAAC-4B56-4DD1-A7EB-07C80D53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655" y="81391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6" name="path-4934">
            <a:extLst xmlns:a="http://schemas.openxmlformats.org/drawingml/2006/main">
              <a:ext uri="{FF2B5EF4-FFF2-40B4-BE49-F238E27FC236}">
                <a16:creationId xmlns:a16="http://schemas.microsoft.com/office/drawing/2014/main" id="{0BB0B830-E435-4419-A68D-23978578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98" y="812596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7" name="path-4935">
            <a:extLst xmlns:a="http://schemas.openxmlformats.org/drawingml/2006/main">
              <a:ext uri="{FF2B5EF4-FFF2-40B4-BE49-F238E27FC236}">
                <a16:creationId xmlns:a16="http://schemas.microsoft.com/office/drawing/2014/main" id="{FF0C5B47-CA2A-4A4F-9247-C9E515BB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701" y="8136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8" name="path-4936">
            <a:extLst xmlns:a="http://schemas.openxmlformats.org/drawingml/2006/main">
              <a:ext uri="{FF2B5EF4-FFF2-40B4-BE49-F238E27FC236}">
                <a16:creationId xmlns:a16="http://schemas.microsoft.com/office/drawing/2014/main" id="{4CE83147-9752-4F74-8852-808ABE3F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053" y="8186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9" name="path-4937">
            <a:extLst xmlns:a="http://schemas.openxmlformats.org/drawingml/2006/main">
              <a:ext uri="{FF2B5EF4-FFF2-40B4-BE49-F238E27FC236}">
                <a16:creationId xmlns:a16="http://schemas.microsoft.com/office/drawing/2014/main" id="{E210CA04-9BEA-4F2E-91D4-6EED3F6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63" y="8144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0" name="path-4938">
            <a:extLst xmlns:a="http://schemas.openxmlformats.org/drawingml/2006/main">
              <a:ext uri="{FF2B5EF4-FFF2-40B4-BE49-F238E27FC236}">
                <a16:creationId xmlns:a16="http://schemas.microsoft.com/office/drawing/2014/main" id="{581B2E5A-0C49-456E-B138-BBD6C9D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923" y="81097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1" name="path-4939">
            <a:extLst xmlns:a="http://schemas.openxmlformats.org/drawingml/2006/main">
              <a:ext uri="{FF2B5EF4-FFF2-40B4-BE49-F238E27FC236}">
                <a16:creationId xmlns:a16="http://schemas.microsoft.com/office/drawing/2014/main" id="{027AE243-8FD2-46F5-A5EC-58659534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645" y="81272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2" name="path-4940">
            <a:extLst xmlns:a="http://schemas.openxmlformats.org/drawingml/2006/main">
              <a:ext uri="{FF2B5EF4-FFF2-40B4-BE49-F238E27FC236}">
                <a16:creationId xmlns:a16="http://schemas.microsoft.com/office/drawing/2014/main" id="{FA8EFE83-4384-498F-8EE3-BE151239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489" y="812401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3" name="path-4941">
            <a:extLst xmlns:a="http://schemas.openxmlformats.org/drawingml/2006/main">
              <a:ext uri="{FF2B5EF4-FFF2-40B4-BE49-F238E27FC236}">
                <a16:creationId xmlns:a16="http://schemas.microsoft.com/office/drawing/2014/main" id="{43E17BC8-DE64-4526-8845-EBA04796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901" y="81409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4" name="path-4942">
            <a:extLst xmlns:a="http://schemas.openxmlformats.org/drawingml/2006/main">
              <a:ext uri="{FF2B5EF4-FFF2-40B4-BE49-F238E27FC236}">
                <a16:creationId xmlns:a16="http://schemas.microsoft.com/office/drawing/2014/main" id="{8BE24E1C-AF84-4C0B-929A-2CF063FD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006" y="81634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5" name="path-4943">
            <a:extLst xmlns:a="http://schemas.openxmlformats.org/drawingml/2006/main">
              <a:ext uri="{FF2B5EF4-FFF2-40B4-BE49-F238E27FC236}">
                <a16:creationId xmlns:a16="http://schemas.microsoft.com/office/drawing/2014/main" id="{5788A169-0111-4009-8ADD-E7C60641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805" y="813454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6" name="path-4944">
            <a:extLst xmlns:a="http://schemas.openxmlformats.org/drawingml/2006/main">
              <a:ext uri="{FF2B5EF4-FFF2-40B4-BE49-F238E27FC236}">
                <a16:creationId xmlns:a16="http://schemas.microsoft.com/office/drawing/2014/main" id="{A3F7C935-AAD1-45ED-867C-6DD6A0D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626" y="81290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7" name="path-4945">
            <a:extLst xmlns:a="http://schemas.openxmlformats.org/drawingml/2006/main">
              <a:ext uri="{FF2B5EF4-FFF2-40B4-BE49-F238E27FC236}">
                <a16:creationId xmlns:a16="http://schemas.microsoft.com/office/drawing/2014/main" id="{F0887707-A157-4666-A678-7EED945A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486" y="81368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8" name="path-4946">
            <a:extLst xmlns:a="http://schemas.openxmlformats.org/drawingml/2006/main">
              <a:ext uri="{FF2B5EF4-FFF2-40B4-BE49-F238E27FC236}">
                <a16:creationId xmlns:a16="http://schemas.microsoft.com/office/drawing/2014/main" id="{69F0657F-9209-4643-A0D8-C49C9AA4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656" y="814772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9" name="path-4947">
            <a:extLst xmlns:a="http://schemas.openxmlformats.org/drawingml/2006/main">
              <a:ext uri="{FF2B5EF4-FFF2-40B4-BE49-F238E27FC236}">
                <a16:creationId xmlns:a16="http://schemas.microsoft.com/office/drawing/2014/main" id="{0702BFCF-D824-4D9F-AF2F-A2F57760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083" y="8145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0" name="path-4948">
            <a:extLst xmlns:a="http://schemas.openxmlformats.org/drawingml/2006/main">
              <a:ext uri="{FF2B5EF4-FFF2-40B4-BE49-F238E27FC236}">
                <a16:creationId xmlns:a16="http://schemas.microsoft.com/office/drawing/2014/main" id="{2BBE7425-45EE-4B00-9F82-77AB0A37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792" y="81319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1" name="path-4949">
            <a:extLst xmlns:a="http://schemas.openxmlformats.org/drawingml/2006/main">
              <a:ext uri="{FF2B5EF4-FFF2-40B4-BE49-F238E27FC236}">
                <a16:creationId xmlns:a16="http://schemas.microsoft.com/office/drawing/2014/main" id="{061DBDC6-F4BB-4FBD-85EC-9CEEFA54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255" y="81731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2" name="path-4950">
            <a:extLst xmlns:a="http://schemas.openxmlformats.org/drawingml/2006/main">
              <a:ext uri="{FF2B5EF4-FFF2-40B4-BE49-F238E27FC236}">
                <a16:creationId xmlns:a16="http://schemas.microsoft.com/office/drawing/2014/main" id="{0E380322-46F1-4721-8223-B901A19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425" y="8113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3" name="path-4951">
            <a:extLst xmlns:a="http://schemas.openxmlformats.org/drawingml/2006/main">
              <a:ext uri="{FF2B5EF4-FFF2-40B4-BE49-F238E27FC236}">
                <a16:creationId xmlns:a16="http://schemas.microsoft.com/office/drawing/2014/main" id="{7C3CBD2F-60D5-4323-8521-38AD9CB0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220" y="814040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4" name="path-4952">
            <a:extLst xmlns:a="http://schemas.openxmlformats.org/drawingml/2006/main">
              <a:ext uri="{FF2B5EF4-FFF2-40B4-BE49-F238E27FC236}">
                <a16:creationId xmlns:a16="http://schemas.microsoft.com/office/drawing/2014/main" id="{A16D2D66-ECF0-4706-864E-BB8CC19F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15" y="814722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5" name="path-4953">
            <a:extLst xmlns:a="http://schemas.openxmlformats.org/drawingml/2006/main">
              <a:ext uri="{FF2B5EF4-FFF2-40B4-BE49-F238E27FC236}">
                <a16:creationId xmlns:a16="http://schemas.microsoft.com/office/drawing/2014/main" id="{57BF0DC2-B21B-4189-BF0B-CCD2D305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10" y="812443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6" name="path-4954">
            <a:extLst xmlns:a="http://schemas.openxmlformats.org/drawingml/2006/main">
              <a:ext uri="{FF2B5EF4-FFF2-40B4-BE49-F238E27FC236}">
                <a16:creationId xmlns:a16="http://schemas.microsoft.com/office/drawing/2014/main" id="{900532E0-8D4A-4D33-97AB-6F11F5B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288" y="812956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7" name="path-4955">
            <a:extLst xmlns:a="http://schemas.openxmlformats.org/drawingml/2006/main">
              <a:ext uri="{FF2B5EF4-FFF2-40B4-BE49-F238E27FC236}">
                <a16:creationId xmlns:a16="http://schemas.microsoft.com/office/drawing/2014/main" id="{8F8F5BE0-EA28-4909-A597-6F15318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372" y="813370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8" name="path-4956">
            <a:extLst xmlns:a="http://schemas.openxmlformats.org/drawingml/2006/main">
              <a:ext uri="{FF2B5EF4-FFF2-40B4-BE49-F238E27FC236}">
                <a16:creationId xmlns:a16="http://schemas.microsoft.com/office/drawing/2014/main" id="{C6721B0D-7B74-42C0-A4CD-4859CFF4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584" y="81447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9" name="path-4957">
            <a:extLst xmlns:a="http://schemas.openxmlformats.org/drawingml/2006/main">
              <a:ext uri="{FF2B5EF4-FFF2-40B4-BE49-F238E27FC236}">
                <a16:creationId xmlns:a16="http://schemas.microsoft.com/office/drawing/2014/main" id="{83386D2C-A208-4F55-B1F1-136B9A5B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257" y="813467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0" name="path-4958">
            <a:extLst xmlns:a="http://schemas.openxmlformats.org/drawingml/2006/main">
              <a:ext uri="{FF2B5EF4-FFF2-40B4-BE49-F238E27FC236}">
                <a16:creationId xmlns:a16="http://schemas.microsoft.com/office/drawing/2014/main" id="{AA9CCC5F-C819-46CF-A39C-7B53A112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95" y="814657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1" name="path-4959">
            <a:extLst xmlns:a="http://schemas.openxmlformats.org/drawingml/2006/main">
              <a:ext uri="{FF2B5EF4-FFF2-40B4-BE49-F238E27FC236}">
                <a16:creationId xmlns:a16="http://schemas.microsoft.com/office/drawing/2014/main" id="{BD160A7D-15BF-4699-9C1A-9F42B9B4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600" y="81454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2" name="path-4960">
            <a:extLst xmlns:a="http://schemas.openxmlformats.org/drawingml/2006/main">
              <a:ext uri="{FF2B5EF4-FFF2-40B4-BE49-F238E27FC236}">
                <a16:creationId xmlns:a16="http://schemas.microsoft.com/office/drawing/2014/main" id="{C0AE9EB4-93CE-4E29-A4BE-6F3AF83F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86" y="8147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3" name="path-4961">
            <a:extLst xmlns:a="http://schemas.openxmlformats.org/drawingml/2006/main">
              <a:ext uri="{FF2B5EF4-FFF2-40B4-BE49-F238E27FC236}">
                <a16:creationId xmlns:a16="http://schemas.microsoft.com/office/drawing/2014/main" id="{BEB05886-BE2C-4661-B0C7-ACFE030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154" y="81327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4" name="path-4962">
            <a:extLst xmlns:a="http://schemas.openxmlformats.org/drawingml/2006/main">
              <a:ext uri="{FF2B5EF4-FFF2-40B4-BE49-F238E27FC236}">
                <a16:creationId xmlns:a16="http://schemas.microsoft.com/office/drawing/2014/main" id="{EA9E6DAC-FC9D-4B72-950C-3AF75186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714" y="81480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5" name="path-4963">
            <a:extLst xmlns:a="http://schemas.openxmlformats.org/drawingml/2006/main">
              <a:ext uri="{FF2B5EF4-FFF2-40B4-BE49-F238E27FC236}">
                <a16:creationId xmlns:a16="http://schemas.microsoft.com/office/drawing/2014/main" id="{62F28234-2639-44C3-83DF-2BD801C5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666" y="8158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6" name="path-4964">
            <a:extLst xmlns:a="http://schemas.openxmlformats.org/drawingml/2006/main">
              <a:ext uri="{FF2B5EF4-FFF2-40B4-BE49-F238E27FC236}">
                <a16:creationId xmlns:a16="http://schemas.microsoft.com/office/drawing/2014/main" id="{64C4F2A4-B33C-45A1-A5DF-513E20FC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263" y="81678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7" name="path-4965">
            <a:extLst xmlns:a="http://schemas.openxmlformats.org/drawingml/2006/main">
              <a:ext uri="{FF2B5EF4-FFF2-40B4-BE49-F238E27FC236}">
                <a16:creationId xmlns:a16="http://schemas.microsoft.com/office/drawing/2014/main" id="{C5746EED-DA62-4EFA-BFC1-B99AC05F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863" y="816353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8" name="path-4966">
            <a:extLst xmlns:a="http://schemas.openxmlformats.org/drawingml/2006/main">
              <a:ext uri="{FF2B5EF4-FFF2-40B4-BE49-F238E27FC236}">
                <a16:creationId xmlns:a16="http://schemas.microsoft.com/office/drawing/2014/main" id="{106C0437-22B2-4157-B135-6E1331BF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490" y="81420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9" name="path-4967">
            <a:extLst xmlns:a="http://schemas.openxmlformats.org/drawingml/2006/main">
              <a:ext uri="{FF2B5EF4-FFF2-40B4-BE49-F238E27FC236}">
                <a16:creationId xmlns:a16="http://schemas.microsoft.com/office/drawing/2014/main" id="{D4A3CB1F-9D81-4C0A-91F8-818FDE2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124" y="8154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0" name="path-4968">
            <a:extLst xmlns:a="http://schemas.openxmlformats.org/drawingml/2006/main">
              <a:ext uri="{FF2B5EF4-FFF2-40B4-BE49-F238E27FC236}">
                <a16:creationId xmlns:a16="http://schemas.microsoft.com/office/drawing/2014/main" id="{74DD57E0-2B4A-441E-9F6A-6ED68989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258" y="8136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1" name="path-4969">
            <a:extLst xmlns:a="http://schemas.openxmlformats.org/drawingml/2006/main">
              <a:ext uri="{FF2B5EF4-FFF2-40B4-BE49-F238E27FC236}">
                <a16:creationId xmlns:a16="http://schemas.microsoft.com/office/drawing/2014/main" id="{7EFD99C9-EBD3-4300-B14C-1FB2001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647" y="813711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2" name="path-4970">
            <a:extLst xmlns:a="http://schemas.openxmlformats.org/drawingml/2006/main">
              <a:ext uri="{FF2B5EF4-FFF2-40B4-BE49-F238E27FC236}">
                <a16:creationId xmlns:a16="http://schemas.microsoft.com/office/drawing/2014/main" id="{10B8A3A4-85A0-45CA-9CF7-33E73D5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004" y="8132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3" name="path-4971">
            <a:extLst xmlns:a="http://schemas.openxmlformats.org/drawingml/2006/main">
              <a:ext uri="{FF2B5EF4-FFF2-40B4-BE49-F238E27FC236}">
                <a16:creationId xmlns:a16="http://schemas.microsoft.com/office/drawing/2014/main" id="{E0269C0E-D9F7-4DAC-AC21-2D282FA4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136" y="81150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4" name="path-4972">
            <a:extLst xmlns:a="http://schemas.openxmlformats.org/drawingml/2006/main">
              <a:ext uri="{FF2B5EF4-FFF2-40B4-BE49-F238E27FC236}">
                <a16:creationId xmlns:a16="http://schemas.microsoft.com/office/drawing/2014/main" id="{27896584-71B2-4DFF-A586-F1C2313B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744" y="814944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5" name="path-4973">
            <a:extLst xmlns:a="http://schemas.openxmlformats.org/drawingml/2006/main">
              <a:ext uri="{FF2B5EF4-FFF2-40B4-BE49-F238E27FC236}">
                <a16:creationId xmlns:a16="http://schemas.microsoft.com/office/drawing/2014/main" id="{F32B044F-8804-4F1F-AA3E-2A08FB54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74" y="81235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6" name="path-4974">
            <a:extLst xmlns:a="http://schemas.openxmlformats.org/drawingml/2006/main">
              <a:ext uri="{FF2B5EF4-FFF2-40B4-BE49-F238E27FC236}">
                <a16:creationId xmlns:a16="http://schemas.microsoft.com/office/drawing/2014/main" id="{3CB0057B-A7AA-45E0-939C-0B9CF5BE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155" y="81266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7" name="path-4975">
            <a:extLst xmlns:a="http://schemas.openxmlformats.org/drawingml/2006/main">
              <a:ext uri="{FF2B5EF4-FFF2-40B4-BE49-F238E27FC236}">
                <a16:creationId xmlns:a16="http://schemas.microsoft.com/office/drawing/2014/main" id="{4E1DE671-386F-4C58-B279-2F102425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150" y="81579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8" name="path-4976">
            <a:extLst xmlns:a="http://schemas.openxmlformats.org/drawingml/2006/main">
              <a:ext uri="{FF2B5EF4-FFF2-40B4-BE49-F238E27FC236}">
                <a16:creationId xmlns:a16="http://schemas.microsoft.com/office/drawing/2014/main" id="{B60A78F3-9E85-4C2C-9934-2CC2C9EA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93" y="81192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9" name="path-4977">
            <a:extLst xmlns:a="http://schemas.openxmlformats.org/drawingml/2006/main">
              <a:ext uri="{FF2B5EF4-FFF2-40B4-BE49-F238E27FC236}">
                <a16:creationId xmlns:a16="http://schemas.microsoft.com/office/drawing/2014/main" id="{CE581525-4D15-479A-A1EF-E3CDBAB7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868" y="81444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0" name="path-4978">
            <a:extLst xmlns:a="http://schemas.openxmlformats.org/drawingml/2006/main">
              <a:ext uri="{FF2B5EF4-FFF2-40B4-BE49-F238E27FC236}">
                <a16:creationId xmlns:a16="http://schemas.microsoft.com/office/drawing/2014/main" id="{7A135199-FF73-4A14-9B58-DFF4D190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857" y="8157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1" name="path-4979">
            <a:extLst xmlns:a="http://schemas.openxmlformats.org/drawingml/2006/main">
              <a:ext uri="{FF2B5EF4-FFF2-40B4-BE49-F238E27FC236}">
                <a16:creationId xmlns:a16="http://schemas.microsoft.com/office/drawing/2014/main" id="{DCCC39D3-06A3-4B7E-9239-EB524D1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80" y="8157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2" name="path-4980">
            <a:extLst xmlns:a="http://schemas.openxmlformats.org/drawingml/2006/main">
              <a:ext uri="{FF2B5EF4-FFF2-40B4-BE49-F238E27FC236}">
                <a16:creationId xmlns:a16="http://schemas.microsoft.com/office/drawing/2014/main" id="{5CF5A838-602C-4E55-BC70-0B01CC20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695" y="81273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3" name="path-4981">
            <a:extLst xmlns:a="http://schemas.openxmlformats.org/drawingml/2006/main">
              <a:ext uri="{FF2B5EF4-FFF2-40B4-BE49-F238E27FC236}">
                <a16:creationId xmlns:a16="http://schemas.microsoft.com/office/drawing/2014/main" id="{8922DCEC-82CB-4024-A64F-2FA0E0EB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58" y="812257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4" name="path-4982">
            <a:extLst xmlns:a="http://schemas.openxmlformats.org/drawingml/2006/main">
              <a:ext uri="{FF2B5EF4-FFF2-40B4-BE49-F238E27FC236}">
                <a16:creationId xmlns:a16="http://schemas.microsoft.com/office/drawing/2014/main" id="{D33692C6-CDC5-4317-80F6-5509BC2F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151" y="815586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5" name="path-4983">
            <a:extLst xmlns:a="http://schemas.openxmlformats.org/drawingml/2006/main">
              <a:ext uri="{FF2B5EF4-FFF2-40B4-BE49-F238E27FC236}">
                <a16:creationId xmlns:a16="http://schemas.microsoft.com/office/drawing/2014/main" id="{D6067664-12FE-4606-B66D-E8FC2A25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853" y="81465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6" name="path-4984">
            <a:extLst xmlns:a="http://schemas.openxmlformats.org/drawingml/2006/main">
              <a:ext uri="{FF2B5EF4-FFF2-40B4-BE49-F238E27FC236}">
                <a16:creationId xmlns:a16="http://schemas.microsoft.com/office/drawing/2014/main" id="{9DDFECF5-B042-4331-AA19-F40C1162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001" y="8143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7" name="path-4985">
            <a:extLst xmlns:a="http://schemas.openxmlformats.org/drawingml/2006/main">
              <a:ext uri="{FF2B5EF4-FFF2-40B4-BE49-F238E27FC236}">
                <a16:creationId xmlns:a16="http://schemas.microsoft.com/office/drawing/2014/main" id="{BC4055B4-D0B6-4F68-B874-7EBADAA2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630" y="815558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8" name="path-4986">
            <a:extLst xmlns:a="http://schemas.openxmlformats.org/drawingml/2006/main">
              <a:ext uri="{FF2B5EF4-FFF2-40B4-BE49-F238E27FC236}">
                <a16:creationId xmlns:a16="http://schemas.microsoft.com/office/drawing/2014/main" id="{0262F4EC-DF6E-4D5F-A24B-C139081F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652" y="817520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9" name="path-4987">
            <a:extLst xmlns:a="http://schemas.openxmlformats.org/drawingml/2006/main">
              <a:ext uri="{FF2B5EF4-FFF2-40B4-BE49-F238E27FC236}">
                <a16:creationId xmlns:a16="http://schemas.microsoft.com/office/drawing/2014/main" id="{E1AE8000-EF33-4B3C-8BC9-A20EE258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328" y="813799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0" name="path-4988">
            <a:extLst xmlns:a="http://schemas.openxmlformats.org/drawingml/2006/main">
              <a:ext uri="{FF2B5EF4-FFF2-40B4-BE49-F238E27FC236}">
                <a16:creationId xmlns:a16="http://schemas.microsoft.com/office/drawing/2014/main" id="{89D87F2A-8E4C-4587-AFDF-8E3FA827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443" y="813599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1" name="path-4989">
            <a:extLst xmlns:a="http://schemas.openxmlformats.org/drawingml/2006/main">
              <a:ext uri="{FF2B5EF4-FFF2-40B4-BE49-F238E27FC236}">
                <a16:creationId xmlns:a16="http://schemas.microsoft.com/office/drawing/2014/main" id="{3654A3E6-0C22-43BC-B67C-1B6661B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69" y="81435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2" name="path-4990">
            <a:extLst xmlns:a="http://schemas.openxmlformats.org/drawingml/2006/main">
              <a:ext uri="{FF2B5EF4-FFF2-40B4-BE49-F238E27FC236}">
                <a16:creationId xmlns:a16="http://schemas.microsoft.com/office/drawing/2014/main" id="{3FD0D3EB-8072-4D88-A274-3C38D157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165" y="81386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3" name="path-4991">
            <a:extLst xmlns:a="http://schemas.openxmlformats.org/drawingml/2006/main">
              <a:ext uri="{FF2B5EF4-FFF2-40B4-BE49-F238E27FC236}">
                <a16:creationId xmlns:a16="http://schemas.microsoft.com/office/drawing/2014/main" id="{D6E41D72-04BA-445B-8E4D-61EBA80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166" y="8171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4" name="path-4992">
            <a:extLst xmlns:a="http://schemas.openxmlformats.org/drawingml/2006/main">
              <a:ext uri="{FF2B5EF4-FFF2-40B4-BE49-F238E27FC236}">
                <a16:creationId xmlns:a16="http://schemas.microsoft.com/office/drawing/2014/main" id="{1B5B9190-BAA3-46D0-804F-74513CC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908" y="81501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5" name="path-4993">
            <a:extLst xmlns:a="http://schemas.openxmlformats.org/drawingml/2006/main">
              <a:ext uri="{FF2B5EF4-FFF2-40B4-BE49-F238E27FC236}">
                <a16:creationId xmlns:a16="http://schemas.microsoft.com/office/drawing/2014/main" id="{4AB7FB56-8FED-4C0B-9748-96803B16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714" y="81479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6" name="path-4994">
            <a:extLst xmlns:a="http://schemas.openxmlformats.org/drawingml/2006/main">
              <a:ext uri="{FF2B5EF4-FFF2-40B4-BE49-F238E27FC236}">
                <a16:creationId xmlns:a16="http://schemas.microsoft.com/office/drawing/2014/main" id="{BDEA0510-B231-49A5-AB23-61AF3B1A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836" y="81491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7" name="path-4995">
            <a:extLst xmlns:a="http://schemas.openxmlformats.org/drawingml/2006/main">
              <a:ext uri="{FF2B5EF4-FFF2-40B4-BE49-F238E27FC236}">
                <a16:creationId xmlns:a16="http://schemas.microsoft.com/office/drawing/2014/main" id="{BB7ACCB2-6123-4187-A2E1-5B056C4A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092" y="81230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8" name="path-4996">
            <a:extLst xmlns:a="http://schemas.openxmlformats.org/drawingml/2006/main">
              <a:ext uri="{FF2B5EF4-FFF2-40B4-BE49-F238E27FC236}">
                <a16:creationId xmlns:a16="http://schemas.microsoft.com/office/drawing/2014/main" id="{5DB545D7-D9CA-45CF-BC70-3838FC05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7" y="8139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9" name="path-4997">
            <a:extLst xmlns:a="http://schemas.openxmlformats.org/drawingml/2006/main">
              <a:ext uri="{FF2B5EF4-FFF2-40B4-BE49-F238E27FC236}">
                <a16:creationId xmlns:a16="http://schemas.microsoft.com/office/drawing/2014/main" id="{253A5C14-C6E1-4666-9D2B-1717ED94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975" y="81420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0" name="path-4998">
            <a:extLst xmlns:a="http://schemas.openxmlformats.org/drawingml/2006/main">
              <a:ext uri="{FF2B5EF4-FFF2-40B4-BE49-F238E27FC236}">
                <a16:creationId xmlns:a16="http://schemas.microsoft.com/office/drawing/2014/main" id="{E74C8E30-669A-4613-9072-9149FC18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216" y="813113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1" name="path-4999">
            <a:extLst xmlns:a="http://schemas.openxmlformats.org/drawingml/2006/main">
              <a:ext uri="{FF2B5EF4-FFF2-40B4-BE49-F238E27FC236}">
                <a16:creationId xmlns:a16="http://schemas.microsoft.com/office/drawing/2014/main" id="{FB101573-C4A0-483C-9460-C9EC4810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10" y="815533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2" name="path-5000">
            <a:extLst xmlns:a="http://schemas.openxmlformats.org/drawingml/2006/main">
              <a:ext uri="{FF2B5EF4-FFF2-40B4-BE49-F238E27FC236}">
                <a16:creationId xmlns:a16="http://schemas.microsoft.com/office/drawing/2014/main" id="{827BDEA8-6B6D-48C1-9DB6-34925771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74" y="814648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3" name="path-5001">
            <a:extLst xmlns:a="http://schemas.openxmlformats.org/drawingml/2006/main">
              <a:ext uri="{FF2B5EF4-FFF2-40B4-BE49-F238E27FC236}">
                <a16:creationId xmlns:a16="http://schemas.microsoft.com/office/drawing/2014/main" id="{377A22C9-8958-466F-ACE4-61B54C01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47" y="814999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4" name="path-5002">
            <a:extLst xmlns:a="http://schemas.openxmlformats.org/drawingml/2006/main">
              <a:ext uri="{FF2B5EF4-FFF2-40B4-BE49-F238E27FC236}">
                <a16:creationId xmlns:a16="http://schemas.microsoft.com/office/drawing/2014/main" id="{6E7DAE13-9D71-4817-B212-E7AABC0C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919" y="815308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5" name="path-5003">
            <a:extLst xmlns:a="http://schemas.openxmlformats.org/drawingml/2006/main">
              <a:ext uri="{FF2B5EF4-FFF2-40B4-BE49-F238E27FC236}">
                <a16:creationId xmlns:a16="http://schemas.microsoft.com/office/drawing/2014/main" id="{166BE9C1-CCC5-4E37-85F8-547DEEB4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971" y="81306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6" name="path-5004">
            <a:extLst xmlns:a="http://schemas.openxmlformats.org/drawingml/2006/main">
              <a:ext uri="{FF2B5EF4-FFF2-40B4-BE49-F238E27FC236}">
                <a16:creationId xmlns:a16="http://schemas.microsoft.com/office/drawing/2014/main" id="{33FDB5AA-F303-43F9-93C9-D79D5657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097" y="8131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7" name="path-5005">
            <a:extLst xmlns:a="http://schemas.openxmlformats.org/drawingml/2006/main">
              <a:ext uri="{FF2B5EF4-FFF2-40B4-BE49-F238E27FC236}">
                <a16:creationId xmlns:a16="http://schemas.microsoft.com/office/drawing/2014/main" id="{87E71AE7-0BB3-4B99-A8C6-CE32F4BD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173" y="81535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8" name="path-5006">
            <a:extLst xmlns:a="http://schemas.openxmlformats.org/drawingml/2006/main">
              <a:ext uri="{FF2B5EF4-FFF2-40B4-BE49-F238E27FC236}">
                <a16:creationId xmlns:a16="http://schemas.microsoft.com/office/drawing/2014/main" id="{2D20F054-7DA4-468C-B943-69F207B5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81" y="81648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9" name="path-5007">
            <a:extLst xmlns:a="http://schemas.openxmlformats.org/drawingml/2006/main">
              <a:ext uri="{FF2B5EF4-FFF2-40B4-BE49-F238E27FC236}">
                <a16:creationId xmlns:a16="http://schemas.microsoft.com/office/drawing/2014/main" id="{D7BB7BE9-41D6-4E9B-AA78-FC0BBBEB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224" y="815095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0" name="path-5008">
            <a:extLst xmlns:a="http://schemas.openxmlformats.org/drawingml/2006/main">
              <a:ext uri="{FF2B5EF4-FFF2-40B4-BE49-F238E27FC236}">
                <a16:creationId xmlns:a16="http://schemas.microsoft.com/office/drawing/2014/main" id="{CF79E1CF-3387-45C9-A006-581A5B76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723" y="815805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1" name="path-5009">
            <a:extLst xmlns:a="http://schemas.openxmlformats.org/drawingml/2006/main">
              <a:ext uri="{FF2B5EF4-FFF2-40B4-BE49-F238E27FC236}">
                <a16:creationId xmlns:a16="http://schemas.microsoft.com/office/drawing/2014/main" id="{8B64BB94-9DEB-49C6-8DE0-619E9A82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385" y="81678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2" name="path-5010">
            <a:extLst xmlns:a="http://schemas.openxmlformats.org/drawingml/2006/main">
              <a:ext uri="{FF2B5EF4-FFF2-40B4-BE49-F238E27FC236}">
                <a16:creationId xmlns:a16="http://schemas.microsoft.com/office/drawing/2014/main" id="{71113E68-8675-4DF8-A1E0-93DAC3DD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221" y="813134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3" name="path-5011">
            <a:extLst xmlns:a="http://schemas.openxmlformats.org/drawingml/2006/main">
              <a:ext uri="{FF2B5EF4-FFF2-40B4-BE49-F238E27FC236}">
                <a16:creationId xmlns:a16="http://schemas.microsoft.com/office/drawing/2014/main" id="{4BE46AA9-B4E5-4C8A-87FB-37EAEBA2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643" y="814444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4" name="path-5012">
            <a:extLst xmlns:a="http://schemas.openxmlformats.org/drawingml/2006/main">
              <a:ext uri="{FF2B5EF4-FFF2-40B4-BE49-F238E27FC236}">
                <a16:creationId xmlns:a16="http://schemas.microsoft.com/office/drawing/2014/main" id="{51F60CFE-989C-48D0-9C4A-98FD85D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159" y="81500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5" name="path-5013">
            <a:extLst xmlns:a="http://schemas.openxmlformats.org/drawingml/2006/main">
              <a:ext uri="{FF2B5EF4-FFF2-40B4-BE49-F238E27FC236}">
                <a16:creationId xmlns:a16="http://schemas.microsoft.com/office/drawing/2014/main" id="{800F4724-837B-474C-A88D-47C091C9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18" y="813480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6" name="path-5014">
            <a:extLst xmlns:a="http://schemas.openxmlformats.org/drawingml/2006/main">
              <a:ext uri="{FF2B5EF4-FFF2-40B4-BE49-F238E27FC236}">
                <a16:creationId xmlns:a16="http://schemas.microsoft.com/office/drawing/2014/main" id="{D41BADCE-6DB6-4638-B767-F71B9559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863" y="81491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7" name="path-5015">
            <a:extLst xmlns:a="http://schemas.openxmlformats.org/drawingml/2006/main">
              <a:ext uri="{FF2B5EF4-FFF2-40B4-BE49-F238E27FC236}">
                <a16:creationId xmlns:a16="http://schemas.microsoft.com/office/drawing/2014/main" id="{9ACB43EA-9F2B-4147-8346-7B331577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90" y="814542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8" name="path-5016">
            <a:extLst xmlns:a="http://schemas.openxmlformats.org/drawingml/2006/main">
              <a:ext uri="{FF2B5EF4-FFF2-40B4-BE49-F238E27FC236}">
                <a16:creationId xmlns:a16="http://schemas.microsoft.com/office/drawing/2014/main" id="{89B89F60-E23A-420F-B84B-9DFF7ACA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76" y="8123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9" name="path-5017">
            <a:extLst xmlns:a="http://schemas.openxmlformats.org/drawingml/2006/main">
              <a:ext uri="{FF2B5EF4-FFF2-40B4-BE49-F238E27FC236}">
                <a16:creationId xmlns:a16="http://schemas.microsoft.com/office/drawing/2014/main" id="{5B402436-185A-409D-A90F-A52F0128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782" y="816391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0" name="path-5018">
            <a:extLst xmlns:a="http://schemas.openxmlformats.org/drawingml/2006/main">
              <a:ext uri="{FF2B5EF4-FFF2-40B4-BE49-F238E27FC236}">
                <a16:creationId xmlns:a16="http://schemas.microsoft.com/office/drawing/2014/main" id="{ED628710-E106-45F4-B928-711E6B1A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471" y="815259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1" name="path-5019">
            <a:extLst xmlns:a="http://schemas.openxmlformats.org/drawingml/2006/main">
              <a:ext uri="{FF2B5EF4-FFF2-40B4-BE49-F238E27FC236}">
                <a16:creationId xmlns:a16="http://schemas.microsoft.com/office/drawing/2014/main" id="{382967D5-DDE6-4DE1-9C05-3B47DCBB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199" y="81580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2" name="path-5020">
            <a:extLst xmlns:a="http://schemas.openxmlformats.org/drawingml/2006/main">
              <a:ext uri="{FF2B5EF4-FFF2-40B4-BE49-F238E27FC236}">
                <a16:creationId xmlns:a16="http://schemas.microsoft.com/office/drawing/2014/main" id="{3F13AC9A-ECF5-4943-8066-8A893A74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428" y="81700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3" name="path-5021">
            <a:extLst xmlns:a="http://schemas.openxmlformats.org/drawingml/2006/main">
              <a:ext uri="{FF2B5EF4-FFF2-40B4-BE49-F238E27FC236}">
                <a16:creationId xmlns:a16="http://schemas.microsoft.com/office/drawing/2014/main" id="{987D8F14-A7D5-4ABA-BCA8-40A54CB1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71" y="81283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4" name="path-5022">
            <a:extLst xmlns:a="http://schemas.openxmlformats.org/drawingml/2006/main">
              <a:ext uri="{FF2B5EF4-FFF2-40B4-BE49-F238E27FC236}">
                <a16:creationId xmlns:a16="http://schemas.microsoft.com/office/drawing/2014/main" id="{F7E10EA7-2496-4D0A-91A6-910EB304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139" y="813827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5" name="path-5023">
            <a:extLst xmlns:a="http://schemas.openxmlformats.org/drawingml/2006/main">
              <a:ext uri="{FF2B5EF4-FFF2-40B4-BE49-F238E27FC236}">
                <a16:creationId xmlns:a16="http://schemas.microsoft.com/office/drawing/2014/main" id="{CCF3AAE4-2957-46AD-B11F-1E950099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154" y="81450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6" name="path-5024">
            <a:extLst xmlns:a="http://schemas.openxmlformats.org/drawingml/2006/main">
              <a:ext uri="{FF2B5EF4-FFF2-40B4-BE49-F238E27FC236}">
                <a16:creationId xmlns:a16="http://schemas.microsoft.com/office/drawing/2014/main" id="{0D9D5C7F-810E-4FF8-A8A4-024E6725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944" y="816200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7" name="path-5025">
            <a:extLst xmlns:a="http://schemas.openxmlformats.org/drawingml/2006/main">
              <a:ext uri="{FF2B5EF4-FFF2-40B4-BE49-F238E27FC236}">
                <a16:creationId xmlns:a16="http://schemas.microsoft.com/office/drawing/2014/main" id="{79DDC624-CE36-42E0-B2E8-D37C510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696" y="812660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8" name="path-5026">
            <a:extLst xmlns:a="http://schemas.openxmlformats.org/drawingml/2006/main">
              <a:ext uri="{FF2B5EF4-FFF2-40B4-BE49-F238E27FC236}">
                <a16:creationId xmlns:a16="http://schemas.microsoft.com/office/drawing/2014/main" id="{A936E0EF-AFF3-4FDF-BD49-1F97DC5C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121" y="812532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9" name="path-5027">
            <a:extLst xmlns:a="http://schemas.openxmlformats.org/drawingml/2006/main">
              <a:ext uri="{FF2B5EF4-FFF2-40B4-BE49-F238E27FC236}">
                <a16:creationId xmlns:a16="http://schemas.microsoft.com/office/drawing/2014/main" id="{0CE6EA15-F1DD-4D82-BFD2-D95A89CE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956" y="81445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0" name="path-5028">
            <a:extLst xmlns:a="http://schemas.openxmlformats.org/drawingml/2006/main">
              <a:ext uri="{FF2B5EF4-FFF2-40B4-BE49-F238E27FC236}">
                <a16:creationId xmlns:a16="http://schemas.microsoft.com/office/drawing/2014/main" id="{4BA03F4E-3C26-4C7B-95CE-CDD21D76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16" y="816360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1" name="path-5029">
            <a:extLst xmlns:a="http://schemas.openxmlformats.org/drawingml/2006/main">
              <a:ext uri="{FF2B5EF4-FFF2-40B4-BE49-F238E27FC236}">
                <a16:creationId xmlns:a16="http://schemas.microsoft.com/office/drawing/2014/main" id="{CF584B47-DE7B-4CE5-8630-085CD0DE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916" y="80944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2" name="path-5030">
            <a:extLst xmlns:a="http://schemas.openxmlformats.org/drawingml/2006/main">
              <a:ext uri="{FF2B5EF4-FFF2-40B4-BE49-F238E27FC236}">
                <a16:creationId xmlns:a16="http://schemas.microsoft.com/office/drawing/2014/main" id="{AD8B8C75-2CB1-4934-9A1C-3CBBC3EC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940" y="81612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3" name="path-5031">
            <a:extLst xmlns:a="http://schemas.openxmlformats.org/drawingml/2006/main">
              <a:ext uri="{FF2B5EF4-FFF2-40B4-BE49-F238E27FC236}">
                <a16:creationId xmlns:a16="http://schemas.microsoft.com/office/drawing/2014/main" id="{4011D979-0712-4928-AAC8-D6DC4B5F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338" y="81689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4" name="path-5032">
            <a:extLst xmlns:a="http://schemas.openxmlformats.org/drawingml/2006/main">
              <a:ext uri="{FF2B5EF4-FFF2-40B4-BE49-F238E27FC236}">
                <a16:creationId xmlns:a16="http://schemas.microsoft.com/office/drawing/2014/main" id="{1376AC68-2D06-4151-AD3A-D3824871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622" y="815271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5" name="path-5033">
            <a:extLst xmlns:a="http://schemas.openxmlformats.org/drawingml/2006/main">
              <a:ext uri="{FF2B5EF4-FFF2-40B4-BE49-F238E27FC236}">
                <a16:creationId xmlns:a16="http://schemas.microsoft.com/office/drawing/2014/main" id="{66E7C484-289F-4EB4-B315-AA88CEC7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883" y="81717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6" name="path-5034">
            <a:extLst xmlns:a="http://schemas.openxmlformats.org/drawingml/2006/main">
              <a:ext uri="{FF2B5EF4-FFF2-40B4-BE49-F238E27FC236}">
                <a16:creationId xmlns:a16="http://schemas.microsoft.com/office/drawing/2014/main" id="{DBEA2E2C-3E62-4075-BB1A-B8B069B0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999" y="813275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7" name="path-5035">
            <a:extLst xmlns:a="http://schemas.openxmlformats.org/drawingml/2006/main">
              <a:ext uri="{FF2B5EF4-FFF2-40B4-BE49-F238E27FC236}">
                <a16:creationId xmlns:a16="http://schemas.microsoft.com/office/drawing/2014/main" id="{DE6717BB-EAEC-4275-B437-A74E97F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122" y="816629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8" name="path-5036">
            <a:extLst xmlns:a="http://schemas.openxmlformats.org/drawingml/2006/main">
              <a:ext uri="{FF2B5EF4-FFF2-40B4-BE49-F238E27FC236}">
                <a16:creationId xmlns:a16="http://schemas.microsoft.com/office/drawing/2014/main" id="{24F14CDD-FF78-4E45-9C3A-AA1ECDEA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49" y="8125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9" name="path-5037">
            <a:extLst xmlns:a="http://schemas.openxmlformats.org/drawingml/2006/main">
              <a:ext uri="{FF2B5EF4-FFF2-40B4-BE49-F238E27FC236}">
                <a16:creationId xmlns:a16="http://schemas.microsoft.com/office/drawing/2014/main" id="{33FC2E5B-F594-42E4-AA65-521070E7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426" y="81427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0" name="path-5038">
            <a:extLst xmlns:a="http://schemas.openxmlformats.org/drawingml/2006/main">
              <a:ext uri="{FF2B5EF4-FFF2-40B4-BE49-F238E27FC236}">
                <a16:creationId xmlns:a16="http://schemas.microsoft.com/office/drawing/2014/main" id="{F8321047-3DC2-4E71-B7F3-DC568BD8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645" y="815075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1" name="path-5039">
            <a:extLst xmlns:a="http://schemas.openxmlformats.org/drawingml/2006/main">
              <a:ext uri="{FF2B5EF4-FFF2-40B4-BE49-F238E27FC236}">
                <a16:creationId xmlns:a16="http://schemas.microsoft.com/office/drawing/2014/main" id="{BE666EF1-8D5B-43CA-9900-37507FF1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391" y="815952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2" name="path-5040">
            <a:extLst xmlns:a="http://schemas.openxmlformats.org/drawingml/2006/main">
              <a:ext uri="{FF2B5EF4-FFF2-40B4-BE49-F238E27FC236}">
                <a16:creationId xmlns:a16="http://schemas.microsoft.com/office/drawing/2014/main" id="{1F94DE46-1442-402D-934C-5056C9DB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818" y="815609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3" name="path-5041">
            <a:extLst xmlns:a="http://schemas.openxmlformats.org/drawingml/2006/main">
              <a:ext uri="{FF2B5EF4-FFF2-40B4-BE49-F238E27FC236}">
                <a16:creationId xmlns:a16="http://schemas.microsoft.com/office/drawing/2014/main" id="{2D05B61D-F18E-4652-BCA5-BC2F8A0B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126" y="81325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4" name="path-5042">
            <a:extLst xmlns:a="http://schemas.openxmlformats.org/drawingml/2006/main">
              <a:ext uri="{FF2B5EF4-FFF2-40B4-BE49-F238E27FC236}">
                <a16:creationId xmlns:a16="http://schemas.microsoft.com/office/drawing/2014/main" id="{517DE5EA-45DC-4018-A981-E1AC4DFB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37" y="814216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5" name="path-5043">
            <a:extLst xmlns:a="http://schemas.openxmlformats.org/drawingml/2006/main">
              <a:ext uri="{FF2B5EF4-FFF2-40B4-BE49-F238E27FC236}">
                <a16:creationId xmlns:a16="http://schemas.microsoft.com/office/drawing/2014/main" id="{49C27F74-582A-4545-986E-6B69830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989" y="81869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6" name="path-5044">
            <a:extLst xmlns:a="http://schemas.openxmlformats.org/drawingml/2006/main">
              <a:ext uri="{FF2B5EF4-FFF2-40B4-BE49-F238E27FC236}">
                <a16:creationId xmlns:a16="http://schemas.microsoft.com/office/drawing/2014/main" id="{4B78117B-57BA-4970-8CB6-87B6F55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70" y="81259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7" name="path-5045">
            <a:extLst xmlns:a="http://schemas.openxmlformats.org/drawingml/2006/main">
              <a:ext uri="{FF2B5EF4-FFF2-40B4-BE49-F238E27FC236}">
                <a16:creationId xmlns:a16="http://schemas.microsoft.com/office/drawing/2014/main" id="{A037A928-4514-44C5-BBE2-DDE0EA94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458" y="81206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8" name="path-5046">
            <a:extLst xmlns:a="http://schemas.openxmlformats.org/drawingml/2006/main">
              <a:ext uri="{FF2B5EF4-FFF2-40B4-BE49-F238E27FC236}">
                <a16:creationId xmlns:a16="http://schemas.microsoft.com/office/drawing/2014/main" id="{B0A78D89-04FA-4D66-95C8-2D31DE05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283" y="816775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9" name="path-5047">
            <a:extLst xmlns:a="http://schemas.openxmlformats.org/drawingml/2006/main">
              <a:ext uri="{FF2B5EF4-FFF2-40B4-BE49-F238E27FC236}">
                <a16:creationId xmlns:a16="http://schemas.microsoft.com/office/drawing/2014/main" id="{C7E71B45-3A2D-4E86-9BC5-DFEA4EC4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020" y="814211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0" name="path-5048">
            <a:extLst xmlns:a="http://schemas.openxmlformats.org/drawingml/2006/main">
              <a:ext uri="{FF2B5EF4-FFF2-40B4-BE49-F238E27FC236}">
                <a16:creationId xmlns:a16="http://schemas.microsoft.com/office/drawing/2014/main" id="{F907AB9C-4B7C-499C-BEB2-8C272283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348" y="81584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1" name="path-5049">
            <a:extLst xmlns:a="http://schemas.openxmlformats.org/drawingml/2006/main">
              <a:ext uri="{FF2B5EF4-FFF2-40B4-BE49-F238E27FC236}">
                <a16:creationId xmlns:a16="http://schemas.microsoft.com/office/drawing/2014/main" id="{2D4329DF-1C82-42FF-984A-62578B6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510" y="814440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2" name="path-5050">
            <a:extLst xmlns:a="http://schemas.openxmlformats.org/drawingml/2006/main">
              <a:ext uri="{FF2B5EF4-FFF2-40B4-BE49-F238E27FC236}">
                <a16:creationId xmlns:a16="http://schemas.microsoft.com/office/drawing/2014/main" id="{CC8A1142-9588-40FD-8207-69E72779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161" y="812634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3" name="path-5051">
            <a:extLst xmlns:a="http://schemas.openxmlformats.org/drawingml/2006/main">
              <a:ext uri="{FF2B5EF4-FFF2-40B4-BE49-F238E27FC236}">
                <a16:creationId xmlns:a16="http://schemas.microsoft.com/office/drawing/2014/main" id="{61B8B38A-B2C8-4022-B7B3-4EA7BEA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638" y="81036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4" name="path-5052">
            <a:extLst xmlns:a="http://schemas.openxmlformats.org/drawingml/2006/main">
              <a:ext uri="{FF2B5EF4-FFF2-40B4-BE49-F238E27FC236}">
                <a16:creationId xmlns:a16="http://schemas.microsoft.com/office/drawing/2014/main" id="{C870EA48-0E9D-4E4B-B0D6-4421555A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81" y="812834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5" name="path-5053">
            <a:extLst xmlns:a="http://schemas.openxmlformats.org/drawingml/2006/main">
              <a:ext uri="{FF2B5EF4-FFF2-40B4-BE49-F238E27FC236}">
                <a16:creationId xmlns:a16="http://schemas.microsoft.com/office/drawing/2014/main" id="{02E0C7F3-9DB2-4533-943E-120129CF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105" y="816636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6" name="path-5054">
            <a:extLst xmlns:a="http://schemas.openxmlformats.org/drawingml/2006/main">
              <a:ext uri="{FF2B5EF4-FFF2-40B4-BE49-F238E27FC236}">
                <a16:creationId xmlns:a16="http://schemas.microsoft.com/office/drawing/2014/main" id="{D1565330-51A0-4E90-9BF6-0DAA8D63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173" y="81418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7" name="path-5055">
            <a:extLst xmlns:a="http://schemas.openxmlformats.org/drawingml/2006/main">
              <a:ext uri="{FF2B5EF4-FFF2-40B4-BE49-F238E27FC236}">
                <a16:creationId xmlns:a16="http://schemas.microsoft.com/office/drawing/2014/main" id="{1B8CF19C-E3D8-4CF1-B2C6-1DA9B391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15" y="812438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8" name="path-5056">
            <a:extLst xmlns:a="http://schemas.openxmlformats.org/drawingml/2006/main">
              <a:ext uri="{FF2B5EF4-FFF2-40B4-BE49-F238E27FC236}">
                <a16:creationId xmlns:a16="http://schemas.microsoft.com/office/drawing/2014/main" id="{36A48AD6-C83C-461C-82DC-FDB62DBB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473" y="81708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9" name="path-5057">
            <a:extLst xmlns:a="http://schemas.openxmlformats.org/drawingml/2006/main">
              <a:ext uri="{FF2B5EF4-FFF2-40B4-BE49-F238E27FC236}">
                <a16:creationId xmlns:a16="http://schemas.microsoft.com/office/drawing/2014/main" id="{5E041949-08D9-4664-9808-FE61219F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159" y="8154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0" name="path-5058">
            <a:extLst xmlns:a="http://schemas.openxmlformats.org/drawingml/2006/main">
              <a:ext uri="{FF2B5EF4-FFF2-40B4-BE49-F238E27FC236}">
                <a16:creationId xmlns:a16="http://schemas.microsoft.com/office/drawing/2014/main" id="{6EFEC906-83BF-4420-B6CC-D5A89E6E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724" y="81280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1" name="path-5059">
            <a:extLst xmlns:a="http://schemas.openxmlformats.org/drawingml/2006/main">
              <a:ext uri="{FF2B5EF4-FFF2-40B4-BE49-F238E27FC236}">
                <a16:creationId xmlns:a16="http://schemas.microsoft.com/office/drawing/2014/main" id="{009AC1B7-FC5C-4E8E-9A43-9CAD2000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020" y="8137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2" name="path-5060">
            <a:extLst xmlns:a="http://schemas.openxmlformats.org/drawingml/2006/main">
              <a:ext uri="{FF2B5EF4-FFF2-40B4-BE49-F238E27FC236}">
                <a16:creationId xmlns:a16="http://schemas.microsoft.com/office/drawing/2014/main" id="{BDC70FE4-BB8E-41D2-8B70-252D7D9B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317" y="814234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3" name="path-5061">
            <a:extLst xmlns:a="http://schemas.openxmlformats.org/drawingml/2006/main">
              <a:ext uri="{FF2B5EF4-FFF2-40B4-BE49-F238E27FC236}">
                <a16:creationId xmlns:a16="http://schemas.microsoft.com/office/drawing/2014/main" id="{3C62BD55-DBF7-4515-AA40-434108A2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441" y="813282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4" name="path-5062">
            <a:extLst xmlns:a="http://schemas.openxmlformats.org/drawingml/2006/main">
              <a:ext uri="{FF2B5EF4-FFF2-40B4-BE49-F238E27FC236}">
                <a16:creationId xmlns:a16="http://schemas.microsoft.com/office/drawing/2014/main" id="{176926C8-62D7-4540-A6E5-E69C6C4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195" y="812992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5" name="path-5063">
            <a:extLst xmlns:a="http://schemas.openxmlformats.org/drawingml/2006/main">
              <a:ext uri="{FF2B5EF4-FFF2-40B4-BE49-F238E27FC236}">
                <a16:creationId xmlns:a16="http://schemas.microsoft.com/office/drawing/2014/main" id="{3EDF13E1-F433-460D-A537-01E3B9C0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235" y="812504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6" name="path-5064">
            <a:extLst xmlns:a="http://schemas.openxmlformats.org/drawingml/2006/main">
              <a:ext uri="{FF2B5EF4-FFF2-40B4-BE49-F238E27FC236}">
                <a16:creationId xmlns:a16="http://schemas.microsoft.com/office/drawing/2014/main" id="{10990C5D-F7AE-4F8B-B582-21EF1FB5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871" y="817235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7" name="path-5065">
            <a:extLst xmlns:a="http://schemas.openxmlformats.org/drawingml/2006/main">
              <a:ext uri="{FF2B5EF4-FFF2-40B4-BE49-F238E27FC236}">
                <a16:creationId xmlns:a16="http://schemas.microsoft.com/office/drawing/2014/main" id="{2D6CB4B9-65FB-489B-B1A1-2E117259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899" y="814814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8" name="path-5066">
            <a:extLst xmlns:a="http://schemas.openxmlformats.org/drawingml/2006/main">
              <a:ext uri="{FF2B5EF4-FFF2-40B4-BE49-F238E27FC236}">
                <a16:creationId xmlns:a16="http://schemas.microsoft.com/office/drawing/2014/main" id="{9BC140C3-CA62-439E-9025-FE17EB32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354" y="81271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9" name="path-5067">
            <a:extLst xmlns:a="http://schemas.openxmlformats.org/drawingml/2006/main">
              <a:ext uri="{FF2B5EF4-FFF2-40B4-BE49-F238E27FC236}">
                <a16:creationId xmlns:a16="http://schemas.microsoft.com/office/drawing/2014/main" id="{C8A26F6A-84EB-4DE5-9876-AADA832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014" y="81132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0" name="path-5068">
            <a:extLst xmlns:a="http://schemas.openxmlformats.org/drawingml/2006/main">
              <a:ext uri="{FF2B5EF4-FFF2-40B4-BE49-F238E27FC236}">
                <a16:creationId xmlns:a16="http://schemas.microsoft.com/office/drawing/2014/main" id="{AC5FCE6C-D290-439C-85CB-0E8C0D9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60" y="817489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1" name="path-5069">
            <a:extLst xmlns:a="http://schemas.openxmlformats.org/drawingml/2006/main">
              <a:ext uri="{FF2B5EF4-FFF2-40B4-BE49-F238E27FC236}">
                <a16:creationId xmlns:a16="http://schemas.microsoft.com/office/drawing/2014/main" id="{EE20E44A-3763-439B-9D58-44C3008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398" y="81171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2" name="path-5070">
            <a:extLst xmlns:a="http://schemas.openxmlformats.org/drawingml/2006/main">
              <a:ext uri="{FF2B5EF4-FFF2-40B4-BE49-F238E27FC236}">
                <a16:creationId xmlns:a16="http://schemas.microsoft.com/office/drawing/2014/main" id="{EBE640C7-622E-46E5-8959-A0D51814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195" y="81327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3" name="path-5071">
            <a:extLst xmlns:a="http://schemas.openxmlformats.org/drawingml/2006/main">
              <a:ext uri="{FF2B5EF4-FFF2-40B4-BE49-F238E27FC236}">
                <a16:creationId xmlns:a16="http://schemas.microsoft.com/office/drawing/2014/main" id="{3EBA2A47-E12C-486B-BAE2-A1436F4C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426" y="81312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4" name="path-5072">
            <a:extLst xmlns:a="http://schemas.openxmlformats.org/drawingml/2006/main">
              <a:ext uri="{FF2B5EF4-FFF2-40B4-BE49-F238E27FC236}">
                <a16:creationId xmlns:a16="http://schemas.microsoft.com/office/drawing/2014/main" id="{C13A73DB-B354-41D3-B63D-6649AF7B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997" y="813417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5" name="path-5073">
            <a:extLst xmlns:a="http://schemas.openxmlformats.org/drawingml/2006/main">
              <a:ext uri="{FF2B5EF4-FFF2-40B4-BE49-F238E27FC236}">
                <a16:creationId xmlns:a16="http://schemas.microsoft.com/office/drawing/2014/main" id="{770FB697-05E7-45F4-B873-C6EFE5DD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86" y="813851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6" name="path-5074">
            <a:extLst xmlns:a="http://schemas.openxmlformats.org/drawingml/2006/main">
              <a:ext uri="{FF2B5EF4-FFF2-40B4-BE49-F238E27FC236}">
                <a16:creationId xmlns:a16="http://schemas.microsoft.com/office/drawing/2014/main" id="{DAEF11B1-75AB-407C-80C0-F519B6BF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518" y="811010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7" name="path-5075">
            <a:extLst xmlns:a="http://schemas.openxmlformats.org/drawingml/2006/main">
              <a:ext uri="{FF2B5EF4-FFF2-40B4-BE49-F238E27FC236}">
                <a16:creationId xmlns:a16="http://schemas.microsoft.com/office/drawing/2014/main" id="{802CC2CE-4A22-4D25-A618-2619420C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217" y="8136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8" name="path-5076">
            <a:extLst xmlns:a="http://schemas.openxmlformats.org/drawingml/2006/main">
              <a:ext uri="{FF2B5EF4-FFF2-40B4-BE49-F238E27FC236}">
                <a16:creationId xmlns:a16="http://schemas.microsoft.com/office/drawing/2014/main" id="{C2C52C46-8D5B-4F1F-99CD-E1F5C074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532" y="81229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9" name="path-5077">
            <a:extLst xmlns:a="http://schemas.openxmlformats.org/drawingml/2006/main">
              <a:ext uri="{FF2B5EF4-FFF2-40B4-BE49-F238E27FC236}">
                <a16:creationId xmlns:a16="http://schemas.microsoft.com/office/drawing/2014/main" id="{99D4D35E-BF52-4DD7-A8E1-D3B9A16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993" y="8144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0" name="path-5078">
            <a:extLst xmlns:a="http://schemas.openxmlformats.org/drawingml/2006/main">
              <a:ext uri="{FF2B5EF4-FFF2-40B4-BE49-F238E27FC236}">
                <a16:creationId xmlns:a16="http://schemas.microsoft.com/office/drawing/2014/main" id="{CC2C9AA5-CE79-464A-B6E9-B132A3B7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615" y="8149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1" name="path-5079">
            <a:extLst xmlns:a="http://schemas.openxmlformats.org/drawingml/2006/main">
              <a:ext uri="{FF2B5EF4-FFF2-40B4-BE49-F238E27FC236}">
                <a16:creationId xmlns:a16="http://schemas.microsoft.com/office/drawing/2014/main" id="{68BA8F54-A916-42DE-BC92-188B8D10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95" y="8107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2" name="path-5080">
            <a:extLst xmlns:a="http://schemas.openxmlformats.org/drawingml/2006/main">
              <a:ext uri="{FF2B5EF4-FFF2-40B4-BE49-F238E27FC236}">
                <a16:creationId xmlns:a16="http://schemas.microsoft.com/office/drawing/2014/main" id="{6ADCD68E-7AE6-4491-985C-FD190CFC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990" y="812375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3" name="path-5081">
            <a:extLst xmlns:a="http://schemas.openxmlformats.org/drawingml/2006/main">
              <a:ext uri="{FF2B5EF4-FFF2-40B4-BE49-F238E27FC236}">
                <a16:creationId xmlns:a16="http://schemas.microsoft.com/office/drawing/2014/main" id="{59C7D914-1CEE-4AC1-9F64-B656FFD4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939" y="81481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4" name="path-5082">
            <a:extLst xmlns:a="http://schemas.openxmlformats.org/drawingml/2006/main">
              <a:ext uri="{FF2B5EF4-FFF2-40B4-BE49-F238E27FC236}">
                <a16:creationId xmlns:a16="http://schemas.microsoft.com/office/drawing/2014/main" id="{75EB1C41-1752-4E85-B72C-C06E7D19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271" y="811624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5" name="path-5083">
            <a:extLst xmlns:a="http://schemas.openxmlformats.org/drawingml/2006/main">
              <a:ext uri="{FF2B5EF4-FFF2-40B4-BE49-F238E27FC236}">
                <a16:creationId xmlns:a16="http://schemas.microsoft.com/office/drawing/2014/main" id="{1E877AE0-C6EF-41AB-A2FC-CBF37204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399" y="814445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6" name="path-5084">
            <a:extLst xmlns:a="http://schemas.openxmlformats.org/drawingml/2006/main">
              <a:ext uri="{FF2B5EF4-FFF2-40B4-BE49-F238E27FC236}">
                <a16:creationId xmlns:a16="http://schemas.microsoft.com/office/drawing/2014/main" id="{8A67DBF2-D9DF-4241-90AE-09A3F7DA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787" y="81521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7" name="path-5085">
            <a:extLst xmlns:a="http://schemas.openxmlformats.org/drawingml/2006/main">
              <a:ext uri="{FF2B5EF4-FFF2-40B4-BE49-F238E27FC236}">
                <a16:creationId xmlns:a16="http://schemas.microsoft.com/office/drawing/2014/main" id="{C99DBB38-C6D4-4C87-A96D-15C3FBF1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44" y="815176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8" name="path-5086">
            <a:extLst xmlns:a="http://schemas.openxmlformats.org/drawingml/2006/main">
              <a:ext uri="{FF2B5EF4-FFF2-40B4-BE49-F238E27FC236}">
                <a16:creationId xmlns:a16="http://schemas.microsoft.com/office/drawing/2014/main" id="{05C62C3C-86F9-43FA-ABD4-B0B4AB26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906" y="81639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9" name="path-5087">
            <a:extLst xmlns:a="http://schemas.openxmlformats.org/drawingml/2006/main">
              <a:ext uri="{FF2B5EF4-FFF2-40B4-BE49-F238E27FC236}">
                <a16:creationId xmlns:a16="http://schemas.microsoft.com/office/drawing/2014/main" id="{D1D8ADA9-499F-40D4-9070-9E1128D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047" y="81392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0" name="path-5088">
            <a:extLst xmlns:a="http://schemas.openxmlformats.org/drawingml/2006/main">
              <a:ext uri="{FF2B5EF4-FFF2-40B4-BE49-F238E27FC236}">
                <a16:creationId xmlns:a16="http://schemas.microsoft.com/office/drawing/2014/main" id="{C6D00377-8C5C-4902-9011-846D2217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926" y="8150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1" name="path-5089">
            <a:extLst xmlns:a="http://schemas.openxmlformats.org/drawingml/2006/main">
              <a:ext uri="{FF2B5EF4-FFF2-40B4-BE49-F238E27FC236}">
                <a16:creationId xmlns:a16="http://schemas.microsoft.com/office/drawing/2014/main" id="{526B846D-6A86-4DD2-BF50-3374BCB6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86" y="81274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2" name="path-5090">
            <a:extLst xmlns:a="http://schemas.openxmlformats.org/drawingml/2006/main">
              <a:ext uri="{FF2B5EF4-FFF2-40B4-BE49-F238E27FC236}">
                <a16:creationId xmlns:a16="http://schemas.microsoft.com/office/drawing/2014/main" id="{EB79CEDC-E354-4C0A-A991-F2C0FB2D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508" y="8160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3" name="path-5091">
            <a:extLst xmlns:a="http://schemas.openxmlformats.org/drawingml/2006/main">
              <a:ext uri="{FF2B5EF4-FFF2-40B4-BE49-F238E27FC236}">
                <a16:creationId xmlns:a16="http://schemas.microsoft.com/office/drawing/2014/main" id="{B7015A84-5E02-407F-BA88-4CB4008B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266" y="814204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4" name="path-5092">
            <a:extLst xmlns:a="http://schemas.openxmlformats.org/drawingml/2006/main">
              <a:ext uri="{FF2B5EF4-FFF2-40B4-BE49-F238E27FC236}">
                <a16:creationId xmlns:a16="http://schemas.microsoft.com/office/drawing/2014/main" id="{1EDE2302-DAF8-406E-9292-21B2BF85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408" y="812663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5" name="path-5093">
            <a:extLst xmlns:a="http://schemas.openxmlformats.org/drawingml/2006/main">
              <a:ext uri="{FF2B5EF4-FFF2-40B4-BE49-F238E27FC236}">
                <a16:creationId xmlns:a16="http://schemas.microsoft.com/office/drawing/2014/main" id="{13CEB500-E0EF-4F2A-B160-D6B5FBE4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948" y="81275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6" name="path-5094">
            <a:extLst xmlns:a="http://schemas.openxmlformats.org/drawingml/2006/main">
              <a:ext uri="{FF2B5EF4-FFF2-40B4-BE49-F238E27FC236}">
                <a16:creationId xmlns:a16="http://schemas.microsoft.com/office/drawing/2014/main" id="{984655CD-B808-493B-BAC1-41973996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45" y="8169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7" name="path-5095">
            <a:extLst xmlns:a="http://schemas.openxmlformats.org/drawingml/2006/main">
              <a:ext uri="{FF2B5EF4-FFF2-40B4-BE49-F238E27FC236}">
                <a16:creationId xmlns:a16="http://schemas.microsoft.com/office/drawing/2014/main" id="{9A62B7CC-AB9D-4ECD-BA72-14AB1ECB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233" y="81087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8" name="path-5096">
            <a:extLst xmlns:a="http://schemas.openxmlformats.org/drawingml/2006/main">
              <a:ext uri="{FF2B5EF4-FFF2-40B4-BE49-F238E27FC236}">
                <a16:creationId xmlns:a16="http://schemas.microsoft.com/office/drawing/2014/main" id="{BCDA1494-3036-45FC-B8BF-3D0BB1AF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293" y="8172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9" name="path-5097">
            <a:extLst xmlns:a="http://schemas.openxmlformats.org/drawingml/2006/main">
              <a:ext uri="{FF2B5EF4-FFF2-40B4-BE49-F238E27FC236}">
                <a16:creationId xmlns:a16="http://schemas.microsoft.com/office/drawing/2014/main" id="{C994DA78-6DEC-43F7-B967-CFD8A8D8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361" y="81398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0" name="path-5098">
            <a:extLst xmlns:a="http://schemas.openxmlformats.org/drawingml/2006/main">
              <a:ext uri="{FF2B5EF4-FFF2-40B4-BE49-F238E27FC236}">
                <a16:creationId xmlns:a16="http://schemas.microsoft.com/office/drawing/2014/main" id="{A705DB1F-9968-4155-A728-4046499A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62" y="813873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1" name="path-5099">
            <a:extLst xmlns:a="http://schemas.openxmlformats.org/drawingml/2006/main">
              <a:ext uri="{FF2B5EF4-FFF2-40B4-BE49-F238E27FC236}">
                <a16:creationId xmlns:a16="http://schemas.microsoft.com/office/drawing/2014/main" id="{39C46C42-38D8-4030-8C34-6CD6649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143" y="81721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2" name="path-5100">
            <a:extLst xmlns:a="http://schemas.openxmlformats.org/drawingml/2006/main">
              <a:ext uri="{FF2B5EF4-FFF2-40B4-BE49-F238E27FC236}">
                <a16:creationId xmlns:a16="http://schemas.microsoft.com/office/drawing/2014/main" id="{2ED11822-295F-4B15-969D-7FC3F076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208" y="815970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3" name="path-5101">
            <a:extLst xmlns:a="http://schemas.openxmlformats.org/drawingml/2006/main">
              <a:ext uri="{FF2B5EF4-FFF2-40B4-BE49-F238E27FC236}">
                <a16:creationId xmlns:a16="http://schemas.microsoft.com/office/drawing/2014/main" id="{70CD090A-4DBF-4849-BB74-32E2D556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091" y="817251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4" name="path-5102">
            <a:extLst xmlns:a="http://schemas.openxmlformats.org/drawingml/2006/main">
              <a:ext uri="{FF2B5EF4-FFF2-40B4-BE49-F238E27FC236}">
                <a16:creationId xmlns:a16="http://schemas.microsoft.com/office/drawing/2014/main" id="{36F0E612-2E05-43DC-BB28-96BE0DF5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734" y="815555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5" name="path-5103">
            <a:extLst xmlns:a="http://schemas.openxmlformats.org/drawingml/2006/main">
              <a:ext uri="{FF2B5EF4-FFF2-40B4-BE49-F238E27FC236}">
                <a16:creationId xmlns:a16="http://schemas.microsoft.com/office/drawing/2014/main" id="{06E3F108-F466-4D11-9032-F070768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986" y="816309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6" name="path-5104">
            <a:extLst xmlns:a="http://schemas.openxmlformats.org/drawingml/2006/main">
              <a:ext uri="{FF2B5EF4-FFF2-40B4-BE49-F238E27FC236}">
                <a16:creationId xmlns:a16="http://schemas.microsoft.com/office/drawing/2014/main" id="{EFACCECC-F75F-4E8B-BF2F-31B4C13C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019" y="81434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7" name="path-5105">
            <a:extLst xmlns:a="http://schemas.openxmlformats.org/drawingml/2006/main">
              <a:ext uri="{FF2B5EF4-FFF2-40B4-BE49-F238E27FC236}">
                <a16:creationId xmlns:a16="http://schemas.microsoft.com/office/drawing/2014/main" id="{3011E40C-A0A4-4BCE-A850-0D4D86F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72" y="81662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8" name="path-5106">
            <a:extLst xmlns:a="http://schemas.openxmlformats.org/drawingml/2006/main">
              <a:ext uri="{FF2B5EF4-FFF2-40B4-BE49-F238E27FC236}">
                <a16:creationId xmlns:a16="http://schemas.microsoft.com/office/drawing/2014/main" id="{4AC883F0-CEEB-4D72-860E-58CFB000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537" y="815572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9" name="path-5107">
            <a:extLst xmlns:a="http://schemas.openxmlformats.org/drawingml/2006/main">
              <a:ext uri="{FF2B5EF4-FFF2-40B4-BE49-F238E27FC236}">
                <a16:creationId xmlns:a16="http://schemas.microsoft.com/office/drawing/2014/main" id="{4FEE254A-DEB5-4B3E-BF02-EEC01513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865" y="8120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0" name="path-5108">
            <a:extLst xmlns:a="http://schemas.openxmlformats.org/drawingml/2006/main">
              <a:ext uri="{FF2B5EF4-FFF2-40B4-BE49-F238E27FC236}">
                <a16:creationId xmlns:a16="http://schemas.microsoft.com/office/drawing/2014/main" id="{8C5EDC22-782E-45CB-B010-9284FB47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27" y="8181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1" name="path-5109">
            <a:extLst xmlns:a="http://schemas.openxmlformats.org/drawingml/2006/main">
              <a:ext uri="{FF2B5EF4-FFF2-40B4-BE49-F238E27FC236}">
                <a16:creationId xmlns:a16="http://schemas.microsoft.com/office/drawing/2014/main" id="{F11C2C29-4861-4984-84BC-2D1740B4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341" y="813161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2" name="path-5110">
            <a:extLst xmlns:a="http://schemas.openxmlformats.org/drawingml/2006/main">
              <a:ext uri="{FF2B5EF4-FFF2-40B4-BE49-F238E27FC236}">
                <a16:creationId xmlns:a16="http://schemas.microsoft.com/office/drawing/2014/main" id="{AA3A090F-72F6-42E0-AEC6-A9D1E77C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041" y="8123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3" name="path-5111">
            <a:extLst xmlns:a="http://schemas.openxmlformats.org/drawingml/2006/main">
              <a:ext uri="{FF2B5EF4-FFF2-40B4-BE49-F238E27FC236}">
                <a16:creationId xmlns:a16="http://schemas.microsoft.com/office/drawing/2014/main" id="{0409148D-B9DF-4DCB-8D1F-06B52806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049" y="811545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4" name="path-5112">
            <a:extLst xmlns:a="http://schemas.openxmlformats.org/drawingml/2006/main">
              <a:ext uri="{FF2B5EF4-FFF2-40B4-BE49-F238E27FC236}">
                <a16:creationId xmlns:a16="http://schemas.microsoft.com/office/drawing/2014/main" id="{EBCB8E59-86CC-4160-971A-41036F47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843" y="81554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5" name="path-5113">
            <a:extLst xmlns:a="http://schemas.openxmlformats.org/drawingml/2006/main">
              <a:ext uri="{FF2B5EF4-FFF2-40B4-BE49-F238E27FC236}">
                <a16:creationId xmlns:a16="http://schemas.microsoft.com/office/drawing/2014/main" id="{44E84E3B-AFCA-437E-93F4-D531C7CF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583" y="8128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6" name="path-5114">
            <a:extLst xmlns:a="http://schemas.openxmlformats.org/drawingml/2006/main">
              <a:ext uri="{FF2B5EF4-FFF2-40B4-BE49-F238E27FC236}">
                <a16:creationId xmlns:a16="http://schemas.microsoft.com/office/drawing/2014/main" id="{2C083CC3-C88D-45B9-8B66-F6420185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774" y="81322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7" name="path-5115">
            <a:extLst xmlns:a="http://schemas.openxmlformats.org/drawingml/2006/main">
              <a:ext uri="{FF2B5EF4-FFF2-40B4-BE49-F238E27FC236}">
                <a16:creationId xmlns:a16="http://schemas.microsoft.com/office/drawing/2014/main" id="{88F3C18F-AB44-4DCD-8E06-B4CA7C0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488" y="81460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8" name="path-5116">
            <a:extLst xmlns:a="http://schemas.openxmlformats.org/drawingml/2006/main">
              <a:ext uri="{FF2B5EF4-FFF2-40B4-BE49-F238E27FC236}">
                <a16:creationId xmlns:a16="http://schemas.microsoft.com/office/drawing/2014/main" id="{DFD22183-9555-4581-A253-24037312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899" y="816757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9" name="path-5117">
            <a:extLst xmlns:a="http://schemas.openxmlformats.org/drawingml/2006/main">
              <a:ext uri="{FF2B5EF4-FFF2-40B4-BE49-F238E27FC236}">
                <a16:creationId xmlns:a16="http://schemas.microsoft.com/office/drawing/2014/main" id="{AA9BD08C-4D5F-492C-AB0A-38B6A40D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430" y="815279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0" name="path-5118">
            <a:extLst xmlns:a="http://schemas.openxmlformats.org/drawingml/2006/main">
              <a:ext uri="{FF2B5EF4-FFF2-40B4-BE49-F238E27FC236}">
                <a16:creationId xmlns:a16="http://schemas.microsoft.com/office/drawing/2014/main" id="{A122A173-37F9-4539-9AF2-3A3AEB4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258" y="81698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1" name="path-5119">
            <a:extLst xmlns:a="http://schemas.openxmlformats.org/drawingml/2006/main">
              <a:ext uri="{FF2B5EF4-FFF2-40B4-BE49-F238E27FC236}">
                <a16:creationId xmlns:a16="http://schemas.microsoft.com/office/drawing/2014/main" id="{7A063BDC-7013-482B-9A55-7822C9A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575" y="81362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2" name="path-5120">
            <a:extLst xmlns:a="http://schemas.openxmlformats.org/drawingml/2006/main">
              <a:ext uri="{FF2B5EF4-FFF2-40B4-BE49-F238E27FC236}">
                <a16:creationId xmlns:a16="http://schemas.microsoft.com/office/drawing/2014/main" id="{2D6F7AD8-D832-4103-B212-A6021151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461" y="814678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3" name="path-5121">
            <a:extLst xmlns:a="http://schemas.openxmlformats.org/drawingml/2006/main">
              <a:ext uri="{FF2B5EF4-FFF2-40B4-BE49-F238E27FC236}">
                <a16:creationId xmlns:a16="http://schemas.microsoft.com/office/drawing/2014/main" id="{A4A1CF44-F1E7-42CA-B6D8-9C0CF8E9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118" y="814464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4" name="path-5122">
            <a:extLst xmlns:a="http://schemas.openxmlformats.org/drawingml/2006/main">
              <a:ext uri="{FF2B5EF4-FFF2-40B4-BE49-F238E27FC236}">
                <a16:creationId xmlns:a16="http://schemas.microsoft.com/office/drawing/2014/main" id="{A7EAB175-8A30-4C0E-A314-6589BA3A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881" y="813584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5" name="path-5123">
            <a:extLst xmlns:a="http://schemas.openxmlformats.org/drawingml/2006/main">
              <a:ext uri="{FF2B5EF4-FFF2-40B4-BE49-F238E27FC236}">
                <a16:creationId xmlns:a16="http://schemas.microsoft.com/office/drawing/2014/main" id="{624F06E1-A0F0-4933-B6FC-82E58C16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198" y="81586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6" name="path-5124">
            <a:extLst xmlns:a="http://schemas.openxmlformats.org/drawingml/2006/main">
              <a:ext uri="{FF2B5EF4-FFF2-40B4-BE49-F238E27FC236}">
                <a16:creationId xmlns:a16="http://schemas.microsoft.com/office/drawing/2014/main" id="{749E85AD-4E8D-408C-8B9E-70F6CA9F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557" y="8124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7" name="path-5125">
            <a:extLst xmlns:a="http://schemas.openxmlformats.org/drawingml/2006/main">
              <a:ext uri="{FF2B5EF4-FFF2-40B4-BE49-F238E27FC236}">
                <a16:creationId xmlns:a16="http://schemas.microsoft.com/office/drawing/2014/main" id="{CF82B74F-EC6A-435A-AAA8-4ACDE85C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656" y="816055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8" name="path-5126">
            <a:extLst xmlns:a="http://schemas.openxmlformats.org/drawingml/2006/main">
              <a:ext uri="{FF2B5EF4-FFF2-40B4-BE49-F238E27FC236}">
                <a16:creationId xmlns:a16="http://schemas.microsoft.com/office/drawing/2014/main" id="{46B95DD5-C7B0-477A-9026-5C24EA4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591" y="81105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9" name="path-5127">
            <a:extLst xmlns:a="http://schemas.openxmlformats.org/drawingml/2006/main">
              <a:ext uri="{FF2B5EF4-FFF2-40B4-BE49-F238E27FC236}">
                <a16:creationId xmlns:a16="http://schemas.microsoft.com/office/drawing/2014/main" id="{F6F23AE5-B06D-4027-9704-51887E61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313" y="81575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0" name="path-5128">
            <a:extLst xmlns:a="http://schemas.openxmlformats.org/drawingml/2006/main">
              <a:ext uri="{FF2B5EF4-FFF2-40B4-BE49-F238E27FC236}">
                <a16:creationId xmlns:a16="http://schemas.microsoft.com/office/drawing/2014/main" id="{6E94C304-AABD-44FE-ADF9-D5C4AB15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371" y="815093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1" name="path-5129">
            <a:extLst xmlns:a="http://schemas.openxmlformats.org/drawingml/2006/main">
              <a:ext uri="{FF2B5EF4-FFF2-40B4-BE49-F238E27FC236}">
                <a16:creationId xmlns:a16="http://schemas.microsoft.com/office/drawing/2014/main" id="{22C81130-8EC9-43B4-84F4-C1F0B5A6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716" y="81415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2" name="path-5130">
            <a:extLst xmlns:a="http://schemas.openxmlformats.org/drawingml/2006/main">
              <a:ext uri="{FF2B5EF4-FFF2-40B4-BE49-F238E27FC236}">
                <a16:creationId xmlns:a16="http://schemas.microsoft.com/office/drawing/2014/main" id="{EFC0935E-8C7E-4CFE-B3CE-3A82A9E2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272" y="81318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3" name="path-5131">
            <a:extLst xmlns:a="http://schemas.openxmlformats.org/drawingml/2006/main">
              <a:ext uri="{FF2B5EF4-FFF2-40B4-BE49-F238E27FC236}">
                <a16:creationId xmlns:a16="http://schemas.microsoft.com/office/drawing/2014/main" id="{A233D50F-54C8-432B-9040-245B9B2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046" y="814689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4" name="path-5132">
            <a:extLst xmlns:a="http://schemas.openxmlformats.org/drawingml/2006/main">
              <a:ext uri="{FF2B5EF4-FFF2-40B4-BE49-F238E27FC236}">
                <a16:creationId xmlns:a16="http://schemas.microsoft.com/office/drawing/2014/main" id="{806780ED-B0B4-4C87-8895-63679294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923" y="813345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5" name="path-5133">
            <a:extLst xmlns:a="http://schemas.openxmlformats.org/drawingml/2006/main">
              <a:ext uri="{FF2B5EF4-FFF2-40B4-BE49-F238E27FC236}">
                <a16:creationId xmlns:a16="http://schemas.microsoft.com/office/drawing/2014/main" id="{2DD73752-EAD4-4A4C-8AD8-4F16E6E8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871" y="815146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6" name="path-5134">
            <a:extLst xmlns:a="http://schemas.openxmlformats.org/drawingml/2006/main">
              <a:ext uri="{FF2B5EF4-FFF2-40B4-BE49-F238E27FC236}">
                <a16:creationId xmlns:a16="http://schemas.microsoft.com/office/drawing/2014/main" id="{ECD4F71A-1147-45A6-B6D2-8719FC7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191" y="812756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7" name="path-5135">
            <a:extLst xmlns:a="http://schemas.openxmlformats.org/drawingml/2006/main">
              <a:ext uri="{FF2B5EF4-FFF2-40B4-BE49-F238E27FC236}">
                <a16:creationId xmlns:a16="http://schemas.microsoft.com/office/drawing/2014/main" id="{8441B5F2-2CCE-4311-8526-EADE6465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19" y="8152053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8" name="path-5136">
            <a:extLst xmlns:a="http://schemas.openxmlformats.org/drawingml/2006/main">
              <a:ext uri="{FF2B5EF4-FFF2-40B4-BE49-F238E27FC236}">
                <a16:creationId xmlns:a16="http://schemas.microsoft.com/office/drawing/2014/main" id="{CB0B2F03-201A-4F79-BAD0-AB468B95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151" y="81519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9" name="path-5137">
            <a:extLst xmlns:a="http://schemas.openxmlformats.org/drawingml/2006/main">
              <a:ext uri="{FF2B5EF4-FFF2-40B4-BE49-F238E27FC236}">
                <a16:creationId xmlns:a16="http://schemas.microsoft.com/office/drawing/2014/main" id="{70E9DA4F-A847-4C6D-9BFC-38C45F2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004" y="816467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0" name="path-5138">
            <a:extLst xmlns:a="http://schemas.openxmlformats.org/drawingml/2006/main">
              <a:ext uri="{FF2B5EF4-FFF2-40B4-BE49-F238E27FC236}">
                <a16:creationId xmlns:a16="http://schemas.microsoft.com/office/drawing/2014/main" id="{1C4EBACD-AFB1-45C3-9B88-DB6FA34D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922" y="814295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1" name="path-5139">
            <a:extLst xmlns:a="http://schemas.openxmlformats.org/drawingml/2006/main">
              <a:ext uri="{FF2B5EF4-FFF2-40B4-BE49-F238E27FC236}">
                <a16:creationId xmlns:a16="http://schemas.microsoft.com/office/drawing/2014/main" id="{25BE01D6-5E99-4B3D-BB46-553565C5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511" y="81810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2" name="path-5140">
            <a:extLst xmlns:a="http://schemas.openxmlformats.org/drawingml/2006/main">
              <a:ext uri="{FF2B5EF4-FFF2-40B4-BE49-F238E27FC236}">
                <a16:creationId xmlns:a16="http://schemas.microsoft.com/office/drawing/2014/main" id="{13699044-A6C9-444C-A2A7-72D45063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126" y="81343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3" name="path-5141">
            <a:extLst xmlns:a="http://schemas.openxmlformats.org/drawingml/2006/main">
              <a:ext uri="{FF2B5EF4-FFF2-40B4-BE49-F238E27FC236}">
                <a16:creationId xmlns:a16="http://schemas.microsoft.com/office/drawing/2014/main" id="{34C64FA0-C337-4702-8815-CFB3D51F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889" y="81570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4" name="path-5142">
            <a:extLst xmlns:a="http://schemas.openxmlformats.org/drawingml/2006/main">
              <a:ext uri="{FF2B5EF4-FFF2-40B4-BE49-F238E27FC236}">
                <a16:creationId xmlns:a16="http://schemas.microsoft.com/office/drawing/2014/main" id="{008AF08C-9D55-484E-9F25-F1DB59E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158" y="810637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5" name="path-5143">
            <a:extLst xmlns:a="http://schemas.openxmlformats.org/drawingml/2006/main">
              <a:ext uri="{FF2B5EF4-FFF2-40B4-BE49-F238E27FC236}">
                <a16:creationId xmlns:a16="http://schemas.microsoft.com/office/drawing/2014/main" id="{DA9B7E15-5D86-4C99-9B07-7E0C6939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03" y="810827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6" name="path-5144">
            <a:extLst xmlns:a="http://schemas.openxmlformats.org/drawingml/2006/main">
              <a:ext uri="{FF2B5EF4-FFF2-40B4-BE49-F238E27FC236}">
                <a16:creationId xmlns:a16="http://schemas.microsoft.com/office/drawing/2014/main" id="{AFDE77D4-71A7-47F8-8E8D-3D8E67A2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738" y="815674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7" name="path-5145">
            <a:extLst xmlns:a="http://schemas.openxmlformats.org/drawingml/2006/main">
              <a:ext uri="{FF2B5EF4-FFF2-40B4-BE49-F238E27FC236}">
                <a16:creationId xmlns:a16="http://schemas.microsoft.com/office/drawing/2014/main" id="{81628A10-F861-4AAA-8B8A-B52CF0CB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256" y="813278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8" name="path-5146">
            <a:extLst xmlns:a="http://schemas.openxmlformats.org/drawingml/2006/main">
              <a:ext uri="{FF2B5EF4-FFF2-40B4-BE49-F238E27FC236}">
                <a16:creationId xmlns:a16="http://schemas.microsoft.com/office/drawing/2014/main" id="{45EB6AF2-31ED-498B-B433-1128610A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74" y="814979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9" name="path-5147">
            <a:extLst xmlns:a="http://schemas.openxmlformats.org/drawingml/2006/main">
              <a:ext uri="{FF2B5EF4-FFF2-40B4-BE49-F238E27FC236}">
                <a16:creationId xmlns:a16="http://schemas.microsoft.com/office/drawing/2014/main" id="{25FB58DC-98BC-44F2-A6A6-A4F1F80F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742" y="81605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0" name="path-5148">
            <a:extLst xmlns:a="http://schemas.openxmlformats.org/drawingml/2006/main">
              <a:ext uri="{FF2B5EF4-FFF2-40B4-BE49-F238E27FC236}">
                <a16:creationId xmlns:a16="http://schemas.microsoft.com/office/drawing/2014/main" id="{87F0AB63-5AA0-4D13-BBBF-A4F56BEA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182" y="81174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1" name="path-5149">
            <a:extLst xmlns:a="http://schemas.openxmlformats.org/drawingml/2006/main">
              <a:ext uri="{FF2B5EF4-FFF2-40B4-BE49-F238E27FC236}">
                <a16:creationId xmlns:a16="http://schemas.microsoft.com/office/drawing/2014/main" id="{19B72CB0-A148-4708-805D-51C025EB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784" y="81336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2" name="path-5150">
            <a:extLst xmlns:a="http://schemas.openxmlformats.org/drawingml/2006/main">
              <a:ext uri="{FF2B5EF4-FFF2-40B4-BE49-F238E27FC236}">
                <a16:creationId xmlns:a16="http://schemas.microsoft.com/office/drawing/2014/main" id="{9541D6E8-A1D9-4B7D-89B9-D9DCEB49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229" y="81500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3" name="path-5151">
            <a:extLst xmlns:a="http://schemas.openxmlformats.org/drawingml/2006/main">
              <a:ext uri="{FF2B5EF4-FFF2-40B4-BE49-F238E27FC236}">
                <a16:creationId xmlns:a16="http://schemas.microsoft.com/office/drawing/2014/main" id="{3771EA50-73F0-41A9-8552-EB2791CD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800" y="81573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4" name="path-5152">
            <a:extLst xmlns:a="http://schemas.openxmlformats.org/drawingml/2006/main">
              <a:ext uri="{FF2B5EF4-FFF2-40B4-BE49-F238E27FC236}">
                <a16:creationId xmlns:a16="http://schemas.microsoft.com/office/drawing/2014/main" id="{092AF5CE-8CDC-4781-9463-EC3EC06C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997" y="81282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5" name="path-5153">
            <a:extLst xmlns:a="http://schemas.openxmlformats.org/drawingml/2006/main">
              <a:ext uri="{FF2B5EF4-FFF2-40B4-BE49-F238E27FC236}">
                <a16:creationId xmlns:a16="http://schemas.microsoft.com/office/drawing/2014/main" id="{23B3CFBE-A2B4-4F17-8746-CDF2E9F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315" y="814972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6" name="path-5154">
            <a:extLst xmlns:a="http://schemas.openxmlformats.org/drawingml/2006/main">
              <a:ext uri="{FF2B5EF4-FFF2-40B4-BE49-F238E27FC236}">
                <a16:creationId xmlns:a16="http://schemas.microsoft.com/office/drawing/2014/main" id="{ADB856C1-9480-4913-A958-F6C47180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056" y="8160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7" name="path-5155">
            <a:extLst xmlns:a="http://schemas.openxmlformats.org/drawingml/2006/main">
              <a:ext uri="{FF2B5EF4-FFF2-40B4-BE49-F238E27FC236}">
                <a16:creationId xmlns:a16="http://schemas.microsoft.com/office/drawing/2014/main" id="{42DC11E4-A018-4A4B-B0C9-0767F90A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64" y="814970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8" name="path-5156">
            <a:extLst xmlns:a="http://schemas.openxmlformats.org/drawingml/2006/main">
              <a:ext uri="{FF2B5EF4-FFF2-40B4-BE49-F238E27FC236}">
                <a16:creationId xmlns:a16="http://schemas.microsoft.com/office/drawing/2014/main" id="{A25F72DE-C02F-4550-B6F3-1E6C7CF4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584" y="81205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9" name="path-5157">
            <a:extLst xmlns:a="http://schemas.openxmlformats.org/drawingml/2006/main">
              <a:ext uri="{FF2B5EF4-FFF2-40B4-BE49-F238E27FC236}">
                <a16:creationId xmlns:a16="http://schemas.microsoft.com/office/drawing/2014/main" id="{5F5341C8-5EC1-4760-86CE-6FC7E0B7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654" y="81414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0" name="path-5158">
            <a:extLst xmlns:a="http://schemas.openxmlformats.org/drawingml/2006/main">
              <a:ext uri="{FF2B5EF4-FFF2-40B4-BE49-F238E27FC236}">
                <a16:creationId xmlns:a16="http://schemas.microsoft.com/office/drawing/2014/main" id="{E1FAB31D-EF67-476F-A981-45C5C9F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862" y="81653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1" name="path-5159">
            <a:extLst xmlns:a="http://schemas.openxmlformats.org/drawingml/2006/main">
              <a:ext uri="{FF2B5EF4-FFF2-40B4-BE49-F238E27FC236}">
                <a16:creationId xmlns:a16="http://schemas.microsoft.com/office/drawing/2014/main" id="{7E6C532F-FA9F-499C-A813-C7F823CC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24" y="814913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2" name="path-5160">
            <a:extLst xmlns:a="http://schemas.openxmlformats.org/drawingml/2006/main">
              <a:ext uri="{FF2B5EF4-FFF2-40B4-BE49-F238E27FC236}">
                <a16:creationId xmlns:a16="http://schemas.microsoft.com/office/drawing/2014/main" id="{2223A8F7-07F7-4FFE-B4C6-36C2E9E4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991" y="810706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3" name="path-5161">
            <a:extLst xmlns:a="http://schemas.openxmlformats.org/drawingml/2006/main">
              <a:ext uri="{FF2B5EF4-FFF2-40B4-BE49-F238E27FC236}">
                <a16:creationId xmlns:a16="http://schemas.microsoft.com/office/drawing/2014/main" id="{9C969C6A-281D-44DA-8256-B0B18D7C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05" y="8166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4" name="path-5162">
            <a:extLst xmlns:a="http://schemas.openxmlformats.org/drawingml/2006/main">
              <a:ext uri="{FF2B5EF4-FFF2-40B4-BE49-F238E27FC236}">
                <a16:creationId xmlns:a16="http://schemas.microsoft.com/office/drawing/2014/main" id="{9EC3C9A2-55EA-4380-989B-B2CAA321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938" y="81422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5" name="path-5163">
            <a:extLst xmlns:a="http://schemas.openxmlformats.org/drawingml/2006/main">
              <a:ext uri="{FF2B5EF4-FFF2-40B4-BE49-F238E27FC236}">
                <a16:creationId xmlns:a16="http://schemas.microsoft.com/office/drawing/2014/main" id="{8BD1FCA8-0CA7-45AF-B311-ED704BEA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636" y="81602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6" name="path-5164">
            <a:extLst xmlns:a="http://schemas.openxmlformats.org/drawingml/2006/main">
              <a:ext uri="{FF2B5EF4-FFF2-40B4-BE49-F238E27FC236}">
                <a16:creationId xmlns:a16="http://schemas.microsoft.com/office/drawing/2014/main" id="{585D065D-4CF0-4AB8-9D81-C391F247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214" y="81848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7" name="path-5165">
            <a:extLst xmlns:a="http://schemas.openxmlformats.org/drawingml/2006/main">
              <a:ext uri="{FF2B5EF4-FFF2-40B4-BE49-F238E27FC236}">
                <a16:creationId xmlns:a16="http://schemas.microsoft.com/office/drawing/2014/main" id="{A806A1EA-B346-4421-8BE0-3D6013A7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2" y="81440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8" name="path-5166">
            <a:extLst xmlns:a="http://schemas.openxmlformats.org/drawingml/2006/main">
              <a:ext uri="{FF2B5EF4-FFF2-40B4-BE49-F238E27FC236}">
                <a16:creationId xmlns:a16="http://schemas.microsoft.com/office/drawing/2014/main" id="{DBDD7BBA-B7EA-43DA-AC4A-70E6E3B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933" y="814498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9" name="path-5167">
            <a:extLst xmlns:a="http://schemas.openxmlformats.org/drawingml/2006/main">
              <a:ext uri="{FF2B5EF4-FFF2-40B4-BE49-F238E27FC236}">
                <a16:creationId xmlns:a16="http://schemas.microsoft.com/office/drawing/2014/main" id="{2910CB17-54FE-4989-8A96-2CF8A536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685" y="81431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0" name="path-5168">
            <a:extLst xmlns:a="http://schemas.openxmlformats.org/drawingml/2006/main">
              <a:ext uri="{FF2B5EF4-FFF2-40B4-BE49-F238E27FC236}">
                <a16:creationId xmlns:a16="http://schemas.microsoft.com/office/drawing/2014/main" id="{67FDEA98-B0DC-4534-9567-2565E97B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716" y="8142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1" name="path-5169">
            <a:extLst xmlns:a="http://schemas.openxmlformats.org/drawingml/2006/main">
              <a:ext uri="{FF2B5EF4-FFF2-40B4-BE49-F238E27FC236}">
                <a16:creationId xmlns:a16="http://schemas.microsoft.com/office/drawing/2014/main" id="{0044C815-0644-4B74-9574-FE6B3564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216" y="8102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2" name="path-5170">
            <a:extLst xmlns:a="http://schemas.openxmlformats.org/drawingml/2006/main">
              <a:ext uri="{FF2B5EF4-FFF2-40B4-BE49-F238E27FC236}">
                <a16:creationId xmlns:a16="http://schemas.microsoft.com/office/drawing/2014/main" id="{33922C0D-167A-41A9-BD21-26BD9B5A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515" y="812125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3" name="path-5171">
            <a:extLst xmlns:a="http://schemas.openxmlformats.org/drawingml/2006/main">
              <a:ext uri="{FF2B5EF4-FFF2-40B4-BE49-F238E27FC236}">
                <a16:creationId xmlns:a16="http://schemas.microsoft.com/office/drawing/2014/main" id="{2C07081C-3737-4286-AEBE-70D9EEF5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20" y="81261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4" name="path-5172">
            <a:extLst xmlns:a="http://schemas.openxmlformats.org/drawingml/2006/main">
              <a:ext uri="{FF2B5EF4-FFF2-40B4-BE49-F238E27FC236}">
                <a16:creationId xmlns:a16="http://schemas.microsoft.com/office/drawing/2014/main" id="{F4EAC335-656F-49DB-AF5A-A0F0ECE9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420" y="8155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5" name="path-5173">
            <a:extLst xmlns:a="http://schemas.openxmlformats.org/drawingml/2006/main">
              <a:ext uri="{FF2B5EF4-FFF2-40B4-BE49-F238E27FC236}">
                <a16:creationId xmlns:a16="http://schemas.microsoft.com/office/drawing/2014/main" id="{5D5004A2-8D8C-40D3-912E-423B7B1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243" y="81623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6" name="path-5174">
            <a:extLst xmlns:a="http://schemas.openxmlformats.org/drawingml/2006/main">
              <a:ext uri="{FF2B5EF4-FFF2-40B4-BE49-F238E27FC236}">
                <a16:creationId xmlns:a16="http://schemas.microsoft.com/office/drawing/2014/main" id="{89531BB2-4476-4133-A088-6901BFF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997" y="813225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7" name="path-5175">
            <a:extLst xmlns:a="http://schemas.openxmlformats.org/drawingml/2006/main">
              <a:ext uri="{FF2B5EF4-FFF2-40B4-BE49-F238E27FC236}">
                <a16:creationId xmlns:a16="http://schemas.microsoft.com/office/drawing/2014/main" id="{748D2504-B9FB-468E-8B13-83AA08FC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358" y="8169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8" name="path-5176">
            <a:extLst xmlns:a="http://schemas.openxmlformats.org/drawingml/2006/main">
              <a:ext uri="{FF2B5EF4-FFF2-40B4-BE49-F238E27FC236}">
                <a16:creationId xmlns:a16="http://schemas.microsoft.com/office/drawing/2014/main" id="{304BDD77-FFB6-430C-A49B-9513663C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70" y="81185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9" name="path-5177">
            <a:extLst xmlns:a="http://schemas.openxmlformats.org/drawingml/2006/main">
              <a:ext uri="{FF2B5EF4-FFF2-40B4-BE49-F238E27FC236}">
                <a16:creationId xmlns:a16="http://schemas.microsoft.com/office/drawing/2014/main" id="{32CA1BD9-E5B6-44A7-A983-E7C4F8DA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519" y="81369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0" name="path-5178">
            <a:extLst xmlns:a="http://schemas.openxmlformats.org/drawingml/2006/main">
              <a:ext uri="{FF2B5EF4-FFF2-40B4-BE49-F238E27FC236}">
                <a16:creationId xmlns:a16="http://schemas.microsoft.com/office/drawing/2014/main" id="{11155071-7061-433E-AE9E-DD701EB9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607" y="81636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1" name="path-5179">
            <a:extLst xmlns:a="http://schemas.openxmlformats.org/drawingml/2006/main">
              <a:ext uri="{FF2B5EF4-FFF2-40B4-BE49-F238E27FC236}">
                <a16:creationId xmlns:a16="http://schemas.microsoft.com/office/drawing/2014/main" id="{236A88D6-2DB2-4AA2-AF4A-D100570E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963" y="812778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2" name="path-5180">
            <a:extLst xmlns:a="http://schemas.openxmlformats.org/drawingml/2006/main">
              <a:ext uri="{FF2B5EF4-FFF2-40B4-BE49-F238E27FC236}">
                <a16:creationId xmlns:a16="http://schemas.microsoft.com/office/drawing/2014/main" id="{6EAEC4E0-F30F-4C52-9CA5-8147CB73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139" y="8148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3" name="path-5181">
            <a:extLst xmlns:a="http://schemas.openxmlformats.org/drawingml/2006/main">
              <a:ext uri="{FF2B5EF4-FFF2-40B4-BE49-F238E27FC236}">
                <a16:creationId xmlns:a16="http://schemas.microsoft.com/office/drawing/2014/main" id="{E9E9081B-6F30-4139-9088-DE383486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141" y="816232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4" name="path-5182">
            <a:extLst xmlns:a="http://schemas.openxmlformats.org/drawingml/2006/main">
              <a:ext uri="{FF2B5EF4-FFF2-40B4-BE49-F238E27FC236}">
                <a16:creationId xmlns:a16="http://schemas.microsoft.com/office/drawing/2014/main" id="{FD6D763D-09C7-4424-901F-8A0B1CF4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291" y="81605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5" name="path-5183">
            <a:extLst xmlns:a="http://schemas.openxmlformats.org/drawingml/2006/main">
              <a:ext uri="{FF2B5EF4-FFF2-40B4-BE49-F238E27FC236}">
                <a16:creationId xmlns:a16="http://schemas.microsoft.com/office/drawing/2014/main" id="{052575C0-D9B1-4A89-9C7A-10904458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513" y="815339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6" name="path-5184">
            <a:extLst xmlns:a="http://schemas.openxmlformats.org/drawingml/2006/main">
              <a:ext uri="{FF2B5EF4-FFF2-40B4-BE49-F238E27FC236}">
                <a16:creationId xmlns:a16="http://schemas.microsoft.com/office/drawing/2014/main" id="{4543D8FB-5B6C-44CC-B57F-6092DB90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690" y="8138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7" name="path-5185">
            <a:extLst xmlns:a="http://schemas.openxmlformats.org/drawingml/2006/main">
              <a:ext uri="{FF2B5EF4-FFF2-40B4-BE49-F238E27FC236}">
                <a16:creationId xmlns:a16="http://schemas.microsoft.com/office/drawing/2014/main" id="{4B1CE6AD-3D43-4843-B932-799E5D14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561" y="8150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8" name="path-5186">
            <a:extLst xmlns:a="http://schemas.openxmlformats.org/drawingml/2006/main">
              <a:ext uri="{FF2B5EF4-FFF2-40B4-BE49-F238E27FC236}">
                <a16:creationId xmlns:a16="http://schemas.microsoft.com/office/drawing/2014/main" id="{0FA91959-2968-4790-B249-ABDD8464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436" y="81518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9" name="path-5187">
            <a:extLst xmlns:a="http://schemas.openxmlformats.org/drawingml/2006/main">
              <a:ext uri="{FF2B5EF4-FFF2-40B4-BE49-F238E27FC236}">
                <a16:creationId xmlns:a16="http://schemas.microsoft.com/office/drawing/2014/main" id="{1DC9D1B4-2CE6-4697-A4FE-42E5FBA3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268" y="81593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0" name="path-5188">
            <a:extLst xmlns:a="http://schemas.openxmlformats.org/drawingml/2006/main">
              <a:ext uri="{FF2B5EF4-FFF2-40B4-BE49-F238E27FC236}">
                <a16:creationId xmlns:a16="http://schemas.microsoft.com/office/drawing/2014/main" id="{5B083DF8-78DC-470F-B17E-4EB7D823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0" y="817167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1" name="path-5189">
            <a:extLst xmlns:a="http://schemas.openxmlformats.org/drawingml/2006/main">
              <a:ext uri="{FF2B5EF4-FFF2-40B4-BE49-F238E27FC236}">
                <a16:creationId xmlns:a16="http://schemas.microsoft.com/office/drawing/2014/main" id="{44BCD91A-4059-4F8B-9B0D-E4496280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361" y="817069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2" name="path-5190">
            <a:extLst xmlns:a="http://schemas.openxmlformats.org/drawingml/2006/main">
              <a:ext uri="{FF2B5EF4-FFF2-40B4-BE49-F238E27FC236}">
                <a16:creationId xmlns:a16="http://schemas.microsoft.com/office/drawing/2014/main" id="{D2CBC031-F259-4865-A4E0-193C6187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25" y="81297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3" name="path-5191">
            <a:extLst xmlns:a="http://schemas.openxmlformats.org/drawingml/2006/main">
              <a:ext uri="{FF2B5EF4-FFF2-40B4-BE49-F238E27FC236}">
                <a16:creationId xmlns:a16="http://schemas.microsoft.com/office/drawing/2014/main" id="{394BA8FF-6752-403D-960B-2E2ECD9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279" y="81473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4" name="path-5192">
            <a:extLst xmlns:a="http://schemas.openxmlformats.org/drawingml/2006/main">
              <a:ext uri="{FF2B5EF4-FFF2-40B4-BE49-F238E27FC236}">
                <a16:creationId xmlns:a16="http://schemas.microsoft.com/office/drawing/2014/main" id="{8C280B7C-2228-48BE-A533-71C299FF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319" y="813829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5" name="path-5193">
            <a:extLst xmlns:a="http://schemas.openxmlformats.org/drawingml/2006/main">
              <a:ext uri="{FF2B5EF4-FFF2-40B4-BE49-F238E27FC236}">
                <a16:creationId xmlns:a16="http://schemas.microsoft.com/office/drawing/2014/main" id="{DD62876E-3AD0-440D-89E9-377B57FF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191" y="815825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6" name="path-5194">
            <a:extLst xmlns:a="http://schemas.openxmlformats.org/drawingml/2006/main">
              <a:ext uri="{FF2B5EF4-FFF2-40B4-BE49-F238E27FC236}">
                <a16:creationId xmlns:a16="http://schemas.microsoft.com/office/drawing/2014/main" id="{0EE409E0-5AE7-4332-A550-D07511D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039" y="816263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7" name="path-5195">
            <a:extLst xmlns:a="http://schemas.openxmlformats.org/drawingml/2006/main">
              <a:ext uri="{FF2B5EF4-FFF2-40B4-BE49-F238E27FC236}">
                <a16:creationId xmlns:a16="http://schemas.microsoft.com/office/drawing/2014/main" id="{318F0F88-519F-488A-989C-5264A368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040" y="8135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8" name="path-5196">
            <a:extLst xmlns:a="http://schemas.openxmlformats.org/drawingml/2006/main">
              <a:ext uri="{FF2B5EF4-FFF2-40B4-BE49-F238E27FC236}">
                <a16:creationId xmlns:a16="http://schemas.microsoft.com/office/drawing/2014/main" id="{F26E0E27-5F1D-4980-A51B-BC173AFE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988" y="8158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9" name="path-5197">
            <a:extLst xmlns:a="http://schemas.openxmlformats.org/drawingml/2006/main">
              <a:ext uri="{FF2B5EF4-FFF2-40B4-BE49-F238E27FC236}">
                <a16:creationId xmlns:a16="http://schemas.microsoft.com/office/drawing/2014/main" id="{A8A64EFE-7CA7-4EC5-BB8A-A2D3245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750" y="81461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0" name="path-5198">
            <a:extLst xmlns:a="http://schemas.openxmlformats.org/drawingml/2006/main">
              <a:ext uri="{FF2B5EF4-FFF2-40B4-BE49-F238E27FC236}">
                <a16:creationId xmlns:a16="http://schemas.microsoft.com/office/drawing/2014/main" id="{0F44E751-92EF-419F-B7FA-81DA69CA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268" y="81219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1" name="path-5199">
            <a:extLst xmlns:a="http://schemas.openxmlformats.org/drawingml/2006/main">
              <a:ext uri="{FF2B5EF4-FFF2-40B4-BE49-F238E27FC236}">
                <a16:creationId xmlns:a16="http://schemas.microsoft.com/office/drawing/2014/main" id="{AEF4D7A4-A5E0-4F57-A93D-FD11FAEE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361" y="8144098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2" name="path-5200">
            <a:extLst xmlns:a="http://schemas.openxmlformats.org/drawingml/2006/main">
              <a:ext uri="{FF2B5EF4-FFF2-40B4-BE49-F238E27FC236}">
                <a16:creationId xmlns:a16="http://schemas.microsoft.com/office/drawing/2014/main" id="{DD718642-F02B-4A09-9E33-5D2DAFD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997" y="81357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3" name="path-5201">
            <a:extLst xmlns:a="http://schemas.openxmlformats.org/drawingml/2006/main">
              <a:ext uri="{FF2B5EF4-FFF2-40B4-BE49-F238E27FC236}">
                <a16:creationId xmlns:a16="http://schemas.microsoft.com/office/drawing/2014/main" id="{772273E9-31B4-42D6-88EC-DC5CDB5C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587" y="8127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4" name="path-5202">
            <a:extLst xmlns:a="http://schemas.openxmlformats.org/drawingml/2006/main">
              <a:ext uri="{FF2B5EF4-FFF2-40B4-BE49-F238E27FC236}">
                <a16:creationId xmlns:a16="http://schemas.microsoft.com/office/drawing/2014/main" id="{93B3F367-5776-42A5-BC86-99683F55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498" y="8144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5" name="path-5203">
            <a:extLst xmlns:a="http://schemas.openxmlformats.org/drawingml/2006/main">
              <a:ext uri="{FF2B5EF4-FFF2-40B4-BE49-F238E27FC236}">
                <a16:creationId xmlns:a16="http://schemas.microsoft.com/office/drawing/2014/main" id="{165F051C-2951-4E3B-8B7C-47C36EA7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857" y="815736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6" name="path-5204">
            <a:extLst xmlns:a="http://schemas.openxmlformats.org/drawingml/2006/main">
              <a:ext uri="{FF2B5EF4-FFF2-40B4-BE49-F238E27FC236}">
                <a16:creationId xmlns:a16="http://schemas.microsoft.com/office/drawing/2014/main" id="{9C96F6F8-504C-4862-BA5F-B8F01D9D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858" y="814939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7" name="path-5205">
            <a:extLst xmlns:a="http://schemas.openxmlformats.org/drawingml/2006/main">
              <a:ext uri="{FF2B5EF4-FFF2-40B4-BE49-F238E27FC236}">
                <a16:creationId xmlns:a16="http://schemas.microsoft.com/office/drawing/2014/main" id="{B51E6655-4179-4EE2-ACCF-F73B0E18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622" y="81330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8" name="path-5206">
            <a:extLst xmlns:a="http://schemas.openxmlformats.org/drawingml/2006/main">
              <a:ext uri="{FF2B5EF4-FFF2-40B4-BE49-F238E27FC236}">
                <a16:creationId xmlns:a16="http://schemas.microsoft.com/office/drawing/2014/main" id="{414DAC11-02B9-466C-BD71-8D6BB6F5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440" y="814759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9" name="path-5207">
            <a:extLst xmlns:a="http://schemas.openxmlformats.org/drawingml/2006/main">
              <a:ext uri="{FF2B5EF4-FFF2-40B4-BE49-F238E27FC236}">
                <a16:creationId xmlns:a16="http://schemas.microsoft.com/office/drawing/2014/main" id="{49286686-9C25-4638-A920-FE699A52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039" y="81262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0" name="path-5208">
            <a:extLst xmlns:a="http://schemas.openxmlformats.org/drawingml/2006/main">
              <a:ext uri="{FF2B5EF4-FFF2-40B4-BE49-F238E27FC236}">
                <a16:creationId xmlns:a16="http://schemas.microsoft.com/office/drawing/2014/main" id="{D9AF206B-CABF-4F40-B6B5-44E30E81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883" y="814908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1" name="path-5209">
            <a:extLst xmlns:a="http://schemas.openxmlformats.org/drawingml/2006/main">
              <a:ext uri="{FF2B5EF4-FFF2-40B4-BE49-F238E27FC236}">
                <a16:creationId xmlns:a16="http://schemas.microsoft.com/office/drawing/2014/main" id="{6E3757A0-11A9-4A06-8701-4E615198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87" y="81670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2" name="path-5210">
            <a:extLst xmlns:a="http://schemas.openxmlformats.org/drawingml/2006/main">
              <a:ext uri="{FF2B5EF4-FFF2-40B4-BE49-F238E27FC236}">
                <a16:creationId xmlns:a16="http://schemas.microsoft.com/office/drawing/2014/main" id="{B0B78EEB-DCF3-45A9-815E-573C295E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25" y="8150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3" name="path-5211">
            <a:extLst xmlns:a="http://schemas.openxmlformats.org/drawingml/2006/main">
              <a:ext uri="{FF2B5EF4-FFF2-40B4-BE49-F238E27FC236}">
                <a16:creationId xmlns:a16="http://schemas.microsoft.com/office/drawing/2014/main" id="{3EE79937-1DA7-40D9-8D7B-7794B2B2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131" y="8156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4" name="path-5212">
            <a:extLst xmlns:a="http://schemas.openxmlformats.org/drawingml/2006/main">
              <a:ext uri="{FF2B5EF4-FFF2-40B4-BE49-F238E27FC236}">
                <a16:creationId xmlns:a16="http://schemas.microsoft.com/office/drawing/2014/main" id="{018F4D6A-5485-4301-A672-4F2DB73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378" y="81574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5" name="path-5213">
            <a:extLst xmlns:a="http://schemas.openxmlformats.org/drawingml/2006/main">
              <a:ext uri="{FF2B5EF4-FFF2-40B4-BE49-F238E27FC236}">
                <a16:creationId xmlns:a16="http://schemas.microsoft.com/office/drawing/2014/main" id="{3F516E96-E4F4-4AF7-8980-405C6768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420" y="8133786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6" name="path-5214">
            <a:extLst xmlns:a="http://schemas.openxmlformats.org/drawingml/2006/main">
              <a:ext uri="{FF2B5EF4-FFF2-40B4-BE49-F238E27FC236}">
                <a16:creationId xmlns:a16="http://schemas.microsoft.com/office/drawing/2014/main" id="{217102C1-2829-44BA-BEB3-64BA2A97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964" y="8142467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7" name="path-5215">
            <a:extLst xmlns:a="http://schemas.openxmlformats.org/drawingml/2006/main">
              <a:ext uri="{FF2B5EF4-FFF2-40B4-BE49-F238E27FC236}">
                <a16:creationId xmlns:a16="http://schemas.microsoft.com/office/drawing/2014/main" id="{A06EF8DA-7F47-460B-8AD4-3F3BCAFE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634" y="81504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8" name="path-5216">
            <a:extLst xmlns:a="http://schemas.openxmlformats.org/drawingml/2006/main">
              <a:ext uri="{FF2B5EF4-FFF2-40B4-BE49-F238E27FC236}">
                <a16:creationId xmlns:a16="http://schemas.microsoft.com/office/drawing/2014/main" id="{B934AEAA-0D36-48A7-8346-EF1AC8F4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120" y="812708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9" name="path-5217">
            <a:extLst xmlns:a="http://schemas.openxmlformats.org/drawingml/2006/main">
              <a:ext uri="{FF2B5EF4-FFF2-40B4-BE49-F238E27FC236}">
                <a16:creationId xmlns:a16="http://schemas.microsoft.com/office/drawing/2014/main" id="{F3F3723F-3C8C-4601-9D38-2C67EB3A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493" y="813797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0" name="path-5218">
            <a:extLst xmlns:a="http://schemas.openxmlformats.org/drawingml/2006/main">
              <a:ext uri="{FF2B5EF4-FFF2-40B4-BE49-F238E27FC236}">
                <a16:creationId xmlns:a16="http://schemas.microsoft.com/office/drawing/2014/main" id="{53A1D9B2-EB36-4055-9710-3A229A09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441" y="815120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1" name="path-5219">
            <a:extLst xmlns:a="http://schemas.openxmlformats.org/drawingml/2006/main">
              <a:ext uri="{FF2B5EF4-FFF2-40B4-BE49-F238E27FC236}">
                <a16:creationId xmlns:a16="http://schemas.microsoft.com/office/drawing/2014/main" id="{3A6F967B-9A8B-4BB1-A0E6-A2F7E72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59" y="81088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2" name="path-5220">
            <a:extLst xmlns:a="http://schemas.openxmlformats.org/drawingml/2006/main">
              <a:ext uri="{FF2B5EF4-FFF2-40B4-BE49-F238E27FC236}">
                <a16:creationId xmlns:a16="http://schemas.microsoft.com/office/drawing/2014/main" id="{29895AB9-9448-45B9-8FFC-413897FF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020" y="81616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3" name="path-5221">
            <a:extLst xmlns:a="http://schemas.openxmlformats.org/drawingml/2006/main">
              <a:ext uri="{FF2B5EF4-FFF2-40B4-BE49-F238E27FC236}">
                <a16:creationId xmlns:a16="http://schemas.microsoft.com/office/drawing/2014/main" id="{394C3826-B2E3-44D6-AEBF-94250ADE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883" y="816231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4" name="path-5222">
            <a:extLst xmlns:a="http://schemas.openxmlformats.org/drawingml/2006/main">
              <a:ext uri="{FF2B5EF4-FFF2-40B4-BE49-F238E27FC236}">
                <a16:creationId xmlns:a16="http://schemas.microsoft.com/office/drawing/2014/main" id="{A17D7C73-6B2B-445C-B5CC-69D839DB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892" y="8132692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5" name="path-5223">
            <a:extLst xmlns:a="http://schemas.openxmlformats.org/drawingml/2006/main">
              <a:ext uri="{FF2B5EF4-FFF2-40B4-BE49-F238E27FC236}">
                <a16:creationId xmlns:a16="http://schemas.microsoft.com/office/drawing/2014/main" id="{E2957BED-4B8F-471E-A1F6-3B9BC92D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963" y="8134871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6" name="path-5224">
            <a:extLst xmlns:a="http://schemas.openxmlformats.org/drawingml/2006/main">
              <a:ext uri="{FF2B5EF4-FFF2-40B4-BE49-F238E27FC236}">
                <a16:creationId xmlns:a16="http://schemas.microsoft.com/office/drawing/2014/main" id="{5D915193-8ADB-464D-9BEA-C6EF7D0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359" y="812408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7" name="path-5225">
            <a:extLst xmlns:a="http://schemas.openxmlformats.org/drawingml/2006/main">
              <a:ext uri="{FF2B5EF4-FFF2-40B4-BE49-F238E27FC236}">
                <a16:creationId xmlns:a16="http://schemas.microsoft.com/office/drawing/2014/main" id="{7920CB68-33DC-4664-B185-ADCB4F6C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789" y="814213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8" name="path-5226">
            <a:extLst xmlns:a="http://schemas.openxmlformats.org/drawingml/2006/main">
              <a:ext uri="{FF2B5EF4-FFF2-40B4-BE49-F238E27FC236}">
                <a16:creationId xmlns:a16="http://schemas.microsoft.com/office/drawing/2014/main" id="{2998A166-9B91-42DC-8111-90F36D9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550" y="8119729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9" name="path-5227">
            <a:extLst xmlns:a="http://schemas.openxmlformats.org/drawingml/2006/main">
              <a:ext uri="{FF2B5EF4-FFF2-40B4-BE49-F238E27FC236}">
                <a16:creationId xmlns:a16="http://schemas.microsoft.com/office/drawing/2014/main" id="{5E6FF668-A677-4EE4-8FC4-DB9100C0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526" y="8156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0" name="path-5228">
            <a:extLst xmlns:a="http://schemas.openxmlformats.org/drawingml/2006/main">
              <a:ext uri="{FF2B5EF4-FFF2-40B4-BE49-F238E27FC236}">
                <a16:creationId xmlns:a16="http://schemas.microsoft.com/office/drawing/2014/main" id="{A643FD5A-51FE-45AE-83AE-11E9B781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434" y="81308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1" name="path-5229">
            <a:extLst xmlns:a="http://schemas.openxmlformats.org/drawingml/2006/main">
              <a:ext uri="{FF2B5EF4-FFF2-40B4-BE49-F238E27FC236}">
                <a16:creationId xmlns:a16="http://schemas.microsoft.com/office/drawing/2014/main" id="{5FC0D387-F81C-49DA-955C-82B36505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521" y="8145045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2" name="path-5230">
            <a:extLst xmlns:a="http://schemas.openxmlformats.org/drawingml/2006/main">
              <a:ext uri="{FF2B5EF4-FFF2-40B4-BE49-F238E27FC236}">
                <a16:creationId xmlns:a16="http://schemas.microsoft.com/office/drawing/2014/main" id="{47F14C83-0146-454A-8A13-D24481A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539" y="8134134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3" name="path-5231">
            <a:extLst xmlns:a="http://schemas.openxmlformats.org/drawingml/2006/main">
              <a:ext uri="{FF2B5EF4-FFF2-40B4-BE49-F238E27FC236}">
                <a16:creationId xmlns:a16="http://schemas.microsoft.com/office/drawing/2014/main" id="{DE5224CC-0E05-4ED0-9F14-E3E4FD94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061" y="81189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4" name="path-5232">
            <a:extLst xmlns:a="http://schemas.openxmlformats.org/drawingml/2006/main">
              <a:ext uri="{FF2B5EF4-FFF2-40B4-BE49-F238E27FC236}">
                <a16:creationId xmlns:a16="http://schemas.microsoft.com/office/drawing/2014/main" id="{1D89B54E-5AE1-4AB9-B0EC-D4AD8A15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39" y="81568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5" name="path-5233">
            <a:extLst xmlns:a="http://schemas.openxmlformats.org/drawingml/2006/main">
              <a:ext uri="{FF2B5EF4-FFF2-40B4-BE49-F238E27FC236}">
                <a16:creationId xmlns:a16="http://schemas.microsoft.com/office/drawing/2014/main" id="{8B8EDA83-FC98-4FBC-AA2F-FE72C39F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891" y="8161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6" name="path-5234">
            <a:extLst xmlns:a="http://schemas.openxmlformats.org/drawingml/2006/main">
              <a:ext uri="{FF2B5EF4-FFF2-40B4-BE49-F238E27FC236}">
                <a16:creationId xmlns:a16="http://schemas.microsoft.com/office/drawing/2014/main" id="{B233A38C-51A5-4595-9369-92A5FF8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818" y="818365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7" name="path-5235">
            <a:extLst xmlns:a="http://schemas.openxmlformats.org/drawingml/2006/main">
              <a:ext uri="{FF2B5EF4-FFF2-40B4-BE49-F238E27FC236}">
                <a16:creationId xmlns:a16="http://schemas.microsoft.com/office/drawing/2014/main" id="{11CFE8EA-31EE-4EB9-A591-B1E5B4E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55" y="81543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8" name="path-5236">
            <a:extLst xmlns:a="http://schemas.openxmlformats.org/drawingml/2006/main">
              <a:ext uri="{FF2B5EF4-FFF2-40B4-BE49-F238E27FC236}">
                <a16:creationId xmlns:a16="http://schemas.microsoft.com/office/drawing/2014/main" id="{655EF78D-03A9-4C64-9201-ABBE0303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895" y="8138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9" name="path-5237">
            <a:extLst xmlns:a="http://schemas.openxmlformats.org/drawingml/2006/main">
              <a:ext uri="{FF2B5EF4-FFF2-40B4-BE49-F238E27FC236}">
                <a16:creationId xmlns:a16="http://schemas.microsoft.com/office/drawing/2014/main" id="{00D62368-4230-4E33-A080-A816557C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90" y="8119140"/>
            <a:ext cx="90858" cy="90858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0" name="path-5238">
            <a:extLst xmlns:a="http://schemas.openxmlformats.org/drawingml/2006/main">
              <a:ext uri="{FF2B5EF4-FFF2-40B4-BE49-F238E27FC236}">
                <a16:creationId xmlns:a16="http://schemas.microsoft.com/office/drawing/2014/main" id="{2187273C-F7C5-4A1A-B801-BA07049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738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1" name="path-5239">
            <a:extLst xmlns:a="http://schemas.openxmlformats.org/drawingml/2006/main">
              <a:ext uri="{FF2B5EF4-FFF2-40B4-BE49-F238E27FC236}">
                <a16:creationId xmlns:a16="http://schemas.microsoft.com/office/drawing/2014/main" id="{EB91E386-26F5-4F1D-AC54-0D1C355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372" y="8066032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2" name="path-5240">
            <a:extLst xmlns:a="http://schemas.openxmlformats.org/drawingml/2006/main">
              <a:ext uri="{FF2B5EF4-FFF2-40B4-BE49-F238E27FC236}">
                <a16:creationId xmlns:a16="http://schemas.microsoft.com/office/drawing/2014/main" id="{1358C906-01F0-4AE9-B449-21E7205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71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3" name="path-5241">
            <a:extLst xmlns:a="http://schemas.openxmlformats.org/drawingml/2006/main">
              <a:ext uri="{FF2B5EF4-FFF2-40B4-BE49-F238E27FC236}">
                <a16:creationId xmlns:a16="http://schemas.microsoft.com/office/drawing/2014/main" id="{5C927390-CECF-4C39-B2D0-248C10AB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505" y="8066032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4" name="path-5242">
            <a:extLst xmlns:a="http://schemas.openxmlformats.org/drawingml/2006/main">
              <a:ext uri="{FF2B5EF4-FFF2-40B4-BE49-F238E27FC236}">
                <a16:creationId xmlns:a16="http://schemas.microsoft.com/office/drawing/2014/main" id="{684C7C3A-2A60-4B87-9396-A8DFE578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73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5" name="path-5243">
            <a:extLst xmlns:a="http://schemas.openxmlformats.org/drawingml/2006/main">
              <a:ext uri="{FF2B5EF4-FFF2-40B4-BE49-F238E27FC236}">
                <a16:creationId xmlns:a16="http://schemas.microsoft.com/office/drawing/2014/main" id="{996BBB4B-5CAA-4682-AB49-242FE35C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928" y="8048275"/>
            <a:ext cx="264360" cy="264360"/>
          </a:xfrm>
          <a:custGeom xmlns:a="http://schemas.openxmlformats.org/drawingml/2006/main">
            <a:pathLst>
              <a:path w="225945" h="225945">
                <a:moveTo>
                  <a:pt x="112972" y="27455"/>
                </a:moveTo>
                <a:lnTo>
                  <a:pt x="123954" y="21964"/>
                </a:lnTo>
                <a:lnTo>
                  <a:pt x="112972" y="0"/>
                </a:lnTo>
                <a:lnTo>
                  <a:pt x="101990" y="21964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5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2" y="27455"/>
                </a:moveTo>
                <a:lnTo>
                  <a:pt x="101990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4" y="32947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4" y="21964"/>
                </a:lnTo>
                <a:lnTo>
                  <a:pt x="112972" y="27455"/>
                </a:lnTo>
                <a:lnTo>
                  <a:pt x="101990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6" name="path-5244">
            <a:extLst xmlns:a="http://schemas.openxmlformats.org/drawingml/2006/main">
              <a:ext uri="{FF2B5EF4-FFF2-40B4-BE49-F238E27FC236}">
                <a16:creationId xmlns:a16="http://schemas.microsoft.com/office/drawing/2014/main" id="{7AC0313B-E226-4975-A601-F11AB7CB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040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7" name="path-5245">
            <a:extLst xmlns:a="http://schemas.openxmlformats.org/drawingml/2006/main">
              <a:ext uri="{FF2B5EF4-FFF2-40B4-BE49-F238E27FC236}">
                <a16:creationId xmlns:a16="http://schemas.microsoft.com/office/drawing/2014/main" id="{09788D59-5727-4D67-AFFE-70A73560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796" y="8048275"/>
            <a:ext cx="264360" cy="264360"/>
          </a:xfrm>
          <a:custGeom xmlns:a="http://schemas.openxmlformats.org/drawingml/2006/main">
            <a:pathLst>
              <a:path w="225945" h="225945">
                <a:moveTo>
                  <a:pt x="112972" y="27455"/>
                </a:moveTo>
                <a:lnTo>
                  <a:pt x="123954" y="21964"/>
                </a:lnTo>
                <a:lnTo>
                  <a:pt x="112972" y="0"/>
                </a:lnTo>
                <a:lnTo>
                  <a:pt x="101990" y="21964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5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2" y="27455"/>
                </a:moveTo>
                <a:lnTo>
                  <a:pt x="101990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4" y="32947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4" y="21964"/>
                </a:lnTo>
                <a:lnTo>
                  <a:pt x="112972" y="27455"/>
                </a:lnTo>
                <a:lnTo>
                  <a:pt x="101990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8" name="path-5246">
            <a:extLst xmlns:a="http://schemas.openxmlformats.org/drawingml/2006/main">
              <a:ext uri="{FF2B5EF4-FFF2-40B4-BE49-F238E27FC236}">
                <a16:creationId xmlns:a16="http://schemas.microsoft.com/office/drawing/2014/main" id="{05327A63-4AA6-4BE4-A05C-3F029703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193" y="8415595"/>
            <a:ext cx="106398" cy="118519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8" y="64462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9" y="90508"/>
                </a:lnTo>
                <a:lnTo>
                  <a:pt x="22497" y="98402"/>
                </a:lnTo>
                <a:lnTo>
                  <a:pt x="36835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9" name="path-5247">
            <a:extLst xmlns:a="http://schemas.openxmlformats.org/drawingml/2006/main">
              <a:ext uri="{FF2B5EF4-FFF2-40B4-BE49-F238E27FC236}">
                <a16:creationId xmlns:a16="http://schemas.microsoft.com/office/drawing/2014/main" id="{F8AA349B-909D-45AA-AE4C-4EC06A1E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193" y="8113910"/>
            <a:ext cx="21549" cy="150843"/>
          </a:xfrm>
          <a:custGeom xmlns:a="http://schemas.openxmlformats.org/drawingml/2006/main">
            <a:pathLst>
              <a:path w="18418" h="128923">
                <a:moveTo>
                  <a:pt x="9209" y="128923"/>
                </a:moveTo>
                <a:lnTo>
                  <a:pt x="18418" y="128923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0" name="path-5248">
            <a:extLst xmlns:a="http://schemas.openxmlformats.org/drawingml/2006/main">
              <a:ext uri="{FF2B5EF4-FFF2-40B4-BE49-F238E27FC236}">
                <a16:creationId xmlns:a16="http://schemas.microsoft.com/office/drawing/2014/main" id="{0D53A735-4202-40A2-8FB8-C359040F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193" y="7844548"/>
            <a:ext cx="106398" cy="118519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8" y="101297"/>
                </a:lnTo>
                <a:lnTo>
                  <a:pt x="18418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5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1" name="path-5249">
            <a:extLst xmlns:a="http://schemas.openxmlformats.org/drawingml/2006/main">
              <a:ext uri="{FF2B5EF4-FFF2-40B4-BE49-F238E27FC236}">
                <a16:creationId xmlns:a16="http://schemas.microsoft.com/office/drawing/2014/main" id="{B3195484-7D26-48ED-ADBA-DF8724A4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91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2" name="path-5250">
            <a:extLst xmlns:a="http://schemas.openxmlformats.org/drawingml/2006/main">
              <a:ext uri="{FF2B5EF4-FFF2-40B4-BE49-F238E27FC236}">
                <a16:creationId xmlns:a16="http://schemas.microsoft.com/office/drawing/2014/main" id="{25CF0F1E-2536-4A36-BEE5-C5405148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390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3" name="path-5251">
            <a:extLst xmlns:a="http://schemas.openxmlformats.org/drawingml/2006/main">
              <a:ext uri="{FF2B5EF4-FFF2-40B4-BE49-F238E27FC236}">
                <a16:creationId xmlns:a16="http://schemas.microsoft.com/office/drawing/2014/main" id="{F0075C56-B586-4204-91E4-C74F2A01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591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4" name="path-5252">
            <a:extLst xmlns:a="http://schemas.openxmlformats.org/drawingml/2006/main">
              <a:ext uri="{FF2B5EF4-FFF2-40B4-BE49-F238E27FC236}">
                <a16:creationId xmlns:a16="http://schemas.microsoft.com/office/drawing/2014/main" id="{43CE1498-3CF8-4950-AED3-81313D7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791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5" name="path-5253">
            <a:extLst xmlns:a="http://schemas.openxmlformats.org/drawingml/2006/main">
              <a:ext uri="{FF2B5EF4-FFF2-40B4-BE49-F238E27FC236}">
                <a16:creationId xmlns:a16="http://schemas.microsoft.com/office/drawing/2014/main" id="{B5E05F4C-F29F-44BB-AF9F-F8549245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91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6" name="path-5254">
            <a:extLst xmlns:a="http://schemas.openxmlformats.org/drawingml/2006/main">
              <a:ext uri="{FF2B5EF4-FFF2-40B4-BE49-F238E27FC236}">
                <a16:creationId xmlns:a16="http://schemas.microsoft.com/office/drawing/2014/main" id="{2531F7FB-99EC-4316-BA18-9D15CF93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191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7" name="path-5255">
            <a:extLst xmlns:a="http://schemas.openxmlformats.org/drawingml/2006/main">
              <a:ext uri="{FF2B5EF4-FFF2-40B4-BE49-F238E27FC236}">
                <a16:creationId xmlns:a16="http://schemas.microsoft.com/office/drawing/2014/main" id="{81106F8F-5508-473E-B894-4A7E7B82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390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8" name="path-5256">
            <a:extLst xmlns:a="http://schemas.openxmlformats.org/drawingml/2006/main">
              <a:ext uri="{FF2B5EF4-FFF2-40B4-BE49-F238E27FC236}">
                <a16:creationId xmlns:a16="http://schemas.microsoft.com/office/drawing/2014/main" id="{E4C54AA9-237F-4049-BB00-1D429C46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590" y="7844548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9" name="path-5257">
            <a:extLst xmlns:a="http://schemas.openxmlformats.org/drawingml/2006/main">
              <a:ext uri="{FF2B5EF4-FFF2-40B4-BE49-F238E27FC236}">
                <a16:creationId xmlns:a16="http://schemas.microsoft.com/office/drawing/2014/main" id="{61AA9F43-33BD-47E3-BE04-ADE3F0BE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791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0" name="path-5258">
            <a:extLst xmlns:a="http://schemas.openxmlformats.org/drawingml/2006/main">
              <a:ext uri="{FF2B5EF4-FFF2-40B4-BE49-F238E27FC236}">
                <a16:creationId xmlns:a16="http://schemas.microsoft.com/office/drawing/2014/main" id="{2301D2AB-B636-4F38-9D60-4698DB11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990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1" name="path-5259">
            <a:extLst xmlns:a="http://schemas.openxmlformats.org/drawingml/2006/main">
              <a:ext uri="{FF2B5EF4-FFF2-40B4-BE49-F238E27FC236}">
                <a16:creationId xmlns:a16="http://schemas.microsoft.com/office/drawing/2014/main" id="{8C435DC6-5923-4AFB-A22D-2F1A6F56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191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2" name="path-5260">
            <a:extLst xmlns:a="http://schemas.openxmlformats.org/drawingml/2006/main">
              <a:ext uri="{FF2B5EF4-FFF2-40B4-BE49-F238E27FC236}">
                <a16:creationId xmlns:a16="http://schemas.microsoft.com/office/drawing/2014/main" id="{95A8C465-3F35-431C-8F2C-9C0496D9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390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3" name="path-5261">
            <a:extLst xmlns:a="http://schemas.openxmlformats.org/drawingml/2006/main">
              <a:ext uri="{FF2B5EF4-FFF2-40B4-BE49-F238E27FC236}">
                <a16:creationId xmlns:a16="http://schemas.microsoft.com/office/drawing/2014/main" id="{C4D0CEEE-4FA6-4384-8C60-85141EB3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591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4" name="path-5262">
            <a:extLst xmlns:a="http://schemas.openxmlformats.org/drawingml/2006/main">
              <a:ext uri="{FF2B5EF4-FFF2-40B4-BE49-F238E27FC236}">
                <a16:creationId xmlns:a16="http://schemas.microsoft.com/office/drawing/2014/main" id="{9B5057DC-69CE-45F5-BAFA-0002C212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90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5" name="path-5263">
            <a:extLst xmlns:a="http://schemas.openxmlformats.org/drawingml/2006/main">
              <a:ext uri="{FF2B5EF4-FFF2-40B4-BE49-F238E27FC236}">
                <a16:creationId xmlns:a16="http://schemas.microsoft.com/office/drawing/2014/main" id="{55430C91-F554-4C93-82FC-FF9B3809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990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6" name="path-5264">
            <a:extLst xmlns:a="http://schemas.openxmlformats.org/drawingml/2006/main">
              <a:ext uri="{FF2B5EF4-FFF2-40B4-BE49-F238E27FC236}">
                <a16:creationId xmlns:a16="http://schemas.microsoft.com/office/drawing/2014/main" id="{D1BACE31-F7B7-4913-82DA-80F37A99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191" y="7844548"/>
            <a:ext cx="106398" cy="118519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7" y="20932"/>
                </a:lnTo>
                <a:lnTo>
                  <a:pt x="70004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8" y="10789"/>
                </a:lnTo>
                <a:lnTo>
                  <a:pt x="68439" y="2895"/>
                </a:lnTo>
                <a:lnTo>
                  <a:pt x="54101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7" name="path-5265">
            <a:extLst xmlns:a="http://schemas.openxmlformats.org/drawingml/2006/main">
              <a:ext uri="{FF2B5EF4-FFF2-40B4-BE49-F238E27FC236}">
                <a16:creationId xmlns:a16="http://schemas.microsoft.com/office/drawing/2014/main" id="{18AC1341-93BB-4D77-AAFC-DF6A6C91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6039" y="8113910"/>
            <a:ext cx="21550" cy="15084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8" name="path-5266">
            <a:extLst xmlns:a="http://schemas.openxmlformats.org/drawingml/2006/main">
              <a:ext uri="{FF2B5EF4-FFF2-40B4-BE49-F238E27FC236}">
                <a16:creationId xmlns:a16="http://schemas.microsoft.com/office/drawing/2014/main" id="{DB4BF94F-9E1C-4767-B047-D541517A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191" y="8415595"/>
            <a:ext cx="106398" cy="118519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4" y="73757"/>
                </a:lnTo>
                <a:lnTo>
                  <a:pt x="63397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1" y="101297"/>
                </a:lnTo>
                <a:lnTo>
                  <a:pt x="68439" y="98402"/>
                </a:lnTo>
                <a:lnTo>
                  <a:pt x="80148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9" name="path-5267">
            <a:extLst xmlns:a="http://schemas.openxmlformats.org/drawingml/2006/main">
              <a:ext uri="{FF2B5EF4-FFF2-40B4-BE49-F238E27FC236}">
                <a16:creationId xmlns:a16="http://schemas.microsoft.com/office/drawing/2014/main" id="{524E4955-03D8-4665-9D70-36D84080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990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0" name="path-5268">
            <a:extLst xmlns:a="http://schemas.openxmlformats.org/drawingml/2006/main">
              <a:ext uri="{FF2B5EF4-FFF2-40B4-BE49-F238E27FC236}">
                <a16:creationId xmlns:a16="http://schemas.microsoft.com/office/drawing/2014/main" id="{B0752FE6-8DF9-4E30-B390-721828B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90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1" name="path-5269">
            <a:extLst xmlns:a="http://schemas.openxmlformats.org/drawingml/2006/main">
              <a:ext uri="{FF2B5EF4-FFF2-40B4-BE49-F238E27FC236}">
                <a16:creationId xmlns:a16="http://schemas.microsoft.com/office/drawing/2014/main" id="{9A199A9E-7E02-4202-A24D-AB90131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591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2" name="path-5270">
            <a:extLst xmlns:a="http://schemas.openxmlformats.org/drawingml/2006/main">
              <a:ext uri="{FF2B5EF4-FFF2-40B4-BE49-F238E27FC236}">
                <a16:creationId xmlns:a16="http://schemas.microsoft.com/office/drawing/2014/main" id="{F2A5A7C9-2892-47C3-B10C-05CF2EBB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390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3" name="path-5271">
            <a:extLst xmlns:a="http://schemas.openxmlformats.org/drawingml/2006/main">
              <a:ext uri="{FF2B5EF4-FFF2-40B4-BE49-F238E27FC236}">
                <a16:creationId xmlns:a16="http://schemas.microsoft.com/office/drawing/2014/main" id="{F8E2BF2C-3894-4D01-8D02-55D8827A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191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4" name="path-5272">
            <a:extLst xmlns:a="http://schemas.openxmlformats.org/drawingml/2006/main">
              <a:ext uri="{FF2B5EF4-FFF2-40B4-BE49-F238E27FC236}">
                <a16:creationId xmlns:a16="http://schemas.microsoft.com/office/drawing/2014/main" id="{F28DC9CF-77AD-48F2-AFB4-448715B1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990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5" name="path-5273">
            <a:extLst xmlns:a="http://schemas.openxmlformats.org/drawingml/2006/main">
              <a:ext uri="{FF2B5EF4-FFF2-40B4-BE49-F238E27FC236}">
                <a16:creationId xmlns:a16="http://schemas.microsoft.com/office/drawing/2014/main" id="{2AAC3CA9-1A5D-4AC7-A022-A3A008D1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791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6" name="path-5274">
            <a:extLst xmlns:a="http://schemas.openxmlformats.org/drawingml/2006/main">
              <a:ext uri="{FF2B5EF4-FFF2-40B4-BE49-F238E27FC236}">
                <a16:creationId xmlns:a16="http://schemas.microsoft.com/office/drawing/2014/main" id="{1851B141-706F-425D-9284-A28A76D8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590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7" name="path-5275">
            <a:extLst xmlns:a="http://schemas.openxmlformats.org/drawingml/2006/main">
              <a:ext uri="{FF2B5EF4-FFF2-40B4-BE49-F238E27FC236}">
                <a16:creationId xmlns:a16="http://schemas.microsoft.com/office/drawing/2014/main" id="{834C6436-F930-47DF-827F-406E29A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390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8" name="path-5276">
            <a:extLst xmlns:a="http://schemas.openxmlformats.org/drawingml/2006/main">
              <a:ext uri="{FF2B5EF4-FFF2-40B4-BE49-F238E27FC236}">
                <a16:creationId xmlns:a16="http://schemas.microsoft.com/office/drawing/2014/main" id="{833B510E-AC5A-4269-9D33-755E7B1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191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9" name="path-5277">
            <a:extLst xmlns:a="http://schemas.openxmlformats.org/drawingml/2006/main">
              <a:ext uri="{FF2B5EF4-FFF2-40B4-BE49-F238E27FC236}">
                <a16:creationId xmlns:a16="http://schemas.microsoft.com/office/drawing/2014/main" id="{8464FC3E-64D7-408C-83C0-53D07CBD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91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0" name="path-5278">
            <a:extLst xmlns:a="http://schemas.openxmlformats.org/drawingml/2006/main">
              <a:ext uri="{FF2B5EF4-FFF2-40B4-BE49-F238E27FC236}">
                <a16:creationId xmlns:a16="http://schemas.microsoft.com/office/drawing/2014/main" id="{78039E28-EB9E-40D3-AC15-57F5C1C2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791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1" name="path-5279">
            <a:extLst xmlns:a="http://schemas.openxmlformats.org/drawingml/2006/main">
              <a:ext uri="{FF2B5EF4-FFF2-40B4-BE49-F238E27FC236}">
                <a16:creationId xmlns:a16="http://schemas.microsoft.com/office/drawing/2014/main" id="{CB1CBA11-A37E-445F-8E69-D3367E14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591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2" name="path-5280">
            <a:extLst xmlns:a="http://schemas.openxmlformats.org/drawingml/2006/main">
              <a:ext uri="{FF2B5EF4-FFF2-40B4-BE49-F238E27FC236}">
                <a16:creationId xmlns:a16="http://schemas.microsoft.com/office/drawing/2014/main" id="{EF95E06C-96A6-49BA-9FE0-B68B93D1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390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3" name="path-5281">
            <a:extLst xmlns:a="http://schemas.openxmlformats.org/drawingml/2006/main">
              <a:ext uri="{FF2B5EF4-FFF2-40B4-BE49-F238E27FC236}">
                <a16:creationId xmlns:a16="http://schemas.microsoft.com/office/drawing/2014/main" id="{7713FFFF-5331-46EA-8701-F7078C34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91" y="8512565"/>
            <a:ext cx="126600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4" name="path-5282">
            <a:extLst xmlns:a="http://schemas.openxmlformats.org/drawingml/2006/main">
              <a:ext uri="{FF2B5EF4-FFF2-40B4-BE49-F238E27FC236}">
                <a16:creationId xmlns:a16="http://schemas.microsoft.com/office/drawing/2014/main" id="{E40C6590-D373-40BA-B0DF-73CA486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483" y="5401597"/>
            <a:ext cx="3778029" cy="365648"/>
          </a:xfrm>
          <a:custGeom xmlns:a="http://schemas.openxmlformats.org/drawingml/2006/main">
            <a:pathLst>
              <a:path w="3229034" h="312514">
                <a:moveTo>
                  <a:pt x="211874" y="0"/>
                </a:moveTo>
                <a:lnTo>
                  <a:pt x="192566" y="78598"/>
                </a:lnTo>
                <a:lnTo>
                  <a:pt x="186928" y="78598"/>
                </a:lnTo>
                <a:cubicBezTo>
                  <a:pt x="185675" y="66296"/>
                  <a:pt x="183453" y="56443"/>
                  <a:pt x="180264" y="49038"/>
                </a:cubicBezTo>
                <a:cubicBezTo>
                  <a:pt x="175480" y="38331"/>
                  <a:pt x="169101" y="30072"/>
                  <a:pt x="161127" y="24263"/>
                </a:cubicBezTo>
                <a:cubicBezTo>
                  <a:pt x="153267" y="18453"/>
                  <a:pt x="144724" y="15548"/>
                  <a:pt x="135497" y="15548"/>
                </a:cubicBezTo>
                <a:cubicBezTo>
                  <a:pt x="126612" y="15548"/>
                  <a:pt x="118809" y="18966"/>
                  <a:pt x="112088" y="25801"/>
                </a:cubicBezTo>
                <a:cubicBezTo>
                  <a:pt x="105482" y="32521"/>
                  <a:pt x="102178" y="40153"/>
                  <a:pt x="102178" y="48697"/>
                </a:cubicBezTo>
                <a:cubicBezTo>
                  <a:pt x="102178" y="57126"/>
                  <a:pt x="104456" y="65441"/>
                  <a:pt x="109013" y="73643"/>
                </a:cubicBezTo>
                <a:cubicBezTo>
                  <a:pt x="113683" y="81731"/>
                  <a:pt x="124619" y="93976"/>
                  <a:pt x="141819" y="110380"/>
                </a:cubicBezTo>
                <a:cubicBezTo>
                  <a:pt x="155602" y="123479"/>
                  <a:pt x="164829" y="134756"/>
                  <a:pt x="169499" y="144211"/>
                </a:cubicBezTo>
                <a:cubicBezTo>
                  <a:pt x="174284" y="153665"/>
                  <a:pt x="176676" y="163918"/>
                  <a:pt x="176676" y="174967"/>
                </a:cubicBezTo>
                <a:cubicBezTo>
                  <a:pt x="176676" y="187383"/>
                  <a:pt x="173372" y="198831"/>
                  <a:pt x="166765" y="209311"/>
                </a:cubicBezTo>
                <a:cubicBezTo>
                  <a:pt x="160159" y="219791"/>
                  <a:pt x="150533" y="227936"/>
                  <a:pt x="137889" y="233745"/>
                </a:cubicBezTo>
                <a:cubicBezTo>
                  <a:pt x="125359" y="239441"/>
                  <a:pt x="111120" y="242288"/>
                  <a:pt x="95172" y="242288"/>
                </a:cubicBezTo>
                <a:cubicBezTo>
                  <a:pt x="85376" y="242288"/>
                  <a:pt x="73017" y="240807"/>
                  <a:pt x="58094" y="237846"/>
                </a:cubicBezTo>
                <a:cubicBezTo>
                  <a:pt x="43286" y="234998"/>
                  <a:pt x="33433" y="233574"/>
                  <a:pt x="28535" y="233574"/>
                </a:cubicBezTo>
                <a:cubicBezTo>
                  <a:pt x="24662" y="233574"/>
                  <a:pt x="21187" y="234201"/>
                  <a:pt x="18111" y="235453"/>
                </a:cubicBezTo>
                <a:cubicBezTo>
                  <a:pt x="15036" y="236593"/>
                  <a:pt x="11220" y="238871"/>
                  <a:pt x="6664" y="242288"/>
                </a:cubicBezTo>
                <a:lnTo>
                  <a:pt x="0" y="242288"/>
                </a:lnTo>
                <a:lnTo>
                  <a:pt x="20675" y="153950"/>
                </a:lnTo>
                <a:lnTo>
                  <a:pt x="27167" y="153950"/>
                </a:lnTo>
                <a:cubicBezTo>
                  <a:pt x="28648" y="169442"/>
                  <a:pt x="31781" y="182656"/>
                  <a:pt x="36565" y="193592"/>
                </a:cubicBezTo>
                <a:cubicBezTo>
                  <a:pt x="41350" y="204413"/>
                  <a:pt x="48184" y="212899"/>
                  <a:pt x="57070" y="219051"/>
                </a:cubicBezTo>
                <a:cubicBezTo>
                  <a:pt x="65954" y="225088"/>
                  <a:pt x="76092" y="228107"/>
                  <a:pt x="87484" y="228107"/>
                </a:cubicBezTo>
                <a:cubicBezTo>
                  <a:pt x="98760" y="228107"/>
                  <a:pt x="108158" y="224404"/>
                  <a:pt x="115677" y="217000"/>
                </a:cubicBezTo>
                <a:cubicBezTo>
                  <a:pt x="123309" y="209482"/>
                  <a:pt x="127124" y="200711"/>
                  <a:pt x="127124" y="190687"/>
                </a:cubicBezTo>
                <a:cubicBezTo>
                  <a:pt x="127124" y="182143"/>
                  <a:pt x="124960" y="173942"/>
                  <a:pt x="120631" y="166082"/>
                </a:cubicBezTo>
                <a:cubicBezTo>
                  <a:pt x="116417" y="158222"/>
                  <a:pt x="106677" y="146774"/>
                  <a:pt x="91414" y="131738"/>
                </a:cubicBezTo>
                <a:cubicBezTo>
                  <a:pt x="76263" y="116702"/>
                  <a:pt x="65784" y="103260"/>
                  <a:pt x="59974" y="91414"/>
                </a:cubicBezTo>
                <a:cubicBezTo>
                  <a:pt x="55759" y="82642"/>
                  <a:pt x="53652" y="73301"/>
                  <a:pt x="53652" y="63391"/>
                </a:cubicBezTo>
                <a:cubicBezTo>
                  <a:pt x="53652" y="46191"/>
                  <a:pt x="60430" y="31325"/>
                  <a:pt x="73985" y="18795"/>
                </a:cubicBezTo>
                <a:cubicBezTo>
                  <a:pt x="87540" y="6265"/>
                  <a:pt x="105253" y="0"/>
                  <a:pt x="127124" y="0"/>
                </a:cubicBezTo>
                <a:cubicBezTo>
                  <a:pt x="137035" y="0"/>
                  <a:pt x="150077" y="2221"/>
                  <a:pt x="166253" y="6663"/>
                </a:cubicBezTo>
                <a:cubicBezTo>
                  <a:pt x="175707" y="9284"/>
                  <a:pt x="182371" y="10594"/>
                  <a:pt x="186244" y="10594"/>
                </a:cubicBezTo>
                <a:cubicBezTo>
                  <a:pt x="189548" y="10594"/>
                  <a:pt x="192509" y="9910"/>
                  <a:pt x="195129" y="8543"/>
                </a:cubicBezTo>
                <a:cubicBezTo>
                  <a:pt x="197749" y="7062"/>
                  <a:pt x="200825" y="4214"/>
                  <a:pt x="204356" y="0"/>
                </a:cubicBezTo>
                <a:lnTo>
                  <a:pt x="211874" y="0"/>
                </a:lnTo>
                <a:moveTo>
                  <a:pt x="302775" y="36907"/>
                </a:moveTo>
                <a:lnTo>
                  <a:pt x="289106" y="83382"/>
                </a:lnTo>
                <a:lnTo>
                  <a:pt x="311490" y="83382"/>
                </a:lnTo>
                <a:lnTo>
                  <a:pt x="305509" y="103032"/>
                </a:lnTo>
                <a:lnTo>
                  <a:pt x="283467" y="103032"/>
                </a:lnTo>
                <a:lnTo>
                  <a:pt x="254933" y="202135"/>
                </a:lnTo>
                <a:cubicBezTo>
                  <a:pt x="253110" y="208286"/>
                  <a:pt x="252199" y="212956"/>
                  <a:pt x="252199" y="216146"/>
                </a:cubicBezTo>
                <a:cubicBezTo>
                  <a:pt x="252199" y="217626"/>
                  <a:pt x="252711" y="218936"/>
                  <a:pt x="253736" y="220076"/>
                </a:cubicBezTo>
                <a:cubicBezTo>
                  <a:pt x="254762" y="221101"/>
                  <a:pt x="255901" y="221614"/>
                  <a:pt x="257154" y="221614"/>
                </a:cubicBezTo>
                <a:cubicBezTo>
                  <a:pt x="259090" y="221614"/>
                  <a:pt x="261084" y="220816"/>
                  <a:pt x="263134" y="219221"/>
                </a:cubicBezTo>
                <a:cubicBezTo>
                  <a:pt x="268374" y="215234"/>
                  <a:pt x="274468" y="208286"/>
                  <a:pt x="281417" y="198375"/>
                </a:cubicBezTo>
                <a:lnTo>
                  <a:pt x="287397" y="202135"/>
                </a:lnTo>
                <a:cubicBezTo>
                  <a:pt x="279537" y="215804"/>
                  <a:pt x="270880" y="225828"/>
                  <a:pt x="261426" y="232207"/>
                </a:cubicBezTo>
                <a:cubicBezTo>
                  <a:pt x="251971" y="238586"/>
                  <a:pt x="242687" y="241776"/>
                  <a:pt x="233575" y="241776"/>
                </a:cubicBezTo>
                <a:cubicBezTo>
                  <a:pt x="225828" y="241776"/>
                  <a:pt x="219791" y="239839"/>
                  <a:pt x="215463" y="235966"/>
                </a:cubicBezTo>
                <a:cubicBezTo>
                  <a:pt x="211248" y="231980"/>
                  <a:pt x="209141" y="226967"/>
                  <a:pt x="209141" y="220930"/>
                </a:cubicBezTo>
                <a:cubicBezTo>
                  <a:pt x="209141" y="214323"/>
                  <a:pt x="210621" y="205837"/>
                  <a:pt x="213583" y="195471"/>
                </a:cubicBezTo>
                <a:lnTo>
                  <a:pt x="240580" y="103032"/>
                </a:lnTo>
                <a:lnTo>
                  <a:pt x="217342" y="103032"/>
                </a:lnTo>
                <a:lnTo>
                  <a:pt x="220759" y="90388"/>
                </a:lnTo>
                <a:cubicBezTo>
                  <a:pt x="235340" y="85034"/>
                  <a:pt x="247642" y="78769"/>
                  <a:pt x="257667" y="71593"/>
                </a:cubicBezTo>
                <a:cubicBezTo>
                  <a:pt x="267691" y="64416"/>
                  <a:pt x="279765" y="52855"/>
                  <a:pt x="293890" y="36907"/>
                </a:cubicBezTo>
                <a:lnTo>
                  <a:pt x="302775" y="36907"/>
                </a:lnTo>
                <a:moveTo>
                  <a:pt x="382741" y="78598"/>
                </a:moveTo>
                <a:lnTo>
                  <a:pt x="356940" y="174625"/>
                </a:lnTo>
                <a:cubicBezTo>
                  <a:pt x="378127" y="127808"/>
                  <a:pt x="394075" y="98988"/>
                  <a:pt x="404782" y="88167"/>
                </a:cubicBezTo>
                <a:cubicBezTo>
                  <a:pt x="411048" y="81788"/>
                  <a:pt x="417654" y="78598"/>
                  <a:pt x="424603" y="78598"/>
                </a:cubicBezTo>
                <a:cubicBezTo>
                  <a:pt x="429387" y="78598"/>
                  <a:pt x="433260" y="80364"/>
                  <a:pt x="436222" y="83895"/>
                </a:cubicBezTo>
                <a:cubicBezTo>
                  <a:pt x="439183" y="87312"/>
                  <a:pt x="440664" y="92211"/>
                  <a:pt x="440664" y="98589"/>
                </a:cubicBezTo>
                <a:cubicBezTo>
                  <a:pt x="440664" y="109639"/>
                  <a:pt x="437987" y="118923"/>
                  <a:pt x="432634" y="126441"/>
                </a:cubicBezTo>
                <a:cubicBezTo>
                  <a:pt x="429216" y="131225"/>
                  <a:pt x="425400" y="133617"/>
                  <a:pt x="421185" y="133617"/>
                </a:cubicBezTo>
                <a:cubicBezTo>
                  <a:pt x="416629" y="133617"/>
                  <a:pt x="413212" y="131510"/>
                  <a:pt x="410934" y="127295"/>
                </a:cubicBezTo>
                <a:cubicBezTo>
                  <a:pt x="408656" y="123080"/>
                  <a:pt x="407061" y="120631"/>
                  <a:pt x="406149" y="119948"/>
                </a:cubicBezTo>
                <a:cubicBezTo>
                  <a:pt x="405238" y="119150"/>
                  <a:pt x="404270" y="118752"/>
                  <a:pt x="403245" y="118752"/>
                </a:cubicBezTo>
                <a:cubicBezTo>
                  <a:pt x="402106" y="118752"/>
                  <a:pt x="400909" y="119094"/>
                  <a:pt x="399656" y="119777"/>
                </a:cubicBezTo>
                <a:cubicBezTo>
                  <a:pt x="397151" y="121144"/>
                  <a:pt x="393847" y="124504"/>
                  <a:pt x="389746" y="129858"/>
                </a:cubicBezTo>
                <a:cubicBezTo>
                  <a:pt x="385759" y="135098"/>
                  <a:pt x="380804" y="143926"/>
                  <a:pt x="374881" y="156343"/>
                </a:cubicBezTo>
                <a:cubicBezTo>
                  <a:pt x="368958" y="168759"/>
                  <a:pt x="364344" y="179296"/>
                  <a:pt x="361041" y="187953"/>
                </a:cubicBezTo>
                <a:cubicBezTo>
                  <a:pt x="357737" y="196496"/>
                  <a:pt x="353124" y="212843"/>
                  <a:pt x="347200" y="236992"/>
                </a:cubicBezTo>
                <a:lnTo>
                  <a:pt x="305851" y="236992"/>
                </a:lnTo>
                <a:lnTo>
                  <a:pt x="334043" y="123707"/>
                </a:lnTo>
                <a:cubicBezTo>
                  <a:pt x="336094" y="115277"/>
                  <a:pt x="337119" y="109696"/>
                  <a:pt x="337119" y="106962"/>
                </a:cubicBezTo>
                <a:cubicBezTo>
                  <a:pt x="337119" y="103887"/>
                  <a:pt x="336550" y="101494"/>
                  <a:pt x="335411" y="99786"/>
                </a:cubicBezTo>
                <a:cubicBezTo>
                  <a:pt x="334385" y="98077"/>
                  <a:pt x="332904" y="96824"/>
                  <a:pt x="330968" y="96026"/>
                </a:cubicBezTo>
                <a:cubicBezTo>
                  <a:pt x="329146" y="95229"/>
                  <a:pt x="325273" y="94831"/>
                  <a:pt x="319349" y="94831"/>
                </a:cubicBezTo>
                <a:lnTo>
                  <a:pt x="320887" y="89875"/>
                </a:lnTo>
                <a:lnTo>
                  <a:pt x="372489" y="78598"/>
                </a:lnTo>
                <a:lnTo>
                  <a:pt x="382741" y="78598"/>
                </a:lnTo>
                <a:moveTo>
                  <a:pt x="551215" y="78598"/>
                </a:moveTo>
                <a:cubicBezTo>
                  <a:pt x="560214" y="78598"/>
                  <a:pt x="568644" y="80706"/>
                  <a:pt x="576503" y="84921"/>
                </a:cubicBezTo>
                <a:cubicBezTo>
                  <a:pt x="584477" y="89021"/>
                  <a:pt x="590457" y="94774"/>
                  <a:pt x="594444" y="102178"/>
                </a:cubicBezTo>
                <a:cubicBezTo>
                  <a:pt x="598545" y="109582"/>
                  <a:pt x="600595" y="117784"/>
                  <a:pt x="600595" y="126782"/>
                </a:cubicBezTo>
                <a:cubicBezTo>
                  <a:pt x="600595" y="145236"/>
                  <a:pt x="595412" y="163690"/>
                  <a:pt x="585046" y="182143"/>
                </a:cubicBezTo>
                <a:cubicBezTo>
                  <a:pt x="574795" y="200597"/>
                  <a:pt x="561239" y="215177"/>
                  <a:pt x="544380" y="225885"/>
                </a:cubicBezTo>
                <a:cubicBezTo>
                  <a:pt x="527522" y="236479"/>
                  <a:pt x="510549" y="241776"/>
                  <a:pt x="493462" y="241776"/>
                </a:cubicBezTo>
                <a:cubicBezTo>
                  <a:pt x="477970" y="241776"/>
                  <a:pt x="465953" y="237163"/>
                  <a:pt x="457409" y="227936"/>
                </a:cubicBezTo>
                <a:cubicBezTo>
                  <a:pt x="448980" y="218709"/>
                  <a:pt x="444765" y="207431"/>
                  <a:pt x="444765" y="194104"/>
                </a:cubicBezTo>
                <a:cubicBezTo>
                  <a:pt x="444765" y="178270"/>
                  <a:pt x="447898" y="163462"/>
                  <a:pt x="454163" y="149679"/>
                </a:cubicBezTo>
                <a:cubicBezTo>
                  <a:pt x="460542" y="135782"/>
                  <a:pt x="468573" y="123707"/>
                  <a:pt x="478255" y="113455"/>
                </a:cubicBezTo>
                <a:cubicBezTo>
                  <a:pt x="488051" y="103089"/>
                  <a:pt x="499272" y="94716"/>
                  <a:pt x="511916" y="88338"/>
                </a:cubicBezTo>
                <a:cubicBezTo>
                  <a:pt x="524560" y="81845"/>
                  <a:pt x="537660" y="78598"/>
                  <a:pt x="551215" y="78598"/>
                </a:cubicBezTo>
                <a:moveTo>
                  <a:pt x="544209" y="87654"/>
                </a:moveTo>
                <a:cubicBezTo>
                  <a:pt x="538172" y="87654"/>
                  <a:pt x="533160" y="89420"/>
                  <a:pt x="529173" y="92951"/>
                </a:cubicBezTo>
                <a:cubicBezTo>
                  <a:pt x="521200" y="100128"/>
                  <a:pt x="512200" y="116929"/>
                  <a:pt x="502176" y="143357"/>
                </a:cubicBezTo>
                <a:cubicBezTo>
                  <a:pt x="492152" y="169670"/>
                  <a:pt x="487140" y="193421"/>
                  <a:pt x="487140" y="214608"/>
                </a:cubicBezTo>
                <a:cubicBezTo>
                  <a:pt x="487140" y="219848"/>
                  <a:pt x="488735" y="224177"/>
                  <a:pt x="491924" y="227594"/>
                </a:cubicBezTo>
                <a:cubicBezTo>
                  <a:pt x="495114" y="231011"/>
                  <a:pt x="498873" y="232720"/>
                  <a:pt x="503202" y="232720"/>
                </a:cubicBezTo>
                <a:cubicBezTo>
                  <a:pt x="507644" y="232720"/>
                  <a:pt x="511574" y="231353"/>
                  <a:pt x="514991" y="228619"/>
                </a:cubicBezTo>
                <a:cubicBezTo>
                  <a:pt x="520003" y="224518"/>
                  <a:pt x="526155" y="215348"/>
                  <a:pt x="533445" y="201109"/>
                </a:cubicBezTo>
                <a:cubicBezTo>
                  <a:pt x="540735" y="186757"/>
                  <a:pt x="546715" y="170980"/>
                  <a:pt x="551386" y="153780"/>
                </a:cubicBezTo>
                <a:cubicBezTo>
                  <a:pt x="556056" y="136465"/>
                  <a:pt x="558392" y="120631"/>
                  <a:pt x="558392" y="106279"/>
                </a:cubicBezTo>
                <a:cubicBezTo>
                  <a:pt x="558392" y="100355"/>
                  <a:pt x="556968" y="95799"/>
                  <a:pt x="554119" y="92609"/>
                </a:cubicBezTo>
                <a:cubicBezTo>
                  <a:pt x="551272" y="89306"/>
                  <a:pt x="547968" y="87654"/>
                  <a:pt x="544209" y="87654"/>
                </a:cubicBezTo>
                <a:moveTo>
                  <a:pt x="704653" y="78598"/>
                </a:moveTo>
                <a:lnTo>
                  <a:pt x="683466" y="151900"/>
                </a:lnTo>
                <a:cubicBezTo>
                  <a:pt x="697705" y="130485"/>
                  <a:pt x="708355" y="115847"/>
                  <a:pt x="715417" y="107987"/>
                </a:cubicBezTo>
                <a:cubicBezTo>
                  <a:pt x="725783" y="96596"/>
                  <a:pt x="734726" y="88850"/>
                  <a:pt x="742244" y="84750"/>
                </a:cubicBezTo>
                <a:cubicBezTo>
                  <a:pt x="749762" y="80649"/>
                  <a:pt x="756824" y="78598"/>
                  <a:pt x="763431" y="78598"/>
                </a:cubicBezTo>
                <a:cubicBezTo>
                  <a:pt x="769354" y="78598"/>
                  <a:pt x="774424" y="80819"/>
                  <a:pt x="778639" y="85262"/>
                </a:cubicBezTo>
                <a:cubicBezTo>
                  <a:pt x="782853" y="89591"/>
                  <a:pt x="784961" y="95286"/>
                  <a:pt x="784961" y="102349"/>
                </a:cubicBezTo>
                <a:cubicBezTo>
                  <a:pt x="784961" y="108728"/>
                  <a:pt x="783593" y="116474"/>
                  <a:pt x="780859" y="125587"/>
                </a:cubicBezTo>
                <a:lnTo>
                  <a:pt x="758989" y="198546"/>
                </a:lnTo>
                <a:cubicBezTo>
                  <a:pt x="757166" y="204926"/>
                  <a:pt x="756255" y="209083"/>
                  <a:pt x="756255" y="211020"/>
                </a:cubicBezTo>
                <a:cubicBezTo>
                  <a:pt x="756255" y="212159"/>
                  <a:pt x="756654" y="213184"/>
                  <a:pt x="757451" y="214095"/>
                </a:cubicBezTo>
                <a:cubicBezTo>
                  <a:pt x="758362" y="215007"/>
                  <a:pt x="759273" y="215463"/>
                  <a:pt x="760185" y="215463"/>
                </a:cubicBezTo>
                <a:cubicBezTo>
                  <a:pt x="761324" y="215463"/>
                  <a:pt x="762520" y="215007"/>
                  <a:pt x="763773" y="214095"/>
                </a:cubicBezTo>
                <a:cubicBezTo>
                  <a:pt x="767760" y="210792"/>
                  <a:pt x="771804" y="206121"/>
                  <a:pt x="775905" y="200085"/>
                </a:cubicBezTo>
                <a:cubicBezTo>
                  <a:pt x="776929" y="198490"/>
                  <a:pt x="778581" y="196097"/>
                  <a:pt x="780859" y="192908"/>
                </a:cubicBezTo>
                <a:lnTo>
                  <a:pt x="787352" y="196838"/>
                </a:lnTo>
                <a:cubicBezTo>
                  <a:pt x="770607" y="224974"/>
                  <a:pt x="753008" y="239042"/>
                  <a:pt x="734555" y="239042"/>
                </a:cubicBezTo>
                <a:cubicBezTo>
                  <a:pt x="727492" y="239042"/>
                  <a:pt x="721968" y="237219"/>
                  <a:pt x="717981" y="233574"/>
                </a:cubicBezTo>
                <a:cubicBezTo>
                  <a:pt x="713994" y="229929"/>
                  <a:pt x="712000" y="225373"/>
                  <a:pt x="712000" y="219905"/>
                </a:cubicBezTo>
                <a:cubicBezTo>
                  <a:pt x="712000" y="215121"/>
                  <a:pt x="713367" y="208001"/>
                  <a:pt x="716101" y="198546"/>
                </a:cubicBezTo>
                <a:lnTo>
                  <a:pt x="737459" y="125587"/>
                </a:lnTo>
                <a:cubicBezTo>
                  <a:pt x="738940" y="120802"/>
                  <a:pt x="739681" y="117271"/>
                  <a:pt x="739681" y="114993"/>
                </a:cubicBezTo>
                <a:cubicBezTo>
                  <a:pt x="739681" y="113740"/>
                  <a:pt x="739168" y="112658"/>
                  <a:pt x="738143" y="111746"/>
                </a:cubicBezTo>
                <a:cubicBezTo>
                  <a:pt x="737118" y="110721"/>
                  <a:pt x="735922" y="110209"/>
                  <a:pt x="734555" y="110209"/>
                </a:cubicBezTo>
                <a:cubicBezTo>
                  <a:pt x="730226" y="110209"/>
                  <a:pt x="724986" y="113170"/>
                  <a:pt x="718835" y="119094"/>
                </a:cubicBezTo>
                <a:cubicBezTo>
                  <a:pt x="703115" y="134130"/>
                  <a:pt x="687908" y="156514"/>
                  <a:pt x="673214" y="186244"/>
                </a:cubicBezTo>
                <a:lnTo>
                  <a:pt x="659202" y="236992"/>
                </a:lnTo>
                <a:lnTo>
                  <a:pt x="615632" y="236992"/>
                </a:lnTo>
                <a:lnTo>
                  <a:pt x="647584" y="127295"/>
                </a:lnTo>
                <a:cubicBezTo>
                  <a:pt x="650659" y="116474"/>
                  <a:pt x="652197" y="108785"/>
                  <a:pt x="652197" y="104228"/>
                </a:cubicBezTo>
                <a:cubicBezTo>
                  <a:pt x="652197" y="102292"/>
                  <a:pt x="651741" y="100697"/>
                  <a:pt x="650830" y="99444"/>
                </a:cubicBezTo>
                <a:cubicBezTo>
                  <a:pt x="649919" y="98077"/>
                  <a:pt x="648438" y="97052"/>
                  <a:pt x="646388" y="96368"/>
                </a:cubicBezTo>
                <a:cubicBezTo>
                  <a:pt x="644337" y="95571"/>
                  <a:pt x="640464" y="95172"/>
                  <a:pt x="634769" y="95172"/>
                </a:cubicBezTo>
                <a:lnTo>
                  <a:pt x="636648" y="88680"/>
                </a:lnTo>
                <a:lnTo>
                  <a:pt x="694230" y="78598"/>
                </a:lnTo>
                <a:lnTo>
                  <a:pt x="704653" y="78598"/>
                </a:lnTo>
                <a:moveTo>
                  <a:pt x="941303" y="89021"/>
                </a:moveTo>
                <a:lnTo>
                  <a:pt x="986754" y="89021"/>
                </a:lnTo>
                <a:lnTo>
                  <a:pt x="981286" y="107816"/>
                </a:lnTo>
                <a:lnTo>
                  <a:pt x="957706" y="107816"/>
                </a:lnTo>
                <a:cubicBezTo>
                  <a:pt x="961351" y="114537"/>
                  <a:pt x="963174" y="120916"/>
                  <a:pt x="963174" y="126953"/>
                </a:cubicBezTo>
                <a:cubicBezTo>
                  <a:pt x="963174" y="137319"/>
                  <a:pt x="960327" y="146888"/>
                  <a:pt x="954631" y="155659"/>
                </a:cubicBezTo>
                <a:cubicBezTo>
                  <a:pt x="949049" y="164430"/>
                  <a:pt x="940734" y="171436"/>
                  <a:pt x="929684" y="176675"/>
                </a:cubicBezTo>
                <a:cubicBezTo>
                  <a:pt x="918749" y="181916"/>
                  <a:pt x="906560" y="184536"/>
                  <a:pt x="893119" y="184536"/>
                </a:cubicBezTo>
                <a:cubicBezTo>
                  <a:pt x="889588" y="184536"/>
                  <a:pt x="885658" y="184308"/>
                  <a:pt x="881329" y="183852"/>
                </a:cubicBezTo>
                <a:cubicBezTo>
                  <a:pt x="877115" y="183282"/>
                  <a:pt x="872501" y="182542"/>
                  <a:pt x="867489" y="181631"/>
                </a:cubicBezTo>
                <a:cubicBezTo>
                  <a:pt x="859971" y="185504"/>
                  <a:pt x="855244" y="188580"/>
                  <a:pt x="853307" y="190858"/>
                </a:cubicBezTo>
                <a:cubicBezTo>
                  <a:pt x="851940" y="192453"/>
                  <a:pt x="851256" y="194104"/>
                  <a:pt x="851256" y="195813"/>
                </a:cubicBezTo>
                <a:cubicBezTo>
                  <a:pt x="851256" y="197863"/>
                  <a:pt x="852111" y="199629"/>
                  <a:pt x="853820" y="201109"/>
                </a:cubicBezTo>
                <a:cubicBezTo>
                  <a:pt x="856781" y="203729"/>
                  <a:pt x="861167" y="205666"/>
                  <a:pt x="866976" y="206919"/>
                </a:cubicBezTo>
                <a:cubicBezTo>
                  <a:pt x="890214" y="211931"/>
                  <a:pt x="905535" y="215975"/>
                  <a:pt x="912939" y="219051"/>
                </a:cubicBezTo>
                <a:cubicBezTo>
                  <a:pt x="923077" y="223265"/>
                  <a:pt x="930710" y="228676"/>
                  <a:pt x="935835" y="235283"/>
                </a:cubicBezTo>
                <a:cubicBezTo>
                  <a:pt x="941076" y="241890"/>
                  <a:pt x="943695" y="249863"/>
                  <a:pt x="943695" y="259204"/>
                </a:cubicBezTo>
                <a:cubicBezTo>
                  <a:pt x="943695" y="273443"/>
                  <a:pt x="937145" y="285859"/>
                  <a:pt x="924046" y="296453"/>
                </a:cubicBezTo>
                <a:cubicBezTo>
                  <a:pt x="910946" y="307160"/>
                  <a:pt x="890670" y="312514"/>
                  <a:pt x="863217" y="312514"/>
                </a:cubicBezTo>
                <a:cubicBezTo>
                  <a:pt x="835537" y="312514"/>
                  <a:pt x="815147" y="307958"/>
                  <a:pt x="802047" y="298845"/>
                </a:cubicBezTo>
                <a:cubicBezTo>
                  <a:pt x="792593" y="292238"/>
                  <a:pt x="787865" y="284378"/>
                  <a:pt x="787865" y="275265"/>
                </a:cubicBezTo>
                <a:cubicBezTo>
                  <a:pt x="787865" y="268317"/>
                  <a:pt x="790998" y="261881"/>
                  <a:pt x="797263" y="255958"/>
                </a:cubicBezTo>
                <a:cubicBezTo>
                  <a:pt x="803414" y="250034"/>
                  <a:pt x="816685" y="244794"/>
                  <a:pt x="837075" y="240238"/>
                </a:cubicBezTo>
                <a:cubicBezTo>
                  <a:pt x="830126" y="236365"/>
                  <a:pt x="825456" y="232834"/>
                  <a:pt x="823064" y="229644"/>
                </a:cubicBezTo>
                <a:cubicBezTo>
                  <a:pt x="819760" y="225316"/>
                  <a:pt x="818108" y="220816"/>
                  <a:pt x="818108" y="216146"/>
                </a:cubicBezTo>
                <a:cubicBezTo>
                  <a:pt x="818108" y="208514"/>
                  <a:pt x="821127" y="201793"/>
                  <a:pt x="827164" y="195984"/>
                </a:cubicBezTo>
                <a:cubicBezTo>
                  <a:pt x="833315" y="190174"/>
                  <a:pt x="843568" y="184421"/>
                  <a:pt x="857920" y="178726"/>
                </a:cubicBezTo>
                <a:cubicBezTo>
                  <a:pt x="846757" y="174284"/>
                  <a:pt x="838669" y="168588"/>
                  <a:pt x="833657" y="161639"/>
                </a:cubicBezTo>
                <a:cubicBezTo>
                  <a:pt x="828759" y="154577"/>
                  <a:pt x="826310" y="146375"/>
                  <a:pt x="826310" y="137035"/>
                </a:cubicBezTo>
                <a:cubicBezTo>
                  <a:pt x="826310" y="127124"/>
                  <a:pt x="829272" y="117726"/>
                  <a:pt x="835195" y="108842"/>
                </a:cubicBezTo>
                <a:cubicBezTo>
                  <a:pt x="841232" y="99843"/>
                  <a:pt x="850061" y="92553"/>
                  <a:pt x="861679" y="86971"/>
                </a:cubicBezTo>
                <a:cubicBezTo>
                  <a:pt x="873412" y="81389"/>
                  <a:pt x="886854" y="78598"/>
                  <a:pt x="902004" y="78598"/>
                </a:cubicBezTo>
                <a:cubicBezTo>
                  <a:pt x="911686" y="78598"/>
                  <a:pt x="920287" y="79680"/>
                  <a:pt x="927805" y="81845"/>
                </a:cubicBezTo>
                <a:cubicBezTo>
                  <a:pt x="931678" y="82984"/>
                  <a:pt x="936177" y="85376"/>
                  <a:pt x="941303" y="89021"/>
                </a:cubicBezTo>
                <a:moveTo>
                  <a:pt x="905592" y="86971"/>
                </a:moveTo>
                <a:cubicBezTo>
                  <a:pt x="900010" y="86971"/>
                  <a:pt x="895283" y="88793"/>
                  <a:pt x="891410" y="92438"/>
                </a:cubicBezTo>
                <a:cubicBezTo>
                  <a:pt x="885259" y="98020"/>
                  <a:pt x="879848" y="107361"/>
                  <a:pt x="875178" y="120460"/>
                </a:cubicBezTo>
                <a:cubicBezTo>
                  <a:pt x="870622" y="133560"/>
                  <a:pt x="868343" y="145977"/>
                  <a:pt x="868343" y="157709"/>
                </a:cubicBezTo>
                <a:cubicBezTo>
                  <a:pt x="868343" y="163291"/>
                  <a:pt x="869938" y="167733"/>
                  <a:pt x="873127" y="171037"/>
                </a:cubicBezTo>
                <a:cubicBezTo>
                  <a:pt x="876431" y="174226"/>
                  <a:pt x="880475" y="175821"/>
                  <a:pt x="885259" y="175821"/>
                </a:cubicBezTo>
                <a:cubicBezTo>
                  <a:pt x="889929" y="175821"/>
                  <a:pt x="893973" y="174226"/>
                  <a:pt x="897390" y="171037"/>
                </a:cubicBezTo>
                <a:cubicBezTo>
                  <a:pt x="903883" y="164772"/>
                  <a:pt x="909522" y="154804"/>
                  <a:pt x="914306" y="141136"/>
                </a:cubicBezTo>
                <a:cubicBezTo>
                  <a:pt x="919090" y="127352"/>
                  <a:pt x="921483" y="114879"/>
                  <a:pt x="921483" y="103716"/>
                </a:cubicBezTo>
                <a:cubicBezTo>
                  <a:pt x="921483" y="98704"/>
                  <a:pt x="919945" y="94660"/>
                  <a:pt x="916869" y="91584"/>
                </a:cubicBezTo>
                <a:cubicBezTo>
                  <a:pt x="913793" y="88509"/>
                  <a:pt x="910034" y="86971"/>
                  <a:pt x="905592" y="86971"/>
                </a:cubicBezTo>
                <a:moveTo>
                  <a:pt x="846643" y="244168"/>
                </a:moveTo>
                <a:cubicBezTo>
                  <a:pt x="835822" y="248382"/>
                  <a:pt x="828417" y="252939"/>
                  <a:pt x="824430" y="257837"/>
                </a:cubicBezTo>
                <a:cubicBezTo>
                  <a:pt x="820558" y="262736"/>
                  <a:pt x="818621" y="268032"/>
                  <a:pt x="818621" y="273728"/>
                </a:cubicBezTo>
                <a:cubicBezTo>
                  <a:pt x="818621" y="281132"/>
                  <a:pt x="822494" y="287796"/>
                  <a:pt x="830240" y="293719"/>
                </a:cubicBezTo>
                <a:cubicBezTo>
                  <a:pt x="838100" y="299756"/>
                  <a:pt x="850573" y="302775"/>
                  <a:pt x="867660" y="302775"/>
                </a:cubicBezTo>
                <a:cubicBezTo>
                  <a:pt x="881898" y="302775"/>
                  <a:pt x="892207" y="300155"/>
                  <a:pt x="898586" y="294915"/>
                </a:cubicBezTo>
                <a:cubicBezTo>
                  <a:pt x="904966" y="289789"/>
                  <a:pt x="908155" y="283752"/>
                  <a:pt x="908155" y="276804"/>
                </a:cubicBezTo>
                <a:cubicBezTo>
                  <a:pt x="908155" y="270652"/>
                  <a:pt x="905193" y="265640"/>
                  <a:pt x="899270" y="261767"/>
                </a:cubicBezTo>
                <a:cubicBezTo>
                  <a:pt x="893461" y="257894"/>
                  <a:pt x="882240" y="253850"/>
                  <a:pt x="865609" y="249636"/>
                </a:cubicBezTo>
                <a:cubicBezTo>
                  <a:pt x="857863" y="247585"/>
                  <a:pt x="851541" y="245763"/>
                  <a:pt x="846643" y="244168"/>
                </a:cubicBezTo>
                <a:moveTo>
                  <a:pt x="1168897" y="123878"/>
                </a:moveTo>
                <a:lnTo>
                  <a:pt x="1148393" y="194104"/>
                </a:lnTo>
                <a:cubicBezTo>
                  <a:pt x="1145432" y="204014"/>
                  <a:pt x="1143951" y="211304"/>
                  <a:pt x="1143951" y="215975"/>
                </a:cubicBezTo>
                <a:cubicBezTo>
                  <a:pt x="1143951" y="220304"/>
                  <a:pt x="1145716" y="223778"/>
                  <a:pt x="1149247" y="226398"/>
                </a:cubicBezTo>
                <a:cubicBezTo>
                  <a:pt x="1152779" y="229018"/>
                  <a:pt x="1160126" y="230441"/>
                  <a:pt x="1171289" y="230670"/>
                </a:cubicBezTo>
                <a:lnTo>
                  <a:pt x="1168897" y="236992"/>
                </a:lnTo>
                <a:lnTo>
                  <a:pt x="1057322" y="236992"/>
                </a:lnTo>
                <a:lnTo>
                  <a:pt x="1059372" y="230670"/>
                </a:lnTo>
                <a:cubicBezTo>
                  <a:pt x="1070535" y="230670"/>
                  <a:pt x="1078680" y="228505"/>
                  <a:pt x="1083806" y="224177"/>
                </a:cubicBezTo>
                <a:cubicBezTo>
                  <a:pt x="1089046" y="219848"/>
                  <a:pt x="1093830" y="210165"/>
                  <a:pt x="1098159" y="195129"/>
                </a:cubicBezTo>
                <a:lnTo>
                  <a:pt x="1141217" y="46475"/>
                </a:lnTo>
                <a:cubicBezTo>
                  <a:pt x="1143609" y="38160"/>
                  <a:pt x="1144805" y="31610"/>
                  <a:pt x="1144805" y="26826"/>
                </a:cubicBezTo>
                <a:cubicBezTo>
                  <a:pt x="1144805" y="22270"/>
                  <a:pt x="1143324" y="18795"/>
                  <a:pt x="1140362" y="16403"/>
                </a:cubicBezTo>
                <a:cubicBezTo>
                  <a:pt x="1137401" y="14011"/>
                  <a:pt x="1130509" y="12416"/>
                  <a:pt x="1119688" y="11619"/>
                </a:cubicBezTo>
                <a:lnTo>
                  <a:pt x="1121396" y="5297"/>
                </a:lnTo>
                <a:lnTo>
                  <a:pt x="1217423" y="5297"/>
                </a:lnTo>
                <a:cubicBezTo>
                  <a:pt x="1244876" y="5297"/>
                  <a:pt x="1264184" y="10081"/>
                  <a:pt x="1275347" y="19650"/>
                </a:cubicBezTo>
                <a:cubicBezTo>
                  <a:pt x="1286510" y="29218"/>
                  <a:pt x="1292092" y="41520"/>
                  <a:pt x="1292092" y="56557"/>
                </a:cubicBezTo>
                <a:cubicBezTo>
                  <a:pt x="1292092" y="72390"/>
                  <a:pt x="1285599" y="86686"/>
                  <a:pt x="1272613" y="99444"/>
                </a:cubicBezTo>
                <a:cubicBezTo>
                  <a:pt x="1264412" y="107418"/>
                  <a:pt x="1249888" y="114309"/>
                  <a:pt x="1229042" y="120119"/>
                </a:cubicBezTo>
                <a:lnTo>
                  <a:pt x="1249888" y="190345"/>
                </a:lnTo>
                <a:cubicBezTo>
                  <a:pt x="1255470" y="209141"/>
                  <a:pt x="1260311" y="220475"/>
                  <a:pt x="1264412" y="224348"/>
                </a:cubicBezTo>
                <a:cubicBezTo>
                  <a:pt x="1268626" y="228220"/>
                  <a:pt x="1275575" y="230328"/>
                  <a:pt x="1285257" y="230670"/>
                </a:cubicBezTo>
                <a:lnTo>
                  <a:pt x="1285257" y="236992"/>
                </a:lnTo>
                <a:lnTo>
                  <a:pt x="1213152" y="236992"/>
                </a:lnTo>
                <a:lnTo>
                  <a:pt x="1180345" y="123878"/>
                </a:lnTo>
                <a:lnTo>
                  <a:pt x="1174707" y="124220"/>
                </a:lnTo>
                <a:cubicBezTo>
                  <a:pt x="1173454" y="124220"/>
                  <a:pt x="1171517" y="124106"/>
                  <a:pt x="1168897" y="123878"/>
                </a:cubicBezTo>
                <a:moveTo>
                  <a:pt x="1171289" y="113626"/>
                </a:moveTo>
                <a:cubicBezTo>
                  <a:pt x="1175276" y="113854"/>
                  <a:pt x="1178637" y="113968"/>
                  <a:pt x="1181371" y="113968"/>
                </a:cubicBezTo>
                <a:cubicBezTo>
                  <a:pt x="1198001" y="113968"/>
                  <a:pt x="1211671" y="108272"/>
                  <a:pt x="1222379" y="96881"/>
                </a:cubicBezTo>
                <a:cubicBezTo>
                  <a:pt x="1233086" y="85490"/>
                  <a:pt x="1238440" y="70567"/>
                  <a:pt x="1238440" y="52114"/>
                </a:cubicBezTo>
                <a:cubicBezTo>
                  <a:pt x="1238440" y="41179"/>
                  <a:pt x="1235592" y="32863"/>
                  <a:pt x="1229897" y="27167"/>
                </a:cubicBezTo>
                <a:cubicBezTo>
                  <a:pt x="1224201" y="21472"/>
                  <a:pt x="1216683" y="18624"/>
                  <a:pt x="1207342" y="18624"/>
                </a:cubicBezTo>
                <a:cubicBezTo>
                  <a:pt x="1205064" y="18624"/>
                  <a:pt x="1202387" y="18681"/>
                  <a:pt x="1199311" y="18795"/>
                </a:cubicBezTo>
                <a:lnTo>
                  <a:pt x="1171289" y="113626"/>
                </a:lnTo>
                <a:moveTo>
                  <a:pt x="1356508" y="172916"/>
                </a:moveTo>
                <a:cubicBezTo>
                  <a:pt x="1355484" y="180321"/>
                  <a:pt x="1354971" y="186415"/>
                  <a:pt x="1354971" y="191199"/>
                </a:cubicBezTo>
                <a:cubicBezTo>
                  <a:pt x="1354971" y="199743"/>
                  <a:pt x="1357420" y="206577"/>
                  <a:pt x="1362318" y="211703"/>
                </a:cubicBezTo>
                <a:cubicBezTo>
                  <a:pt x="1367330" y="216829"/>
                  <a:pt x="1373994" y="219392"/>
                  <a:pt x="1382310" y="219392"/>
                </a:cubicBezTo>
                <a:cubicBezTo>
                  <a:pt x="1390283" y="219392"/>
                  <a:pt x="1398257" y="217456"/>
                  <a:pt x="1406230" y="213583"/>
                </a:cubicBezTo>
                <a:cubicBezTo>
                  <a:pt x="1414318" y="209710"/>
                  <a:pt x="1423659" y="202932"/>
                  <a:pt x="1434253" y="193250"/>
                </a:cubicBezTo>
                <a:lnTo>
                  <a:pt x="1439379" y="197863"/>
                </a:lnTo>
                <a:cubicBezTo>
                  <a:pt x="1426279" y="213697"/>
                  <a:pt x="1413521" y="224974"/>
                  <a:pt x="1401105" y="231695"/>
                </a:cubicBezTo>
                <a:cubicBezTo>
                  <a:pt x="1388689" y="238415"/>
                  <a:pt x="1374962" y="241776"/>
                  <a:pt x="1359926" y="241776"/>
                </a:cubicBezTo>
                <a:cubicBezTo>
                  <a:pt x="1340903" y="241776"/>
                  <a:pt x="1327746" y="237219"/>
                  <a:pt x="1320456" y="228107"/>
                </a:cubicBezTo>
                <a:cubicBezTo>
                  <a:pt x="1313165" y="218994"/>
                  <a:pt x="1309520" y="208457"/>
                  <a:pt x="1309520" y="196496"/>
                </a:cubicBezTo>
                <a:cubicBezTo>
                  <a:pt x="1309520" y="177815"/>
                  <a:pt x="1314931" y="159133"/>
                  <a:pt x="1325752" y="140452"/>
                </a:cubicBezTo>
                <a:cubicBezTo>
                  <a:pt x="1336688" y="121770"/>
                  <a:pt x="1351496" y="106792"/>
                  <a:pt x="1370178" y="95514"/>
                </a:cubicBezTo>
                <a:cubicBezTo>
                  <a:pt x="1388974" y="84237"/>
                  <a:pt x="1407825" y="78598"/>
                  <a:pt x="1426735" y="78598"/>
                </a:cubicBezTo>
                <a:cubicBezTo>
                  <a:pt x="1436303" y="78598"/>
                  <a:pt x="1443537" y="80877"/>
                  <a:pt x="1448435" y="85433"/>
                </a:cubicBezTo>
                <a:cubicBezTo>
                  <a:pt x="1453333" y="89989"/>
                  <a:pt x="1455782" y="95742"/>
                  <a:pt x="1455782" y="102690"/>
                </a:cubicBezTo>
                <a:cubicBezTo>
                  <a:pt x="1455782" y="111006"/>
                  <a:pt x="1453390" y="119094"/>
                  <a:pt x="1448606" y="126953"/>
                </a:cubicBezTo>
                <a:cubicBezTo>
                  <a:pt x="1441999" y="137661"/>
                  <a:pt x="1433684" y="146319"/>
                  <a:pt x="1423659" y="152925"/>
                </a:cubicBezTo>
                <a:cubicBezTo>
                  <a:pt x="1413635" y="159418"/>
                  <a:pt x="1402415" y="164373"/>
                  <a:pt x="1389998" y="167791"/>
                </a:cubicBezTo>
                <a:cubicBezTo>
                  <a:pt x="1381683" y="170069"/>
                  <a:pt x="1370520" y="171777"/>
                  <a:pt x="1356508" y="172916"/>
                </a:cubicBezTo>
                <a:moveTo>
                  <a:pt x="1358046" y="164031"/>
                </a:moveTo>
                <a:cubicBezTo>
                  <a:pt x="1368071" y="162551"/>
                  <a:pt x="1375816" y="160558"/>
                  <a:pt x="1381284" y="158051"/>
                </a:cubicBezTo>
                <a:cubicBezTo>
                  <a:pt x="1386866" y="155431"/>
                  <a:pt x="1392277" y="151331"/>
                  <a:pt x="1397517" y="145749"/>
                </a:cubicBezTo>
                <a:cubicBezTo>
                  <a:pt x="1402870" y="140053"/>
                  <a:pt x="1407484" y="132934"/>
                  <a:pt x="1411357" y="124390"/>
                </a:cubicBezTo>
                <a:cubicBezTo>
                  <a:pt x="1415230" y="115733"/>
                  <a:pt x="1417167" y="107646"/>
                  <a:pt x="1417167" y="100128"/>
                </a:cubicBezTo>
                <a:cubicBezTo>
                  <a:pt x="1417167" y="96938"/>
                  <a:pt x="1416255" y="94432"/>
                  <a:pt x="1414433" y="92609"/>
                </a:cubicBezTo>
                <a:cubicBezTo>
                  <a:pt x="1412724" y="90787"/>
                  <a:pt x="1410503" y="89875"/>
                  <a:pt x="1407769" y="89875"/>
                </a:cubicBezTo>
                <a:cubicBezTo>
                  <a:pt x="1402301" y="89875"/>
                  <a:pt x="1396150" y="93692"/>
                  <a:pt x="1389315" y="101324"/>
                </a:cubicBezTo>
                <a:cubicBezTo>
                  <a:pt x="1376785" y="115221"/>
                  <a:pt x="1366362" y="136123"/>
                  <a:pt x="1358046" y="164031"/>
                </a:cubicBezTo>
                <a:moveTo>
                  <a:pt x="1478507" y="88167"/>
                </a:moveTo>
                <a:lnTo>
                  <a:pt x="1535064" y="78598"/>
                </a:lnTo>
                <a:lnTo>
                  <a:pt x="1545316" y="78598"/>
                </a:lnTo>
                <a:lnTo>
                  <a:pt x="1537627" y="106450"/>
                </a:lnTo>
                <a:cubicBezTo>
                  <a:pt x="1549588" y="95514"/>
                  <a:pt x="1559384" y="88167"/>
                  <a:pt x="1567016" y="84408"/>
                </a:cubicBezTo>
                <a:cubicBezTo>
                  <a:pt x="1574648" y="80535"/>
                  <a:pt x="1582223" y="78598"/>
                  <a:pt x="1589741" y="78598"/>
                </a:cubicBezTo>
                <a:cubicBezTo>
                  <a:pt x="1600449" y="78598"/>
                  <a:pt x="1608707" y="82756"/>
                  <a:pt x="1614517" y="91072"/>
                </a:cubicBezTo>
                <a:cubicBezTo>
                  <a:pt x="1620326" y="99273"/>
                  <a:pt x="1623231" y="109354"/>
                  <a:pt x="1623231" y="121315"/>
                </a:cubicBezTo>
                <a:cubicBezTo>
                  <a:pt x="1623231" y="154007"/>
                  <a:pt x="1611897" y="182998"/>
                  <a:pt x="1589229" y="208286"/>
                </a:cubicBezTo>
                <a:cubicBezTo>
                  <a:pt x="1569181" y="230612"/>
                  <a:pt x="1547310" y="241776"/>
                  <a:pt x="1523616" y="241776"/>
                </a:cubicBezTo>
                <a:cubicBezTo>
                  <a:pt x="1519401" y="241776"/>
                  <a:pt x="1515813" y="241377"/>
                  <a:pt x="1512852" y="240580"/>
                </a:cubicBezTo>
                <a:cubicBezTo>
                  <a:pt x="1509890" y="239782"/>
                  <a:pt x="1505732" y="238017"/>
                  <a:pt x="1500378" y="235283"/>
                </a:cubicBezTo>
                <a:lnTo>
                  <a:pt x="1491493" y="266039"/>
                </a:lnTo>
                <a:cubicBezTo>
                  <a:pt x="1488304" y="277202"/>
                  <a:pt x="1486709" y="285688"/>
                  <a:pt x="1486709" y="291498"/>
                </a:cubicBezTo>
                <a:cubicBezTo>
                  <a:pt x="1486709" y="295143"/>
                  <a:pt x="1487962" y="297991"/>
                  <a:pt x="1490468" y="300041"/>
                </a:cubicBezTo>
                <a:cubicBezTo>
                  <a:pt x="1492974" y="302206"/>
                  <a:pt x="1498840" y="304028"/>
                  <a:pt x="1508067" y="305509"/>
                </a:cubicBezTo>
                <a:lnTo>
                  <a:pt x="1506530" y="311831"/>
                </a:lnTo>
                <a:lnTo>
                  <a:pt x="1414603" y="311831"/>
                </a:lnTo>
                <a:lnTo>
                  <a:pt x="1416312" y="305509"/>
                </a:lnTo>
                <a:cubicBezTo>
                  <a:pt x="1423602" y="305281"/>
                  <a:pt x="1429696" y="302946"/>
                  <a:pt x="1434595" y="298504"/>
                </a:cubicBezTo>
                <a:cubicBezTo>
                  <a:pt x="1439379" y="294061"/>
                  <a:pt x="1443879" y="284492"/>
                  <a:pt x="1448093" y="269798"/>
                </a:cubicBezTo>
                <a:lnTo>
                  <a:pt x="1489784" y="126099"/>
                </a:lnTo>
                <a:cubicBezTo>
                  <a:pt x="1492860" y="115392"/>
                  <a:pt x="1494398" y="107816"/>
                  <a:pt x="1494398" y="103374"/>
                </a:cubicBezTo>
                <a:cubicBezTo>
                  <a:pt x="1494398" y="101438"/>
                  <a:pt x="1493942" y="99843"/>
                  <a:pt x="1493031" y="98589"/>
                </a:cubicBezTo>
                <a:cubicBezTo>
                  <a:pt x="1492120" y="97223"/>
                  <a:pt x="1490752" y="96255"/>
                  <a:pt x="1488930" y="95685"/>
                </a:cubicBezTo>
                <a:cubicBezTo>
                  <a:pt x="1487108" y="95116"/>
                  <a:pt x="1483006" y="94831"/>
                  <a:pt x="1476628" y="94831"/>
                </a:cubicBezTo>
                <a:lnTo>
                  <a:pt x="1478507" y="88167"/>
                </a:lnTo>
                <a:moveTo>
                  <a:pt x="1505162" y="219392"/>
                </a:moveTo>
                <a:cubicBezTo>
                  <a:pt x="1508579" y="224974"/>
                  <a:pt x="1511655" y="228733"/>
                  <a:pt x="1514389" y="230670"/>
                </a:cubicBezTo>
                <a:cubicBezTo>
                  <a:pt x="1517123" y="232492"/>
                  <a:pt x="1520313" y="233403"/>
                  <a:pt x="1523958" y="233403"/>
                </a:cubicBezTo>
                <a:cubicBezTo>
                  <a:pt x="1527603" y="233403"/>
                  <a:pt x="1531134" y="232435"/>
                  <a:pt x="1534551" y="230499"/>
                </a:cubicBezTo>
                <a:cubicBezTo>
                  <a:pt x="1538083" y="228448"/>
                  <a:pt x="1542411" y="224404"/>
                  <a:pt x="1547538" y="218367"/>
                </a:cubicBezTo>
                <a:cubicBezTo>
                  <a:pt x="1552663" y="212330"/>
                  <a:pt x="1557562" y="204584"/>
                  <a:pt x="1562232" y="195129"/>
                </a:cubicBezTo>
                <a:cubicBezTo>
                  <a:pt x="1567016" y="185675"/>
                  <a:pt x="1570832" y="174967"/>
                  <a:pt x="1573680" y="163006"/>
                </a:cubicBezTo>
                <a:cubicBezTo>
                  <a:pt x="1576528" y="150932"/>
                  <a:pt x="1577952" y="139427"/>
                  <a:pt x="1577952" y="128492"/>
                </a:cubicBezTo>
                <a:cubicBezTo>
                  <a:pt x="1577952" y="119720"/>
                  <a:pt x="1576357" y="113341"/>
                  <a:pt x="1573167" y="109354"/>
                </a:cubicBezTo>
                <a:cubicBezTo>
                  <a:pt x="1570092" y="105367"/>
                  <a:pt x="1566333" y="103374"/>
                  <a:pt x="1561890" y="103374"/>
                </a:cubicBezTo>
                <a:cubicBezTo>
                  <a:pt x="1557903" y="103374"/>
                  <a:pt x="1554144" y="104399"/>
                  <a:pt x="1550613" y="106450"/>
                </a:cubicBezTo>
                <a:cubicBezTo>
                  <a:pt x="1545487" y="109411"/>
                  <a:pt x="1539450" y="114936"/>
                  <a:pt x="1532501" y="123024"/>
                </a:cubicBezTo>
                <a:lnTo>
                  <a:pt x="1505162" y="219392"/>
                </a:lnTo>
                <a:moveTo>
                  <a:pt x="1715157" y="78598"/>
                </a:moveTo>
                <a:lnTo>
                  <a:pt x="1689357" y="174625"/>
                </a:lnTo>
                <a:cubicBezTo>
                  <a:pt x="1710544" y="127808"/>
                  <a:pt x="1726492" y="98988"/>
                  <a:pt x="1737199" y="88167"/>
                </a:cubicBezTo>
                <a:cubicBezTo>
                  <a:pt x="1743465" y="81788"/>
                  <a:pt x="1750071" y="78598"/>
                  <a:pt x="1757019" y="78598"/>
                </a:cubicBezTo>
                <a:cubicBezTo>
                  <a:pt x="1761804" y="78598"/>
                  <a:pt x="1765677" y="80364"/>
                  <a:pt x="1768639" y="83895"/>
                </a:cubicBezTo>
                <a:cubicBezTo>
                  <a:pt x="1771601" y="87312"/>
                  <a:pt x="1773082" y="92211"/>
                  <a:pt x="1773082" y="98589"/>
                </a:cubicBezTo>
                <a:cubicBezTo>
                  <a:pt x="1773082" y="109639"/>
                  <a:pt x="1770404" y="118923"/>
                  <a:pt x="1765050" y="126441"/>
                </a:cubicBezTo>
                <a:cubicBezTo>
                  <a:pt x="1761633" y="131225"/>
                  <a:pt x="1757817" y="133617"/>
                  <a:pt x="1753602" y="133617"/>
                </a:cubicBezTo>
                <a:cubicBezTo>
                  <a:pt x="1749046" y="133617"/>
                  <a:pt x="1745628" y="131510"/>
                  <a:pt x="1743350" y="127295"/>
                </a:cubicBezTo>
                <a:cubicBezTo>
                  <a:pt x="1741072" y="123080"/>
                  <a:pt x="1739477" y="120631"/>
                  <a:pt x="1738566" y="119948"/>
                </a:cubicBezTo>
                <a:cubicBezTo>
                  <a:pt x="1737655" y="119150"/>
                  <a:pt x="1736687" y="118752"/>
                  <a:pt x="1735661" y="118752"/>
                </a:cubicBezTo>
                <a:cubicBezTo>
                  <a:pt x="1734522" y="118752"/>
                  <a:pt x="1733326" y="119094"/>
                  <a:pt x="1732073" y="119777"/>
                </a:cubicBezTo>
                <a:cubicBezTo>
                  <a:pt x="1729567" y="121144"/>
                  <a:pt x="1726264" y="124504"/>
                  <a:pt x="1722163" y="129858"/>
                </a:cubicBezTo>
                <a:cubicBezTo>
                  <a:pt x="1718176" y="135098"/>
                  <a:pt x="1713221" y="143926"/>
                  <a:pt x="1707297" y="156343"/>
                </a:cubicBezTo>
                <a:cubicBezTo>
                  <a:pt x="1701374" y="168759"/>
                  <a:pt x="1696761" y="179296"/>
                  <a:pt x="1693457" y="187953"/>
                </a:cubicBezTo>
                <a:cubicBezTo>
                  <a:pt x="1690154" y="196496"/>
                  <a:pt x="1685540" y="212843"/>
                  <a:pt x="1679617" y="236992"/>
                </a:cubicBezTo>
                <a:lnTo>
                  <a:pt x="1638267" y="236992"/>
                </a:lnTo>
                <a:lnTo>
                  <a:pt x="1666460" y="123707"/>
                </a:lnTo>
                <a:cubicBezTo>
                  <a:pt x="1668511" y="115277"/>
                  <a:pt x="1669536" y="109696"/>
                  <a:pt x="1669536" y="106962"/>
                </a:cubicBezTo>
                <a:cubicBezTo>
                  <a:pt x="1669536" y="103887"/>
                  <a:pt x="1668967" y="101494"/>
                  <a:pt x="1667828" y="99786"/>
                </a:cubicBezTo>
                <a:cubicBezTo>
                  <a:pt x="1666802" y="98077"/>
                  <a:pt x="1665321" y="96824"/>
                  <a:pt x="1663385" y="96026"/>
                </a:cubicBezTo>
                <a:cubicBezTo>
                  <a:pt x="1661562" y="95229"/>
                  <a:pt x="1657689" y="94831"/>
                  <a:pt x="1651766" y="94831"/>
                </a:cubicBezTo>
                <a:lnTo>
                  <a:pt x="1653304" y="89875"/>
                </a:lnTo>
                <a:lnTo>
                  <a:pt x="1704906" y="78598"/>
                </a:lnTo>
                <a:lnTo>
                  <a:pt x="1715157" y="78598"/>
                </a:lnTo>
                <a:moveTo>
                  <a:pt x="1823316" y="172916"/>
                </a:moveTo>
                <a:cubicBezTo>
                  <a:pt x="1822290" y="180321"/>
                  <a:pt x="1821778" y="186415"/>
                  <a:pt x="1821778" y="191199"/>
                </a:cubicBezTo>
                <a:cubicBezTo>
                  <a:pt x="1821778" y="199743"/>
                  <a:pt x="1824228" y="206577"/>
                  <a:pt x="1829126" y="211703"/>
                </a:cubicBezTo>
                <a:cubicBezTo>
                  <a:pt x="1834137" y="216829"/>
                  <a:pt x="1840801" y="219392"/>
                  <a:pt x="1849117" y="219392"/>
                </a:cubicBezTo>
                <a:cubicBezTo>
                  <a:pt x="1857090" y="219392"/>
                  <a:pt x="1865065" y="217456"/>
                  <a:pt x="1873038" y="213583"/>
                </a:cubicBezTo>
                <a:cubicBezTo>
                  <a:pt x="1881126" y="209710"/>
                  <a:pt x="1890466" y="202932"/>
                  <a:pt x="1901060" y="193250"/>
                </a:cubicBezTo>
                <a:lnTo>
                  <a:pt x="1906185" y="197863"/>
                </a:lnTo>
                <a:cubicBezTo>
                  <a:pt x="1893086" y="213697"/>
                  <a:pt x="1880328" y="224974"/>
                  <a:pt x="1867912" y="231695"/>
                </a:cubicBezTo>
                <a:cubicBezTo>
                  <a:pt x="1855496" y="238415"/>
                  <a:pt x="1841770" y="241776"/>
                  <a:pt x="1826733" y="241776"/>
                </a:cubicBezTo>
                <a:cubicBezTo>
                  <a:pt x="1807710" y="241776"/>
                  <a:pt x="1794554" y="237219"/>
                  <a:pt x="1787263" y="228107"/>
                </a:cubicBezTo>
                <a:cubicBezTo>
                  <a:pt x="1779972" y="218994"/>
                  <a:pt x="1776327" y="208457"/>
                  <a:pt x="1776327" y="196496"/>
                </a:cubicBezTo>
                <a:cubicBezTo>
                  <a:pt x="1776327" y="177815"/>
                  <a:pt x="1781738" y="159133"/>
                  <a:pt x="1792560" y="140452"/>
                </a:cubicBezTo>
                <a:cubicBezTo>
                  <a:pt x="1803496" y="121770"/>
                  <a:pt x="1818304" y="106792"/>
                  <a:pt x="1836985" y="95514"/>
                </a:cubicBezTo>
                <a:cubicBezTo>
                  <a:pt x="1855781" y="84237"/>
                  <a:pt x="1874632" y="78598"/>
                  <a:pt x="1893541" y="78598"/>
                </a:cubicBezTo>
                <a:cubicBezTo>
                  <a:pt x="1903110" y="78598"/>
                  <a:pt x="1910344" y="80877"/>
                  <a:pt x="1915242" y="85433"/>
                </a:cubicBezTo>
                <a:cubicBezTo>
                  <a:pt x="1920140" y="89989"/>
                  <a:pt x="1922589" y="95742"/>
                  <a:pt x="1922589" y="102690"/>
                </a:cubicBezTo>
                <a:cubicBezTo>
                  <a:pt x="1922589" y="111006"/>
                  <a:pt x="1920197" y="119094"/>
                  <a:pt x="1915412" y="126953"/>
                </a:cubicBezTo>
                <a:cubicBezTo>
                  <a:pt x="1908806" y="137661"/>
                  <a:pt x="1900490" y="146319"/>
                  <a:pt x="1890466" y="152925"/>
                </a:cubicBezTo>
                <a:cubicBezTo>
                  <a:pt x="1880442" y="159418"/>
                  <a:pt x="1869222" y="164373"/>
                  <a:pt x="1856805" y="167791"/>
                </a:cubicBezTo>
                <a:cubicBezTo>
                  <a:pt x="1848490" y="170069"/>
                  <a:pt x="1837327" y="171777"/>
                  <a:pt x="1823316" y="172916"/>
                </a:cubicBezTo>
                <a:moveTo>
                  <a:pt x="1824853" y="164031"/>
                </a:moveTo>
                <a:cubicBezTo>
                  <a:pt x="1834877" y="162551"/>
                  <a:pt x="1842624" y="160558"/>
                  <a:pt x="1848092" y="158051"/>
                </a:cubicBezTo>
                <a:cubicBezTo>
                  <a:pt x="1853673" y="155431"/>
                  <a:pt x="1859084" y="151331"/>
                  <a:pt x="1864324" y="145749"/>
                </a:cubicBezTo>
                <a:cubicBezTo>
                  <a:pt x="1869677" y="140053"/>
                  <a:pt x="1874290" y="132934"/>
                  <a:pt x="1878164" y="124390"/>
                </a:cubicBezTo>
                <a:cubicBezTo>
                  <a:pt x="1882038" y="115733"/>
                  <a:pt x="1883974" y="107646"/>
                  <a:pt x="1883974" y="100128"/>
                </a:cubicBezTo>
                <a:cubicBezTo>
                  <a:pt x="1883974" y="96938"/>
                  <a:pt x="1883062" y="94432"/>
                  <a:pt x="1881239" y="92609"/>
                </a:cubicBezTo>
                <a:cubicBezTo>
                  <a:pt x="1879531" y="90787"/>
                  <a:pt x="1877310" y="89875"/>
                  <a:pt x="1874575" y="89875"/>
                </a:cubicBezTo>
                <a:cubicBezTo>
                  <a:pt x="1869107" y="89875"/>
                  <a:pt x="1862957" y="93692"/>
                  <a:pt x="1856123" y="101324"/>
                </a:cubicBezTo>
                <a:cubicBezTo>
                  <a:pt x="1843592" y="115221"/>
                  <a:pt x="1833170" y="136123"/>
                  <a:pt x="1824853" y="164031"/>
                </a:cubicBezTo>
                <a:moveTo>
                  <a:pt x="2054327" y="78598"/>
                </a:moveTo>
                <a:lnTo>
                  <a:pt x="2046809" y="131396"/>
                </a:lnTo>
                <a:lnTo>
                  <a:pt x="2040487" y="131396"/>
                </a:lnTo>
                <a:cubicBezTo>
                  <a:pt x="2039575" y="117726"/>
                  <a:pt x="2035361" y="106962"/>
                  <a:pt x="2027843" y="99102"/>
                </a:cubicBezTo>
                <a:cubicBezTo>
                  <a:pt x="2020439" y="91243"/>
                  <a:pt x="2012465" y="87312"/>
                  <a:pt x="2003921" y="87312"/>
                </a:cubicBezTo>
                <a:cubicBezTo>
                  <a:pt x="1998682" y="87312"/>
                  <a:pt x="1994353" y="88850"/>
                  <a:pt x="1990936" y="91926"/>
                </a:cubicBezTo>
                <a:cubicBezTo>
                  <a:pt x="1987519" y="95002"/>
                  <a:pt x="1985809" y="98704"/>
                  <a:pt x="1985809" y="103032"/>
                </a:cubicBezTo>
                <a:cubicBezTo>
                  <a:pt x="1985809" y="106677"/>
                  <a:pt x="1986550" y="110094"/>
                  <a:pt x="1988031" y="113284"/>
                </a:cubicBezTo>
                <a:cubicBezTo>
                  <a:pt x="1989512" y="116474"/>
                  <a:pt x="1992815" y="120802"/>
                  <a:pt x="1997941" y="126270"/>
                </a:cubicBezTo>
                <a:cubicBezTo>
                  <a:pt x="2015939" y="145635"/>
                  <a:pt x="2026875" y="158963"/>
                  <a:pt x="2030747" y="166253"/>
                </a:cubicBezTo>
                <a:cubicBezTo>
                  <a:pt x="2034621" y="173543"/>
                  <a:pt x="2036557" y="181346"/>
                  <a:pt x="2036557" y="189661"/>
                </a:cubicBezTo>
                <a:cubicBezTo>
                  <a:pt x="2036557" y="198660"/>
                  <a:pt x="2034279" y="207204"/>
                  <a:pt x="2029723" y="215292"/>
                </a:cubicBezTo>
                <a:cubicBezTo>
                  <a:pt x="2025166" y="223265"/>
                  <a:pt x="2018331" y="229701"/>
                  <a:pt x="2009218" y="234599"/>
                </a:cubicBezTo>
                <a:cubicBezTo>
                  <a:pt x="2000219" y="239384"/>
                  <a:pt x="1990822" y="241776"/>
                  <a:pt x="1981025" y="241776"/>
                </a:cubicBezTo>
                <a:cubicBezTo>
                  <a:pt x="1974418" y="241776"/>
                  <a:pt x="1966275" y="240465"/>
                  <a:pt x="1956591" y="237846"/>
                </a:cubicBezTo>
                <a:cubicBezTo>
                  <a:pt x="1950212" y="236024"/>
                  <a:pt x="1945428" y="235112"/>
                  <a:pt x="1942239" y="235112"/>
                </a:cubicBezTo>
                <a:cubicBezTo>
                  <a:pt x="1939391" y="235112"/>
                  <a:pt x="1937170" y="235568"/>
                  <a:pt x="1935575" y="236479"/>
                </a:cubicBezTo>
                <a:cubicBezTo>
                  <a:pt x="1933981" y="237276"/>
                  <a:pt x="1932215" y="239042"/>
                  <a:pt x="1930279" y="241776"/>
                </a:cubicBezTo>
                <a:lnTo>
                  <a:pt x="1923956" y="241776"/>
                </a:lnTo>
                <a:lnTo>
                  <a:pt x="1932329" y="184877"/>
                </a:lnTo>
                <a:lnTo>
                  <a:pt x="1937797" y="184877"/>
                </a:lnTo>
                <a:cubicBezTo>
                  <a:pt x="1941783" y="198660"/>
                  <a:pt x="1945485" y="208514"/>
                  <a:pt x="1948903" y="214437"/>
                </a:cubicBezTo>
                <a:cubicBezTo>
                  <a:pt x="1952434" y="220246"/>
                  <a:pt x="1957104" y="224917"/>
                  <a:pt x="1962914" y="228448"/>
                </a:cubicBezTo>
                <a:cubicBezTo>
                  <a:pt x="1968723" y="231865"/>
                  <a:pt x="1974304" y="233574"/>
                  <a:pt x="1979659" y="233574"/>
                </a:cubicBezTo>
                <a:cubicBezTo>
                  <a:pt x="1985924" y="233574"/>
                  <a:pt x="1991107" y="231638"/>
                  <a:pt x="1995208" y="227765"/>
                </a:cubicBezTo>
                <a:cubicBezTo>
                  <a:pt x="1999309" y="223778"/>
                  <a:pt x="2001358" y="219051"/>
                  <a:pt x="2001358" y="213583"/>
                </a:cubicBezTo>
                <a:cubicBezTo>
                  <a:pt x="2001358" y="208229"/>
                  <a:pt x="1999992" y="203046"/>
                  <a:pt x="1997258" y="198034"/>
                </a:cubicBezTo>
                <a:cubicBezTo>
                  <a:pt x="1994638" y="193022"/>
                  <a:pt x="1988486" y="185219"/>
                  <a:pt x="1978804" y="174625"/>
                </a:cubicBezTo>
                <a:cubicBezTo>
                  <a:pt x="1965476" y="160158"/>
                  <a:pt x="1956706" y="148995"/>
                  <a:pt x="1952490" y="141136"/>
                </a:cubicBezTo>
                <a:cubicBezTo>
                  <a:pt x="1949530" y="135440"/>
                  <a:pt x="1948048" y="128947"/>
                  <a:pt x="1948048" y="121657"/>
                </a:cubicBezTo>
                <a:cubicBezTo>
                  <a:pt x="1948048" y="109354"/>
                  <a:pt x="1952490" y="99102"/>
                  <a:pt x="1961375" y="90901"/>
                </a:cubicBezTo>
                <a:cubicBezTo>
                  <a:pt x="1970375" y="82699"/>
                  <a:pt x="1982962" y="78598"/>
                  <a:pt x="1999137" y="78598"/>
                </a:cubicBezTo>
                <a:cubicBezTo>
                  <a:pt x="2006200" y="78598"/>
                  <a:pt x="2014858" y="79851"/>
                  <a:pt x="2025109" y="82358"/>
                </a:cubicBezTo>
                <a:cubicBezTo>
                  <a:pt x="2030235" y="83610"/>
                  <a:pt x="2034336" y="84237"/>
                  <a:pt x="2037411" y="84237"/>
                </a:cubicBezTo>
                <a:cubicBezTo>
                  <a:pt x="2041853" y="84237"/>
                  <a:pt x="2045442" y="82358"/>
                  <a:pt x="2048177" y="78598"/>
                </a:cubicBezTo>
                <a:lnTo>
                  <a:pt x="2054327" y="78598"/>
                </a:lnTo>
                <a:moveTo>
                  <a:pt x="2115156" y="172916"/>
                </a:moveTo>
                <a:cubicBezTo>
                  <a:pt x="2114130" y="180321"/>
                  <a:pt x="2113618" y="186415"/>
                  <a:pt x="2113618" y="191199"/>
                </a:cubicBezTo>
                <a:cubicBezTo>
                  <a:pt x="2113618" y="199743"/>
                  <a:pt x="2116066" y="206577"/>
                  <a:pt x="2120965" y="211703"/>
                </a:cubicBezTo>
                <a:cubicBezTo>
                  <a:pt x="2125977" y="216829"/>
                  <a:pt x="2132641" y="219392"/>
                  <a:pt x="2140957" y="219392"/>
                </a:cubicBezTo>
                <a:cubicBezTo>
                  <a:pt x="2148930" y="219392"/>
                  <a:pt x="2156904" y="217456"/>
                  <a:pt x="2164878" y="213583"/>
                </a:cubicBezTo>
                <a:cubicBezTo>
                  <a:pt x="2172965" y="209710"/>
                  <a:pt x="2182306" y="202932"/>
                  <a:pt x="2192900" y="193250"/>
                </a:cubicBezTo>
                <a:lnTo>
                  <a:pt x="2198026" y="197863"/>
                </a:lnTo>
                <a:cubicBezTo>
                  <a:pt x="2184926" y="213697"/>
                  <a:pt x="2172168" y="224974"/>
                  <a:pt x="2159751" y="231695"/>
                </a:cubicBezTo>
                <a:cubicBezTo>
                  <a:pt x="2147336" y="238415"/>
                  <a:pt x="2133609" y="241776"/>
                  <a:pt x="2118573" y="241776"/>
                </a:cubicBezTo>
                <a:cubicBezTo>
                  <a:pt x="2099550" y="241776"/>
                  <a:pt x="2086394" y="237219"/>
                  <a:pt x="2079103" y="228107"/>
                </a:cubicBezTo>
                <a:cubicBezTo>
                  <a:pt x="2071812" y="218994"/>
                  <a:pt x="2068167" y="208457"/>
                  <a:pt x="2068167" y="196496"/>
                </a:cubicBezTo>
                <a:cubicBezTo>
                  <a:pt x="2068167" y="177815"/>
                  <a:pt x="2073578" y="159133"/>
                  <a:pt x="2084400" y="140452"/>
                </a:cubicBezTo>
                <a:cubicBezTo>
                  <a:pt x="2095336" y="121770"/>
                  <a:pt x="2110144" y="106792"/>
                  <a:pt x="2128825" y="95514"/>
                </a:cubicBezTo>
                <a:cubicBezTo>
                  <a:pt x="2147621" y="84237"/>
                  <a:pt x="2166472" y="78598"/>
                  <a:pt x="2185382" y="78598"/>
                </a:cubicBezTo>
                <a:cubicBezTo>
                  <a:pt x="2194950" y="78598"/>
                  <a:pt x="2202184" y="80877"/>
                  <a:pt x="2207082" y="85433"/>
                </a:cubicBezTo>
                <a:cubicBezTo>
                  <a:pt x="2211980" y="89989"/>
                  <a:pt x="2214429" y="95742"/>
                  <a:pt x="2214429" y="102690"/>
                </a:cubicBezTo>
                <a:cubicBezTo>
                  <a:pt x="2214429" y="111006"/>
                  <a:pt x="2212037" y="119094"/>
                  <a:pt x="2207252" y="126953"/>
                </a:cubicBezTo>
                <a:cubicBezTo>
                  <a:pt x="2200646" y="137661"/>
                  <a:pt x="2192330" y="146319"/>
                  <a:pt x="2182306" y="152925"/>
                </a:cubicBezTo>
                <a:cubicBezTo>
                  <a:pt x="2172282" y="159418"/>
                  <a:pt x="2161062" y="164373"/>
                  <a:pt x="2148645" y="167791"/>
                </a:cubicBezTo>
                <a:cubicBezTo>
                  <a:pt x="2140330" y="170069"/>
                  <a:pt x="2129167" y="171777"/>
                  <a:pt x="2115156" y="172916"/>
                </a:cubicBezTo>
                <a:moveTo>
                  <a:pt x="2116693" y="164031"/>
                </a:moveTo>
                <a:cubicBezTo>
                  <a:pt x="2126717" y="162551"/>
                  <a:pt x="2134463" y="160558"/>
                  <a:pt x="2139931" y="158051"/>
                </a:cubicBezTo>
                <a:cubicBezTo>
                  <a:pt x="2145513" y="155431"/>
                  <a:pt x="2150923" y="151331"/>
                  <a:pt x="2156164" y="145749"/>
                </a:cubicBezTo>
                <a:cubicBezTo>
                  <a:pt x="2161517" y="140053"/>
                  <a:pt x="2166131" y="132934"/>
                  <a:pt x="2170004" y="124390"/>
                </a:cubicBezTo>
                <a:cubicBezTo>
                  <a:pt x="2173876" y="115733"/>
                  <a:pt x="2175814" y="107646"/>
                  <a:pt x="2175814" y="100128"/>
                </a:cubicBezTo>
                <a:cubicBezTo>
                  <a:pt x="2175814" y="96938"/>
                  <a:pt x="2174902" y="94432"/>
                  <a:pt x="2173079" y="92609"/>
                </a:cubicBezTo>
                <a:cubicBezTo>
                  <a:pt x="2171371" y="90787"/>
                  <a:pt x="2169150" y="89875"/>
                  <a:pt x="2166415" y="89875"/>
                </a:cubicBezTo>
                <a:cubicBezTo>
                  <a:pt x="2160948" y="89875"/>
                  <a:pt x="2154797" y="93692"/>
                  <a:pt x="2147963" y="101324"/>
                </a:cubicBezTo>
                <a:cubicBezTo>
                  <a:pt x="2135432" y="115221"/>
                  <a:pt x="2125009" y="136123"/>
                  <a:pt x="2116693" y="164031"/>
                </a:cubicBezTo>
                <a:moveTo>
                  <a:pt x="2309431" y="78598"/>
                </a:moveTo>
                <a:lnTo>
                  <a:pt x="2288244" y="151900"/>
                </a:lnTo>
                <a:cubicBezTo>
                  <a:pt x="2302482" y="130485"/>
                  <a:pt x="2313133" y="115847"/>
                  <a:pt x="2320195" y="107987"/>
                </a:cubicBezTo>
                <a:cubicBezTo>
                  <a:pt x="2330561" y="96596"/>
                  <a:pt x="2339503" y="88850"/>
                  <a:pt x="2347022" y="84750"/>
                </a:cubicBezTo>
                <a:cubicBezTo>
                  <a:pt x="2354540" y="80649"/>
                  <a:pt x="2361602" y="78598"/>
                  <a:pt x="2368208" y="78598"/>
                </a:cubicBezTo>
                <a:cubicBezTo>
                  <a:pt x="2374132" y="78598"/>
                  <a:pt x="2379201" y="80819"/>
                  <a:pt x="2383417" y="85262"/>
                </a:cubicBezTo>
                <a:cubicBezTo>
                  <a:pt x="2387631" y="89591"/>
                  <a:pt x="2389737" y="95286"/>
                  <a:pt x="2389737" y="102349"/>
                </a:cubicBezTo>
                <a:cubicBezTo>
                  <a:pt x="2389737" y="108728"/>
                  <a:pt x="2388371" y="116474"/>
                  <a:pt x="2385638" y="125587"/>
                </a:cubicBezTo>
                <a:lnTo>
                  <a:pt x="2363766" y="198546"/>
                </a:lnTo>
                <a:cubicBezTo>
                  <a:pt x="2361944" y="204926"/>
                  <a:pt x="2361032" y="209083"/>
                  <a:pt x="2361032" y="211020"/>
                </a:cubicBezTo>
                <a:cubicBezTo>
                  <a:pt x="2361032" y="212159"/>
                  <a:pt x="2361431" y="213184"/>
                  <a:pt x="2362228" y="214095"/>
                </a:cubicBezTo>
                <a:cubicBezTo>
                  <a:pt x="2363140" y="215007"/>
                  <a:pt x="2364051" y="215463"/>
                  <a:pt x="2364963" y="215463"/>
                </a:cubicBezTo>
                <a:cubicBezTo>
                  <a:pt x="2366102" y="215463"/>
                  <a:pt x="2367297" y="215007"/>
                  <a:pt x="2368551" y="214095"/>
                </a:cubicBezTo>
                <a:cubicBezTo>
                  <a:pt x="2372537" y="210792"/>
                  <a:pt x="2376581" y="206121"/>
                  <a:pt x="2380682" y="200085"/>
                </a:cubicBezTo>
                <a:cubicBezTo>
                  <a:pt x="2381707" y="198490"/>
                  <a:pt x="2383359" y="196097"/>
                  <a:pt x="2385638" y="192908"/>
                </a:cubicBezTo>
                <a:lnTo>
                  <a:pt x="2392130" y="196838"/>
                </a:lnTo>
                <a:cubicBezTo>
                  <a:pt x="2375385" y="224974"/>
                  <a:pt x="2357786" y="239042"/>
                  <a:pt x="2339333" y="239042"/>
                </a:cubicBezTo>
                <a:cubicBezTo>
                  <a:pt x="2332270" y="239042"/>
                  <a:pt x="2326746" y="237219"/>
                  <a:pt x="2322758" y="233574"/>
                </a:cubicBezTo>
                <a:cubicBezTo>
                  <a:pt x="2318771" y="229929"/>
                  <a:pt x="2316778" y="225373"/>
                  <a:pt x="2316778" y="219905"/>
                </a:cubicBezTo>
                <a:cubicBezTo>
                  <a:pt x="2316778" y="215121"/>
                  <a:pt x="2318146" y="208001"/>
                  <a:pt x="2320879" y="198546"/>
                </a:cubicBezTo>
                <a:lnTo>
                  <a:pt x="2342237" y="125587"/>
                </a:lnTo>
                <a:cubicBezTo>
                  <a:pt x="2343717" y="120802"/>
                  <a:pt x="2344458" y="117271"/>
                  <a:pt x="2344458" y="114993"/>
                </a:cubicBezTo>
                <a:cubicBezTo>
                  <a:pt x="2344458" y="113740"/>
                  <a:pt x="2343946" y="112658"/>
                  <a:pt x="2342920" y="111746"/>
                </a:cubicBezTo>
                <a:cubicBezTo>
                  <a:pt x="2341896" y="110721"/>
                  <a:pt x="2340699" y="110209"/>
                  <a:pt x="2339333" y="110209"/>
                </a:cubicBezTo>
                <a:cubicBezTo>
                  <a:pt x="2335004" y="110209"/>
                  <a:pt x="2329764" y="113170"/>
                  <a:pt x="2323612" y="119094"/>
                </a:cubicBezTo>
                <a:cubicBezTo>
                  <a:pt x="2307893" y="134130"/>
                  <a:pt x="2292686" y="156514"/>
                  <a:pt x="2277991" y="186244"/>
                </a:cubicBezTo>
                <a:lnTo>
                  <a:pt x="2263981" y="236992"/>
                </a:lnTo>
                <a:lnTo>
                  <a:pt x="2220409" y="236992"/>
                </a:lnTo>
                <a:lnTo>
                  <a:pt x="2252361" y="127295"/>
                </a:lnTo>
                <a:cubicBezTo>
                  <a:pt x="2255437" y="116474"/>
                  <a:pt x="2256974" y="108785"/>
                  <a:pt x="2256974" y="104228"/>
                </a:cubicBezTo>
                <a:cubicBezTo>
                  <a:pt x="2256974" y="102292"/>
                  <a:pt x="2256519" y="100697"/>
                  <a:pt x="2255608" y="99444"/>
                </a:cubicBezTo>
                <a:cubicBezTo>
                  <a:pt x="2254696" y="98077"/>
                  <a:pt x="2253215" y="97052"/>
                  <a:pt x="2251165" y="96368"/>
                </a:cubicBezTo>
                <a:cubicBezTo>
                  <a:pt x="2249115" y="95571"/>
                  <a:pt x="2245242" y="95172"/>
                  <a:pt x="2239547" y="95172"/>
                </a:cubicBezTo>
                <a:lnTo>
                  <a:pt x="2241426" y="88680"/>
                </a:lnTo>
                <a:lnTo>
                  <a:pt x="2299008" y="78598"/>
                </a:lnTo>
                <a:lnTo>
                  <a:pt x="2309431" y="78598"/>
                </a:lnTo>
                <a:moveTo>
                  <a:pt x="2511054" y="36907"/>
                </a:moveTo>
                <a:lnTo>
                  <a:pt x="2497384" y="83382"/>
                </a:lnTo>
                <a:lnTo>
                  <a:pt x="2519767" y="83382"/>
                </a:lnTo>
                <a:lnTo>
                  <a:pt x="2513787" y="103032"/>
                </a:lnTo>
                <a:lnTo>
                  <a:pt x="2491746" y="103032"/>
                </a:lnTo>
                <a:lnTo>
                  <a:pt x="2463211" y="202135"/>
                </a:lnTo>
                <a:cubicBezTo>
                  <a:pt x="2461388" y="208286"/>
                  <a:pt x="2460476" y="212956"/>
                  <a:pt x="2460476" y="216146"/>
                </a:cubicBezTo>
                <a:cubicBezTo>
                  <a:pt x="2460476" y="217626"/>
                  <a:pt x="2460990" y="218936"/>
                  <a:pt x="2462015" y="220076"/>
                </a:cubicBezTo>
                <a:cubicBezTo>
                  <a:pt x="2463039" y="221101"/>
                  <a:pt x="2464178" y="221614"/>
                  <a:pt x="2465432" y="221614"/>
                </a:cubicBezTo>
                <a:cubicBezTo>
                  <a:pt x="2467368" y="221614"/>
                  <a:pt x="2469361" y="220816"/>
                  <a:pt x="2471412" y="219221"/>
                </a:cubicBezTo>
                <a:cubicBezTo>
                  <a:pt x="2476652" y="215234"/>
                  <a:pt x="2482747" y="208286"/>
                  <a:pt x="2489695" y="198375"/>
                </a:cubicBezTo>
                <a:lnTo>
                  <a:pt x="2495675" y="202135"/>
                </a:lnTo>
                <a:cubicBezTo>
                  <a:pt x="2487815" y="215804"/>
                  <a:pt x="2479158" y="225828"/>
                  <a:pt x="2469703" y="232207"/>
                </a:cubicBezTo>
                <a:cubicBezTo>
                  <a:pt x="2460249" y="238586"/>
                  <a:pt x="2450966" y="241776"/>
                  <a:pt x="2441852" y="241776"/>
                </a:cubicBezTo>
                <a:cubicBezTo>
                  <a:pt x="2434106" y="241776"/>
                  <a:pt x="2428069" y="239839"/>
                  <a:pt x="2423740" y="235966"/>
                </a:cubicBezTo>
                <a:cubicBezTo>
                  <a:pt x="2419526" y="231980"/>
                  <a:pt x="2417418" y="226967"/>
                  <a:pt x="2417418" y="220930"/>
                </a:cubicBezTo>
                <a:cubicBezTo>
                  <a:pt x="2417418" y="214323"/>
                  <a:pt x="2418899" y="205837"/>
                  <a:pt x="2421861" y="195471"/>
                </a:cubicBezTo>
                <a:lnTo>
                  <a:pt x="2448858" y="103032"/>
                </a:lnTo>
                <a:lnTo>
                  <a:pt x="2425620" y="103032"/>
                </a:lnTo>
                <a:lnTo>
                  <a:pt x="2429037" y="90388"/>
                </a:lnTo>
                <a:cubicBezTo>
                  <a:pt x="2443618" y="85034"/>
                  <a:pt x="2455920" y="78769"/>
                  <a:pt x="2465944" y="71593"/>
                </a:cubicBezTo>
                <a:cubicBezTo>
                  <a:pt x="2475968" y="64416"/>
                  <a:pt x="2488044" y="52855"/>
                  <a:pt x="2502168" y="36907"/>
                </a:cubicBezTo>
                <a:lnTo>
                  <a:pt x="2511054" y="36907"/>
                </a:lnTo>
                <a:moveTo>
                  <a:pt x="2675769" y="80990"/>
                </a:moveTo>
                <a:lnTo>
                  <a:pt x="2642620" y="194616"/>
                </a:lnTo>
                <a:lnTo>
                  <a:pt x="2639203" y="208457"/>
                </a:lnTo>
                <a:cubicBezTo>
                  <a:pt x="2638861" y="210165"/>
                  <a:pt x="2638690" y="211419"/>
                  <a:pt x="2638690" y="212216"/>
                </a:cubicBezTo>
                <a:cubicBezTo>
                  <a:pt x="2638690" y="213583"/>
                  <a:pt x="2639146" y="214779"/>
                  <a:pt x="2640058" y="215804"/>
                </a:cubicBezTo>
                <a:cubicBezTo>
                  <a:pt x="2641082" y="216829"/>
                  <a:pt x="2642108" y="217342"/>
                  <a:pt x="2643133" y="217342"/>
                </a:cubicBezTo>
                <a:cubicBezTo>
                  <a:pt x="2645525" y="217342"/>
                  <a:pt x="2648829" y="215519"/>
                  <a:pt x="2653044" y="211874"/>
                </a:cubicBezTo>
                <a:cubicBezTo>
                  <a:pt x="2654752" y="210393"/>
                  <a:pt x="2658852" y="205153"/>
                  <a:pt x="2665346" y="196155"/>
                </a:cubicBezTo>
                <a:lnTo>
                  <a:pt x="2671326" y="199230"/>
                </a:lnTo>
                <a:cubicBezTo>
                  <a:pt x="2663238" y="214038"/>
                  <a:pt x="2654581" y="224860"/>
                  <a:pt x="2645354" y="231695"/>
                </a:cubicBezTo>
                <a:cubicBezTo>
                  <a:pt x="2636241" y="238415"/>
                  <a:pt x="2626388" y="241776"/>
                  <a:pt x="2615794" y="241776"/>
                </a:cubicBezTo>
                <a:cubicBezTo>
                  <a:pt x="2609302" y="241776"/>
                  <a:pt x="2604346" y="240124"/>
                  <a:pt x="2600929" y="236821"/>
                </a:cubicBezTo>
                <a:cubicBezTo>
                  <a:pt x="2597512" y="233403"/>
                  <a:pt x="2595803" y="229131"/>
                  <a:pt x="2595803" y="224006"/>
                </a:cubicBezTo>
                <a:cubicBezTo>
                  <a:pt x="2595803" y="219563"/>
                  <a:pt x="2597625" y="211304"/>
                  <a:pt x="2601271" y="199230"/>
                </a:cubicBezTo>
                <a:lnTo>
                  <a:pt x="2605371" y="185390"/>
                </a:lnTo>
                <a:cubicBezTo>
                  <a:pt x="2592157" y="208058"/>
                  <a:pt x="2579456" y="224119"/>
                  <a:pt x="2567268" y="233574"/>
                </a:cubicBezTo>
                <a:cubicBezTo>
                  <a:pt x="2560205" y="239042"/>
                  <a:pt x="2552688" y="241776"/>
                  <a:pt x="2544713" y="241776"/>
                </a:cubicBezTo>
                <a:cubicBezTo>
                  <a:pt x="2534234" y="241776"/>
                  <a:pt x="2526659" y="237504"/>
                  <a:pt x="2521988" y="228960"/>
                </a:cubicBezTo>
                <a:cubicBezTo>
                  <a:pt x="2517318" y="220304"/>
                  <a:pt x="2514983" y="210564"/>
                  <a:pt x="2514983" y="199743"/>
                </a:cubicBezTo>
                <a:cubicBezTo>
                  <a:pt x="2514983" y="183681"/>
                  <a:pt x="2519882" y="165285"/>
                  <a:pt x="2529678" y="144553"/>
                </a:cubicBezTo>
                <a:cubicBezTo>
                  <a:pt x="2539474" y="123707"/>
                  <a:pt x="2552346" y="106962"/>
                  <a:pt x="2568293" y="94318"/>
                </a:cubicBezTo>
                <a:cubicBezTo>
                  <a:pt x="2581394" y="83838"/>
                  <a:pt x="2593695" y="78598"/>
                  <a:pt x="2605201" y="78598"/>
                </a:cubicBezTo>
                <a:cubicBezTo>
                  <a:pt x="2611580" y="78598"/>
                  <a:pt x="2616706" y="80478"/>
                  <a:pt x="2620578" y="84237"/>
                </a:cubicBezTo>
                <a:cubicBezTo>
                  <a:pt x="2624452" y="87882"/>
                  <a:pt x="2627299" y="94603"/>
                  <a:pt x="2629122" y="104399"/>
                </a:cubicBezTo>
                <a:lnTo>
                  <a:pt x="2635273" y="83382"/>
                </a:lnTo>
                <a:lnTo>
                  <a:pt x="2675769" y="80990"/>
                </a:lnTo>
                <a:moveTo>
                  <a:pt x="2621091" y="113455"/>
                </a:moveTo>
                <a:cubicBezTo>
                  <a:pt x="2621091" y="104228"/>
                  <a:pt x="2619667" y="97565"/>
                  <a:pt x="2616820" y="93464"/>
                </a:cubicBezTo>
                <a:cubicBezTo>
                  <a:pt x="2614770" y="90616"/>
                  <a:pt x="2611978" y="89192"/>
                  <a:pt x="2608447" y="89192"/>
                </a:cubicBezTo>
                <a:cubicBezTo>
                  <a:pt x="2604916" y="89192"/>
                  <a:pt x="2601271" y="90901"/>
                  <a:pt x="2597512" y="94318"/>
                </a:cubicBezTo>
                <a:cubicBezTo>
                  <a:pt x="2589879" y="101380"/>
                  <a:pt x="2581621" y="115733"/>
                  <a:pt x="2572736" y="137376"/>
                </a:cubicBezTo>
                <a:cubicBezTo>
                  <a:pt x="2563964" y="158906"/>
                  <a:pt x="2559580" y="177530"/>
                  <a:pt x="2559580" y="193250"/>
                </a:cubicBezTo>
                <a:cubicBezTo>
                  <a:pt x="2559580" y="199287"/>
                  <a:pt x="2560547" y="203672"/>
                  <a:pt x="2562483" y="206407"/>
                </a:cubicBezTo>
                <a:cubicBezTo>
                  <a:pt x="2564534" y="209026"/>
                  <a:pt x="2566756" y="210336"/>
                  <a:pt x="2569147" y="210336"/>
                </a:cubicBezTo>
                <a:cubicBezTo>
                  <a:pt x="2574274" y="210336"/>
                  <a:pt x="2579456" y="207375"/>
                  <a:pt x="2584696" y="201451"/>
                </a:cubicBezTo>
                <a:cubicBezTo>
                  <a:pt x="2592215" y="193022"/>
                  <a:pt x="2598993" y="182713"/>
                  <a:pt x="2605030" y="170524"/>
                </a:cubicBezTo>
                <a:cubicBezTo>
                  <a:pt x="2615737" y="149109"/>
                  <a:pt x="2621091" y="130086"/>
                  <a:pt x="2621091" y="113455"/>
                </a:cubicBezTo>
                <a:moveTo>
                  <a:pt x="2783414" y="36907"/>
                </a:moveTo>
                <a:lnTo>
                  <a:pt x="2769746" y="83382"/>
                </a:lnTo>
                <a:lnTo>
                  <a:pt x="2792129" y="83382"/>
                </a:lnTo>
                <a:lnTo>
                  <a:pt x="2786149" y="103032"/>
                </a:lnTo>
                <a:lnTo>
                  <a:pt x="2764106" y="103032"/>
                </a:lnTo>
                <a:lnTo>
                  <a:pt x="2735571" y="202135"/>
                </a:lnTo>
                <a:cubicBezTo>
                  <a:pt x="2733749" y="208286"/>
                  <a:pt x="2732838" y="212956"/>
                  <a:pt x="2732838" y="216146"/>
                </a:cubicBezTo>
                <a:cubicBezTo>
                  <a:pt x="2732838" y="217626"/>
                  <a:pt x="2733350" y="218936"/>
                  <a:pt x="2734376" y="220076"/>
                </a:cubicBezTo>
                <a:cubicBezTo>
                  <a:pt x="2735401" y="221101"/>
                  <a:pt x="2736540" y="221614"/>
                  <a:pt x="2737793" y="221614"/>
                </a:cubicBezTo>
                <a:cubicBezTo>
                  <a:pt x="2739729" y="221614"/>
                  <a:pt x="2741723" y="220816"/>
                  <a:pt x="2743774" y="219221"/>
                </a:cubicBezTo>
                <a:cubicBezTo>
                  <a:pt x="2749014" y="215234"/>
                  <a:pt x="2755108" y="208286"/>
                  <a:pt x="2762056" y="198375"/>
                </a:cubicBezTo>
                <a:lnTo>
                  <a:pt x="2768037" y="202135"/>
                </a:lnTo>
                <a:cubicBezTo>
                  <a:pt x="2760177" y="215804"/>
                  <a:pt x="2751519" y="225828"/>
                  <a:pt x="2742065" y="232207"/>
                </a:cubicBezTo>
                <a:cubicBezTo>
                  <a:pt x="2732610" y="238586"/>
                  <a:pt x="2723326" y="241776"/>
                  <a:pt x="2714214" y="241776"/>
                </a:cubicBezTo>
                <a:cubicBezTo>
                  <a:pt x="2706468" y="241776"/>
                  <a:pt x="2700430" y="239839"/>
                  <a:pt x="2696102" y="235966"/>
                </a:cubicBezTo>
                <a:cubicBezTo>
                  <a:pt x="2691888" y="231980"/>
                  <a:pt x="2689780" y="226967"/>
                  <a:pt x="2689780" y="220930"/>
                </a:cubicBezTo>
                <a:cubicBezTo>
                  <a:pt x="2689780" y="214323"/>
                  <a:pt x="2691261" y="205837"/>
                  <a:pt x="2694222" y="195471"/>
                </a:cubicBezTo>
                <a:lnTo>
                  <a:pt x="2721218" y="103032"/>
                </a:lnTo>
                <a:lnTo>
                  <a:pt x="2697981" y="103032"/>
                </a:lnTo>
                <a:lnTo>
                  <a:pt x="2701398" y="90388"/>
                </a:lnTo>
                <a:cubicBezTo>
                  <a:pt x="2715979" y="85034"/>
                  <a:pt x="2728282" y="78769"/>
                  <a:pt x="2738306" y="71593"/>
                </a:cubicBezTo>
                <a:cubicBezTo>
                  <a:pt x="2748330" y="64416"/>
                  <a:pt x="2760404" y="52855"/>
                  <a:pt x="2774529" y="36907"/>
                </a:cubicBezTo>
                <a:lnTo>
                  <a:pt x="2783414" y="36907"/>
                </a:lnTo>
                <a:moveTo>
                  <a:pt x="2859108" y="0"/>
                </a:moveTo>
                <a:cubicBezTo>
                  <a:pt x="2866171" y="0"/>
                  <a:pt x="2872095" y="2449"/>
                  <a:pt x="2876878" y="7347"/>
                </a:cubicBezTo>
                <a:cubicBezTo>
                  <a:pt x="2881777" y="12245"/>
                  <a:pt x="2884225" y="18169"/>
                  <a:pt x="2884225" y="25117"/>
                </a:cubicBezTo>
                <a:cubicBezTo>
                  <a:pt x="2884225" y="32065"/>
                  <a:pt x="2881777" y="37989"/>
                  <a:pt x="2876878" y="42887"/>
                </a:cubicBezTo>
                <a:cubicBezTo>
                  <a:pt x="2871980" y="47785"/>
                  <a:pt x="2866057" y="50234"/>
                  <a:pt x="2859108" y="50234"/>
                </a:cubicBezTo>
                <a:cubicBezTo>
                  <a:pt x="2852274" y="50234"/>
                  <a:pt x="2846407" y="47785"/>
                  <a:pt x="2841509" y="42887"/>
                </a:cubicBezTo>
                <a:cubicBezTo>
                  <a:pt x="2836611" y="37989"/>
                  <a:pt x="2834162" y="32065"/>
                  <a:pt x="2834162" y="25117"/>
                </a:cubicBezTo>
                <a:cubicBezTo>
                  <a:pt x="2834162" y="18169"/>
                  <a:pt x="2836554" y="12245"/>
                  <a:pt x="2841338" y="7347"/>
                </a:cubicBezTo>
                <a:cubicBezTo>
                  <a:pt x="2846237" y="2449"/>
                  <a:pt x="2852160" y="0"/>
                  <a:pt x="2859108" y="0"/>
                </a:cubicBezTo>
                <a:moveTo>
                  <a:pt x="2869702" y="78598"/>
                </a:moveTo>
                <a:lnTo>
                  <a:pt x="2834674" y="200085"/>
                </a:lnTo>
                <a:cubicBezTo>
                  <a:pt x="2832737" y="207033"/>
                  <a:pt x="2831770" y="211589"/>
                  <a:pt x="2831770" y="213753"/>
                </a:cubicBezTo>
                <a:cubicBezTo>
                  <a:pt x="2831770" y="215007"/>
                  <a:pt x="2832282" y="216203"/>
                  <a:pt x="2833308" y="217342"/>
                </a:cubicBezTo>
                <a:cubicBezTo>
                  <a:pt x="2834333" y="218367"/>
                  <a:pt x="2835414" y="218880"/>
                  <a:pt x="2836554" y="218880"/>
                </a:cubicBezTo>
                <a:cubicBezTo>
                  <a:pt x="2838491" y="218880"/>
                  <a:pt x="2840427" y="218025"/>
                  <a:pt x="2842363" y="216316"/>
                </a:cubicBezTo>
                <a:cubicBezTo>
                  <a:pt x="2847489" y="212102"/>
                  <a:pt x="2853641" y="204470"/>
                  <a:pt x="2860817" y="193421"/>
                </a:cubicBezTo>
                <a:lnTo>
                  <a:pt x="2866627" y="196838"/>
                </a:lnTo>
                <a:cubicBezTo>
                  <a:pt x="2849425" y="226797"/>
                  <a:pt x="2831143" y="241776"/>
                  <a:pt x="2811778" y="241776"/>
                </a:cubicBezTo>
                <a:cubicBezTo>
                  <a:pt x="2804374" y="241776"/>
                  <a:pt x="2798451" y="239726"/>
                  <a:pt x="2794008" y="235624"/>
                </a:cubicBezTo>
                <a:cubicBezTo>
                  <a:pt x="2789679" y="231410"/>
                  <a:pt x="2787515" y="226113"/>
                  <a:pt x="2787515" y="219734"/>
                </a:cubicBezTo>
                <a:cubicBezTo>
                  <a:pt x="2787515" y="215519"/>
                  <a:pt x="2788483" y="210165"/>
                  <a:pt x="2790420" y="203672"/>
                </a:cubicBezTo>
                <a:lnTo>
                  <a:pt x="2814170" y="121999"/>
                </a:lnTo>
                <a:cubicBezTo>
                  <a:pt x="2816449" y="114138"/>
                  <a:pt x="2817587" y="108215"/>
                  <a:pt x="2817587" y="104228"/>
                </a:cubicBezTo>
                <a:cubicBezTo>
                  <a:pt x="2817587" y="101722"/>
                  <a:pt x="2816506" y="99501"/>
                  <a:pt x="2814342" y="97565"/>
                </a:cubicBezTo>
                <a:cubicBezTo>
                  <a:pt x="2812177" y="95628"/>
                  <a:pt x="2809215" y="94660"/>
                  <a:pt x="2805456" y="94660"/>
                </a:cubicBezTo>
                <a:cubicBezTo>
                  <a:pt x="2803747" y="94660"/>
                  <a:pt x="2801698" y="94716"/>
                  <a:pt x="2799305" y="94831"/>
                </a:cubicBezTo>
                <a:lnTo>
                  <a:pt x="2801526" y="87996"/>
                </a:lnTo>
                <a:lnTo>
                  <a:pt x="2859450" y="78598"/>
                </a:lnTo>
                <a:lnTo>
                  <a:pt x="2869702" y="78598"/>
                </a:lnTo>
                <a:moveTo>
                  <a:pt x="2992896" y="78598"/>
                </a:moveTo>
                <a:cubicBezTo>
                  <a:pt x="3001896" y="78598"/>
                  <a:pt x="3010325" y="80706"/>
                  <a:pt x="3018186" y="84921"/>
                </a:cubicBezTo>
                <a:cubicBezTo>
                  <a:pt x="3026159" y="89021"/>
                  <a:pt x="3032139" y="94774"/>
                  <a:pt x="3036126" y="102178"/>
                </a:cubicBezTo>
                <a:cubicBezTo>
                  <a:pt x="3040227" y="109582"/>
                  <a:pt x="3042277" y="117784"/>
                  <a:pt x="3042277" y="126782"/>
                </a:cubicBezTo>
                <a:cubicBezTo>
                  <a:pt x="3042277" y="145236"/>
                  <a:pt x="3037094" y="163690"/>
                  <a:pt x="3026728" y="182143"/>
                </a:cubicBezTo>
                <a:cubicBezTo>
                  <a:pt x="3016476" y="200597"/>
                  <a:pt x="3002921" y="215177"/>
                  <a:pt x="2986062" y="225885"/>
                </a:cubicBezTo>
                <a:cubicBezTo>
                  <a:pt x="2969204" y="236479"/>
                  <a:pt x="2952231" y="241776"/>
                  <a:pt x="2935144" y="241776"/>
                </a:cubicBezTo>
                <a:cubicBezTo>
                  <a:pt x="2919652" y="241776"/>
                  <a:pt x="2907634" y="237163"/>
                  <a:pt x="2899091" y="227936"/>
                </a:cubicBezTo>
                <a:cubicBezTo>
                  <a:pt x="2890662" y="218709"/>
                  <a:pt x="2886447" y="207431"/>
                  <a:pt x="2886447" y="194104"/>
                </a:cubicBezTo>
                <a:cubicBezTo>
                  <a:pt x="2886447" y="178270"/>
                  <a:pt x="2889580" y="163462"/>
                  <a:pt x="2895845" y="149679"/>
                </a:cubicBezTo>
                <a:cubicBezTo>
                  <a:pt x="2902224" y="135782"/>
                  <a:pt x="2910254" y="123707"/>
                  <a:pt x="2919936" y="113455"/>
                </a:cubicBezTo>
                <a:cubicBezTo>
                  <a:pt x="2929733" y="103089"/>
                  <a:pt x="2940953" y="94716"/>
                  <a:pt x="2953597" y="88338"/>
                </a:cubicBezTo>
                <a:cubicBezTo>
                  <a:pt x="2966241" y="81845"/>
                  <a:pt x="2979340" y="78598"/>
                  <a:pt x="2992896" y="78598"/>
                </a:cubicBezTo>
                <a:moveTo>
                  <a:pt x="2985891" y="87654"/>
                </a:moveTo>
                <a:cubicBezTo>
                  <a:pt x="2979854" y="87654"/>
                  <a:pt x="2974841" y="89420"/>
                  <a:pt x="2970855" y="92951"/>
                </a:cubicBezTo>
                <a:cubicBezTo>
                  <a:pt x="2962881" y="100128"/>
                  <a:pt x="2953882" y="116929"/>
                  <a:pt x="2943858" y="143357"/>
                </a:cubicBezTo>
                <a:cubicBezTo>
                  <a:pt x="2933834" y="169670"/>
                  <a:pt x="2928821" y="193421"/>
                  <a:pt x="2928821" y="214608"/>
                </a:cubicBezTo>
                <a:cubicBezTo>
                  <a:pt x="2928821" y="219848"/>
                  <a:pt x="2930417" y="224177"/>
                  <a:pt x="2933606" y="227594"/>
                </a:cubicBezTo>
                <a:cubicBezTo>
                  <a:pt x="2936796" y="231011"/>
                  <a:pt x="2940554" y="232720"/>
                  <a:pt x="2944883" y="232720"/>
                </a:cubicBezTo>
                <a:cubicBezTo>
                  <a:pt x="2949326" y="232720"/>
                  <a:pt x="2953255" y="231353"/>
                  <a:pt x="2956674" y="228619"/>
                </a:cubicBezTo>
                <a:cubicBezTo>
                  <a:pt x="2961685" y="224518"/>
                  <a:pt x="2967837" y="215348"/>
                  <a:pt x="2975126" y="201109"/>
                </a:cubicBezTo>
                <a:cubicBezTo>
                  <a:pt x="2982417" y="186757"/>
                  <a:pt x="2988397" y="170980"/>
                  <a:pt x="2993068" y="153780"/>
                </a:cubicBezTo>
                <a:cubicBezTo>
                  <a:pt x="2997738" y="136465"/>
                  <a:pt x="3000072" y="120631"/>
                  <a:pt x="3000072" y="106279"/>
                </a:cubicBezTo>
                <a:cubicBezTo>
                  <a:pt x="3000072" y="100355"/>
                  <a:pt x="2998649" y="95799"/>
                  <a:pt x="2995801" y="92609"/>
                </a:cubicBezTo>
                <a:cubicBezTo>
                  <a:pt x="2992954" y="89306"/>
                  <a:pt x="2989650" y="87654"/>
                  <a:pt x="2985891" y="87654"/>
                </a:cubicBezTo>
                <a:moveTo>
                  <a:pt x="3146335" y="78598"/>
                </a:moveTo>
                <a:lnTo>
                  <a:pt x="3125147" y="151900"/>
                </a:lnTo>
                <a:cubicBezTo>
                  <a:pt x="3139386" y="130485"/>
                  <a:pt x="3150037" y="115847"/>
                  <a:pt x="3157099" y="107987"/>
                </a:cubicBezTo>
                <a:cubicBezTo>
                  <a:pt x="3167465" y="96596"/>
                  <a:pt x="3176407" y="88850"/>
                  <a:pt x="3183925" y="84750"/>
                </a:cubicBezTo>
                <a:cubicBezTo>
                  <a:pt x="3191444" y="80649"/>
                  <a:pt x="3198506" y="78598"/>
                  <a:pt x="3205113" y="78598"/>
                </a:cubicBezTo>
                <a:cubicBezTo>
                  <a:pt x="3211037" y="78598"/>
                  <a:pt x="3216105" y="80819"/>
                  <a:pt x="3220319" y="85262"/>
                </a:cubicBezTo>
                <a:cubicBezTo>
                  <a:pt x="3224535" y="89591"/>
                  <a:pt x="3226642" y="95286"/>
                  <a:pt x="3226642" y="102349"/>
                </a:cubicBezTo>
                <a:cubicBezTo>
                  <a:pt x="3226642" y="108728"/>
                  <a:pt x="3225275" y="116474"/>
                  <a:pt x="3222541" y="125587"/>
                </a:cubicBezTo>
                <a:lnTo>
                  <a:pt x="3200671" y="198546"/>
                </a:lnTo>
                <a:cubicBezTo>
                  <a:pt x="3198848" y="204926"/>
                  <a:pt x="3197936" y="209083"/>
                  <a:pt x="3197936" y="211020"/>
                </a:cubicBezTo>
                <a:cubicBezTo>
                  <a:pt x="3197936" y="212159"/>
                  <a:pt x="3198335" y="213184"/>
                  <a:pt x="3199133" y="214095"/>
                </a:cubicBezTo>
                <a:cubicBezTo>
                  <a:pt x="3200044" y="215007"/>
                  <a:pt x="3200955" y="215463"/>
                  <a:pt x="3201867" y="215463"/>
                </a:cubicBezTo>
                <a:cubicBezTo>
                  <a:pt x="3203006" y="215463"/>
                  <a:pt x="3204201" y="215007"/>
                  <a:pt x="3205454" y="214095"/>
                </a:cubicBezTo>
                <a:cubicBezTo>
                  <a:pt x="3209441" y="210792"/>
                  <a:pt x="3213485" y="206121"/>
                  <a:pt x="3217586" y="200085"/>
                </a:cubicBezTo>
                <a:cubicBezTo>
                  <a:pt x="3218611" y="198490"/>
                  <a:pt x="3220262" y="196097"/>
                  <a:pt x="3222541" y="192908"/>
                </a:cubicBezTo>
                <a:lnTo>
                  <a:pt x="3229034" y="196838"/>
                </a:lnTo>
                <a:cubicBezTo>
                  <a:pt x="3212289" y="224974"/>
                  <a:pt x="3194691" y="239042"/>
                  <a:pt x="3176237" y="239042"/>
                </a:cubicBezTo>
                <a:cubicBezTo>
                  <a:pt x="3169173" y="239042"/>
                  <a:pt x="3163650" y="237219"/>
                  <a:pt x="3159662" y="233574"/>
                </a:cubicBezTo>
                <a:cubicBezTo>
                  <a:pt x="3155675" y="229929"/>
                  <a:pt x="3153682" y="225373"/>
                  <a:pt x="3153682" y="219905"/>
                </a:cubicBezTo>
                <a:cubicBezTo>
                  <a:pt x="3153682" y="215121"/>
                  <a:pt x="3155048" y="208001"/>
                  <a:pt x="3157783" y="198546"/>
                </a:cubicBezTo>
                <a:lnTo>
                  <a:pt x="3179142" y="125587"/>
                </a:lnTo>
                <a:cubicBezTo>
                  <a:pt x="3180623" y="120802"/>
                  <a:pt x="3181363" y="117271"/>
                  <a:pt x="3181363" y="114993"/>
                </a:cubicBezTo>
                <a:cubicBezTo>
                  <a:pt x="3181363" y="113740"/>
                  <a:pt x="3180850" y="112658"/>
                  <a:pt x="3179824" y="111746"/>
                </a:cubicBezTo>
                <a:cubicBezTo>
                  <a:pt x="3178799" y="110721"/>
                  <a:pt x="3177603" y="110209"/>
                  <a:pt x="3176237" y="110209"/>
                </a:cubicBezTo>
                <a:cubicBezTo>
                  <a:pt x="3171908" y="110209"/>
                  <a:pt x="3166668" y="113170"/>
                  <a:pt x="3160516" y="119094"/>
                </a:cubicBezTo>
                <a:cubicBezTo>
                  <a:pt x="3144797" y="134130"/>
                  <a:pt x="3129590" y="156514"/>
                  <a:pt x="3114895" y="186244"/>
                </a:cubicBezTo>
                <a:lnTo>
                  <a:pt x="3100884" y="236992"/>
                </a:lnTo>
                <a:lnTo>
                  <a:pt x="3057313" y="236992"/>
                </a:lnTo>
                <a:lnTo>
                  <a:pt x="3089265" y="127295"/>
                </a:lnTo>
                <a:cubicBezTo>
                  <a:pt x="3092342" y="116474"/>
                  <a:pt x="3093879" y="108785"/>
                  <a:pt x="3093879" y="104228"/>
                </a:cubicBezTo>
                <a:cubicBezTo>
                  <a:pt x="3093879" y="102292"/>
                  <a:pt x="3093423" y="100697"/>
                  <a:pt x="3092512" y="99444"/>
                </a:cubicBezTo>
                <a:cubicBezTo>
                  <a:pt x="3091600" y="98077"/>
                  <a:pt x="3090120" y="97052"/>
                  <a:pt x="3088069" y="96368"/>
                </a:cubicBezTo>
                <a:cubicBezTo>
                  <a:pt x="3086018" y="95571"/>
                  <a:pt x="3082146" y="95172"/>
                  <a:pt x="3076450" y="95172"/>
                </a:cubicBezTo>
                <a:lnTo>
                  <a:pt x="3078330" y="88680"/>
                </a:lnTo>
                <a:lnTo>
                  <a:pt x="3135912" y="78598"/>
                </a:lnTo>
                <a:lnTo>
                  <a:pt x="3146335" y="7859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5" name="path-5284">
            <a:extLst xmlns:a="http://schemas.openxmlformats.org/drawingml/2006/main">
              <a:ext uri="{FF2B5EF4-FFF2-40B4-BE49-F238E27FC236}">
                <a16:creationId xmlns:a16="http://schemas.microsoft.com/office/drawing/2014/main" id="{1F04933A-8BEC-4BBD-B793-C974896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749" y="6533219"/>
            <a:ext cx="898744" cy="898744"/>
          </a:xfrm>
          <a:custGeom xmlns:a="http://schemas.openxmlformats.org/drawingml/2006/main">
            <a:pathLst>
              <a:path w="768145" h="768145">
                <a:moveTo>
                  <a:pt x="6511" y="6512"/>
                </a:moveTo>
                <a:lnTo>
                  <a:pt x="0" y="13024"/>
                </a:lnTo>
                <a:lnTo>
                  <a:pt x="26969" y="39992"/>
                </a:lnTo>
                <a:lnTo>
                  <a:pt x="33480" y="33481"/>
                </a:lnTo>
                <a:lnTo>
                  <a:pt x="39991" y="26969"/>
                </a:lnTo>
                <a:lnTo>
                  <a:pt x="13022" y="0"/>
                </a:lnTo>
                <a:lnTo>
                  <a:pt x="6511" y="6512"/>
                </a:lnTo>
                <a:moveTo>
                  <a:pt x="87417" y="87417"/>
                </a:moveTo>
                <a:lnTo>
                  <a:pt x="80905" y="93929"/>
                </a:lnTo>
                <a:lnTo>
                  <a:pt x="134843" y="147867"/>
                </a:lnTo>
                <a:lnTo>
                  <a:pt x="141355" y="141355"/>
                </a:lnTo>
                <a:lnTo>
                  <a:pt x="147866" y="134844"/>
                </a:lnTo>
                <a:lnTo>
                  <a:pt x="93929" y="80906"/>
                </a:lnTo>
                <a:lnTo>
                  <a:pt x="87417" y="87417"/>
                </a:lnTo>
                <a:moveTo>
                  <a:pt x="195291" y="195292"/>
                </a:moveTo>
                <a:lnTo>
                  <a:pt x="188780" y="201804"/>
                </a:lnTo>
                <a:lnTo>
                  <a:pt x="242717" y="255741"/>
                </a:lnTo>
                <a:lnTo>
                  <a:pt x="249229" y="249230"/>
                </a:lnTo>
                <a:lnTo>
                  <a:pt x="255741" y="242718"/>
                </a:lnTo>
                <a:lnTo>
                  <a:pt x="201804" y="188781"/>
                </a:lnTo>
                <a:lnTo>
                  <a:pt x="195291" y="195292"/>
                </a:lnTo>
                <a:moveTo>
                  <a:pt x="303166" y="303167"/>
                </a:moveTo>
                <a:lnTo>
                  <a:pt x="296655" y="309679"/>
                </a:lnTo>
                <a:lnTo>
                  <a:pt x="350592" y="363616"/>
                </a:lnTo>
                <a:lnTo>
                  <a:pt x="357104" y="357104"/>
                </a:lnTo>
                <a:lnTo>
                  <a:pt x="363615" y="350592"/>
                </a:lnTo>
                <a:lnTo>
                  <a:pt x="309677" y="296656"/>
                </a:lnTo>
                <a:lnTo>
                  <a:pt x="303166" y="303167"/>
                </a:lnTo>
                <a:moveTo>
                  <a:pt x="411041" y="411041"/>
                </a:moveTo>
                <a:lnTo>
                  <a:pt x="404529" y="417553"/>
                </a:lnTo>
                <a:lnTo>
                  <a:pt x="458466" y="471491"/>
                </a:lnTo>
                <a:lnTo>
                  <a:pt x="464979" y="464979"/>
                </a:lnTo>
                <a:lnTo>
                  <a:pt x="471490" y="458467"/>
                </a:lnTo>
                <a:lnTo>
                  <a:pt x="417552" y="404530"/>
                </a:lnTo>
                <a:lnTo>
                  <a:pt x="411041" y="411041"/>
                </a:lnTo>
                <a:moveTo>
                  <a:pt x="518915" y="518916"/>
                </a:moveTo>
                <a:lnTo>
                  <a:pt x="512404" y="525427"/>
                </a:lnTo>
                <a:lnTo>
                  <a:pt x="566341" y="579365"/>
                </a:lnTo>
                <a:lnTo>
                  <a:pt x="572852" y="572853"/>
                </a:lnTo>
                <a:lnTo>
                  <a:pt x="579364" y="566342"/>
                </a:lnTo>
                <a:lnTo>
                  <a:pt x="525427" y="512404"/>
                </a:lnTo>
                <a:lnTo>
                  <a:pt x="518915" y="518916"/>
                </a:lnTo>
                <a:moveTo>
                  <a:pt x="626790" y="626791"/>
                </a:moveTo>
                <a:lnTo>
                  <a:pt x="620279" y="633302"/>
                </a:lnTo>
                <a:lnTo>
                  <a:pt x="674216" y="687239"/>
                </a:lnTo>
                <a:lnTo>
                  <a:pt x="680727" y="680728"/>
                </a:lnTo>
                <a:lnTo>
                  <a:pt x="687239" y="674216"/>
                </a:lnTo>
                <a:lnTo>
                  <a:pt x="633301" y="620279"/>
                </a:lnTo>
                <a:lnTo>
                  <a:pt x="626790" y="626791"/>
                </a:lnTo>
                <a:moveTo>
                  <a:pt x="734665" y="734665"/>
                </a:moveTo>
                <a:lnTo>
                  <a:pt x="728152" y="741177"/>
                </a:lnTo>
                <a:lnTo>
                  <a:pt x="755121" y="768145"/>
                </a:lnTo>
                <a:lnTo>
                  <a:pt x="761634" y="761634"/>
                </a:lnTo>
                <a:lnTo>
                  <a:pt x="768145" y="755122"/>
                </a:lnTo>
                <a:lnTo>
                  <a:pt x="741176" y="728154"/>
                </a:lnTo>
                <a:lnTo>
                  <a:pt x="734665" y="73466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6" name="path-5285">
            <a:extLst xmlns:a="http://schemas.openxmlformats.org/drawingml/2006/main">
              <a:ext uri="{FF2B5EF4-FFF2-40B4-BE49-F238E27FC236}">
                <a16:creationId xmlns:a16="http://schemas.microsoft.com/office/drawing/2014/main" id="{EB249FCD-654A-4623-8F68-7DA35397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363" y="6546225"/>
            <a:ext cx="1427617" cy="867345"/>
          </a:xfrm>
          <a:custGeom xmlns:a="http://schemas.openxmlformats.org/drawingml/2006/main">
            <a:pathLst>
              <a:path w="1220166" h="741309">
                <a:moveTo>
                  <a:pt x="1220166" y="732100"/>
                </a:moveTo>
                <a:lnTo>
                  <a:pt x="1220166" y="741309"/>
                </a:lnTo>
                <a:lnTo>
                  <a:pt x="1184626" y="741309"/>
                </a:lnTo>
                <a:lnTo>
                  <a:pt x="1184626" y="732100"/>
                </a:lnTo>
                <a:lnTo>
                  <a:pt x="1184626" y="722891"/>
                </a:lnTo>
                <a:lnTo>
                  <a:pt x="1220166" y="722891"/>
                </a:lnTo>
                <a:lnTo>
                  <a:pt x="1220166" y="732100"/>
                </a:lnTo>
                <a:moveTo>
                  <a:pt x="1113545" y="732100"/>
                </a:moveTo>
                <a:lnTo>
                  <a:pt x="1113545" y="741309"/>
                </a:lnTo>
                <a:lnTo>
                  <a:pt x="1042465" y="741309"/>
                </a:lnTo>
                <a:lnTo>
                  <a:pt x="1042465" y="732100"/>
                </a:lnTo>
                <a:lnTo>
                  <a:pt x="1042465" y="722891"/>
                </a:lnTo>
                <a:lnTo>
                  <a:pt x="1113545" y="722891"/>
                </a:lnTo>
                <a:lnTo>
                  <a:pt x="1113545" y="732100"/>
                </a:lnTo>
                <a:moveTo>
                  <a:pt x="971384" y="732100"/>
                </a:moveTo>
                <a:lnTo>
                  <a:pt x="971384" y="741309"/>
                </a:lnTo>
                <a:lnTo>
                  <a:pt x="900304" y="741309"/>
                </a:lnTo>
                <a:lnTo>
                  <a:pt x="900304" y="732100"/>
                </a:lnTo>
                <a:lnTo>
                  <a:pt x="900304" y="722891"/>
                </a:lnTo>
                <a:lnTo>
                  <a:pt x="971384" y="722891"/>
                </a:lnTo>
                <a:lnTo>
                  <a:pt x="971384" y="732100"/>
                </a:lnTo>
                <a:moveTo>
                  <a:pt x="829224" y="732100"/>
                </a:moveTo>
                <a:lnTo>
                  <a:pt x="829224" y="741309"/>
                </a:lnTo>
                <a:lnTo>
                  <a:pt x="758143" y="741309"/>
                </a:lnTo>
                <a:lnTo>
                  <a:pt x="758143" y="732100"/>
                </a:lnTo>
                <a:lnTo>
                  <a:pt x="758143" y="722891"/>
                </a:lnTo>
                <a:lnTo>
                  <a:pt x="829224" y="722891"/>
                </a:lnTo>
                <a:lnTo>
                  <a:pt x="829224" y="732100"/>
                </a:lnTo>
                <a:moveTo>
                  <a:pt x="687062" y="732100"/>
                </a:moveTo>
                <a:lnTo>
                  <a:pt x="687062" y="741309"/>
                </a:lnTo>
                <a:lnTo>
                  <a:pt x="615983" y="741309"/>
                </a:lnTo>
                <a:lnTo>
                  <a:pt x="615983" y="732100"/>
                </a:lnTo>
                <a:lnTo>
                  <a:pt x="615983" y="722891"/>
                </a:lnTo>
                <a:lnTo>
                  <a:pt x="687062" y="722891"/>
                </a:lnTo>
                <a:lnTo>
                  <a:pt x="687062" y="732100"/>
                </a:lnTo>
                <a:moveTo>
                  <a:pt x="544902" y="732100"/>
                </a:moveTo>
                <a:lnTo>
                  <a:pt x="544902" y="741309"/>
                </a:lnTo>
                <a:lnTo>
                  <a:pt x="473821" y="741309"/>
                </a:lnTo>
                <a:lnTo>
                  <a:pt x="473821" y="732100"/>
                </a:lnTo>
                <a:lnTo>
                  <a:pt x="473821" y="722891"/>
                </a:lnTo>
                <a:lnTo>
                  <a:pt x="544902" y="722891"/>
                </a:lnTo>
                <a:lnTo>
                  <a:pt x="544902" y="732100"/>
                </a:lnTo>
                <a:moveTo>
                  <a:pt x="402741" y="732100"/>
                </a:moveTo>
                <a:lnTo>
                  <a:pt x="402741" y="741309"/>
                </a:lnTo>
                <a:lnTo>
                  <a:pt x="331661" y="741309"/>
                </a:lnTo>
                <a:lnTo>
                  <a:pt x="331661" y="732100"/>
                </a:lnTo>
                <a:lnTo>
                  <a:pt x="331661" y="722891"/>
                </a:lnTo>
                <a:lnTo>
                  <a:pt x="402741" y="722891"/>
                </a:lnTo>
                <a:lnTo>
                  <a:pt x="402741" y="732100"/>
                </a:lnTo>
                <a:moveTo>
                  <a:pt x="260580" y="732100"/>
                </a:moveTo>
                <a:lnTo>
                  <a:pt x="260580" y="741309"/>
                </a:lnTo>
                <a:lnTo>
                  <a:pt x="189500" y="741309"/>
                </a:lnTo>
                <a:lnTo>
                  <a:pt x="189500" y="732100"/>
                </a:lnTo>
                <a:lnTo>
                  <a:pt x="189500" y="722891"/>
                </a:lnTo>
                <a:lnTo>
                  <a:pt x="260580" y="722891"/>
                </a:lnTo>
                <a:lnTo>
                  <a:pt x="260580" y="732100"/>
                </a:lnTo>
                <a:moveTo>
                  <a:pt x="118420" y="732100"/>
                </a:moveTo>
                <a:lnTo>
                  <a:pt x="118420" y="741309"/>
                </a:lnTo>
                <a:lnTo>
                  <a:pt x="82879" y="741309"/>
                </a:lnTo>
                <a:lnTo>
                  <a:pt x="82879" y="732100"/>
                </a:lnTo>
                <a:lnTo>
                  <a:pt x="82879" y="722891"/>
                </a:lnTo>
                <a:lnTo>
                  <a:pt x="118420" y="722891"/>
                </a:lnTo>
                <a:lnTo>
                  <a:pt x="118420" y="732100"/>
                </a:lnTo>
                <a:moveTo>
                  <a:pt x="82879" y="732100"/>
                </a:moveTo>
                <a:lnTo>
                  <a:pt x="82879" y="741309"/>
                </a:lnTo>
                <a:cubicBezTo>
                  <a:pt x="71658" y="741309"/>
                  <a:pt x="60936" y="739074"/>
                  <a:pt x="51151" y="735016"/>
                </a:cubicBezTo>
                <a:lnTo>
                  <a:pt x="54679" y="726510"/>
                </a:lnTo>
                <a:lnTo>
                  <a:pt x="58206" y="718004"/>
                </a:lnTo>
                <a:cubicBezTo>
                  <a:pt x="65794" y="721150"/>
                  <a:pt x="74122" y="722891"/>
                  <a:pt x="82879" y="722891"/>
                </a:cubicBezTo>
                <a:lnTo>
                  <a:pt x="82879" y="732100"/>
                </a:lnTo>
                <a:moveTo>
                  <a:pt x="14799" y="686630"/>
                </a:moveTo>
                <a:lnTo>
                  <a:pt x="6292" y="690157"/>
                </a:lnTo>
                <a:cubicBezTo>
                  <a:pt x="2235" y="680372"/>
                  <a:pt x="0" y="669650"/>
                  <a:pt x="0" y="658430"/>
                </a:cubicBezTo>
                <a:lnTo>
                  <a:pt x="9209" y="658430"/>
                </a:lnTo>
                <a:lnTo>
                  <a:pt x="18417" y="658430"/>
                </a:lnTo>
                <a:cubicBezTo>
                  <a:pt x="18417" y="667187"/>
                  <a:pt x="20159" y="675514"/>
                  <a:pt x="23305" y="683102"/>
                </a:cubicBezTo>
                <a:lnTo>
                  <a:pt x="14799" y="686630"/>
                </a:lnTo>
                <a:moveTo>
                  <a:pt x="9209" y="658430"/>
                </a:moveTo>
                <a:lnTo>
                  <a:pt x="0" y="658430"/>
                </a:lnTo>
                <a:lnTo>
                  <a:pt x="0" y="617277"/>
                </a:lnTo>
                <a:lnTo>
                  <a:pt x="9209" y="617277"/>
                </a:lnTo>
                <a:lnTo>
                  <a:pt x="18417" y="617277"/>
                </a:lnTo>
                <a:lnTo>
                  <a:pt x="18417" y="658430"/>
                </a:lnTo>
                <a:lnTo>
                  <a:pt x="9209" y="658430"/>
                </a:lnTo>
                <a:moveTo>
                  <a:pt x="9209" y="534974"/>
                </a:moveTo>
                <a:lnTo>
                  <a:pt x="0" y="534974"/>
                </a:lnTo>
                <a:lnTo>
                  <a:pt x="0" y="452670"/>
                </a:lnTo>
                <a:lnTo>
                  <a:pt x="9209" y="452670"/>
                </a:lnTo>
                <a:lnTo>
                  <a:pt x="18417" y="452670"/>
                </a:lnTo>
                <a:lnTo>
                  <a:pt x="18417" y="534974"/>
                </a:lnTo>
                <a:lnTo>
                  <a:pt x="9209" y="534974"/>
                </a:lnTo>
                <a:moveTo>
                  <a:pt x="9209" y="370366"/>
                </a:moveTo>
                <a:lnTo>
                  <a:pt x="0" y="370366"/>
                </a:lnTo>
                <a:lnTo>
                  <a:pt x="0" y="288063"/>
                </a:lnTo>
                <a:lnTo>
                  <a:pt x="9209" y="288063"/>
                </a:lnTo>
                <a:lnTo>
                  <a:pt x="18417" y="288063"/>
                </a:lnTo>
                <a:lnTo>
                  <a:pt x="18417" y="370366"/>
                </a:lnTo>
                <a:lnTo>
                  <a:pt x="9209" y="370366"/>
                </a:lnTo>
                <a:moveTo>
                  <a:pt x="9209" y="205760"/>
                </a:moveTo>
                <a:lnTo>
                  <a:pt x="0" y="205760"/>
                </a:lnTo>
                <a:lnTo>
                  <a:pt x="0" y="123455"/>
                </a:lnTo>
                <a:lnTo>
                  <a:pt x="9209" y="123455"/>
                </a:lnTo>
                <a:lnTo>
                  <a:pt x="18417" y="123455"/>
                </a:lnTo>
                <a:lnTo>
                  <a:pt x="18417" y="205760"/>
                </a:lnTo>
                <a:lnTo>
                  <a:pt x="9209" y="205760"/>
                </a:lnTo>
                <a:moveTo>
                  <a:pt x="9209" y="41152"/>
                </a:moveTo>
                <a:lnTo>
                  <a:pt x="0" y="41152"/>
                </a:lnTo>
                <a:lnTo>
                  <a:pt x="0" y="0"/>
                </a:lnTo>
                <a:lnTo>
                  <a:pt x="9209" y="0"/>
                </a:lnTo>
                <a:lnTo>
                  <a:pt x="18417" y="0"/>
                </a:lnTo>
                <a:lnTo>
                  <a:pt x="18417" y="41152"/>
                </a:lnTo>
                <a:lnTo>
                  <a:pt x="9209" y="41152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7" name="path-5286">
            <a:extLst xmlns:a="http://schemas.openxmlformats.org/drawingml/2006/main">
              <a:ext uri="{FF2B5EF4-FFF2-40B4-BE49-F238E27FC236}">
                <a16:creationId xmlns:a16="http://schemas.microsoft.com/office/drawing/2014/main" id="{9A5D7EAC-7321-4C7A-BCED-9BCEA43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631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8" name="path-5287">
            <a:extLst xmlns:a="http://schemas.openxmlformats.org/drawingml/2006/main">
              <a:ext uri="{FF2B5EF4-FFF2-40B4-BE49-F238E27FC236}">
                <a16:creationId xmlns:a16="http://schemas.microsoft.com/office/drawing/2014/main" id="{07EA3F07-3FDA-4EB2-BDCC-CE81B7B8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631" y="6002115"/>
            <a:ext cx="344783" cy="1077446"/>
          </a:xfrm>
          <a:custGeom xmlns:a="http://schemas.openxmlformats.org/drawingml/2006/main">
            <a:pathLst>
              <a:path w="294682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5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2" y="884045"/>
                </a:lnTo>
                <a:lnTo>
                  <a:pt x="294682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5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9" name="path-5288">
            <a:extLst xmlns:a="http://schemas.openxmlformats.org/drawingml/2006/main">
              <a:ext uri="{FF2B5EF4-FFF2-40B4-BE49-F238E27FC236}">
                <a16:creationId xmlns:a16="http://schemas.microsoft.com/office/drawing/2014/main" id="{0982AEDA-8633-437A-9535-C1E45409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708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0" name="path-5289">
            <a:extLst xmlns:a="http://schemas.openxmlformats.org/drawingml/2006/main">
              <a:ext uri="{FF2B5EF4-FFF2-40B4-BE49-F238E27FC236}">
                <a16:creationId xmlns:a16="http://schemas.microsoft.com/office/drawing/2014/main" id="{960F8642-5C78-44C7-A150-D738F597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708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5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5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1" name="path-5290">
            <a:extLst xmlns:a="http://schemas.openxmlformats.org/drawingml/2006/main">
              <a:ext uri="{FF2B5EF4-FFF2-40B4-BE49-F238E27FC236}">
                <a16:creationId xmlns:a16="http://schemas.microsoft.com/office/drawing/2014/main" id="{D165450D-D17B-4D90-9EC0-31F303FC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785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2" name="path-5291">
            <a:extLst xmlns:a="http://schemas.openxmlformats.org/drawingml/2006/main">
              <a:ext uri="{FF2B5EF4-FFF2-40B4-BE49-F238E27FC236}">
                <a16:creationId xmlns:a16="http://schemas.microsoft.com/office/drawing/2014/main" id="{5A24F4B9-A102-40B7-A96D-DA114E8F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785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5" y="920880"/>
                </a:lnTo>
                <a:lnTo>
                  <a:pt x="257846" y="920880"/>
                </a:lnTo>
                <a:lnTo>
                  <a:pt x="272184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4" y="2895"/>
                </a:lnTo>
                <a:lnTo>
                  <a:pt x="257846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3" name="path-5292">
            <a:extLst xmlns:a="http://schemas.openxmlformats.org/drawingml/2006/main">
              <a:ext uri="{FF2B5EF4-FFF2-40B4-BE49-F238E27FC236}">
                <a16:creationId xmlns:a16="http://schemas.microsoft.com/office/drawing/2014/main" id="{BCC14D3C-0ADE-4742-82BD-76E2288E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861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6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6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4" name="path-5293">
            <a:extLst xmlns:a="http://schemas.openxmlformats.org/drawingml/2006/main">
              <a:ext uri="{FF2B5EF4-FFF2-40B4-BE49-F238E27FC236}">
                <a16:creationId xmlns:a16="http://schemas.microsoft.com/office/drawing/2014/main" id="{DF70B4DA-43FF-4E41-BED5-4B46D146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861" y="6002115"/>
            <a:ext cx="344783" cy="1077446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5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5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6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6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5" name="path-5294">
            <a:extLst xmlns:a="http://schemas.openxmlformats.org/drawingml/2006/main">
              <a:ext uri="{FF2B5EF4-FFF2-40B4-BE49-F238E27FC236}">
                <a16:creationId xmlns:a16="http://schemas.microsoft.com/office/drawing/2014/main" id="{C3DAF2D9-6ED1-420F-AFF0-9BC8C82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690" y="7014915"/>
            <a:ext cx="387880" cy="387881"/>
          </a:xfrm>
          <a:custGeom xmlns:a="http://schemas.openxmlformats.org/drawingml/2006/main">
            <a:pathLst>
              <a:path w="331516" h="331517">
                <a:moveTo>
                  <a:pt x="0" y="0"/>
                </a:moveTo>
                <a:lnTo>
                  <a:pt x="331516" y="0"/>
                </a:lnTo>
                <a:lnTo>
                  <a:pt x="331516" y="331517"/>
                </a:lnTo>
                <a:lnTo>
                  <a:pt x="0" y="3315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6" name="path-5295">
            <a:extLst xmlns:a="http://schemas.openxmlformats.org/drawingml/2006/main">
              <a:ext uri="{FF2B5EF4-FFF2-40B4-BE49-F238E27FC236}">
                <a16:creationId xmlns:a16="http://schemas.microsoft.com/office/drawing/2014/main" id="{0C373EE5-2B61-40C6-8A03-3E615934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690" y="7014915"/>
            <a:ext cx="387882" cy="387881"/>
          </a:xfrm>
          <a:custGeom xmlns:a="http://schemas.openxmlformats.org/drawingml/2006/main">
            <a:pathLst>
              <a:path w="331518" h="331517">
                <a:moveTo>
                  <a:pt x="331518" y="331517"/>
                </a:moveTo>
                <a:lnTo>
                  <a:pt x="331518" y="0"/>
                </a:lnTo>
                <a:lnTo>
                  <a:pt x="0" y="0"/>
                </a:lnTo>
                <a:lnTo>
                  <a:pt x="0" y="331517"/>
                </a:lnTo>
                <a:lnTo>
                  <a:pt x="331518" y="331517"/>
                </a:lnTo>
                <a:close/>
                <a:moveTo>
                  <a:pt x="294682" y="294682"/>
                </a:moveTo>
                <a:lnTo>
                  <a:pt x="36836" y="294682"/>
                </a:lnTo>
                <a:lnTo>
                  <a:pt x="36836" y="36836"/>
                </a:lnTo>
                <a:lnTo>
                  <a:pt x="294682" y="36836"/>
                </a:lnTo>
                <a:lnTo>
                  <a:pt x="294682" y="2946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7" name="path-5296">
            <a:extLst xmlns:a="http://schemas.openxmlformats.org/drawingml/2006/main">
              <a:ext uri="{FF2B5EF4-FFF2-40B4-BE49-F238E27FC236}">
                <a16:creationId xmlns:a16="http://schemas.microsoft.com/office/drawing/2014/main" id="{76DBA575-D5E4-48A6-90F6-93283D4F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240" y="6519289"/>
            <a:ext cx="485210" cy="420204"/>
          </a:xfrm>
          <a:custGeom xmlns:a="http://schemas.openxmlformats.org/drawingml/2006/main">
            <a:pathLst>
              <a:path w="414703" h="359143">
                <a:moveTo>
                  <a:pt x="207352" y="0"/>
                </a:moveTo>
                <a:lnTo>
                  <a:pt x="414703" y="359143"/>
                </a:lnTo>
                <a:lnTo>
                  <a:pt x="0" y="359143"/>
                </a:lnTo>
                <a:lnTo>
                  <a:pt x="20735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8" name="path-5297">
            <a:extLst xmlns:a="http://schemas.openxmlformats.org/drawingml/2006/main">
              <a:ext uri="{FF2B5EF4-FFF2-40B4-BE49-F238E27FC236}">
                <a16:creationId xmlns:a16="http://schemas.microsoft.com/office/drawing/2014/main" id="{DF416EFC-49E5-4902-925D-3E772795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240" y="6519289"/>
            <a:ext cx="485210" cy="420204"/>
          </a:xfrm>
          <a:custGeom xmlns:a="http://schemas.openxmlformats.org/drawingml/2006/main">
            <a:pathLst>
              <a:path w="414703" h="359143">
                <a:moveTo>
                  <a:pt x="414703" y="359143"/>
                </a:moveTo>
                <a:lnTo>
                  <a:pt x="207351" y="0"/>
                </a:lnTo>
                <a:lnTo>
                  <a:pt x="0" y="359143"/>
                </a:lnTo>
                <a:lnTo>
                  <a:pt x="414703" y="359143"/>
                </a:lnTo>
                <a:close/>
                <a:moveTo>
                  <a:pt x="63801" y="322308"/>
                </a:moveTo>
                <a:lnTo>
                  <a:pt x="207352" y="73671"/>
                </a:lnTo>
                <a:lnTo>
                  <a:pt x="350903" y="322308"/>
                </a:lnTo>
                <a:lnTo>
                  <a:pt x="63801" y="3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9" name="path-5298">
            <a:extLst xmlns:a="http://schemas.openxmlformats.org/drawingml/2006/main">
              <a:ext uri="{FF2B5EF4-FFF2-40B4-BE49-F238E27FC236}">
                <a16:creationId xmlns:a16="http://schemas.microsoft.com/office/drawing/2014/main" id="{1A230DBA-F440-4814-9DA8-7838F3AC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969" y="6940975"/>
            <a:ext cx="22845" cy="83232"/>
          </a:xfrm>
          <a:custGeom xmlns:a="http://schemas.openxmlformats.org/drawingml/2006/main">
            <a:pathLst>
              <a:path w="19525" h="71137">
                <a:moveTo>
                  <a:pt x="9190" y="594"/>
                </a:moveTo>
                <a:lnTo>
                  <a:pt x="9190" y="594"/>
                </a:lnTo>
                <a:lnTo>
                  <a:pt x="0" y="1188"/>
                </a:lnTo>
                <a:lnTo>
                  <a:pt x="613" y="12584"/>
                </a:lnTo>
                <a:lnTo>
                  <a:pt x="983" y="24045"/>
                </a:lnTo>
                <a:lnTo>
                  <a:pt x="1107" y="35569"/>
                </a:lnTo>
                <a:lnTo>
                  <a:pt x="983" y="47092"/>
                </a:lnTo>
                <a:lnTo>
                  <a:pt x="613" y="58553"/>
                </a:lnTo>
                <a:lnTo>
                  <a:pt x="0" y="69950"/>
                </a:lnTo>
                <a:lnTo>
                  <a:pt x="18377" y="71137"/>
                </a:lnTo>
                <a:lnTo>
                  <a:pt x="19235" y="53503"/>
                </a:lnTo>
                <a:lnTo>
                  <a:pt x="19525" y="35569"/>
                </a:lnTo>
                <a:lnTo>
                  <a:pt x="19235" y="17634"/>
                </a:lnTo>
                <a:lnTo>
                  <a:pt x="18377" y="0"/>
                </a:lnTo>
                <a:lnTo>
                  <a:pt x="9190" y="59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0" name="path-5299">
            <a:extLst xmlns:a="http://schemas.openxmlformats.org/drawingml/2006/main">
              <a:ext uri="{FF2B5EF4-FFF2-40B4-BE49-F238E27FC236}">
                <a16:creationId xmlns:a16="http://schemas.microsoft.com/office/drawing/2014/main" id="{E3C08BA9-BFFA-4E99-91FE-DCF03A03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829" y="6778195"/>
            <a:ext cx="41871" cy="84516"/>
          </a:xfrm>
          <a:custGeom xmlns:a="http://schemas.openxmlformats.org/drawingml/2006/main">
            <a:pathLst>
              <a:path w="35787" h="72234">
                <a:moveTo>
                  <a:pt x="5221" y="22159"/>
                </a:moveTo>
                <a:lnTo>
                  <a:pt x="9923" y="38637"/>
                </a:lnTo>
                <a:lnTo>
                  <a:pt x="14096" y="55332"/>
                </a:lnTo>
                <a:lnTo>
                  <a:pt x="17731" y="72234"/>
                </a:lnTo>
                <a:lnTo>
                  <a:pt x="26765" y="70447"/>
                </a:lnTo>
                <a:lnTo>
                  <a:pt x="26765" y="70447"/>
                </a:lnTo>
                <a:lnTo>
                  <a:pt x="35787" y="68662"/>
                </a:lnTo>
                <a:lnTo>
                  <a:pt x="32349" y="52519"/>
                </a:lnTo>
                <a:lnTo>
                  <a:pt x="28222" y="35790"/>
                </a:lnTo>
                <a:lnTo>
                  <a:pt x="23584" y="19269"/>
                </a:lnTo>
                <a:lnTo>
                  <a:pt x="18442" y="2964"/>
                </a:lnTo>
                <a:lnTo>
                  <a:pt x="17403" y="0"/>
                </a:lnTo>
                <a:lnTo>
                  <a:pt x="0" y="5906"/>
                </a:lnTo>
                <a:lnTo>
                  <a:pt x="5221" y="2215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1" name="path-5300">
            <a:extLst xmlns:a="http://schemas.openxmlformats.org/drawingml/2006/main">
              <a:ext uri="{FF2B5EF4-FFF2-40B4-BE49-F238E27FC236}">
                <a16:creationId xmlns:a16="http://schemas.microsoft.com/office/drawing/2014/main" id="{4AB4F6F1-410D-441A-8C7E-C5191875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34" y="6629430"/>
            <a:ext cx="59486" cy="81485"/>
          </a:xfrm>
          <a:custGeom xmlns:a="http://schemas.openxmlformats.org/drawingml/2006/main">
            <a:pathLst>
              <a:path w="50842" h="69645">
                <a:moveTo>
                  <a:pt x="34385" y="69645"/>
                </a:moveTo>
                <a:lnTo>
                  <a:pt x="42641" y="65566"/>
                </a:lnTo>
                <a:lnTo>
                  <a:pt x="42641" y="65566"/>
                </a:lnTo>
                <a:lnTo>
                  <a:pt x="50842" y="61513"/>
                </a:lnTo>
                <a:lnTo>
                  <a:pt x="46174" y="52156"/>
                </a:lnTo>
                <a:lnTo>
                  <a:pt x="38201" y="37341"/>
                </a:lnTo>
                <a:lnTo>
                  <a:pt x="29787" y="22805"/>
                </a:lnTo>
                <a:lnTo>
                  <a:pt x="20941" y="8558"/>
                </a:lnTo>
                <a:lnTo>
                  <a:pt x="15254" y="0"/>
                </a:lnTo>
                <a:lnTo>
                  <a:pt x="7653" y="5089"/>
                </a:lnTo>
                <a:lnTo>
                  <a:pt x="7653" y="5089"/>
                </a:lnTo>
                <a:lnTo>
                  <a:pt x="0" y="10212"/>
                </a:lnTo>
                <a:lnTo>
                  <a:pt x="9300" y="24605"/>
                </a:lnTo>
                <a:lnTo>
                  <a:pt x="18138" y="39315"/>
                </a:lnTo>
                <a:lnTo>
                  <a:pt x="26502" y="54332"/>
                </a:lnTo>
                <a:lnTo>
                  <a:pt x="34385" y="6964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2" name="path-5301">
            <a:extLst xmlns:a="http://schemas.openxmlformats.org/drawingml/2006/main">
              <a:ext uri="{FF2B5EF4-FFF2-40B4-BE49-F238E27FC236}">
                <a16:creationId xmlns:a16="http://schemas.microsoft.com/office/drawing/2014/main" id="{357EFF65-A15C-48BC-82D0-4C019741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050" y="6504669"/>
            <a:ext cx="72993" cy="72992"/>
          </a:xfrm>
          <a:custGeom xmlns:a="http://schemas.openxmlformats.org/drawingml/2006/main">
            <a:pathLst>
              <a:path w="62386" h="62386">
                <a:moveTo>
                  <a:pt x="62386" y="50255"/>
                </a:moveTo>
                <a:lnTo>
                  <a:pt x="60962" y="48595"/>
                </a:lnTo>
                <a:lnTo>
                  <a:pt x="49714" y="36267"/>
                </a:lnTo>
                <a:lnTo>
                  <a:pt x="38097" y="24290"/>
                </a:lnTo>
                <a:lnTo>
                  <a:pt x="26119" y="12673"/>
                </a:lnTo>
                <a:lnTo>
                  <a:pt x="13791" y="1425"/>
                </a:lnTo>
                <a:lnTo>
                  <a:pt x="12130" y="0"/>
                </a:lnTo>
                <a:lnTo>
                  <a:pt x="6075" y="6899"/>
                </a:lnTo>
                <a:lnTo>
                  <a:pt x="0" y="13820"/>
                </a:lnTo>
                <a:lnTo>
                  <a:pt x="12729" y="25364"/>
                </a:lnTo>
                <a:lnTo>
                  <a:pt x="25073" y="37313"/>
                </a:lnTo>
                <a:lnTo>
                  <a:pt x="37022" y="49657"/>
                </a:lnTo>
                <a:lnTo>
                  <a:pt x="48565" y="62386"/>
                </a:lnTo>
                <a:lnTo>
                  <a:pt x="55487" y="56311"/>
                </a:lnTo>
                <a:lnTo>
                  <a:pt x="55487" y="56311"/>
                </a:lnTo>
                <a:lnTo>
                  <a:pt x="62386" y="5025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3" name="path-5302">
            <a:extLst xmlns:a="http://schemas.openxmlformats.org/drawingml/2006/main">
              <a:ext uri="{FF2B5EF4-FFF2-40B4-BE49-F238E27FC236}">
                <a16:creationId xmlns:a16="http://schemas.microsoft.com/office/drawing/2014/main" id="{222E9F14-D2BB-4E95-A003-258DF0B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796" y="6412391"/>
            <a:ext cx="81486" cy="59485"/>
          </a:xfrm>
          <a:custGeom xmlns:a="http://schemas.openxmlformats.org/drawingml/2006/main">
            <a:pathLst>
              <a:path w="69645" h="50841">
                <a:moveTo>
                  <a:pt x="0" y="16457"/>
                </a:moveTo>
                <a:lnTo>
                  <a:pt x="15313" y="24339"/>
                </a:lnTo>
                <a:lnTo>
                  <a:pt x="30329" y="32704"/>
                </a:lnTo>
                <a:lnTo>
                  <a:pt x="45039" y="41542"/>
                </a:lnTo>
                <a:lnTo>
                  <a:pt x="59433" y="50841"/>
                </a:lnTo>
                <a:lnTo>
                  <a:pt x="69645" y="35588"/>
                </a:lnTo>
                <a:lnTo>
                  <a:pt x="61087" y="29901"/>
                </a:lnTo>
                <a:lnTo>
                  <a:pt x="46840" y="21055"/>
                </a:lnTo>
                <a:lnTo>
                  <a:pt x="32304" y="12641"/>
                </a:lnTo>
                <a:lnTo>
                  <a:pt x="17489" y="4668"/>
                </a:lnTo>
                <a:lnTo>
                  <a:pt x="8130" y="0"/>
                </a:lnTo>
                <a:lnTo>
                  <a:pt x="0" y="1645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4" name="path-5303">
            <a:extLst xmlns:a="http://schemas.openxmlformats.org/drawingml/2006/main">
              <a:ext uri="{FF2B5EF4-FFF2-40B4-BE49-F238E27FC236}">
                <a16:creationId xmlns:a16="http://schemas.microsoft.com/office/drawing/2014/main" id="{B1612F0E-9568-4720-98EF-0764A5F0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002" y="6359012"/>
            <a:ext cx="84515" cy="41871"/>
          </a:xfrm>
          <a:custGeom xmlns:a="http://schemas.openxmlformats.org/drawingml/2006/main">
            <a:pathLst>
              <a:path w="72234" h="35787">
                <a:moveTo>
                  <a:pt x="16902" y="21691"/>
                </a:moveTo>
                <a:lnTo>
                  <a:pt x="33596" y="25865"/>
                </a:lnTo>
                <a:lnTo>
                  <a:pt x="50075" y="30566"/>
                </a:lnTo>
                <a:lnTo>
                  <a:pt x="66327" y="35787"/>
                </a:lnTo>
                <a:lnTo>
                  <a:pt x="69287" y="27066"/>
                </a:lnTo>
                <a:lnTo>
                  <a:pt x="69288" y="27066"/>
                </a:lnTo>
                <a:lnTo>
                  <a:pt x="72234" y="18384"/>
                </a:lnTo>
                <a:lnTo>
                  <a:pt x="69270" y="17345"/>
                </a:lnTo>
                <a:lnTo>
                  <a:pt x="52965" y="12203"/>
                </a:lnTo>
                <a:lnTo>
                  <a:pt x="36444" y="7564"/>
                </a:lnTo>
                <a:lnTo>
                  <a:pt x="19715" y="3438"/>
                </a:lnTo>
                <a:lnTo>
                  <a:pt x="3572" y="0"/>
                </a:lnTo>
                <a:lnTo>
                  <a:pt x="1786" y="9022"/>
                </a:lnTo>
                <a:lnTo>
                  <a:pt x="1787" y="9022"/>
                </a:lnTo>
                <a:lnTo>
                  <a:pt x="0" y="18056"/>
                </a:lnTo>
                <a:lnTo>
                  <a:pt x="16902" y="2169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5" name="path-5304">
            <a:extLst xmlns:a="http://schemas.openxmlformats.org/drawingml/2006/main">
              <a:ext uri="{FF2B5EF4-FFF2-40B4-BE49-F238E27FC236}">
                <a16:creationId xmlns:a16="http://schemas.microsoft.com/office/drawing/2014/main" id="{CD613AA2-388F-41EE-9924-29826C2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505" y="6346898"/>
            <a:ext cx="83232" cy="22844"/>
          </a:xfrm>
          <a:custGeom xmlns:a="http://schemas.openxmlformats.org/drawingml/2006/main">
            <a:pathLst>
              <a:path w="71137" h="19525">
                <a:moveTo>
                  <a:pt x="71137" y="1148"/>
                </a:moveTo>
                <a:lnTo>
                  <a:pt x="53503" y="290"/>
                </a:lnTo>
                <a:lnTo>
                  <a:pt x="35569" y="0"/>
                </a:lnTo>
                <a:lnTo>
                  <a:pt x="17634" y="290"/>
                </a:lnTo>
                <a:lnTo>
                  <a:pt x="0" y="1148"/>
                </a:lnTo>
                <a:lnTo>
                  <a:pt x="594" y="10336"/>
                </a:lnTo>
                <a:lnTo>
                  <a:pt x="594" y="10336"/>
                </a:lnTo>
                <a:lnTo>
                  <a:pt x="1187" y="19525"/>
                </a:lnTo>
                <a:lnTo>
                  <a:pt x="12584" y="18912"/>
                </a:lnTo>
                <a:lnTo>
                  <a:pt x="24045" y="18542"/>
                </a:lnTo>
                <a:lnTo>
                  <a:pt x="35569" y="18418"/>
                </a:lnTo>
                <a:lnTo>
                  <a:pt x="47092" y="18542"/>
                </a:lnTo>
                <a:lnTo>
                  <a:pt x="58553" y="18912"/>
                </a:lnTo>
                <a:lnTo>
                  <a:pt x="69950" y="19525"/>
                </a:lnTo>
                <a:lnTo>
                  <a:pt x="70544" y="10336"/>
                </a:lnTo>
                <a:lnTo>
                  <a:pt x="70544" y="10336"/>
                </a:lnTo>
                <a:lnTo>
                  <a:pt x="71137" y="114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6" name="path-5305">
            <a:extLst xmlns:a="http://schemas.openxmlformats.org/drawingml/2006/main">
              <a:ext uri="{FF2B5EF4-FFF2-40B4-BE49-F238E27FC236}">
                <a16:creationId xmlns:a16="http://schemas.microsoft.com/office/drawing/2014/main" id="{E133E985-19A3-45D8-900E-DB7985E3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724" y="6359012"/>
            <a:ext cx="84515" cy="41871"/>
          </a:xfrm>
          <a:custGeom xmlns:a="http://schemas.openxmlformats.org/drawingml/2006/main">
            <a:pathLst>
              <a:path w="72234" h="35787">
                <a:moveTo>
                  <a:pt x="5906" y="35787"/>
                </a:moveTo>
                <a:lnTo>
                  <a:pt x="22159" y="30566"/>
                </a:lnTo>
                <a:lnTo>
                  <a:pt x="38637" y="25865"/>
                </a:lnTo>
                <a:lnTo>
                  <a:pt x="55332" y="21691"/>
                </a:lnTo>
                <a:lnTo>
                  <a:pt x="72234" y="18056"/>
                </a:lnTo>
                <a:lnTo>
                  <a:pt x="70447" y="9022"/>
                </a:lnTo>
                <a:lnTo>
                  <a:pt x="70447" y="9022"/>
                </a:lnTo>
                <a:lnTo>
                  <a:pt x="68662" y="0"/>
                </a:lnTo>
                <a:lnTo>
                  <a:pt x="52519" y="3438"/>
                </a:lnTo>
                <a:lnTo>
                  <a:pt x="35790" y="7564"/>
                </a:lnTo>
                <a:lnTo>
                  <a:pt x="19269" y="12203"/>
                </a:lnTo>
                <a:lnTo>
                  <a:pt x="2964" y="17345"/>
                </a:lnTo>
                <a:lnTo>
                  <a:pt x="0" y="18384"/>
                </a:lnTo>
                <a:lnTo>
                  <a:pt x="5906" y="3578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7" name="path-5306">
            <a:extLst xmlns:a="http://schemas.openxmlformats.org/drawingml/2006/main">
              <a:ext uri="{FF2B5EF4-FFF2-40B4-BE49-F238E27FC236}">
                <a16:creationId xmlns:a16="http://schemas.microsoft.com/office/drawing/2014/main" id="{1CB61830-83C5-4134-A179-B27A3E96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959" y="6412392"/>
            <a:ext cx="81486" cy="59485"/>
          </a:xfrm>
          <a:custGeom xmlns:a="http://schemas.openxmlformats.org/drawingml/2006/main">
            <a:pathLst>
              <a:path w="69645" h="50841">
                <a:moveTo>
                  <a:pt x="39315" y="32704"/>
                </a:moveTo>
                <a:lnTo>
                  <a:pt x="54332" y="24339"/>
                </a:lnTo>
                <a:lnTo>
                  <a:pt x="69645" y="16457"/>
                </a:lnTo>
                <a:lnTo>
                  <a:pt x="61514" y="0"/>
                </a:lnTo>
                <a:lnTo>
                  <a:pt x="52156" y="4667"/>
                </a:lnTo>
                <a:lnTo>
                  <a:pt x="37341" y="12641"/>
                </a:lnTo>
                <a:lnTo>
                  <a:pt x="22806" y="21055"/>
                </a:lnTo>
                <a:lnTo>
                  <a:pt x="8559" y="29901"/>
                </a:lnTo>
                <a:lnTo>
                  <a:pt x="0" y="35587"/>
                </a:lnTo>
                <a:lnTo>
                  <a:pt x="5089" y="43189"/>
                </a:lnTo>
                <a:lnTo>
                  <a:pt x="5089" y="43189"/>
                </a:lnTo>
                <a:lnTo>
                  <a:pt x="10213" y="50841"/>
                </a:lnTo>
                <a:lnTo>
                  <a:pt x="24605" y="41541"/>
                </a:lnTo>
                <a:lnTo>
                  <a:pt x="39315" y="3270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8" name="path-5307">
            <a:extLst xmlns:a="http://schemas.openxmlformats.org/drawingml/2006/main">
              <a:ext uri="{FF2B5EF4-FFF2-40B4-BE49-F238E27FC236}">
                <a16:creationId xmlns:a16="http://schemas.microsoft.com/office/drawing/2014/main" id="{83B62EB4-0212-4426-A3A7-2270A065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198" y="6504669"/>
            <a:ext cx="72992" cy="72992"/>
          </a:xfrm>
          <a:custGeom xmlns:a="http://schemas.openxmlformats.org/drawingml/2006/main">
            <a:pathLst>
              <a:path w="62385" h="62386">
                <a:moveTo>
                  <a:pt x="6899" y="56311"/>
                </a:moveTo>
                <a:lnTo>
                  <a:pt x="6900" y="56311"/>
                </a:lnTo>
                <a:lnTo>
                  <a:pt x="13821" y="62386"/>
                </a:lnTo>
                <a:lnTo>
                  <a:pt x="25364" y="49657"/>
                </a:lnTo>
                <a:lnTo>
                  <a:pt x="37313" y="37313"/>
                </a:lnTo>
                <a:lnTo>
                  <a:pt x="49657" y="25364"/>
                </a:lnTo>
                <a:lnTo>
                  <a:pt x="62385" y="13820"/>
                </a:lnTo>
                <a:lnTo>
                  <a:pt x="56312" y="6900"/>
                </a:lnTo>
                <a:lnTo>
                  <a:pt x="56312" y="6900"/>
                </a:lnTo>
                <a:lnTo>
                  <a:pt x="50256" y="0"/>
                </a:lnTo>
                <a:lnTo>
                  <a:pt x="48595" y="1425"/>
                </a:lnTo>
                <a:lnTo>
                  <a:pt x="36267" y="12673"/>
                </a:lnTo>
                <a:lnTo>
                  <a:pt x="24290" y="24290"/>
                </a:lnTo>
                <a:lnTo>
                  <a:pt x="12673" y="36267"/>
                </a:lnTo>
                <a:lnTo>
                  <a:pt x="1425" y="48595"/>
                </a:lnTo>
                <a:lnTo>
                  <a:pt x="0" y="50256"/>
                </a:lnTo>
                <a:lnTo>
                  <a:pt x="6899" y="5631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9" name="path-5308">
            <a:extLst xmlns:a="http://schemas.openxmlformats.org/drawingml/2006/main">
              <a:ext uri="{FF2B5EF4-FFF2-40B4-BE49-F238E27FC236}">
                <a16:creationId xmlns:a16="http://schemas.microsoft.com/office/drawing/2014/main" id="{5EEF32FF-C4F9-40D0-A75A-261E4C87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921" y="6629430"/>
            <a:ext cx="59486" cy="81485"/>
          </a:xfrm>
          <a:custGeom xmlns:a="http://schemas.openxmlformats.org/drawingml/2006/main">
            <a:pathLst>
              <a:path w="50842" h="69645">
                <a:moveTo>
                  <a:pt x="43189" y="5089"/>
                </a:moveTo>
                <a:lnTo>
                  <a:pt x="43189" y="5089"/>
                </a:lnTo>
                <a:lnTo>
                  <a:pt x="35587" y="0"/>
                </a:lnTo>
                <a:lnTo>
                  <a:pt x="29901" y="8558"/>
                </a:lnTo>
                <a:lnTo>
                  <a:pt x="21055" y="22805"/>
                </a:lnTo>
                <a:lnTo>
                  <a:pt x="12641" y="37341"/>
                </a:lnTo>
                <a:lnTo>
                  <a:pt x="4667" y="52156"/>
                </a:lnTo>
                <a:lnTo>
                  <a:pt x="0" y="61513"/>
                </a:lnTo>
                <a:lnTo>
                  <a:pt x="8201" y="65566"/>
                </a:lnTo>
                <a:lnTo>
                  <a:pt x="8201" y="65566"/>
                </a:lnTo>
                <a:lnTo>
                  <a:pt x="16457" y="69645"/>
                </a:lnTo>
                <a:lnTo>
                  <a:pt x="24339" y="54332"/>
                </a:lnTo>
                <a:lnTo>
                  <a:pt x="32704" y="39315"/>
                </a:lnTo>
                <a:lnTo>
                  <a:pt x="41541" y="24605"/>
                </a:lnTo>
                <a:lnTo>
                  <a:pt x="50842" y="10212"/>
                </a:lnTo>
                <a:lnTo>
                  <a:pt x="43189" y="508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0" name="path-5309">
            <a:extLst xmlns:a="http://schemas.openxmlformats.org/drawingml/2006/main">
              <a:ext uri="{FF2B5EF4-FFF2-40B4-BE49-F238E27FC236}">
                <a16:creationId xmlns:a16="http://schemas.microsoft.com/office/drawing/2014/main" id="{3108DED1-ACC4-41D6-B18B-92A57ECA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541" y="6778195"/>
            <a:ext cx="41871" cy="84515"/>
          </a:xfrm>
          <a:custGeom xmlns:a="http://schemas.openxmlformats.org/drawingml/2006/main">
            <a:pathLst>
              <a:path w="35787" h="72234">
                <a:moveTo>
                  <a:pt x="9022" y="70447"/>
                </a:moveTo>
                <a:lnTo>
                  <a:pt x="18056" y="72234"/>
                </a:lnTo>
                <a:lnTo>
                  <a:pt x="21691" y="55332"/>
                </a:lnTo>
                <a:lnTo>
                  <a:pt x="25864" y="38637"/>
                </a:lnTo>
                <a:lnTo>
                  <a:pt x="30566" y="22158"/>
                </a:lnTo>
                <a:lnTo>
                  <a:pt x="35787" y="5906"/>
                </a:lnTo>
                <a:lnTo>
                  <a:pt x="18384" y="0"/>
                </a:lnTo>
                <a:lnTo>
                  <a:pt x="17345" y="2964"/>
                </a:lnTo>
                <a:lnTo>
                  <a:pt x="12203" y="19268"/>
                </a:lnTo>
                <a:lnTo>
                  <a:pt x="7565" y="35790"/>
                </a:lnTo>
                <a:lnTo>
                  <a:pt x="3438" y="52519"/>
                </a:lnTo>
                <a:lnTo>
                  <a:pt x="0" y="68662"/>
                </a:lnTo>
                <a:lnTo>
                  <a:pt x="9022" y="7044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1" name="path-5310">
            <a:extLst xmlns:a="http://schemas.openxmlformats.org/drawingml/2006/main">
              <a:ext uri="{FF2B5EF4-FFF2-40B4-BE49-F238E27FC236}">
                <a16:creationId xmlns:a16="http://schemas.microsoft.com/office/drawing/2014/main" id="{9EEABD48-E2E1-4242-821E-12E94832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427" y="6940975"/>
            <a:ext cx="22845" cy="83232"/>
          </a:xfrm>
          <a:custGeom xmlns:a="http://schemas.openxmlformats.org/drawingml/2006/main">
            <a:pathLst>
              <a:path w="19525" h="71137">
                <a:moveTo>
                  <a:pt x="19525" y="69950"/>
                </a:moveTo>
                <a:lnTo>
                  <a:pt x="18912" y="58553"/>
                </a:lnTo>
                <a:lnTo>
                  <a:pt x="18541" y="47092"/>
                </a:lnTo>
                <a:lnTo>
                  <a:pt x="18417" y="35569"/>
                </a:lnTo>
                <a:lnTo>
                  <a:pt x="18541" y="24045"/>
                </a:lnTo>
                <a:lnTo>
                  <a:pt x="18912" y="12584"/>
                </a:lnTo>
                <a:lnTo>
                  <a:pt x="19525" y="1188"/>
                </a:lnTo>
                <a:lnTo>
                  <a:pt x="10335" y="594"/>
                </a:lnTo>
                <a:lnTo>
                  <a:pt x="10335" y="594"/>
                </a:lnTo>
                <a:lnTo>
                  <a:pt x="1148" y="0"/>
                </a:lnTo>
                <a:lnTo>
                  <a:pt x="290" y="17634"/>
                </a:lnTo>
                <a:lnTo>
                  <a:pt x="0" y="35569"/>
                </a:lnTo>
                <a:lnTo>
                  <a:pt x="290" y="53503"/>
                </a:lnTo>
                <a:lnTo>
                  <a:pt x="1148" y="71137"/>
                </a:lnTo>
                <a:lnTo>
                  <a:pt x="19525" y="6995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2" name="path-5311">
            <a:extLst xmlns:a="http://schemas.openxmlformats.org/drawingml/2006/main">
              <a:ext uri="{FF2B5EF4-FFF2-40B4-BE49-F238E27FC236}">
                <a16:creationId xmlns:a16="http://schemas.microsoft.com/office/drawing/2014/main" id="{6244D9F2-3F32-46E7-92AC-77BFDF26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541" y="7102473"/>
            <a:ext cx="41871" cy="84515"/>
          </a:xfrm>
          <a:custGeom xmlns:a="http://schemas.openxmlformats.org/drawingml/2006/main">
            <a:pathLst>
              <a:path w="35787" h="72234">
                <a:moveTo>
                  <a:pt x="18056" y="0"/>
                </a:moveTo>
                <a:lnTo>
                  <a:pt x="9022" y="1787"/>
                </a:lnTo>
                <a:lnTo>
                  <a:pt x="9022" y="1787"/>
                </a:lnTo>
                <a:lnTo>
                  <a:pt x="0" y="3571"/>
                </a:lnTo>
                <a:lnTo>
                  <a:pt x="3438" y="19715"/>
                </a:lnTo>
                <a:lnTo>
                  <a:pt x="7565" y="36444"/>
                </a:lnTo>
                <a:lnTo>
                  <a:pt x="12203" y="52965"/>
                </a:lnTo>
                <a:lnTo>
                  <a:pt x="17345" y="69270"/>
                </a:lnTo>
                <a:lnTo>
                  <a:pt x="18384" y="72234"/>
                </a:lnTo>
                <a:lnTo>
                  <a:pt x="27066" y="69288"/>
                </a:lnTo>
                <a:lnTo>
                  <a:pt x="27066" y="69287"/>
                </a:lnTo>
                <a:lnTo>
                  <a:pt x="35787" y="66328"/>
                </a:lnTo>
                <a:lnTo>
                  <a:pt x="30566" y="50075"/>
                </a:lnTo>
                <a:lnTo>
                  <a:pt x="25864" y="33597"/>
                </a:lnTo>
                <a:lnTo>
                  <a:pt x="21691" y="16902"/>
                </a:lnTo>
                <a:lnTo>
                  <a:pt x="18056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3" name="path-5312">
            <a:extLst xmlns:a="http://schemas.openxmlformats.org/drawingml/2006/main">
              <a:ext uri="{FF2B5EF4-FFF2-40B4-BE49-F238E27FC236}">
                <a16:creationId xmlns:a16="http://schemas.microsoft.com/office/drawing/2014/main" id="{9E026447-FD45-4F74-AAAF-765522B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921" y="7254267"/>
            <a:ext cx="59486" cy="81486"/>
          </a:xfrm>
          <a:custGeom xmlns:a="http://schemas.openxmlformats.org/drawingml/2006/main">
            <a:pathLst>
              <a:path w="50842" h="69645">
                <a:moveTo>
                  <a:pt x="41541" y="45040"/>
                </a:moveTo>
                <a:lnTo>
                  <a:pt x="32704" y="30330"/>
                </a:lnTo>
                <a:lnTo>
                  <a:pt x="24339" y="15313"/>
                </a:lnTo>
                <a:lnTo>
                  <a:pt x="16457" y="0"/>
                </a:lnTo>
                <a:lnTo>
                  <a:pt x="0" y="8131"/>
                </a:lnTo>
                <a:lnTo>
                  <a:pt x="4667" y="17489"/>
                </a:lnTo>
                <a:lnTo>
                  <a:pt x="12641" y="32304"/>
                </a:lnTo>
                <a:lnTo>
                  <a:pt x="21055" y="46840"/>
                </a:lnTo>
                <a:lnTo>
                  <a:pt x="29901" y="61087"/>
                </a:lnTo>
                <a:lnTo>
                  <a:pt x="35587" y="69645"/>
                </a:lnTo>
                <a:lnTo>
                  <a:pt x="43189" y="64556"/>
                </a:lnTo>
                <a:lnTo>
                  <a:pt x="50842" y="59433"/>
                </a:lnTo>
                <a:lnTo>
                  <a:pt x="41541" y="4504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4" name="path-5313">
            <a:extLst xmlns:a="http://schemas.openxmlformats.org/drawingml/2006/main">
              <a:ext uri="{FF2B5EF4-FFF2-40B4-BE49-F238E27FC236}">
                <a16:creationId xmlns:a16="http://schemas.microsoft.com/office/drawing/2014/main" id="{52AD39EC-1F4D-452C-B262-42A59FC8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198" y="7387522"/>
            <a:ext cx="72991" cy="72992"/>
          </a:xfrm>
          <a:custGeom xmlns:a="http://schemas.openxmlformats.org/drawingml/2006/main">
            <a:pathLst>
              <a:path w="62385" h="62386">
                <a:moveTo>
                  <a:pt x="56311" y="55486"/>
                </a:moveTo>
                <a:lnTo>
                  <a:pt x="56311" y="55486"/>
                </a:lnTo>
                <a:lnTo>
                  <a:pt x="62385" y="48565"/>
                </a:lnTo>
                <a:lnTo>
                  <a:pt x="49657" y="37022"/>
                </a:lnTo>
                <a:lnTo>
                  <a:pt x="37313" y="25073"/>
                </a:lnTo>
                <a:lnTo>
                  <a:pt x="25364" y="12729"/>
                </a:lnTo>
                <a:lnTo>
                  <a:pt x="13821" y="0"/>
                </a:lnTo>
                <a:lnTo>
                  <a:pt x="6899" y="6075"/>
                </a:lnTo>
                <a:lnTo>
                  <a:pt x="6899" y="6075"/>
                </a:lnTo>
                <a:lnTo>
                  <a:pt x="0" y="12130"/>
                </a:lnTo>
                <a:lnTo>
                  <a:pt x="1424" y="13791"/>
                </a:lnTo>
                <a:lnTo>
                  <a:pt x="12672" y="26119"/>
                </a:lnTo>
                <a:lnTo>
                  <a:pt x="24289" y="38096"/>
                </a:lnTo>
                <a:lnTo>
                  <a:pt x="36267" y="49713"/>
                </a:lnTo>
                <a:lnTo>
                  <a:pt x="48595" y="60961"/>
                </a:lnTo>
                <a:lnTo>
                  <a:pt x="50256" y="62386"/>
                </a:lnTo>
                <a:lnTo>
                  <a:pt x="56311" y="55486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5" name="path-5314">
            <a:extLst xmlns:a="http://schemas.openxmlformats.org/drawingml/2006/main">
              <a:ext uri="{FF2B5EF4-FFF2-40B4-BE49-F238E27FC236}">
                <a16:creationId xmlns:a16="http://schemas.microsoft.com/office/drawing/2014/main" id="{8FC00A23-CC1B-47B0-8089-CD0D7437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959" y="7493306"/>
            <a:ext cx="81486" cy="59485"/>
          </a:xfrm>
          <a:custGeom xmlns:a="http://schemas.openxmlformats.org/drawingml/2006/main">
            <a:pathLst>
              <a:path w="69645" h="50841">
                <a:moveTo>
                  <a:pt x="5089" y="7652"/>
                </a:moveTo>
                <a:lnTo>
                  <a:pt x="0" y="15254"/>
                </a:lnTo>
                <a:lnTo>
                  <a:pt x="8558" y="20940"/>
                </a:lnTo>
                <a:lnTo>
                  <a:pt x="22805" y="29786"/>
                </a:lnTo>
                <a:lnTo>
                  <a:pt x="37341" y="38200"/>
                </a:lnTo>
                <a:lnTo>
                  <a:pt x="52156" y="46174"/>
                </a:lnTo>
                <a:lnTo>
                  <a:pt x="61514" y="50841"/>
                </a:lnTo>
                <a:lnTo>
                  <a:pt x="65566" y="42641"/>
                </a:lnTo>
                <a:lnTo>
                  <a:pt x="65566" y="42641"/>
                </a:lnTo>
                <a:lnTo>
                  <a:pt x="69645" y="34384"/>
                </a:lnTo>
                <a:lnTo>
                  <a:pt x="54332" y="26502"/>
                </a:lnTo>
                <a:lnTo>
                  <a:pt x="39315" y="18137"/>
                </a:lnTo>
                <a:lnTo>
                  <a:pt x="24605" y="9300"/>
                </a:lnTo>
                <a:lnTo>
                  <a:pt x="10212" y="0"/>
                </a:lnTo>
                <a:lnTo>
                  <a:pt x="5089" y="7652"/>
                </a:lnTo>
                <a:lnTo>
                  <a:pt x="5089" y="765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6" name="path-5315">
            <a:extLst xmlns:a="http://schemas.openxmlformats.org/drawingml/2006/main">
              <a:ext uri="{FF2B5EF4-FFF2-40B4-BE49-F238E27FC236}">
                <a16:creationId xmlns:a16="http://schemas.microsoft.com/office/drawing/2014/main" id="{42C99838-78AE-4C69-8D57-337C7103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724" y="7564300"/>
            <a:ext cx="84515" cy="41871"/>
          </a:xfrm>
          <a:custGeom xmlns:a="http://schemas.openxmlformats.org/drawingml/2006/main">
            <a:pathLst>
              <a:path w="72234" h="35786">
                <a:moveTo>
                  <a:pt x="0" y="17402"/>
                </a:moveTo>
                <a:lnTo>
                  <a:pt x="2964" y="18441"/>
                </a:lnTo>
                <a:lnTo>
                  <a:pt x="19269" y="23583"/>
                </a:lnTo>
                <a:lnTo>
                  <a:pt x="35790" y="28222"/>
                </a:lnTo>
                <a:lnTo>
                  <a:pt x="52519" y="32348"/>
                </a:lnTo>
                <a:lnTo>
                  <a:pt x="68662" y="35786"/>
                </a:lnTo>
                <a:lnTo>
                  <a:pt x="70447" y="26765"/>
                </a:lnTo>
                <a:lnTo>
                  <a:pt x="72234" y="17731"/>
                </a:lnTo>
                <a:lnTo>
                  <a:pt x="55332" y="14095"/>
                </a:lnTo>
                <a:lnTo>
                  <a:pt x="38637" y="9922"/>
                </a:lnTo>
                <a:lnTo>
                  <a:pt x="22159" y="5220"/>
                </a:lnTo>
                <a:lnTo>
                  <a:pt x="5906" y="0"/>
                </a:lnTo>
                <a:lnTo>
                  <a:pt x="2946" y="8720"/>
                </a:lnTo>
                <a:lnTo>
                  <a:pt x="0" y="1740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7" name="path-5316">
            <a:extLst xmlns:a="http://schemas.openxmlformats.org/drawingml/2006/main">
              <a:ext uri="{FF2B5EF4-FFF2-40B4-BE49-F238E27FC236}">
                <a16:creationId xmlns:a16="http://schemas.microsoft.com/office/drawing/2014/main" id="{3BC6FF00-8990-4CD4-8682-D63855F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505" y="7595440"/>
            <a:ext cx="83232" cy="22844"/>
          </a:xfrm>
          <a:custGeom xmlns:a="http://schemas.openxmlformats.org/drawingml/2006/main">
            <a:pathLst>
              <a:path w="71137" h="19525">
                <a:moveTo>
                  <a:pt x="70544" y="9190"/>
                </a:moveTo>
                <a:lnTo>
                  <a:pt x="69950" y="0"/>
                </a:lnTo>
                <a:lnTo>
                  <a:pt x="58553" y="613"/>
                </a:lnTo>
                <a:lnTo>
                  <a:pt x="47092" y="983"/>
                </a:lnTo>
                <a:lnTo>
                  <a:pt x="35569" y="1107"/>
                </a:lnTo>
                <a:lnTo>
                  <a:pt x="24045" y="983"/>
                </a:lnTo>
                <a:lnTo>
                  <a:pt x="12584" y="613"/>
                </a:lnTo>
                <a:lnTo>
                  <a:pt x="1187" y="0"/>
                </a:lnTo>
                <a:lnTo>
                  <a:pt x="594" y="9190"/>
                </a:lnTo>
                <a:lnTo>
                  <a:pt x="0" y="18377"/>
                </a:lnTo>
                <a:lnTo>
                  <a:pt x="17634" y="19234"/>
                </a:lnTo>
                <a:lnTo>
                  <a:pt x="35569" y="19525"/>
                </a:lnTo>
                <a:lnTo>
                  <a:pt x="53503" y="19234"/>
                </a:lnTo>
                <a:lnTo>
                  <a:pt x="71137" y="18377"/>
                </a:lnTo>
                <a:lnTo>
                  <a:pt x="70544" y="919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8" name="path-5317">
            <a:extLst xmlns:a="http://schemas.openxmlformats.org/drawingml/2006/main">
              <a:ext uri="{FF2B5EF4-FFF2-40B4-BE49-F238E27FC236}">
                <a16:creationId xmlns:a16="http://schemas.microsoft.com/office/drawing/2014/main" id="{EB4A381D-AB62-4E6F-9084-522AFD9A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002" y="7564300"/>
            <a:ext cx="84515" cy="41871"/>
          </a:xfrm>
          <a:custGeom xmlns:a="http://schemas.openxmlformats.org/drawingml/2006/main">
            <a:pathLst>
              <a:path w="72234" h="35786">
                <a:moveTo>
                  <a:pt x="1787" y="26765"/>
                </a:moveTo>
                <a:lnTo>
                  <a:pt x="3572" y="35786"/>
                </a:lnTo>
                <a:lnTo>
                  <a:pt x="19715" y="32348"/>
                </a:lnTo>
                <a:lnTo>
                  <a:pt x="36444" y="28222"/>
                </a:lnTo>
                <a:lnTo>
                  <a:pt x="52965" y="23583"/>
                </a:lnTo>
                <a:lnTo>
                  <a:pt x="69270" y="18441"/>
                </a:lnTo>
                <a:lnTo>
                  <a:pt x="72234" y="17402"/>
                </a:lnTo>
                <a:lnTo>
                  <a:pt x="69288" y="8720"/>
                </a:lnTo>
                <a:lnTo>
                  <a:pt x="66328" y="0"/>
                </a:lnTo>
                <a:lnTo>
                  <a:pt x="50075" y="5220"/>
                </a:lnTo>
                <a:lnTo>
                  <a:pt x="33597" y="9922"/>
                </a:lnTo>
                <a:lnTo>
                  <a:pt x="16902" y="14095"/>
                </a:lnTo>
                <a:lnTo>
                  <a:pt x="0" y="17731"/>
                </a:lnTo>
                <a:lnTo>
                  <a:pt x="1787" y="2676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9" name="path-5318">
            <a:extLst xmlns:a="http://schemas.openxmlformats.org/drawingml/2006/main">
              <a:ext uri="{FF2B5EF4-FFF2-40B4-BE49-F238E27FC236}">
                <a16:creationId xmlns:a16="http://schemas.microsoft.com/office/drawing/2014/main" id="{A22FA10E-B01C-4D3A-B333-DE3E9BD9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796" y="7493306"/>
            <a:ext cx="81486" cy="59485"/>
          </a:xfrm>
          <a:custGeom xmlns:a="http://schemas.openxmlformats.org/drawingml/2006/main">
            <a:pathLst>
              <a:path w="69645" h="50841">
                <a:moveTo>
                  <a:pt x="59433" y="0"/>
                </a:moveTo>
                <a:lnTo>
                  <a:pt x="45039" y="9300"/>
                </a:lnTo>
                <a:lnTo>
                  <a:pt x="30329" y="18137"/>
                </a:lnTo>
                <a:lnTo>
                  <a:pt x="15313" y="26502"/>
                </a:lnTo>
                <a:lnTo>
                  <a:pt x="0" y="34384"/>
                </a:lnTo>
                <a:lnTo>
                  <a:pt x="8131" y="50841"/>
                </a:lnTo>
                <a:lnTo>
                  <a:pt x="17489" y="46174"/>
                </a:lnTo>
                <a:lnTo>
                  <a:pt x="32304" y="38200"/>
                </a:lnTo>
                <a:lnTo>
                  <a:pt x="46840" y="29786"/>
                </a:lnTo>
                <a:lnTo>
                  <a:pt x="61087" y="20940"/>
                </a:lnTo>
                <a:lnTo>
                  <a:pt x="69645" y="15254"/>
                </a:lnTo>
                <a:lnTo>
                  <a:pt x="5943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0" name="path-5319">
            <a:extLst xmlns:a="http://schemas.openxmlformats.org/drawingml/2006/main">
              <a:ext uri="{FF2B5EF4-FFF2-40B4-BE49-F238E27FC236}">
                <a16:creationId xmlns:a16="http://schemas.microsoft.com/office/drawing/2014/main" id="{2885795C-7885-4882-A751-A2727EB1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050" y="7387522"/>
            <a:ext cx="72993" cy="72992"/>
          </a:xfrm>
          <a:custGeom xmlns:a="http://schemas.openxmlformats.org/drawingml/2006/main">
            <a:pathLst>
              <a:path w="62386" h="62386">
                <a:moveTo>
                  <a:pt x="25073" y="25073"/>
                </a:moveTo>
                <a:lnTo>
                  <a:pt x="12729" y="37022"/>
                </a:lnTo>
                <a:lnTo>
                  <a:pt x="0" y="48565"/>
                </a:lnTo>
                <a:lnTo>
                  <a:pt x="6075" y="55486"/>
                </a:lnTo>
                <a:lnTo>
                  <a:pt x="12131" y="62386"/>
                </a:lnTo>
                <a:lnTo>
                  <a:pt x="13791" y="60961"/>
                </a:lnTo>
                <a:lnTo>
                  <a:pt x="26119" y="49713"/>
                </a:lnTo>
                <a:lnTo>
                  <a:pt x="38097" y="38096"/>
                </a:lnTo>
                <a:lnTo>
                  <a:pt x="49714" y="26119"/>
                </a:lnTo>
                <a:lnTo>
                  <a:pt x="60962" y="13791"/>
                </a:lnTo>
                <a:lnTo>
                  <a:pt x="62386" y="12130"/>
                </a:lnTo>
                <a:lnTo>
                  <a:pt x="55487" y="6075"/>
                </a:lnTo>
                <a:lnTo>
                  <a:pt x="55487" y="6075"/>
                </a:lnTo>
                <a:lnTo>
                  <a:pt x="48565" y="0"/>
                </a:lnTo>
                <a:lnTo>
                  <a:pt x="37022" y="12729"/>
                </a:lnTo>
                <a:lnTo>
                  <a:pt x="25073" y="2507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1" name="path-5320">
            <a:extLst xmlns:a="http://schemas.openxmlformats.org/drawingml/2006/main">
              <a:ext uri="{FF2B5EF4-FFF2-40B4-BE49-F238E27FC236}">
                <a16:creationId xmlns:a16="http://schemas.microsoft.com/office/drawing/2014/main" id="{F2B081D4-ADF1-48D8-AEA1-96ED6225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34" y="7254267"/>
            <a:ext cx="59486" cy="81486"/>
          </a:xfrm>
          <a:custGeom xmlns:a="http://schemas.openxmlformats.org/drawingml/2006/main">
            <a:pathLst>
              <a:path w="50842" h="69645">
                <a:moveTo>
                  <a:pt x="34385" y="0"/>
                </a:moveTo>
                <a:lnTo>
                  <a:pt x="26502" y="15313"/>
                </a:lnTo>
                <a:lnTo>
                  <a:pt x="18138" y="30330"/>
                </a:lnTo>
                <a:lnTo>
                  <a:pt x="9300" y="45040"/>
                </a:lnTo>
                <a:lnTo>
                  <a:pt x="0" y="59433"/>
                </a:lnTo>
                <a:lnTo>
                  <a:pt x="7653" y="64556"/>
                </a:lnTo>
                <a:lnTo>
                  <a:pt x="15254" y="69645"/>
                </a:lnTo>
                <a:lnTo>
                  <a:pt x="20941" y="61087"/>
                </a:lnTo>
                <a:lnTo>
                  <a:pt x="29787" y="46840"/>
                </a:lnTo>
                <a:lnTo>
                  <a:pt x="38201" y="32304"/>
                </a:lnTo>
                <a:lnTo>
                  <a:pt x="46174" y="17489"/>
                </a:lnTo>
                <a:lnTo>
                  <a:pt x="50842" y="8131"/>
                </a:lnTo>
                <a:lnTo>
                  <a:pt x="34385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2" name="path-5321">
            <a:extLst xmlns:a="http://schemas.openxmlformats.org/drawingml/2006/main">
              <a:ext uri="{FF2B5EF4-FFF2-40B4-BE49-F238E27FC236}">
                <a16:creationId xmlns:a16="http://schemas.microsoft.com/office/drawing/2014/main" id="{04EF3FAD-7BC2-4738-B18D-C11B5420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829" y="7102472"/>
            <a:ext cx="41871" cy="84516"/>
          </a:xfrm>
          <a:custGeom xmlns:a="http://schemas.openxmlformats.org/drawingml/2006/main">
            <a:pathLst>
              <a:path w="35787" h="72235">
                <a:moveTo>
                  <a:pt x="17731" y="0"/>
                </a:moveTo>
                <a:lnTo>
                  <a:pt x="14096" y="16902"/>
                </a:lnTo>
                <a:lnTo>
                  <a:pt x="9923" y="33597"/>
                </a:lnTo>
                <a:lnTo>
                  <a:pt x="5221" y="50076"/>
                </a:lnTo>
                <a:lnTo>
                  <a:pt x="0" y="66328"/>
                </a:lnTo>
                <a:lnTo>
                  <a:pt x="17403" y="72235"/>
                </a:lnTo>
                <a:lnTo>
                  <a:pt x="18442" y="69270"/>
                </a:lnTo>
                <a:lnTo>
                  <a:pt x="23584" y="52966"/>
                </a:lnTo>
                <a:lnTo>
                  <a:pt x="28222" y="36445"/>
                </a:lnTo>
                <a:lnTo>
                  <a:pt x="32349" y="19715"/>
                </a:lnTo>
                <a:lnTo>
                  <a:pt x="35787" y="3572"/>
                </a:lnTo>
                <a:lnTo>
                  <a:pt x="26765" y="1787"/>
                </a:lnTo>
                <a:lnTo>
                  <a:pt x="26765" y="1787"/>
                </a:lnTo>
                <a:lnTo>
                  <a:pt x="17731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3" name="path-5322">
            <a:extLst xmlns:a="http://schemas.openxmlformats.org/drawingml/2006/main">
              <a:ext uri="{FF2B5EF4-FFF2-40B4-BE49-F238E27FC236}">
                <a16:creationId xmlns:a16="http://schemas.microsoft.com/office/drawing/2014/main" id="{3B386A17-11FE-401D-945A-00E729F7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67" y="6478632"/>
            <a:ext cx="226264" cy="124413"/>
          </a:xfrm>
          <a:custGeom xmlns:a="http://schemas.openxmlformats.org/drawingml/2006/main">
            <a:pathLst>
              <a:path w="193385" h="106334">
                <a:moveTo>
                  <a:pt x="193385" y="53167"/>
                </a:moveTo>
                <a:lnTo>
                  <a:pt x="101297" y="0"/>
                </a:lnTo>
                <a:lnTo>
                  <a:pt x="101297" y="106334"/>
                </a:lnTo>
                <a:lnTo>
                  <a:pt x="193385" y="53167"/>
                </a:lnTo>
                <a:moveTo>
                  <a:pt x="0" y="53167"/>
                </a:moveTo>
                <a:lnTo>
                  <a:pt x="0" y="62376"/>
                </a:lnTo>
                <a:lnTo>
                  <a:pt x="110505" y="62376"/>
                </a:lnTo>
                <a:lnTo>
                  <a:pt x="110505" y="53167"/>
                </a:lnTo>
                <a:lnTo>
                  <a:pt x="110505" y="43958"/>
                </a:lnTo>
                <a:lnTo>
                  <a:pt x="0" y="43958"/>
                </a:lnTo>
                <a:lnTo>
                  <a:pt x="0" y="53167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4" name="path-5323">
            <a:extLst xmlns:a="http://schemas.openxmlformats.org/drawingml/2006/main">
              <a:ext uri="{FF2B5EF4-FFF2-40B4-BE49-F238E27FC236}">
                <a16:creationId xmlns:a16="http://schemas.microsoft.com/office/drawing/2014/main" id="{3C83B66B-ABDB-48AF-965C-413DABB8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639" y="6530064"/>
            <a:ext cx="140068" cy="21549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5" name="path-5324">
            <a:extLst xmlns:a="http://schemas.openxmlformats.org/drawingml/2006/main">
              <a:ext uri="{FF2B5EF4-FFF2-40B4-BE49-F238E27FC236}">
                <a16:creationId xmlns:a16="http://schemas.microsoft.com/office/drawing/2014/main" id="{3B847136-0020-441D-B142-3447C66C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490" y="6530064"/>
            <a:ext cx="140068" cy="21549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6" name="path-5325">
            <a:extLst xmlns:a="http://schemas.openxmlformats.org/drawingml/2006/main">
              <a:ext uri="{FF2B5EF4-FFF2-40B4-BE49-F238E27FC236}">
                <a16:creationId xmlns:a16="http://schemas.microsoft.com/office/drawing/2014/main" id="{1720CDED-ED6C-45C6-9C25-BB30EE2B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67" y="6530064"/>
            <a:ext cx="140068" cy="21549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7" name="path-5326">
            <a:extLst xmlns:a="http://schemas.openxmlformats.org/drawingml/2006/main">
              <a:ext uri="{FF2B5EF4-FFF2-40B4-BE49-F238E27FC236}">
                <a16:creationId xmlns:a16="http://schemas.microsoft.com/office/drawing/2014/main" id="{F8F510A8-8A6A-4112-92CF-4888606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389" y="6637808"/>
            <a:ext cx="387881" cy="387881"/>
          </a:xfrm>
          <a:custGeom xmlns:a="http://schemas.openxmlformats.org/drawingml/2006/main">
            <a:pathLst>
              <a:path w="331517" h="331517">
                <a:moveTo>
                  <a:pt x="0" y="0"/>
                </a:moveTo>
                <a:lnTo>
                  <a:pt x="331517" y="0"/>
                </a:lnTo>
                <a:lnTo>
                  <a:pt x="331517" y="331517"/>
                </a:lnTo>
                <a:lnTo>
                  <a:pt x="0" y="3315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8" name="path-5327">
            <a:extLst xmlns:a="http://schemas.openxmlformats.org/drawingml/2006/main">
              <a:ext uri="{FF2B5EF4-FFF2-40B4-BE49-F238E27FC236}">
                <a16:creationId xmlns:a16="http://schemas.microsoft.com/office/drawing/2014/main" id="{0725C9D3-FA1A-4DF1-8478-C5DA722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389" y="6637809"/>
            <a:ext cx="387880" cy="387880"/>
          </a:xfrm>
          <a:custGeom xmlns:a="http://schemas.openxmlformats.org/drawingml/2006/main">
            <a:pathLst>
              <a:path w="331516" h="331516">
                <a:moveTo>
                  <a:pt x="331516" y="331516"/>
                </a:moveTo>
                <a:lnTo>
                  <a:pt x="331516" y="0"/>
                </a:lnTo>
                <a:lnTo>
                  <a:pt x="0" y="0"/>
                </a:lnTo>
                <a:lnTo>
                  <a:pt x="0" y="331516"/>
                </a:lnTo>
                <a:lnTo>
                  <a:pt x="331516" y="331516"/>
                </a:lnTo>
                <a:close/>
                <a:moveTo>
                  <a:pt x="313099" y="313099"/>
                </a:moveTo>
                <a:lnTo>
                  <a:pt x="18418" y="313099"/>
                </a:lnTo>
                <a:lnTo>
                  <a:pt x="18418" y="18417"/>
                </a:lnTo>
                <a:lnTo>
                  <a:pt x="313099" y="18417"/>
                </a:lnTo>
                <a:lnTo>
                  <a:pt x="313099" y="313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9" name="path-5328">
            <a:extLst xmlns:a="http://schemas.openxmlformats.org/drawingml/2006/main">
              <a:ext uri="{FF2B5EF4-FFF2-40B4-BE49-F238E27FC236}">
                <a16:creationId xmlns:a16="http://schemas.microsoft.com/office/drawing/2014/main" id="{C2ACE13C-F194-4FD6-8E3F-2BA67708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724" y="6034438"/>
            <a:ext cx="485210" cy="420204"/>
          </a:xfrm>
          <a:custGeom xmlns:a="http://schemas.openxmlformats.org/drawingml/2006/main">
            <a:pathLst>
              <a:path w="414703" h="359143">
                <a:moveTo>
                  <a:pt x="207352" y="0"/>
                </a:moveTo>
                <a:lnTo>
                  <a:pt x="414703" y="359143"/>
                </a:lnTo>
                <a:lnTo>
                  <a:pt x="0" y="359143"/>
                </a:lnTo>
                <a:lnTo>
                  <a:pt x="207352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0" name="path-5329">
            <a:extLst xmlns:a="http://schemas.openxmlformats.org/drawingml/2006/main">
              <a:ext uri="{FF2B5EF4-FFF2-40B4-BE49-F238E27FC236}">
                <a16:creationId xmlns:a16="http://schemas.microsoft.com/office/drawing/2014/main" id="{AB84292B-C03C-4A87-82D2-1CD0117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724" y="6034438"/>
            <a:ext cx="485210" cy="420204"/>
          </a:xfrm>
          <a:custGeom xmlns:a="http://schemas.openxmlformats.org/drawingml/2006/main">
            <a:pathLst>
              <a:path w="414703" h="359143">
                <a:moveTo>
                  <a:pt x="414703" y="359143"/>
                </a:moveTo>
                <a:lnTo>
                  <a:pt x="207351" y="0"/>
                </a:lnTo>
                <a:lnTo>
                  <a:pt x="0" y="359143"/>
                </a:lnTo>
                <a:lnTo>
                  <a:pt x="414703" y="359143"/>
                </a:lnTo>
                <a:close/>
                <a:moveTo>
                  <a:pt x="31900" y="340726"/>
                </a:moveTo>
                <a:lnTo>
                  <a:pt x="207351" y="36836"/>
                </a:lnTo>
                <a:lnTo>
                  <a:pt x="382802" y="340726"/>
                </a:lnTo>
                <a:lnTo>
                  <a:pt x="31900" y="34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1" name="text-5330 (c)">
            <a:extLst xmlns:a="http://schemas.openxmlformats.org/drawingml/2006/main">
              <a:ext uri="{FF2B5EF4-FFF2-40B4-BE49-F238E27FC236}">
                <a16:creationId xmlns:a16="http://schemas.microsoft.com/office/drawing/2014/main" id="{A3CC2EF5-06B3-4074-8F2D-0651ED4E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6535" y="8714776"/>
            <a:ext cx="524519" cy="5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5322" name="text-5331 Aligning">
            <a:extLst xmlns:a="http://schemas.openxmlformats.org/drawingml/2006/main">
              <a:ext uri="{FF2B5EF4-FFF2-40B4-BE49-F238E27FC236}">
                <a16:creationId xmlns:a16="http://schemas.microsoft.com/office/drawing/2014/main" id="{3D044F1F-0D99-4D75-BC79-A897C0F3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9512" y="8714808"/>
            <a:ext cx="1564597" cy="569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rPr>
              <a:t>Aligning</a:t>
            </a:r>
          </a:p>
        </p:txBody>
      </p:sp>
      <p:sp>
        <p:nvSpPr>
          <p:cNvPr id="5323" name="text-5331 representation.">
            <a:extLst xmlns:a="http://schemas.openxmlformats.org/drawingml/2006/main">
              <a:ext uri="{FF2B5EF4-FFF2-40B4-BE49-F238E27FC236}">
                <a16:creationId xmlns:a16="http://schemas.microsoft.com/office/drawing/2014/main" id="{7CA3FD58-FC20-4F67-B782-C0430C97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2571" y="8714782"/>
            <a:ext cx="2689663" cy="569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rPr>
              <a:t>representation.</a:t>
            </a:r>
          </a:p>
        </p:txBody>
      </p:sp>
      <p:sp>
        <p:nvSpPr>
          <p:cNvPr id="5324" name="path-5332">
            <a:extLst xmlns:a="http://schemas.openxmlformats.org/drawingml/2006/main">
              <a:ext uri="{FF2B5EF4-FFF2-40B4-BE49-F238E27FC236}">
                <a16:creationId xmlns:a16="http://schemas.microsoft.com/office/drawing/2014/main" id="{83D1511A-BEAE-4081-9A11-163144A0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5301774"/>
            <a:ext cx="8619575" cy="3232340"/>
          </a:xfrm>
          <a:custGeom xmlns:a="http://schemas.openxmlformats.org/drawingml/2006/main">
            <a:pathLst>
              <a:path w="7367043" h="2762641">
                <a:moveTo>
                  <a:pt x="0" y="0"/>
                </a:moveTo>
                <a:lnTo>
                  <a:pt x="7367043" y="0"/>
                </a:lnTo>
                <a:lnTo>
                  <a:pt x="7367043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5" name="path-5333">
            <a:extLst xmlns:a="http://schemas.openxmlformats.org/drawingml/2006/main">
              <a:ext uri="{FF2B5EF4-FFF2-40B4-BE49-F238E27FC236}">
                <a16:creationId xmlns:a16="http://schemas.microsoft.com/office/drawing/2014/main" id="{31A9755C-7E39-4AB6-9AE4-EA8408D1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89" y="5301774"/>
            <a:ext cx="21550" cy="3232340"/>
          </a:xfrm>
          <a:custGeom xmlns:a="http://schemas.openxmlformats.org/drawingml/2006/main">
            <a:pathLst>
              <a:path w="18418" h="2762641">
                <a:moveTo>
                  <a:pt x="9209" y="0"/>
                </a:moveTo>
                <a:lnTo>
                  <a:pt x="0" y="0"/>
                </a:lnTo>
                <a:lnTo>
                  <a:pt x="0" y="53127"/>
                </a:lnTo>
                <a:lnTo>
                  <a:pt x="9209" y="53127"/>
                </a:lnTo>
                <a:lnTo>
                  <a:pt x="18418" y="53127"/>
                </a:lnTo>
                <a:lnTo>
                  <a:pt x="18418" y="0"/>
                </a:lnTo>
                <a:lnTo>
                  <a:pt x="9209" y="0"/>
                </a:lnTo>
                <a:moveTo>
                  <a:pt x="9209" y="159383"/>
                </a:moveTo>
                <a:lnTo>
                  <a:pt x="0" y="159383"/>
                </a:lnTo>
                <a:lnTo>
                  <a:pt x="0" y="265639"/>
                </a:lnTo>
                <a:lnTo>
                  <a:pt x="9209" y="265639"/>
                </a:lnTo>
                <a:lnTo>
                  <a:pt x="18418" y="265639"/>
                </a:lnTo>
                <a:lnTo>
                  <a:pt x="18418" y="159383"/>
                </a:lnTo>
                <a:lnTo>
                  <a:pt x="9209" y="159383"/>
                </a:lnTo>
                <a:moveTo>
                  <a:pt x="9209" y="371894"/>
                </a:moveTo>
                <a:lnTo>
                  <a:pt x="0" y="371894"/>
                </a:lnTo>
                <a:lnTo>
                  <a:pt x="0" y="478149"/>
                </a:lnTo>
                <a:lnTo>
                  <a:pt x="9209" y="478149"/>
                </a:lnTo>
                <a:lnTo>
                  <a:pt x="18418" y="478149"/>
                </a:lnTo>
                <a:lnTo>
                  <a:pt x="18418" y="371894"/>
                </a:lnTo>
                <a:lnTo>
                  <a:pt x="9209" y="371894"/>
                </a:lnTo>
                <a:moveTo>
                  <a:pt x="9209" y="584405"/>
                </a:moveTo>
                <a:lnTo>
                  <a:pt x="0" y="584405"/>
                </a:lnTo>
                <a:lnTo>
                  <a:pt x="0" y="690660"/>
                </a:lnTo>
                <a:lnTo>
                  <a:pt x="9209" y="690660"/>
                </a:lnTo>
                <a:lnTo>
                  <a:pt x="18418" y="690660"/>
                </a:lnTo>
                <a:lnTo>
                  <a:pt x="18418" y="584405"/>
                </a:lnTo>
                <a:lnTo>
                  <a:pt x="9209" y="584405"/>
                </a:lnTo>
                <a:moveTo>
                  <a:pt x="9209" y="796916"/>
                </a:moveTo>
                <a:lnTo>
                  <a:pt x="0" y="796916"/>
                </a:lnTo>
                <a:lnTo>
                  <a:pt x="0" y="903171"/>
                </a:lnTo>
                <a:lnTo>
                  <a:pt x="9209" y="903171"/>
                </a:lnTo>
                <a:lnTo>
                  <a:pt x="18418" y="903171"/>
                </a:lnTo>
                <a:lnTo>
                  <a:pt x="18418" y="796916"/>
                </a:lnTo>
                <a:lnTo>
                  <a:pt x="9209" y="796916"/>
                </a:lnTo>
                <a:moveTo>
                  <a:pt x="9209" y="1009426"/>
                </a:moveTo>
                <a:lnTo>
                  <a:pt x="0" y="1009426"/>
                </a:lnTo>
                <a:lnTo>
                  <a:pt x="0" y="1115682"/>
                </a:lnTo>
                <a:lnTo>
                  <a:pt x="9209" y="1115682"/>
                </a:lnTo>
                <a:lnTo>
                  <a:pt x="18418" y="1115682"/>
                </a:lnTo>
                <a:lnTo>
                  <a:pt x="18418" y="1009426"/>
                </a:lnTo>
                <a:lnTo>
                  <a:pt x="9209" y="1009426"/>
                </a:lnTo>
                <a:moveTo>
                  <a:pt x="9209" y="1221937"/>
                </a:moveTo>
                <a:lnTo>
                  <a:pt x="0" y="1221937"/>
                </a:lnTo>
                <a:lnTo>
                  <a:pt x="0" y="1328193"/>
                </a:lnTo>
                <a:lnTo>
                  <a:pt x="9209" y="1328193"/>
                </a:lnTo>
                <a:lnTo>
                  <a:pt x="18418" y="1328193"/>
                </a:lnTo>
                <a:lnTo>
                  <a:pt x="18418" y="1221937"/>
                </a:lnTo>
                <a:lnTo>
                  <a:pt x="9209" y="1221937"/>
                </a:lnTo>
                <a:moveTo>
                  <a:pt x="9209" y="1434448"/>
                </a:moveTo>
                <a:lnTo>
                  <a:pt x="0" y="1434448"/>
                </a:lnTo>
                <a:lnTo>
                  <a:pt x="0" y="1540703"/>
                </a:lnTo>
                <a:lnTo>
                  <a:pt x="9209" y="1540703"/>
                </a:lnTo>
                <a:lnTo>
                  <a:pt x="18418" y="1540703"/>
                </a:lnTo>
                <a:lnTo>
                  <a:pt x="18418" y="1434448"/>
                </a:lnTo>
                <a:lnTo>
                  <a:pt x="9209" y="1434448"/>
                </a:lnTo>
                <a:moveTo>
                  <a:pt x="9209" y="1646959"/>
                </a:moveTo>
                <a:lnTo>
                  <a:pt x="0" y="1646959"/>
                </a:lnTo>
                <a:lnTo>
                  <a:pt x="0" y="1753215"/>
                </a:lnTo>
                <a:lnTo>
                  <a:pt x="9209" y="1753215"/>
                </a:lnTo>
                <a:lnTo>
                  <a:pt x="18418" y="1753215"/>
                </a:lnTo>
                <a:lnTo>
                  <a:pt x="18418" y="1646959"/>
                </a:lnTo>
                <a:lnTo>
                  <a:pt x="9209" y="1646959"/>
                </a:lnTo>
                <a:moveTo>
                  <a:pt x="9209" y="1859470"/>
                </a:moveTo>
                <a:lnTo>
                  <a:pt x="0" y="1859470"/>
                </a:lnTo>
                <a:lnTo>
                  <a:pt x="0" y="1965726"/>
                </a:lnTo>
                <a:lnTo>
                  <a:pt x="9209" y="1965726"/>
                </a:lnTo>
                <a:lnTo>
                  <a:pt x="18418" y="1965726"/>
                </a:lnTo>
                <a:lnTo>
                  <a:pt x="18418" y="1859470"/>
                </a:lnTo>
                <a:lnTo>
                  <a:pt x="9209" y="1859470"/>
                </a:lnTo>
                <a:moveTo>
                  <a:pt x="9209" y="2071981"/>
                </a:moveTo>
                <a:lnTo>
                  <a:pt x="0" y="2071981"/>
                </a:lnTo>
                <a:lnTo>
                  <a:pt x="0" y="2178237"/>
                </a:lnTo>
                <a:lnTo>
                  <a:pt x="9209" y="2178237"/>
                </a:lnTo>
                <a:lnTo>
                  <a:pt x="18418" y="2178237"/>
                </a:lnTo>
                <a:lnTo>
                  <a:pt x="18418" y="2071981"/>
                </a:lnTo>
                <a:lnTo>
                  <a:pt x="9209" y="2071981"/>
                </a:lnTo>
                <a:moveTo>
                  <a:pt x="9209" y="2284492"/>
                </a:moveTo>
                <a:lnTo>
                  <a:pt x="0" y="2284492"/>
                </a:lnTo>
                <a:lnTo>
                  <a:pt x="0" y="2390747"/>
                </a:lnTo>
                <a:lnTo>
                  <a:pt x="9209" y="2390747"/>
                </a:lnTo>
                <a:lnTo>
                  <a:pt x="18418" y="2390747"/>
                </a:lnTo>
                <a:lnTo>
                  <a:pt x="18418" y="2284492"/>
                </a:lnTo>
                <a:lnTo>
                  <a:pt x="9209" y="2284492"/>
                </a:lnTo>
                <a:moveTo>
                  <a:pt x="9209" y="2497003"/>
                </a:moveTo>
                <a:lnTo>
                  <a:pt x="0" y="2497003"/>
                </a:lnTo>
                <a:lnTo>
                  <a:pt x="0" y="2603258"/>
                </a:lnTo>
                <a:lnTo>
                  <a:pt x="9209" y="2603258"/>
                </a:lnTo>
                <a:lnTo>
                  <a:pt x="18418" y="2603258"/>
                </a:lnTo>
                <a:lnTo>
                  <a:pt x="18418" y="2497003"/>
                </a:lnTo>
                <a:lnTo>
                  <a:pt x="9209" y="2497003"/>
                </a:lnTo>
                <a:moveTo>
                  <a:pt x="9209" y="2709513"/>
                </a:moveTo>
                <a:lnTo>
                  <a:pt x="0" y="2709513"/>
                </a:lnTo>
                <a:lnTo>
                  <a:pt x="0" y="2762641"/>
                </a:lnTo>
                <a:lnTo>
                  <a:pt x="9209" y="2762641"/>
                </a:lnTo>
                <a:lnTo>
                  <a:pt x="18418" y="2762641"/>
                </a:lnTo>
                <a:lnTo>
                  <a:pt x="18418" y="2709513"/>
                </a:lnTo>
                <a:lnTo>
                  <a:pt x="9209" y="2709513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6" name="path-5334">
            <a:extLst xmlns:a="http://schemas.openxmlformats.org/drawingml/2006/main">
              <a:ext uri="{FF2B5EF4-FFF2-40B4-BE49-F238E27FC236}">
                <a16:creationId xmlns:a16="http://schemas.microsoft.com/office/drawing/2014/main" id="{4703DF0F-5006-48FF-AD48-65090AF1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5301774"/>
            <a:ext cx="4137396" cy="3232340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7" name="path-5335">
            <a:extLst xmlns:a="http://schemas.openxmlformats.org/drawingml/2006/main">
              <a:ext uri="{FF2B5EF4-FFF2-40B4-BE49-F238E27FC236}">
                <a16:creationId xmlns:a16="http://schemas.microsoft.com/office/drawing/2014/main" id="{3819C6F7-01F7-4B58-8330-4BEF010F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7844548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8" name="path-5336">
            <a:extLst xmlns:a="http://schemas.openxmlformats.org/drawingml/2006/main">
              <a:ext uri="{FF2B5EF4-FFF2-40B4-BE49-F238E27FC236}">
                <a16:creationId xmlns:a16="http://schemas.microsoft.com/office/drawing/2014/main" id="{7EC1DC27-06E1-422F-A811-4BAA19EB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7844548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9" name="path-5337">
            <a:extLst xmlns:a="http://schemas.openxmlformats.org/drawingml/2006/main">
              <a:ext uri="{FF2B5EF4-FFF2-40B4-BE49-F238E27FC236}">
                <a16:creationId xmlns:a16="http://schemas.microsoft.com/office/drawing/2014/main" id="{FF248F65-8CFF-4626-B9D5-E3966D47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844" y="81022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0" name="path-5338">
            <a:extLst xmlns:a="http://schemas.openxmlformats.org/drawingml/2006/main">
              <a:ext uri="{FF2B5EF4-FFF2-40B4-BE49-F238E27FC236}">
                <a16:creationId xmlns:a16="http://schemas.microsoft.com/office/drawing/2014/main" id="{F9D9E985-2922-428A-A4C6-5727496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036" y="81201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1" name="path-5339">
            <a:extLst xmlns:a="http://schemas.openxmlformats.org/drawingml/2006/main">
              <a:ext uri="{FF2B5EF4-FFF2-40B4-BE49-F238E27FC236}">
                <a16:creationId xmlns:a16="http://schemas.microsoft.com/office/drawing/2014/main" id="{2D38428A-506C-4E88-BB6F-9EF56555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395" y="81145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2" name="path-5340">
            <a:extLst xmlns:a="http://schemas.openxmlformats.org/drawingml/2006/main">
              <a:ext uri="{FF2B5EF4-FFF2-40B4-BE49-F238E27FC236}">
                <a16:creationId xmlns:a16="http://schemas.microsoft.com/office/drawing/2014/main" id="{709A98C7-5487-47FA-A3C0-8AF7360F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265" y="81916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3" name="path-5341">
            <a:extLst xmlns:a="http://schemas.openxmlformats.org/drawingml/2006/main">
              <a:ext uri="{FF2B5EF4-FFF2-40B4-BE49-F238E27FC236}">
                <a16:creationId xmlns:a16="http://schemas.microsoft.com/office/drawing/2014/main" id="{BDC95EB8-A966-4EAD-8330-A836AA30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05" y="8140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4" name="path-5342">
            <a:extLst xmlns:a="http://schemas.openxmlformats.org/drawingml/2006/main">
              <a:ext uri="{FF2B5EF4-FFF2-40B4-BE49-F238E27FC236}">
                <a16:creationId xmlns:a16="http://schemas.microsoft.com/office/drawing/2014/main" id="{6F1A32B4-28BD-45DD-9344-6BA6EE84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949" y="81115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5" name="path-5343">
            <a:extLst xmlns:a="http://schemas.openxmlformats.org/drawingml/2006/main">
              <a:ext uri="{FF2B5EF4-FFF2-40B4-BE49-F238E27FC236}">
                <a16:creationId xmlns:a16="http://schemas.microsoft.com/office/drawing/2014/main" id="{384927A5-2DBA-4CCA-93E2-FAA40F6E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073" y="81642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6" name="path-5344">
            <a:extLst xmlns:a="http://schemas.openxmlformats.org/drawingml/2006/main">
              <a:ext uri="{FF2B5EF4-FFF2-40B4-BE49-F238E27FC236}">
                <a16:creationId xmlns:a16="http://schemas.microsoft.com/office/drawing/2014/main" id="{63258AAD-C40C-4F2D-8229-FC1BA6F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231" y="81314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7" name="path-5345">
            <a:extLst xmlns:a="http://schemas.openxmlformats.org/drawingml/2006/main">
              <a:ext uri="{FF2B5EF4-FFF2-40B4-BE49-F238E27FC236}">
                <a16:creationId xmlns:a16="http://schemas.microsoft.com/office/drawing/2014/main" id="{EED2D470-B56A-44E7-8EC3-95F0889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920" y="81494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8" name="path-5346">
            <a:extLst xmlns:a="http://schemas.openxmlformats.org/drawingml/2006/main">
              <a:ext uri="{FF2B5EF4-FFF2-40B4-BE49-F238E27FC236}">
                <a16:creationId xmlns:a16="http://schemas.microsoft.com/office/drawing/2014/main" id="{2A4DC66F-2E31-41F0-9660-B3B893D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18" y="8127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9" name="path-5347">
            <a:extLst xmlns:a="http://schemas.openxmlformats.org/drawingml/2006/main">
              <a:ext uri="{FF2B5EF4-FFF2-40B4-BE49-F238E27FC236}">
                <a16:creationId xmlns:a16="http://schemas.microsoft.com/office/drawing/2014/main" id="{A6CA5FE4-B395-402E-B201-7F3AC93E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53" y="81390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0" name="path-5348">
            <a:extLst xmlns:a="http://schemas.openxmlformats.org/drawingml/2006/main">
              <a:ext uri="{FF2B5EF4-FFF2-40B4-BE49-F238E27FC236}">
                <a16:creationId xmlns:a16="http://schemas.microsoft.com/office/drawing/2014/main" id="{58ABE7D3-F73F-4565-9CE9-81E665BC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322" y="8161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1" name="path-5349">
            <a:extLst xmlns:a="http://schemas.openxmlformats.org/drawingml/2006/main">
              <a:ext uri="{FF2B5EF4-FFF2-40B4-BE49-F238E27FC236}">
                <a16:creationId xmlns:a16="http://schemas.microsoft.com/office/drawing/2014/main" id="{C594C308-C819-4D88-A5E4-B28A26BA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351" y="81586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2" name="path-5350">
            <a:extLst xmlns:a="http://schemas.openxmlformats.org/drawingml/2006/main">
              <a:ext uri="{FF2B5EF4-FFF2-40B4-BE49-F238E27FC236}">
                <a16:creationId xmlns:a16="http://schemas.microsoft.com/office/drawing/2014/main" id="{1D25A3D4-F0D5-4EB5-86DA-8C35FB3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52" y="8132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3" name="path-5351">
            <a:extLst xmlns:a="http://schemas.openxmlformats.org/drawingml/2006/main">
              <a:ext uri="{FF2B5EF4-FFF2-40B4-BE49-F238E27FC236}">
                <a16:creationId xmlns:a16="http://schemas.microsoft.com/office/drawing/2014/main" id="{1A90A058-7393-4F4A-BBE6-A4410CFB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493" y="81317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4" name="path-5352">
            <a:extLst xmlns:a="http://schemas.openxmlformats.org/drawingml/2006/main">
              <a:ext uri="{FF2B5EF4-FFF2-40B4-BE49-F238E27FC236}">
                <a16:creationId xmlns:a16="http://schemas.microsoft.com/office/drawing/2014/main" id="{1F81F94E-FCB2-4FB9-95F5-BEF80618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31" y="8118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5" name="path-5353">
            <a:extLst xmlns:a="http://schemas.openxmlformats.org/drawingml/2006/main">
              <a:ext uri="{FF2B5EF4-FFF2-40B4-BE49-F238E27FC236}">
                <a16:creationId xmlns:a16="http://schemas.microsoft.com/office/drawing/2014/main" id="{52EF4126-30AB-4586-85F7-89611B5F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524" y="8148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6" name="path-5354">
            <a:extLst xmlns:a="http://schemas.openxmlformats.org/drawingml/2006/main">
              <a:ext uri="{FF2B5EF4-FFF2-40B4-BE49-F238E27FC236}">
                <a16:creationId xmlns:a16="http://schemas.microsoft.com/office/drawing/2014/main" id="{85C7A05C-03E1-4758-94A7-F435D337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851" y="8126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7" name="path-5355">
            <a:extLst xmlns:a="http://schemas.openxmlformats.org/drawingml/2006/main">
              <a:ext uri="{FF2B5EF4-FFF2-40B4-BE49-F238E27FC236}">
                <a16:creationId xmlns:a16="http://schemas.microsoft.com/office/drawing/2014/main" id="{E4E725D5-EB9C-485C-8A3D-F08D2E93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621" y="8123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8" name="path-5356">
            <a:extLst xmlns:a="http://schemas.openxmlformats.org/drawingml/2006/main">
              <a:ext uri="{FF2B5EF4-FFF2-40B4-BE49-F238E27FC236}">
                <a16:creationId xmlns:a16="http://schemas.microsoft.com/office/drawing/2014/main" id="{4D07EF95-02B8-41CF-A527-DA839A82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148" y="81686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9" name="path-5357">
            <a:extLst xmlns:a="http://schemas.openxmlformats.org/drawingml/2006/main">
              <a:ext uri="{FF2B5EF4-FFF2-40B4-BE49-F238E27FC236}">
                <a16:creationId xmlns:a16="http://schemas.microsoft.com/office/drawing/2014/main" id="{DF520C6A-579A-4029-801A-F401258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105" y="81855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0" name="path-5358">
            <a:extLst xmlns:a="http://schemas.openxmlformats.org/drawingml/2006/main">
              <a:ext uri="{FF2B5EF4-FFF2-40B4-BE49-F238E27FC236}">
                <a16:creationId xmlns:a16="http://schemas.microsoft.com/office/drawing/2014/main" id="{8AFFBA99-A9E0-451E-9C45-21DBE050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519" y="8110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1" name="path-5359">
            <a:extLst xmlns:a="http://schemas.openxmlformats.org/drawingml/2006/main">
              <a:ext uri="{FF2B5EF4-FFF2-40B4-BE49-F238E27FC236}">
                <a16:creationId xmlns:a16="http://schemas.microsoft.com/office/drawing/2014/main" id="{A4113F2A-0BCF-474F-935D-85E08DA3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675" y="8129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2" name="path-5360">
            <a:extLst xmlns:a="http://schemas.openxmlformats.org/drawingml/2006/main">
              <a:ext uri="{FF2B5EF4-FFF2-40B4-BE49-F238E27FC236}">
                <a16:creationId xmlns:a16="http://schemas.microsoft.com/office/drawing/2014/main" id="{33136381-EF72-4A46-95A2-82C6B5C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037" y="81340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3" name="path-5361">
            <a:extLst xmlns:a="http://schemas.openxmlformats.org/drawingml/2006/main">
              <a:ext uri="{FF2B5EF4-FFF2-40B4-BE49-F238E27FC236}">
                <a16:creationId xmlns:a16="http://schemas.microsoft.com/office/drawing/2014/main" id="{2C6E4BD6-5540-43C7-8EFE-5FC3B0C7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4" y="81293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4" name="path-5362">
            <a:extLst xmlns:a="http://schemas.openxmlformats.org/drawingml/2006/main">
              <a:ext uri="{FF2B5EF4-FFF2-40B4-BE49-F238E27FC236}">
                <a16:creationId xmlns:a16="http://schemas.microsoft.com/office/drawing/2014/main" id="{FD4B180B-F403-4252-B178-D962508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25" y="81467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5" name="path-5363">
            <a:extLst xmlns:a="http://schemas.openxmlformats.org/drawingml/2006/main">
              <a:ext uri="{FF2B5EF4-FFF2-40B4-BE49-F238E27FC236}">
                <a16:creationId xmlns:a16="http://schemas.microsoft.com/office/drawing/2014/main" id="{168F1C98-B0E2-44DE-B7E6-A6EB06D8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309" y="81704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6" name="path-5364">
            <a:extLst xmlns:a="http://schemas.openxmlformats.org/drawingml/2006/main">
              <a:ext uri="{FF2B5EF4-FFF2-40B4-BE49-F238E27FC236}">
                <a16:creationId xmlns:a16="http://schemas.microsoft.com/office/drawing/2014/main" id="{57FBFB05-A43D-4A53-B65C-7F9E958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6" y="81637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7" name="path-5365">
            <a:extLst xmlns:a="http://schemas.openxmlformats.org/drawingml/2006/main">
              <a:ext uri="{FF2B5EF4-FFF2-40B4-BE49-F238E27FC236}">
                <a16:creationId xmlns:a16="http://schemas.microsoft.com/office/drawing/2014/main" id="{B6BC0EFD-3F3A-43F9-B1DF-BE12E67A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227" y="8131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8" name="path-5366">
            <a:extLst xmlns:a="http://schemas.openxmlformats.org/drawingml/2006/main">
              <a:ext uri="{FF2B5EF4-FFF2-40B4-BE49-F238E27FC236}">
                <a16:creationId xmlns:a16="http://schemas.microsoft.com/office/drawing/2014/main" id="{00E13EE7-360A-4ABE-9C1C-E9E08FC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5" y="81456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9" name="path-5367">
            <a:extLst xmlns:a="http://schemas.openxmlformats.org/drawingml/2006/main">
              <a:ext uri="{FF2B5EF4-FFF2-40B4-BE49-F238E27FC236}">
                <a16:creationId xmlns:a16="http://schemas.microsoft.com/office/drawing/2014/main" id="{7D4C2C3B-19A4-4038-B300-05296DB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65" y="81532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0" name="path-5368">
            <a:extLst xmlns:a="http://schemas.openxmlformats.org/drawingml/2006/main">
              <a:ext uri="{FF2B5EF4-FFF2-40B4-BE49-F238E27FC236}">
                <a16:creationId xmlns:a16="http://schemas.microsoft.com/office/drawing/2014/main" id="{B77CFABF-93A5-472B-B754-34092F9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647" y="81403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1" name="path-5369">
            <a:extLst xmlns:a="http://schemas.openxmlformats.org/drawingml/2006/main">
              <a:ext uri="{FF2B5EF4-FFF2-40B4-BE49-F238E27FC236}">
                <a16:creationId xmlns:a16="http://schemas.microsoft.com/office/drawing/2014/main" id="{D9E9950B-8A3E-4A42-BADC-C32EF0D0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079" y="81326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2" name="path-5370">
            <a:extLst xmlns:a="http://schemas.openxmlformats.org/drawingml/2006/main">
              <a:ext uri="{FF2B5EF4-FFF2-40B4-BE49-F238E27FC236}">
                <a16:creationId xmlns:a16="http://schemas.microsoft.com/office/drawing/2014/main" id="{5A002613-6F0D-45FA-86F4-9EBC68D4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762" y="81473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3" name="path-5371">
            <a:extLst xmlns:a="http://schemas.openxmlformats.org/drawingml/2006/main">
              <a:ext uri="{FF2B5EF4-FFF2-40B4-BE49-F238E27FC236}">
                <a16:creationId xmlns:a16="http://schemas.microsoft.com/office/drawing/2014/main" id="{53827674-2CC8-4DDC-9FCC-C781D39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542" y="81519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4" name="path-5372">
            <a:extLst xmlns:a="http://schemas.openxmlformats.org/drawingml/2006/main">
              <a:ext uri="{FF2B5EF4-FFF2-40B4-BE49-F238E27FC236}">
                <a16:creationId xmlns:a16="http://schemas.microsoft.com/office/drawing/2014/main" id="{A1CB2E81-A3D8-496F-9763-2332C396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595" y="81596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5" name="path-5373">
            <a:extLst xmlns:a="http://schemas.openxmlformats.org/drawingml/2006/main">
              <a:ext uri="{FF2B5EF4-FFF2-40B4-BE49-F238E27FC236}">
                <a16:creationId xmlns:a16="http://schemas.microsoft.com/office/drawing/2014/main" id="{F7A5471D-2AB1-485D-A7BC-34987796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204" y="81266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6" name="path-5374">
            <a:extLst xmlns:a="http://schemas.openxmlformats.org/drawingml/2006/main">
              <a:ext uri="{FF2B5EF4-FFF2-40B4-BE49-F238E27FC236}">
                <a16:creationId xmlns:a16="http://schemas.microsoft.com/office/drawing/2014/main" id="{91B42631-B3A5-4366-8A5A-F873618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44" y="81486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7" name="path-5375">
            <a:extLst xmlns:a="http://schemas.openxmlformats.org/drawingml/2006/main">
              <a:ext uri="{FF2B5EF4-FFF2-40B4-BE49-F238E27FC236}">
                <a16:creationId xmlns:a16="http://schemas.microsoft.com/office/drawing/2014/main" id="{03F01A64-16C6-4574-BA40-C00E74CA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612" y="81409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8" name="path-5376">
            <a:extLst xmlns:a="http://schemas.openxmlformats.org/drawingml/2006/main">
              <a:ext uri="{FF2B5EF4-FFF2-40B4-BE49-F238E27FC236}">
                <a16:creationId xmlns:a16="http://schemas.microsoft.com/office/drawing/2014/main" id="{6A0DA994-611D-42E5-B8AD-5D776BEE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097" y="81387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9" name="path-5377">
            <a:extLst xmlns:a="http://schemas.openxmlformats.org/drawingml/2006/main">
              <a:ext uri="{FF2B5EF4-FFF2-40B4-BE49-F238E27FC236}">
                <a16:creationId xmlns:a16="http://schemas.microsoft.com/office/drawing/2014/main" id="{57EF9471-2AE5-419F-B532-7EFD0813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07" y="8164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0" name="path-5378">
            <a:extLst xmlns:a="http://schemas.openxmlformats.org/drawingml/2006/main">
              <a:ext uri="{FF2B5EF4-FFF2-40B4-BE49-F238E27FC236}">
                <a16:creationId xmlns:a16="http://schemas.microsoft.com/office/drawing/2014/main" id="{245B41CE-84FE-4510-B229-2BC238F7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541" y="81215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1" name="path-5379">
            <a:extLst xmlns:a="http://schemas.openxmlformats.org/drawingml/2006/main">
              <a:ext uri="{FF2B5EF4-FFF2-40B4-BE49-F238E27FC236}">
                <a16:creationId xmlns:a16="http://schemas.microsoft.com/office/drawing/2014/main" id="{D12DB7CE-D4AF-4105-B93E-8D0A2E9D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716" y="8119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2" name="path-5380">
            <a:extLst xmlns:a="http://schemas.openxmlformats.org/drawingml/2006/main">
              <a:ext uri="{FF2B5EF4-FFF2-40B4-BE49-F238E27FC236}">
                <a16:creationId xmlns:a16="http://schemas.microsoft.com/office/drawing/2014/main" id="{799A35E9-73C7-43E1-B264-A077E4DE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741" y="81563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3" name="path-5381">
            <a:extLst xmlns:a="http://schemas.openxmlformats.org/drawingml/2006/main">
              <a:ext uri="{FF2B5EF4-FFF2-40B4-BE49-F238E27FC236}">
                <a16:creationId xmlns:a16="http://schemas.microsoft.com/office/drawing/2014/main" id="{F3D9149A-FE0A-468F-88C7-B8ABE940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653" y="8121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4" name="path-5382">
            <a:extLst xmlns:a="http://schemas.openxmlformats.org/drawingml/2006/main">
              <a:ext uri="{FF2B5EF4-FFF2-40B4-BE49-F238E27FC236}">
                <a16:creationId xmlns:a16="http://schemas.microsoft.com/office/drawing/2014/main" id="{73E295E5-CB4A-4BDF-AD95-A3284EE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221" y="8132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5" name="path-5383">
            <a:extLst xmlns:a="http://schemas.openxmlformats.org/drawingml/2006/main">
              <a:ext uri="{FF2B5EF4-FFF2-40B4-BE49-F238E27FC236}">
                <a16:creationId xmlns:a16="http://schemas.microsoft.com/office/drawing/2014/main" id="{06EF986D-69D3-45BE-8771-D3E7B67C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154" y="8168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6" name="path-5384">
            <a:extLst xmlns:a="http://schemas.openxmlformats.org/drawingml/2006/main">
              <a:ext uri="{FF2B5EF4-FFF2-40B4-BE49-F238E27FC236}">
                <a16:creationId xmlns:a16="http://schemas.microsoft.com/office/drawing/2014/main" id="{C616A493-5E41-4C71-B611-55573799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14" y="81277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7" name="path-5385">
            <a:extLst xmlns:a="http://schemas.openxmlformats.org/drawingml/2006/main">
              <a:ext uri="{FF2B5EF4-FFF2-40B4-BE49-F238E27FC236}">
                <a16:creationId xmlns:a16="http://schemas.microsoft.com/office/drawing/2014/main" id="{3D60637D-85EA-4FCE-937E-FD381488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219" y="81298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8" name="path-5386">
            <a:extLst xmlns:a="http://schemas.openxmlformats.org/drawingml/2006/main">
              <a:ext uri="{FF2B5EF4-FFF2-40B4-BE49-F238E27FC236}">
                <a16:creationId xmlns:a16="http://schemas.microsoft.com/office/drawing/2014/main" id="{148E7CE1-84C0-4C54-B36A-AC68783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661" y="8139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9" name="path-5387">
            <a:extLst xmlns:a="http://schemas.openxmlformats.org/drawingml/2006/main">
              <a:ext uri="{FF2B5EF4-FFF2-40B4-BE49-F238E27FC236}">
                <a16:creationId xmlns:a16="http://schemas.microsoft.com/office/drawing/2014/main" id="{1CF4D051-87C3-43BD-9BEE-4EDFA2A3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988" y="81486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0" name="path-5388">
            <a:extLst xmlns:a="http://schemas.openxmlformats.org/drawingml/2006/main">
              <a:ext uri="{FF2B5EF4-FFF2-40B4-BE49-F238E27FC236}">
                <a16:creationId xmlns:a16="http://schemas.microsoft.com/office/drawing/2014/main" id="{89729702-5578-4B3C-8C8B-BE76E249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492" y="8125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1" name="path-5389">
            <a:extLst xmlns:a="http://schemas.openxmlformats.org/drawingml/2006/main">
              <a:ext uri="{FF2B5EF4-FFF2-40B4-BE49-F238E27FC236}">
                <a16:creationId xmlns:a16="http://schemas.microsoft.com/office/drawing/2014/main" id="{484839E7-4115-490D-BDA0-9B62B400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26" y="81739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2" name="path-5390">
            <a:extLst xmlns:a="http://schemas.openxmlformats.org/drawingml/2006/main">
              <a:ext uri="{FF2B5EF4-FFF2-40B4-BE49-F238E27FC236}">
                <a16:creationId xmlns:a16="http://schemas.microsoft.com/office/drawing/2014/main" id="{49391C33-B788-4FFF-98FB-753B58D4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2754" y="81439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3" name="path-5391">
            <a:extLst xmlns:a="http://schemas.openxmlformats.org/drawingml/2006/main">
              <a:ext uri="{FF2B5EF4-FFF2-40B4-BE49-F238E27FC236}">
                <a16:creationId xmlns:a16="http://schemas.microsoft.com/office/drawing/2014/main" id="{67DD32B6-DC7E-4C92-B7D6-4AA4DBED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057" y="8155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4" name="path-5392">
            <a:extLst xmlns:a="http://schemas.openxmlformats.org/drawingml/2006/main">
              <a:ext uri="{FF2B5EF4-FFF2-40B4-BE49-F238E27FC236}">
                <a16:creationId xmlns:a16="http://schemas.microsoft.com/office/drawing/2014/main" id="{F5A3AF38-B75C-45C4-9275-9B01A28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55" y="8132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5" name="path-5393">
            <a:extLst xmlns:a="http://schemas.openxmlformats.org/drawingml/2006/main">
              <a:ext uri="{FF2B5EF4-FFF2-40B4-BE49-F238E27FC236}">
                <a16:creationId xmlns:a16="http://schemas.microsoft.com/office/drawing/2014/main" id="{D525689F-5429-41FC-A4B0-17BF8BCC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561" y="81172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6" name="path-5394">
            <a:extLst xmlns:a="http://schemas.openxmlformats.org/drawingml/2006/main">
              <a:ext uri="{FF2B5EF4-FFF2-40B4-BE49-F238E27FC236}">
                <a16:creationId xmlns:a16="http://schemas.microsoft.com/office/drawing/2014/main" id="{2538484F-9B5E-49CB-97E6-DAB137FA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74" y="81584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7" name="path-5395">
            <a:extLst xmlns:a="http://schemas.openxmlformats.org/drawingml/2006/main">
              <a:ext uri="{FF2B5EF4-FFF2-40B4-BE49-F238E27FC236}">
                <a16:creationId xmlns:a16="http://schemas.microsoft.com/office/drawing/2014/main" id="{307DE4DD-0517-4D0D-925D-037C4A12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69" y="81424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8" name="path-5396">
            <a:extLst xmlns:a="http://schemas.openxmlformats.org/drawingml/2006/main">
              <a:ext uri="{FF2B5EF4-FFF2-40B4-BE49-F238E27FC236}">
                <a16:creationId xmlns:a16="http://schemas.microsoft.com/office/drawing/2014/main" id="{703F456A-C6A3-4191-8300-8BA62DD6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955" y="81590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9" name="path-5397">
            <a:extLst xmlns:a="http://schemas.openxmlformats.org/drawingml/2006/main">
              <a:ext uri="{FF2B5EF4-FFF2-40B4-BE49-F238E27FC236}">
                <a16:creationId xmlns:a16="http://schemas.microsoft.com/office/drawing/2014/main" id="{DA0A2410-9A25-4B5F-809E-D2C84AE7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231" y="8148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0" name="path-5398">
            <a:extLst xmlns:a="http://schemas.openxmlformats.org/drawingml/2006/main">
              <a:ext uri="{FF2B5EF4-FFF2-40B4-BE49-F238E27FC236}">
                <a16:creationId xmlns:a16="http://schemas.microsoft.com/office/drawing/2014/main" id="{32D9FD73-116A-45F1-B7F3-CA0BA501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544" y="81268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1" name="path-5399">
            <a:extLst xmlns:a="http://schemas.openxmlformats.org/drawingml/2006/main">
              <a:ext uri="{FF2B5EF4-FFF2-40B4-BE49-F238E27FC236}">
                <a16:creationId xmlns:a16="http://schemas.microsoft.com/office/drawing/2014/main" id="{AC02AA67-0459-42BF-860D-305E7F4B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964" y="8132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2" name="path-5400">
            <a:extLst xmlns:a="http://schemas.openxmlformats.org/drawingml/2006/main">
              <a:ext uri="{FF2B5EF4-FFF2-40B4-BE49-F238E27FC236}">
                <a16:creationId xmlns:a16="http://schemas.microsoft.com/office/drawing/2014/main" id="{C67CAF38-8D13-46CD-A3B5-72789191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723" y="81297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3" name="path-5401">
            <a:extLst xmlns:a="http://schemas.openxmlformats.org/drawingml/2006/main">
              <a:ext uri="{FF2B5EF4-FFF2-40B4-BE49-F238E27FC236}">
                <a16:creationId xmlns:a16="http://schemas.microsoft.com/office/drawing/2014/main" id="{D0B5DEA0-5E1C-4BA1-86FA-55A9C6C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1" y="81325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4" name="path-5402">
            <a:extLst xmlns:a="http://schemas.openxmlformats.org/drawingml/2006/main">
              <a:ext uri="{FF2B5EF4-FFF2-40B4-BE49-F238E27FC236}">
                <a16:creationId xmlns:a16="http://schemas.microsoft.com/office/drawing/2014/main" id="{D0F38741-8334-4019-B5BD-C1A0B891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912" y="81472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5" name="path-5403">
            <a:extLst xmlns:a="http://schemas.openxmlformats.org/drawingml/2006/main">
              <a:ext uri="{FF2B5EF4-FFF2-40B4-BE49-F238E27FC236}">
                <a16:creationId xmlns:a16="http://schemas.microsoft.com/office/drawing/2014/main" id="{5EE16C8A-2A6A-4CE1-9A4F-1FFDF663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3867" y="8117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6" name="path-5404">
            <a:extLst xmlns:a="http://schemas.openxmlformats.org/drawingml/2006/main">
              <a:ext uri="{FF2B5EF4-FFF2-40B4-BE49-F238E27FC236}">
                <a16:creationId xmlns:a16="http://schemas.microsoft.com/office/drawing/2014/main" id="{C5786492-F190-43D7-97DF-7F287B9A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142" y="81245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7" name="path-5405">
            <a:extLst xmlns:a="http://schemas.openxmlformats.org/drawingml/2006/main">
              <a:ext uri="{FF2B5EF4-FFF2-40B4-BE49-F238E27FC236}">
                <a16:creationId xmlns:a16="http://schemas.microsoft.com/office/drawing/2014/main" id="{08DFD171-39C9-4C95-8E01-0AA40942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704" y="81567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8" name="path-5406">
            <a:extLst xmlns:a="http://schemas.openxmlformats.org/drawingml/2006/main">
              <a:ext uri="{FF2B5EF4-FFF2-40B4-BE49-F238E27FC236}">
                <a16:creationId xmlns:a16="http://schemas.microsoft.com/office/drawing/2014/main" id="{5FE190E1-9110-441D-B875-336DD8D5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20" y="8139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9" name="path-5407">
            <a:extLst xmlns:a="http://schemas.openxmlformats.org/drawingml/2006/main">
              <a:ext uri="{FF2B5EF4-FFF2-40B4-BE49-F238E27FC236}">
                <a16:creationId xmlns:a16="http://schemas.microsoft.com/office/drawing/2014/main" id="{49EA00CB-AB5C-4BB7-9E76-E838340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264" y="8144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0" name="path-5408">
            <a:extLst xmlns:a="http://schemas.openxmlformats.org/drawingml/2006/main">
              <a:ext uri="{FF2B5EF4-FFF2-40B4-BE49-F238E27FC236}">
                <a16:creationId xmlns:a16="http://schemas.microsoft.com/office/drawing/2014/main" id="{F24D2490-E547-47FD-BD85-07027FB8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7" y="81396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1" name="path-5409">
            <a:extLst xmlns:a="http://schemas.openxmlformats.org/drawingml/2006/main">
              <a:ext uri="{FF2B5EF4-FFF2-40B4-BE49-F238E27FC236}">
                <a16:creationId xmlns:a16="http://schemas.microsoft.com/office/drawing/2014/main" id="{62D8B700-4CBF-4C30-9087-482C78E9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39" y="8126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2" name="path-5410">
            <a:extLst xmlns:a="http://schemas.openxmlformats.org/drawingml/2006/main">
              <a:ext uri="{FF2B5EF4-FFF2-40B4-BE49-F238E27FC236}">
                <a16:creationId xmlns:a16="http://schemas.microsoft.com/office/drawing/2014/main" id="{528EE04E-62A6-4D08-866D-0417835B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7764" y="8167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3" name="path-5411">
            <a:extLst xmlns:a="http://schemas.openxmlformats.org/drawingml/2006/main">
              <a:ext uri="{FF2B5EF4-FFF2-40B4-BE49-F238E27FC236}">
                <a16:creationId xmlns:a16="http://schemas.microsoft.com/office/drawing/2014/main" id="{8FB0C544-5E9C-4CB8-99E6-F042D44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749" y="81368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4" name="path-5412">
            <a:extLst xmlns:a="http://schemas.openxmlformats.org/drawingml/2006/main">
              <a:ext uri="{FF2B5EF4-FFF2-40B4-BE49-F238E27FC236}">
                <a16:creationId xmlns:a16="http://schemas.microsoft.com/office/drawing/2014/main" id="{8611A333-E60B-4A2E-9F50-DBA7FC00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237" y="81594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5" name="path-5413">
            <a:extLst xmlns:a="http://schemas.openxmlformats.org/drawingml/2006/main">
              <a:ext uri="{FF2B5EF4-FFF2-40B4-BE49-F238E27FC236}">
                <a16:creationId xmlns:a16="http://schemas.microsoft.com/office/drawing/2014/main" id="{C37B3756-28A7-4229-A99E-A5D15555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438" y="81074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6" name="path-5414">
            <a:extLst xmlns:a="http://schemas.openxmlformats.org/drawingml/2006/main">
              <a:ext uri="{FF2B5EF4-FFF2-40B4-BE49-F238E27FC236}">
                <a16:creationId xmlns:a16="http://schemas.microsoft.com/office/drawing/2014/main" id="{C055E4C6-3235-4EAE-8247-F669B9F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820" y="81445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7" name="path-5415">
            <a:extLst xmlns:a="http://schemas.openxmlformats.org/drawingml/2006/main">
              <a:ext uri="{FF2B5EF4-FFF2-40B4-BE49-F238E27FC236}">
                <a16:creationId xmlns:a16="http://schemas.microsoft.com/office/drawing/2014/main" id="{72AED089-9640-4F4F-A7BC-9586584B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88" y="81495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8" name="path-5416">
            <a:extLst xmlns:a="http://schemas.openxmlformats.org/drawingml/2006/main">
              <a:ext uri="{FF2B5EF4-FFF2-40B4-BE49-F238E27FC236}">
                <a16:creationId xmlns:a16="http://schemas.microsoft.com/office/drawing/2014/main" id="{4558BEE6-88CF-49AB-8079-D756332F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868" y="8177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9" name="path-5417">
            <a:extLst xmlns:a="http://schemas.openxmlformats.org/drawingml/2006/main">
              <a:ext uri="{FF2B5EF4-FFF2-40B4-BE49-F238E27FC236}">
                <a16:creationId xmlns:a16="http://schemas.microsoft.com/office/drawing/2014/main" id="{6136F30A-D917-4F11-B250-FA36DFE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878" y="81400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0" name="path-5418">
            <a:extLst xmlns:a="http://schemas.openxmlformats.org/drawingml/2006/main">
              <a:ext uri="{FF2B5EF4-FFF2-40B4-BE49-F238E27FC236}">
                <a16:creationId xmlns:a16="http://schemas.microsoft.com/office/drawing/2014/main" id="{A6A93C2E-C424-4CA0-8932-7AEB2BA6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810" y="81619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1" name="path-5419">
            <a:extLst xmlns:a="http://schemas.openxmlformats.org/drawingml/2006/main">
              <a:ext uri="{FF2B5EF4-FFF2-40B4-BE49-F238E27FC236}">
                <a16:creationId xmlns:a16="http://schemas.microsoft.com/office/drawing/2014/main" id="{1323673D-A92F-4953-9CA2-B6ED03CA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998" y="8152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2" name="path-5420">
            <a:extLst xmlns:a="http://schemas.openxmlformats.org/drawingml/2006/main">
              <a:ext uri="{FF2B5EF4-FFF2-40B4-BE49-F238E27FC236}">
                <a16:creationId xmlns:a16="http://schemas.microsoft.com/office/drawing/2014/main" id="{EA21F125-06D3-4F53-838B-7D9E90B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09" y="81196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3" name="path-5421">
            <a:extLst xmlns:a="http://schemas.openxmlformats.org/drawingml/2006/main">
              <a:ext uri="{FF2B5EF4-FFF2-40B4-BE49-F238E27FC236}">
                <a16:creationId xmlns:a16="http://schemas.microsoft.com/office/drawing/2014/main" id="{41D378DC-74FD-4915-B77A-D467B661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244" y="8127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4" name="path-5422">
            <a:extLst xmlns:a="http://schemas.openxmlformats.org/drawingml/2006/main">
              <a:ext uri="{FF2B5EF4-FFF2-40B4-BE49-F238E27FC236}">
                <a16:creationId xmlns:a16="http://schemas.microsoft.com/office/drawing/2014/main" id="{E40805ED-1D9A-41BC-B976-2480284A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356" y="81229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5" name="path-5423">
            <a:extLst xmlns:a="http://schemas.openxmlformats.org/drawingml/2006/main">
              <a:ext uri="{FF2B5EF4-FFF2-40B4-BE49-F238E27FC236}">
                <a16:creationId xmlns:a16="http://schemas.microsoft.com/office/drawing/2014/main" id="{F6C78149-E341-492A-AE82-97E1AE7C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57" y="8152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6" name="path-5424">
            <a:extLst xmlns:a="http://schemas.openxmlformats.org/drawingml/2006/main">
              <a:ext uri="{FF2B5EF4-FFF2-40B4-BE49-F238E27FC236}">
                <a16:creationId xmlns:a16="http://schemas.microsoft.com/office/drawing/2014/main" id="{CB40AED2-1E81-4A48-AB0B-976015D0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302" y="8146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7" name="path-5425">
            <a:extLst xmlns:a="http://schemas.openxmlformats.org/drawingml/2006/main">
              <a:ext uri="{FF2B5EF4-FFF2-40B4-BE49-F238E27FC236}">
                <a16:creationId xmlns:a16="http://schemas.microsoft.com/office/drawing/2014/main" id="{4CFAFBD5-2C3F-4400-9CA5-144A8140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394" y="81579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8" name="path-5426">
            <a:extLst xmlns:a="http://schemas.openxmlformats.org/drawingml/2006/main">
              <a:ext uri="{FF2B5EF4-FFF2-40B4-BE49-F238E27FC236}">
                <a16:creationId xmlns:a16="http://schemas.microsoft.com/office/drawing/2014/main" id="{11E49D7B-4B8D-4E37-8300-7E2C5735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935" y="8118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9" name="path-5427">
            <a:extLst xmlns:a="http://schemas.openxmlformats.org/drawingml/2006/main">
              <a:ext uri="{FF2B5EF4-FFF2-40B4-BE49-F238E27FC236}">
                <a16:creationId xmlns:a16="http://schemas.microsoft.com/office/drawing/2014/main" id="{83FC69FB-E2E2-4BB2-8950-80AF677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71" y="8144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0" name="path-5428">
            <a:extLst xmlns:a="http://schemas.openxmlformats.org/drawingml/2006/main">
              <a:ext uri="{FF2B5EF4-FFF2-40B4-BE49-F238E27FC236}">
                <a16:creationId xmlns:a16="http://schemas.microsoft.com/office/drawing/2014/main" id="{8C882991-389E-4F70-92EF-CB53AB6D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323" y="81322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1" name="path-5429">
            <a:extLst xmlns:a="http://schemas.openxmlformats.org/drawingml/2006/main">
              <a:ext uri="{FF2B5EF4-FFF2-40B4-BE49-F238E27FC236}">
                <a16:creationId xmlns:a16="http://schemas.microsoft.com/office/drawing/2014/main" id="{5B8FE1F9-1410-480E-8B09-7809D6E9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007" y="81226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2" name="path-5430">
            <a:extLst xmlns:a="http://schemas.openxmlformats.org/drawingml/2006/main">
              <a:ext uri="{FF2B5EF4-FFF2-40B4-BE49-F238E27FC236}">
                <a16:creationId xmlns:a16="http://schemas.microsoft.com/office/drawing/2014/main" id="{21885CD3-290C-4BC3-8C60-B54D9BC8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60" y="81274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3" name="path-5431">
            <a:extLst xmlns:a="http://schemas.openxmlformats.org/drawingml/2006/main">
              <a:ext uri="{FF2B5EF4-FFF2-40B4-BE49-F238E27FC236}">
                <a16:creationId xmlns:a16="http://schemas.microsoft.com/office/drawing/2014/main" id="{B185227C-ACFA-4193-9991-9F73DFC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183" y="81692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4" name="path-5432">
            <a:extLst xmlns:a="http://schemas.openxmlformats.org/drawingml/2006/main">
              <a:ext uri="{FF2B5EF4-FFF2-40B4-BE49-F238E27FC236}">
                <a16:creationId xmlns:a16="http://schemas.microsoft.com/office/drawing/2014/main" id="{92A4C6CD-9C18-4E35-B6AB-6FB3253F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19" y="81514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5" name="path-5433">
            <a:extLst xmlns:a="http://schemas.openxmlformats.org/drawingml/2006/main">
              <a:ext uri="{FF2B5EF4-FFF2-40B4-BE49-F238E27FC236}">
                <a16:creationId xmlns:a16="http://schemas.microsoft.com/office/drawing/2014/main" id="{FFD79F8C-82B4-4782-AB17-6EF5166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751" y="81516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6" name="path-5434">
            <a:extLst xmlns:a="http://schemas.openxmlformats.org/drawingml/2006/main">
              <a:ext uri="{FF2B5EF4-FFF2-40B4-BE49-F238E27FC236}">
                <a16:creationId xmlns:a16="http://schemas.microsoft.com/office/drawing/2014/main" id="{1D044324-0A28-409F-BE45-87EC0D0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625" y="81412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7" name="path-5435">
            <a:extLst xmlns:a="http://schemas.openxmlformats.org/drawingml/2006/main">
              <a:ext uri="{FF2B5EF4-FFF2-40B4-BE49-F238E27FC236}">
                <a16:creationId xmlns:a16="http://schemas.microsoft.com/office/drawing/2014/main" id="{9E0C8094-77AB-49D7-B3C7-42AF348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186" y="81400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8" name="path-5436">
            <a:extLst xmlns:a="http://schemas.openxmlformats.org/drawingml/2006/main">
              <a:ext uri="{FF2B5EF4-FFF2-40B4-BE49-F238E27FC236}">
                <a16:creationId xmlns:a16="http://schemas.microsoft.com/office/drawing/2014/main" id="{8EBD50E6-5206-4FC5-A1F0-73E5FD4F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826" y="8158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9" name="path-5437">
            <a:extLst xmlns:a="http://schemas.openxmlformats.org/drawingml/2006/main">
              <a:ext uri="{FF2B5EF4-FFF2-40B4-BE49-F238E27FC236}">
                <a16:creationId xmlns:a16="http://schemas.microsoft.com/office/drawing/2014/main" id="{51EFFCAE-9F53-4E14-ABE6-CCBCA7F6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939" y="81488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0" name="path-5438">
            <a:extLst xmlns:a="http://schemas.openxmlformats.org/drawingml/2006/main">
              <a:ext uri="{FF2B5EF4-FFF2-40B4-BE49-F238E27FC236}">
                <a16:creationId xmlns:a16="http://schemas.microsoft.com/office/drawing/2014/main" id="{6015CC0B-549B-4534-8E3C-251B39C8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407" y="81343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1" name="path-5439">
            <a:extLst xmlns:a="http://schemas.openxmlformats.org/drawingml/2006/main">
              <a:ext uri="{FF2B5EF4-FFF2-40B4-BE49-F238E27FC236}">
                <a16:creationId xmlns:a16="http://schemas.microsoft.com/office/drawing/2014/main" id="{903FDCDF-FBDC-4326-AFDF-268B7BDF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201" y="8140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2" name="path-5440">
            <a:extLst xmlns:a="http://schemas.openxmlformats.org/drawingml/2006/main">
              <a:ext uri="{FF2B5EF4-FFF2-40B4-BE49-F238E27FC236}">
                <a16:creationId xmlns:a16="http://schemas.microsoft.com/office/drawing/2014/main" id="{FDB58F92-C667-404A-A813-6AD5D50B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940" y="81273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3" name="path-5441">
            <a:extLst xmlns:a="http://schemas.openxmlformats.org/drawingml/2006/main">
              <a:ext uri="{FF2B5EF4-FFF2-40B4-BE49-F238E27FC236}">
                <a16:creationId xmlns:a16="http://schemas.microsoft.com/office/drawing/2014/main" id="{07E369BB-18FB-4609-B2B4-72180517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063" y="81833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4" name="path-5442">
            <a:extLst xmlns:a="http://schemas.openxmlformats.org/drawingml/2006/main">
              <a:ext uri="{FF2B5EF4-FFF2-40B4-BE49-F238E27FC236}">
                <a16:creationId xmlns:a16="http://schemas.microsoft.com/office/drawing/2014/main" id="{DC03502B-A895-474A-A2CB-16F6E96A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734" y="81523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5" name="path-5443">
            <a:extLst xmlns:a="http://schemas.openxmlformats.org/drawingml/2006/main">
              <a:ext uri="{FF2B5EF4-FFF2-40B4-BE49-F238E27FC236}">
                <a16:creationId xmlns:a16="http://schemas.microsoft.com/office/drawing/2014/main" id="{75E2C6F9-0AFC-4459-9951-146E613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147" y="8173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6" name="path-5444">
            <a:extLst xmlns:a="http://schemas.openxmlformats.org/drawingml/2006/main">
              <a:ext uri="{FF2B5EF4-FFF2-40B4-BE49-F238E27FC236}">
                <a16:creationId xmlns:a16="http://schemas.microsoft.com/office/drawing/2014/main" id="{77CD14A1-800D-4A09-A066-E8388D85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692" y="81710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7" name="path-5445">
            <a:extLst xmlns:a="http://schemas.openxmlformats.org/drawingml/2006/main">
              <a:ext uri="{FF2B5EF4-FFF2-40B4-BE49-F238E27FC236}">
                <a16:creationId xmlns:a16="http://schemas.microsoft.com/office/drawing/2014/main" id="{B9BC228F-0AF1-44B1-8345-4B610C12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820" y="81297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8" name="path-5446">
            <a:extLst xmlns:a="http://schemas.openxmlformats.org/drawingml/2006/main">
              <a:ext uri="{FF2B5EF4-FFF2-40B4-BE49-F238E27FC236}">
                <a16:creationId xmlns:a16="http://schemas.microsoft.com/office/drawing/2014/main" id="{CB13AF5E-446F-4892-9912-6856A4D8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364" y="8135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9" name="path-5447">
            <a:extLst xmlns:a="http://schemas.openxmlformats.org/drawingml/2006/main">
              <a:ext uri="{FF2B5EF4-FFF2-40B4-BE49-F238E27FC236}">
                <a16:creationId xmlns:a16="http://schemas.microsoft.com/office/drawing/2014/main" id="{388E1B62-DC8A-4293-A2C5-487F40FD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673" y="81571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0" name="path-5448">
            <a:extLst xmlns:a="http://schemas.openxmlformats.org/drawingml/2006/main">
              <a:ext uri="{FF2B5EF4-FFF2-40B4-BE49-F238E27FC236}">
                <a16:creationId xmlns:a16="http://schemas.microsoft.com/office/drawing/2014/main" id="{F6DC95AF-FD4E-41D9-92B9-7D401801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471" y="81382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1" name="path-5449">
            <a:extLst xmlns:a="http://schemas.openxmlformats.org/drawingml/2006/main">
              <a:ext uri="{FF2B5EF4-FFF2-40B4-BE49-F238E27FC236}">
                <a16:creationId xmlns:a16="http://schemas.microsoft.com/office/drawing/2014/main" id="{E4929F60-310F-4913-872D-B05DFEB9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612" y="8120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2" name="path-5450">
            <a:extLst xmlns:a="http://schemas.openxmlformats.org/drawingml/2006/main">
              <a:ext uri="{FF2B5EF4-FFF2-40B4-BE49-F238E27FC236}">
                <a16:creationId xmlns:a16="http://schemas.microsoft.com/office/drawing/2014/main" id="{85B0C134-2F8A-435E-80CF-A95D643B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98" y="8153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3" name="path-5451">
            <a:extLst xmlns:a="http://schemas.openxmlformats.org/drawingml/2006/main">
              <a:ext uri="{FF2B5EF4-FFF2-40B4-BE49-F238E27FC236}">
                <a16:creationId xmlns:a16="http://schemas.microsoft.com/office/drawing/2014/main" id="{740EFC1A-C7DD-4A36-9D25-25E8F624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87" y="81521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4" name="path-5452">
            <a:extLst xmlns:a="http://schemas.openxmlformats.org/drawingml/2006/main">
              <a:ext uri="{FF2B5EF4-FFF2-40B4-BE49-F238E27FC236}">
                <a16:creationId xmlns:a16="http://schemas.microsoft.com/office/drawing/2014/main" id="{4181616F-C28D-4F46-A77D-32145167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725" y="81370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5" name="path-5453">
            <a:extLst xmlns:a="http://schemas.openxmlformats.org/drawingml/2006/main">
              <a:ext uri="{FF2B5EF4-FFF2-40B4-BE49-F238E27FC236}">
                <a16:creationId xmlns:a16="http://schemas.microsoft.com/office/drawing/2014/main" id="{38879867-A8FB-4EFF-A37E-7BFB2526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6823" y="8151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6" name="path-5454">
            <a:extLst xmlns:a="http://schemas.openxmlformats.org/drawingml/2006/main">
              <a:ext uri="{FF2B5EF4-FFF2-40B4-BE49-F238E27FC236}">
                <a16:creationId xmlns:a16="http://schemas.microsoft.com/office/drawing/2014/main" id="{BD677A28-F8AD-4BC4-98E7-867B9908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6" y="8136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7" name="path-5455">
            <a:extLst xmlns:a="http://schemas.openxmlformats.org/drawingml/2006/main">
              <a:ext uri="{FF2B5EF4-FFF2-40B4-BE49-F238E27FC236}">
                <a16:creationId xmlns:a16="http://schemas.microsoft.com/office/drawing/2014/main" id="{4849914F-6906-451F-948B-22AB635F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067" y="81278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8" name="path-5456">
            <a:extLst xmlns:a="http://schemas.openxmlformats.org/drawingml/2006/main">
              <a:ext uri="{FF2B5EF4-FFF2-40B4-BE49-F238E27FC236}">
                <a16:creationId xmlns:a16="http://schemas.microsoft.com/office/drawing/2014/main" id="{084089E8-3D16-459E-8820-98E22B36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521" y="81270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9" name="path-5457">
            <a:extLst xmlns:a="http://schemas.openxmlformats.org/drawingml/2006/main">
              <a:ext uri="{FF2B5EF4-FFF2-40B4-BE49-F238E27FC236}">
                <a16:creationId xmlns:a16="http://schemas.microsoft.com/office/drawing/2014/main" id="{06DD34EC-3DBE-45F7-886B-6D10065B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348" y="81311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0" name="path-5458">
            <a:extLst xmlns:a="http://schemas.openxmlformats.org/drawingml/2006/main">
              <a:ext uri="{FF2B5EF4-FFF2-40B4-BE49-F238E27FC236}">
                <a16:creationId xmlns:a16="http://schemas.microsoft.com/office/drawing/2014/main" id="{7F1EA453-8B28-42EB-8CF9-9280253D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84" y="81449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1" name="path-5459">
            <a:extLst xmlns:a="http://schemas.openxmlformats.org/drawingml/2006/main">
              <a:ext uri="{FF2B5EF4-FFF2-40B4-BE49-F238E27FC236}">
                <a16:creationId xmlns:a16="http://schemas.microsoft.com/office/drawing/2014/main" id="{FF108127-4C6E-44B8-8CD2-7C52FB49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36" y="8147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2" name="path-5460">
            <a:extLst xmlns:a="http://schemas.openxmlformats.org/drawingml/2006/main">
              <a:ext uri="{FF2B5EF4-FFF2-40B4-BE49-F238E27FC236}">
                <a16:creationId xmlns:a16="http://schemas.microsoft.com/office/drawing/2014/main" id="{66614BAB-2C54-48B2-9720-9D60904E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4" y="8151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3" name="path-5461">
            <a:extLst xmlns:a="http://schemas.openxmlformats.org/drawingml/2006/main">
              <a:ext uri="{FF2B5EF4-FFF2-40B4-BE49-F238E27FC236}">
                <a16:creationId xmlns:a16="http://schemas.microsoft.com/office/drawing/2014/main" id="{A0E895AB-154A-444D-BD4E-A7ED980E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476" y="81452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4" name="path-5462">
            <a:extLst xmlns:a="http://schemas.openxmlformats.org/drawingml/2006/main">
              <a:ext uri="{FF2B5EF4-FFF2-40B4-BE49-F238E27FC236}">
                <a16:creationId xmlns:a16="http://schemas.microsoft.com/office/drawing/2014/main" id="{FA597AC8-8783-4881-9803-87DB801D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396" y="8171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5" name="path-5463">
            <a:extLst xmlns:a="http://schemas.openxmlformats.org/drawingml/2006/main">
              <a:ext uri="{FF2B5EF4-FFF2-40B4-BE49-F238E27FC236}">
                <a16:creationId xmlns:a16="http://schemas.microsoft.com/office/drawing/2014/main" id="{F742FD96-D236-463E-A446-4DC8B9DA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15" y="8122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6" name="path-5464">
            <a:extLst xmlns:a="http://schemas.openxmlformats.org/drawingml/2006/main">
              <a:ext uri="{FF2B5EF4-FFF2-40B4-BE49-F238E27FC236}">
                <a16:creationId xmlns:a16="http://schemas.microsoft.com/office/drawing/2014/main" id="{8699407E-60B2-4C7A-989B-6DF8EF83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949" y="81470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7" name="path-5465">
            <a:extLst xmlns:a="http://schemas.openxmlformats.org/drawingml/2006/main">
              <a:ext uri="{FF2B5EF4-FFF2-40B4-BE49-F238E27FC236}">
                <a16:creationId xmlns:a16="http://schemas.microsoft.com/office/drawing/2014/main" id="{BDA4A580-5704-49D5-98B2-4FE7E318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410" y="8128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8" name="path-5466">
            <a:extLst xmlns:a="http://schemas.openxmlformats.org/drawingml/2006/main">
              <a:ext uri="{FF2B5EF4-FFF2-40B4-BE49-F238E27FC236}">
                <a16:creationId xmlns:a16="http://schemas.microsoft.com/office/drawing/2014/main" id="{CDFD28E2-02BD-4E34-B89F-6CF7A6CD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578" y="8150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9" name="path-5467">
            <a:extLst xmlns:a="http://schemas.openxmlformats.org/drawingml/2006/main">
              <a:ext uri="{FF2B5EF4-FFF2-40B4-BE49-F238E27FC236}">
                <a16:creationId xmlns:a16="http://schemas.microsoft.com/office/drawing/2014/main" id="{2335674A-965F-4C92-9CEA-85DFE5C8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803" y="8160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0" name="path-5468">
            <a:extLst xmlns:a="http://schemas.openxmlformats.org/drawingml/2006/main">
              <a:ext uri="{FF2B5EF4-FFF2-40B4-BE49-F238E27FC236}">
                <a16:creationId xmlns:a16="http://schemas.microsoft.com/office/drawing/2014/main" id="{42829225-681D-4FBA-9F07-418B971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609" y="81549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1" name="path-5469">
            <a:extLst xmlns:a="http://schemas.openxmlformats.org/drawingml/2006/main">
              <a:ext uri="{FF2B5EF4-FFF2-40B4-BE49-F238E27FC236}">
                <a16:creationId xmlns:a16="http://schemas.microsoft.com/office/drawing/2014/main" id="{477100A9-85DC-4EA4-BA35-30AED354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72" y="81462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2" name="path-5470">
            <a:extLst xmlns:a="http://schemas.openxmlformats.org/drawingml/2006/main">
              <a:ext uri="{FF2B5EF4-FFF2-40B4-BE49-F238E27FC236}">
                <a16:creationId xmlns:a16="http://schemas.microsoft.com/office/drawing/2014/main" id="{05E47C00-DC7F-46F8-A430-2E71E07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738" y="8157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3" name="path-5471">
            <a:extLst xmlns:a="http://schemas.openxmlformats.org/drawingml/2006/main">
              <a:ext uri="{FF2B5EF4-FFF2-40B4-BE49-F238E27FC236}">
                <a16:creationId xmlns:a16="http://schemas.microsoft.com/office/drawing/2014/main" id="{A4F90B9A-E79B-423B-A6A2-533B89F6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53" y="81397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4" name="path-5472">
            <a:extLst xmlns:a="http://schemas.openxmlformats.org/drawingml/2006/main">
              <a:ext uri="{FF2B5EF4-FFF2-40B4-BE49-F238E27FC236}">
                <a16:creationId xmlns:a16="http://schemas.microsoft.com/office/drawing/2014/main" id="{6CA2C79E-169C-47DE-8796-F839AE80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401" y="81651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5" name="path-5473">
            <a:extLst xmlns:a="http://schemas.openxmlformats.org/drawingml/2006/main">
              <a:ext uri="{FF2B5EF4-FFF2-40B4-BE49-F238E27FC236}">
                <a16:creationId xmlns:a16="http://schemas.microsoft.com/office/drawing/2014/main" id="{532AE7B7-D900-4B5D-89F7-2FAE6E1B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813" y="8134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6" name="path-5474">
            <a:extLst xmlns:a="http://schemas.openxmlformats.org/drawingml/2006/main">
              <a:ext uri="{FF2B5EF4-FFF2-40B4-BE49-F238E27FC236}">
                <a16:creationId xmlns:a16="http://schemas.microsoft.com/office/drawing/2014/main" id="{6A848076-55D9-466A-AA09-BACC39AC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775" y="8137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7" name="path-5475">
            <a:extLst xmlns:a="http://schemas.openxmlformats.org/drawingml/2006/main">
              <a:ext uri="{FF2B5EF4-FFF2-40B4-BE49-F238E27FC236}">
                <a16:creationId xmlns:a16="http://schemas.microsoft.com/office/drawing/2014/main" id="{0FE577E5-EB8F-48B2-B7B0-5438FE9C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381" y="81497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8" name="path-5476">
            <a:extLst xmlns:a="http://schemas.openxmlformats.org/drawingml/2006/main">
              <a:ext uri="{FF2B5EF4-FFF2-40B4-BE49-F238E27FC236}">
                <a16:creationId xmlns:a16="http://schemas.microsoft.com/office/drawing/2014/main" id="{0271559D-C745-4E61-A13C-FD323220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152" y="8162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9" name="path-5477">
            <a:extLst xmlns:a="http://schemas.openxmlformats.org/drawingml/2006/main">
              <a:ext uri="{FF2B5EF4-FFF2-40B4-BE49-F238E27FC236}">
                <a16:creationId xmlns:a16="http://schemas.microsoft.com/office/drawing/2014/main" id="{FA952B6E-0FE4-432C-BB07-98D1A91E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572" y="81210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0" name="path-5478">
            <a:extLst xmlns:a="http://schemas.openxmlformats.org/drawingml/2006/main">
              <a:ext uri="{FF2B5EF4-FFF2-40B4-BE49-F238E27FC236}">
                <a16:creationId xmlns:a16="http://schemas.microsoft.com/office/drawing/2014/main" id="{F247D5AC-F1D2-480C-9DDC-F3D4F72B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886" y="81241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1" name="path-5479">
            <a:extLst xmlns:a="http://schemas.openxmlformats.org/drawingml/2006/main">
              <a:ext uri="{FF2B5EF4-FFF2-40B4-BE49-F238E27FC236}">
                <a16:creationId xmlns:a16="http://schemas.microsoft.com/office/drawing/2014/main" id="{C0A8E24B-9B89-489B-8228-DB3E81A8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829" y="8153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2" name="path-5480">
            <a:extLst xmlns:a="http://schemas.openxmlformats.org/drawingml/2006/main">
              <a:ext uri="{FF2B5EF4-FFF2-40B4-BE49-F238E27FC236}">
                <a16:creationId xmlns:a16="http://schemas.microsoft.com/office/drawing/2014/main" id="{B988F4C8-2DF2-42B8-B6E4-51E5A48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38" y="81746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3" name="path-5481">
            <a:extLst xmlns:a="http://schemas.openxmlformats.org/drawingml/2006/main">
              <a:ext uri="{FF2B5EF4-FFF2-40B4-BE49-F238E27FC236}">
                <a16:creationId xmlns:a16="http://schemas.microsoft.com/office/drawing/2014/main" id="{756C5962-A8C7-4E7F-9274-F1FF5AB9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3664" y="81332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4" name="path-5482">
            <a:extLst xmlns:a="http://schemas.openxmlformats.org/drawingml/2006/main">
              <a:ext uri="{FF2B5EF4-FFF2-40B4-BE49-F238E27FC236}">
                <a16:creationId xmlns:a16="http://schemas.microsoft.com/office/drawing/2014/main" id="{1B66D582-BAD8-4939-91A5-64045D9C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28" y="81515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5" name="path-5483">
            <a:extLst xmlns:a="http://schemas.openxmlformats.org/drawingml/2006/main">
              <a:ext uri="{FF2B5EF4-FFF2-40B4-BE49-F238E27FC236}">
                <a16:creationId xmlns:a16="http://schemas.microsoft.com/office/drawing/2014/main" id="{5CE444FC-5E42-4121-9FA9-6431A38D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099" y="8143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6" name="path-5484">
            <a:extLst xmlns:a="http://schemas.openxmlformats.org/drawingml/2006/main">
              <a:ext uri="{FF2B5EF4-FFF2-40B4-BE49-F238E27FC236}">
                <a16:creationId xmlns:a16="http://schemas.microsoft.com/office/drawing/2014/main" id="{5D993AAD-0DD2-4A2C-A07A-180306AD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452" y="81688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7" name="path-5485">
            <a:extLst xmlns:a="http://schemas.openxmlformats.org/drawingml/2006/main">
              <a:ext uri="{FF2B5EF4-FFF2-40B4-BE49-F238E27FC236}">
                <a16:creationId xmlns:a16="http://schemas.microsoft.com/office/drawing/2014/main" id="{50A74B69-BE09-4E7C-BB2D-77D793A1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821" y="81475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8" name="path-5486">
            <a:extLst xmlns:a="http://schemas.openxmlformats.org/drawingml/2006/main">
              <a:ext uri="{FF2B5EF4-FFF2-40B4-BE49-F238E27FC236}">
                <a16:creationId xmlns:a16="http://schemas.microsoft.com/office/drawing/2014/main" id="{65E49F46-5683-40B5-B286-75955EA1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28" y="81664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9" name="path-5487">
            <a:extLst xmlns:a="http://schemas.openxmlformats.org/drawingml/2006/main">
              <a:ext uri="{FF2B5EF4-FFF2-40B4-BE49-F238E27FC236}">
                <a16:creationId xmlns:a16="http://schemas.microsoft.com/office/drawing/2014/main" id="{F1FFD3AD-3630-4018-ABBA-4E79EB8A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7964" y="8133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0" name="path-5488">
            <a:extLst xmlns:a="http://schemas.openxmlformats.org/drawingml/2006/main">
              <a:ext uri="{FF2B5EF4-FFF2-40B4-BE49-F238E27FC236}">
                <a16:creationId xmlns:a16="http://schemas.microsoft.com/office/drawing/2014/main" id="{55FAEDD6-0E46-48E5-B079-794FFB62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251" y="81344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1" name="path-5489">
            <a:extLst xmlns:a="http://schemas.openxmlformats.org/drawingml/2006/main">
              <a:ext uri="{FF2B5EF4-FFF2-40B4-BE49-F238E27FC236}">
                <a16:creationId xmlns:a16="http://schemas.microsoft.com/office/drawing/2014/main" id="{4D1EF915-7312-48BA-AC93-BAF406D6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233" y="8125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2" name="path-5490">
            <a:extLst xmlns:a="http://schemas.openxmlformats.org/drawingml/2006/main">
              <a:ext uri="{FF2B5EF4-FFF2-40B4-BE49-F238E27FC236}">
                <a16:creationId xmlns:a16="http://schemas.microsoft.com/office/drawing/2014/main" id="{29F1E6E6-BFF7-4651-A454-CF3429A1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98" y="8127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3" name="path-5491">
            <a:extLst xmlns:a="http://schemas.openxmlformats.org/drawingml/2006/main">
              <a:ext uri="{FF2B5EF4-FFF2-40B4-BE49-F238E27FC236}">
                <a16:creationId xmlns:a16="http://schemas.microsoft.com/office/drawing/2014/main" id="{8E87BBDD-04D6-404A-AB1C-03956E63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257" y="81379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4" name="path-5492">
            <a:extLst xmlns:a="http://schemas.openxmlformats.org/drawingml/2006/main">
              <a:ext uri="{FF2B5EF4-FFF2-40B4-BE49-F238E27FC236}">
                <a16:creationId xmlns:a16="http://schemas.microsoft.com/office/drawing/2014/main" id="{5D11A093-8208-436C-B0B6-98ACEDDF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196" y="8153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5" name="path-5493">
            <a:extLst xmlns:a="http://schemas.openxmlformats.org/drawingml/2006/main">
              <a:ext uri="{FF2B5EF4-FFF2-40B4-BE49-F238E27FC236}">
                <a16:creationId xmlns:a16="http://schemas.microsoft.com/office/drawing/2014/main" id="{E6C3BE89-BE7C-454F-A5A4-80C95C3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957" y="8174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6" name="path-5494">
            <a:extLst xmlns:a="http://schemas.openxmlformats.org/drawingml/2006/main">
              <a:ext uri="{FF2B5EF4-FFF2-40B4-BE49-F238E27FC236}">
                <a16:creationId xmlns:a16="http://schemas.microsoft.com/office/drawing/2014/main" id="{55FDFD89-7989-4E10-857D-C98411C1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982" y="81653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7" name="path-5495">
            <a:extLst xmlns:a="http://schemas.openxmlformats.org/drawingml/2006/main">
              <a:ext uri="{FF2B5EF4-FFF2-40B4-BE49-F238E27FC236}">
                <a16:creationId xmlns:a16="http://schemas.microsoft.com/office/drawing/2014/main" id="{2ABF0835-66FE-42F0-9504-F38E0E8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0377" y="8126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8" name="path-5496">
            <a:extLst xmlns:a="http://schemas.openxmlformats.org/drawingml/2006/main">
              <a:ext uri="{FF2B5EF4-FFF2-40B4-BE49-F238E27FC236}">
                <a16:creationId xmlns:a16="http://schemas.microsoft.com/office/drawing/2014/main" id="{5AA6D07D-477F-4A2D-923D-C6FADF2C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538" y="81541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9" name="path-5497">
            <a:extLst xmlns:a="http://schemas.openxmlformats.org/drawingml/2006/main">
              <a:ext uri="{FF2B5EF4-FFF2-40B4-BE49-F238E27FC236}">
                <a16:creationId xmlns:a16="http://schemas.microsoft.com/office/drawing/2014/main" id="{7680B9F6-28F4-476F-AC8A-83FEFFC7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482" y="8140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0" name="path-5498">
            <a:extLst xmlns:a="http://schemas.openxmlformats.org/drawingml/2006/main">
              <a:ext uri="{FF2B5EF4-FFF2-40B4-BE49-F238E27FC236}">
                <a16:creationId xmlns:a16="http://schemas.microsoft.com/office/drawing/2014/main" id="{8BE0A30A-9DFA-4E72-AD7B-6528F652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758" y="8123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1" name="path-5499">
            <a:extLst xmlns:a="http://schemas.openxmlformats.org/drawingml/2006/main">
              <a:ext uri="{FF2B5EF4-FFF2-40B4-BE49-F238E27FC236}">
                <a16:creationId xmlns:a16="http://schemas.microsoft.com/office/drawing/2014/main" id="{CB3E8B4F-8409-46FB-95AD-DAF44F3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698" y="81535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2" name="path-5500">
            <a:extLst xmlns:a="http://schemas.openxmlformats.org/drawingml/2006/main">
              <a:ext uri="{FF2B5EF4-FFF2-40B4-BE49-F238E27FC236}">
                <a16:creationId xmlns:a16="http://schemas.microsoft.com/office/drawing/2014/main" id="{3ECEB50B-BEBC-46BB-B66D-6C16ECC6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429" y="8145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3" name="path-5501">
            <a:extLst xmlns:a="http://schemas.openxmlformats.org/drawingml/2006/main">
              <a:ext uri="{FF2B5EF4-FFF2-40B4-BE49-F238E27FC236}">
                <a16:creationId xmlns:a16="http://schemas.microsoft.com/office/drawing/2014/main" id="{BC2475DC-B34B-4E6F-A884-3C3E9781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839" y="81386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4" name="path-5502">
            <a:extLst xmlns:a="http://schemas.openxmlformats.org/drawingml/2006/main">
              <a:ext uri="{FF2B5EF4-FFF2-40B4-BE49-F238E27FC236}">
                <a16:creationId xmlns:a16="http://schemas.microsoft.com/office/drawing/2014/main" id="{3D42F4E9-B002-411C-9414-E7D67C9F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13" y="8171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5" name="path-5503">
            <a:extLst xmlns:a="http://schemas.openxmlformats.org/drawingml/2006/main">
              <a:ext uri="{FF2B5EF4-FFF2-40B4-BE49-F238E27FC236}">
                <a16:creationId xmlns:a16="http://schemas.microsoft.com/office/drawing/2014/main" id="{3AA0C3C6-7C96-42D6-9349-29EB317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833" y="8112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6" name="path-5504">
            <a:extLst xmlns:a="http://schemas.openxmlformats.org/drawingml/2006/main">
              <a:ext uri="{FF2B5EF4-FFF2-40B4-BE49-F238E27FC236}">
                <a16:creationId xmlns:a16="http://schemas.microsoft.com/office/drawing/2014/main" id="{8B0E18E8-A667-46EC-80F5-991625FC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0549" y="8142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7" name="path-5505">
            <a:extLst xmlns:a="http://schemas.openxmlformats.org/drawingml/2006/main">
              <a:ext uri="{FF2B5EF4-FFF2-40B4-BE49-F238E27FC236}">
                <a16:creationId xmlns:a16="http://schemas.microsoft.com/office/drawing/2014/main" id="{0AACF77C-B5F9-4F20-942D-14A5BCA7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106" y="8201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8" name="path-5506">
            <a:extLst xmlns:a="http://schemas.openxmlformats.org/drawingml/2006/main">
              <a:ext uri="{FF2B5EF4-FFF2-40B4-BE49-F238E27FC236}">
                <a16:creationId xmlns:a16="http://schemas.microsoft.com/office/drawing/2014/main" id="{339D2AD1-F690-499A-8C11-FFC16A60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5" y="81612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9" name="path-5507">
            <a:extLst xmlns:a="http://schemas.openxmlformats.org/drawingml/2006/main">
              <a:ext uri="{FF2B5EF4-FFF2-40B4-BE49-F238E27FC236}">
                <a16:creationId xmlns:a16="http://schemas.microsoft.com/office/drawing/2014/main" id="{7902D834-1E8D-4BD5-965C-5FEAF391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435" y="81647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0" name="path-5508">
            <a:extLst xmlns:a="http://schemas.openxmlformats.org/drawingml/2006/main">
              <a:ext uri="{FF2B5EF4-FFF2-40B4-BE49-F238E27FC236}">
                <a16:creationId xmlns:a16="http://schemas.microsoft.com/office/drawing/2014/main" id="{D769DFDA-7212-4E23-B7B3-E33B8339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528" y="81121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1" name="path-5509">
            <a:extLst xmlns:a="http://schemas.openxmlformats.org/drawingml/2006/main">
              <a:ext uri="{FF2B5EF4-FFF2-40B4-BE49-F238E27FC236}">
                <a16:creationId xmlns:a16="http://schemas.microsoft.com/office/drawing/2014/main" id="{D78D8E7E-3ACC-4332-958A-D0C297BC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219" y="81273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2" name="path-5510">
            <a:extLst xmlns:a="http://schemas.openxmlformats.org/drawingml/2006/main">
              <a:ext uri="{FF2B5EF4-FFF2-40B4-BE49-F238E27FC236}">
                <a16:creationId xmlns:a16="http://schemas.microsoft.com/office/drawing/2014/main" id="{4C697341-6793-408B-BD3E-D3F1D7F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120" y="81434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3" name="path-5511">
            <a:extLst xmlns:a="http://schemas.openxmlformats.org/drawingml/2006/main">
              <a:ext uri="{FF2B5EF4-FFF2-40B4-BE49-F238E27FC236}">
                <a16:creationId xmlns:a16="http://schemas.microsoft.com/office/drawing/2014/main" id="{C9B45A09-ECE8-4FA4-ABCB-E3A19CF4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538" y="81508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4" name="path-5512">
            <a:extLst xmlns:a="http://schemas.openxmlformats.org/drawingml/2006/main">
              <a:ext uri="{FF2B5EF4-FFF2-40B4-BE49-F238E27FC236}">
                <a16:creationId xmlns:a16="http://schemas.microsoft.com/office/drawing/2014/main" id="{99D86249-CB9F-4DBD-A5D9-BDBE7290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134" y="81319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5" name="path-5513">
            <a:extLst xmlns:a="http://schemas.openxmlformats.org/drawingml/2006/main">
              <a:ext uri="{FF2B5EF4-FFF2-40B4-BE49-F238E27FC236}">
                <a16:creationId xmlns:a16="http://schemas.microsoft.com/office/drawing/2014/main" id="{6B68A55B-D993-478B-905E-22A41095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058" y="81360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6" name="path-5514">
            <a:extLst xmlns:a="http://schemas.openxmlformats.org/drawingml/2006/main">
              <a:ext uri="{FF2B5EF4-FFF2-40B4-BE49-F238E27FC236}">
                <a16:creationId xmlns:a16="http://schemas.microsoft.com/office/drawing/2014/main" id="{1B0CBFAD-8479-45ED-B16C-B7F1AA94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645" y="8105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7" name="path-5515">
            <a:extLst xmlns:a="http://schemas.openxmlformats.org/drawingml/2006/main">
              <a:ext uri="{FF2B5EF4-FFF2-40B4-BE49-F238E27FC236}">
                <a16:creationId xmlns:a16="http://schemas.microsoft.com/office/drawing/2014/main" id="{B91C41E0-CB37-46D6-BCA5-C4A90DD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7" y="8132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8" name="path-5516">
            <a:extLst xmlns:a="http://schemas.openxmlformats.org/drawingml/2006/main">
              <a:ext uri="{FF2B5EF4-FFF2-40B4-BE49-F238E27FC236}">
                <a16:creationId xmlns:a16="http://schemas.microsoft.com/office/drawing/2014/main" id="{963F1338-8D23-445D-9E50-32B704E6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709" y="81303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9" name="path-5517">
            <a:extLst xmlns:a="http://schemas.openxmlformats.org/drawingml/2006/main">
              <a:ext uri="{FF2B5EF4-FFF2-40B4-BE49-F238E27FC236}">
                <a16:creationId xmlns:a16="http://schemas.microsoft.com/office/drawing/2014/main" id="{7108B29A-B926-4724-A919-0FDF161E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940" y="81633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0" name="path-5518">
            <a:extLst xmlns:a="http://schemas.openxmlformats.org/drawingml/2006/main">
              <a:ext uri="{FF2B5EF4-FFF2-40B4-BE49-F238E27FC236}">
                <a16:creationId xmlns:a16="http://schemas.microsoft.com/office/drawing/2014/main" id="{F359BF07-934B-4B05-99F4-797B1F03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270" y="81421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1" name="path-5519">
            <a:extLst xmlns:a="http://schemas.openxmlformats.org/drawingml/2006/main">
              <a:ext uri="{FF2B5EF4-FFF2-40B4-BE49-F238E27FC236}">
                <a16:creationId xmlns:a16="http://schemas.microsoft.com/office/drawing/2014/main" id="{0880DBD8-9D09-48A4-B0C0-D47B1B2C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241" y="8142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2" name="path-5520">
            <a:extLst xmlns:a="http://schemas.openxmlformats.org/drawingml/2006/main">
              <a:ext uri="{FF2B5EF4-FFF2-40B4-BE49-F238E27FC236}">
                <a16:creationId xmlns:a16="http://schemas.microsoft.com/office/drawing/2014/main" id="{443AA36D-6D73-4B51-901A-353EF65C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904" y="81375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3" name="path-5521">
            <a:extLst xmlns:a="http://schemas.openxmlformats.org/drawingml/2006/main">
              <a:ext uri="{FF2B5EF4-FFF2-40B4-BE49-F238E27FC236}">
                <a16:creationId xmlns:a16="http://schemas.microsoft.com/office/drawing/2014/main" id="{93A225E9-17C6-4E5F-889B-17A794D4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757" y="81635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4" name="path-5522">
            <a:extLst xmlns:a="http://schemas.openxmlformats.org/drawingml/2006/main">
              <a:ext uri="{FF2B5EF4-FFF2-40B4-BE49-F238E27FC236}">
                <a16:creationId xmlns:a16="http://schemas.microsoft.com/office/drawing/2014/main" id="{B3CFD747-0DF3-4828-A35E-D5525591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376" y="8148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5" name="path-5523">
            <a:extLst xmlns:a="http://schemas.openxmlformats.org/drawingml/2006/main">
              <a:ext uri="{FF2B5EF4-FFF2-40B4-BE49-F238E27FC236}">
                <a16:creationId xmlns:a16="http://schemas.microsoft.com/office/drawing/2014/main" id="{779C5652-2873-49FF-8F0F-7A095D5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03" y="81345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6" name="path-5524">
            <a:extLst xmlns:a="http://schemas.openxmlformats.org/drawingml/2006/main">
              <a:ext uri="{FF2B5EF4-FFF2-40B4-BE49-F238E27FC236}">
                <a16:creationId xmlns:a16="http://schemas.microsoft.com/office/drawing/2014/main" id="{6D4EEA1A-B426-44E5-BB81-6B1DBD9E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568" y="81770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7" name="path-5525">
            <a:extLst xmlns:a="http://schemas.openxmlformats.org/drawingml/2006/main">
              <a:ext uri="{FF2B5EF4-FFF2-40B4-BE49-F238E27FC236}">
                <a16:creationId xmlns:a16="http://schemas.microsoft.com/office/drawing/2014/main" id="{536ED556-58BE-4AAA-BE28-657CFB23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51" y="81518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8" name="path-5526">
            <a:extLst xmlns:a="http://schemas.openxmlformats.org/drawingml/2006/main">
              <a:ext uri="{FF2B5EF4-FFF2-40B4-BE49-F238E27FC236}">
                <a16:creationId xmlns:a16="http://schemas.microsoft.com/office/drawing/2014/main" id="{5F9ED37A-6A05-4100-8D8A-B50FB41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528" y="81757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9" name="path-5527">
            <a:extLst xmlns:a="http://schemas.openxmlformats.org/drawingml/2006/main">
              <a:ext uri="{FF2B5EF4-FFF2-40B4-BE49-F238E27FC236}">
                <a16:creationId xmlns:a16="http://schemas.microsoft.com/office/drawing/2014/main" id="{834BCF81-948B-48FF-9E5D-36CC5ABE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94" y="81439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0" name="path-5528">
            <a:extLst xmlns:a="http://schemas.openxmlformats.org/drawingml/2006/main">
              <a:ext uri="{FF2B5EF4-FFF2-40B4-BE49-F238E27FC236}">
                <a16:creationId xmlns:a16="http://schemas.microsoft.com/office/drawing/2014/main" id="{45D82E4D-83F0-47B1-8329-16BD35EA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788" y="81550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1" name="path-5529">
            <a:extLst xmlns:a="http://schemas.openxmlformats.org/drawingml/2006/main">
              <a:ext uri="{FF2B5EF4-FFF2-40B4-BE49-F238E27FC236}">
                <a16:creationId xmlns:a16="http://schemas.microsoft.com/office/drawing/2014/main" id="{A74D9A06-FDCA-4A44-8D5C-B5464326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46" y="81394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2" name="path-5530">
            <a:extLst xmlns:a="http://schemas.openxmlformats.org/drawingml/2006/main">
              <a:ext uri="{FF2B5EF4-FFF2-40B4-BE49-F238E27FC236}">
                <a16:creationId xmlns:a16="http://schemas.microsoft.com/office/drawing/2014/main" id="{A38274C9-1EBB-40B3-BCF5-EDA9E02A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348" y="81267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3" name="path-5531">
            <a:extLst xmlns:a="http://schemas.openxmlformats.org/drawingml/2006/main">
              <a:ext uri="{FF2B5EF4-FFF2-40B4-BE49-F238E27FC236}">
                <a16:creationId xmlns:a16="http://schemas.microsoft.com/office/drawing/2014/main" id="{3DEC3AD9-F859-4746-9671-0B2DB636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424" y="81708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4" name="path-5532">
            <a:extLst xmlns:a="http://schemas.openxmlformats.org/drawingml/2006/main">
              <a:ext uri="{FF2B5EF4-FFF2-40B4-BE49-F238E27FC236}">
                <a16:creationId xmlns:a16="http://schemas.microsoft.com/office/drawing/2014/main" id="{E4E12498-A16F-44AB-8B37-B4A64F86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4640" y="81500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5" name="path-5533">
            <a:extLst xmlns:a="http://schemas.openxmlformats.org/drawingml/2006/main">
              <a:ext uri="{FF2B5EF4-FFF2-40B4-BE49-F238E27FC236}">
                <a16:creationId xmlns:a16="http://schemas.microsoft.com/office/drawing/2014/main" id="{820148C2-FACC-4E7F-B35B-79B45F58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099" y="8146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6" name="path-5534">
            <a:extLst xmlns:a="http://schemas.openxmlformats.org/drawingml/2006/main">
              <a:ext uri="{FF2B5EF4-FFF2-40B4-BE49-F238E27FC236}">
                <a16:creationId xmlns:a16="http://schemas.microsoft.com/office/drawing/2014/main" id="{808F731C-99F0-4554-94AD-54D4DF8F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10" y="81277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7" name="path-5535">
            <a:extLst xmlns:a="http://schemas.openxmlformats.org/drawingml/2006/main">
              <a:ext uri="{FF2B5EF4-FFF2-40B4-BE49-F238E27FC236}">
                <a16:creationId xmlns:a16="http://schemas.microsoft.com/office/drawing/2014/main" id="{7BFF79C3-BFB5-4062-9812-24C61D5E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164" y="8135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8" name="path-5536">
            <a:extLst xmlns:a="http://schemas.openxmlformats.org/drawingml/2006/main">
              <a:ext uri="{FF2B5EF4-FFF2-40B4-BE49-F238E27FC236}">
                <a16:creationId xmlns:a16="http://schemas.microsoft.com/office/drawing/2014/main" id="{7AF96509-C8C4-46DE-A365-C0D939D9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627" y="8143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9" name="path-5537">
            <a:extLst xmlns:a="http://schemas.openxmlformats.org/drawingml/2006/main">
              <a:ext uri="{FF2B5EF4-FFF2-40B4-BE49-F238E27FC236}">
                <a16:creationId xmlns:a16="http://schemas.microsoft.com/office/drawing/2014/main" id="{F51DF7F5-C3DE-41C5-B2ED-0FD7EAA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809" y="8111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0" name="path-5538">
            <a:extLst xmlns:a="http://schemas.openxmlformats.org/drawingml/2006/main">
              <a:ext uri="{FF2B5EF4-FFF2-40B4-BE49-F238E27FC236}">
                <a16:creationId xmlns:a16="http://schemas.microsoft.com/office/drawing/2014/main" id="{DA490AC0-3FDC-4546-AD3A-07BE71F1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612" y="8150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1" name="path-5539">
            <a:extLst xmlns:a="http://schemas.openxmlformats.org/drawingml/2006/main">
              <a:ext uri="{FF2B5EF4-FFF2-40B4-BE49-F238E27FC236}">
                <a16:creationId xmlns:a16="http://schemas.microsoft.com/office/drawing/2014/main" id="{7651AF32-21E2-4854-95A3-6760AA38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355" y="81323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2" name="path-5540">
            <a:extLst xmlns:a="http://schemas.openxmlformats.org/drawingml/2006/main">
              <a:ext uri="{FF2B5EF4-FFF2-40B4-BE49-F238E27FC236}">
                <a16:creationId xmlns:a16="http://schemas.microsoft.com/office/drawing/2014/main" id="{3EF31F6B-D601-4773-8D68-BD3B4B88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633" y="8163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3" name="path-5541">
            <a:extLst xmlns:a="http://schemas.openxmlformats.org/drawingml/2006/main">
              <a:ext uri="{FF2B5EF4-FFF2-40B4-BE49-F238E27FC236}">
                <a16:creationId xmlns:a16="http://schemas.microsoft.com/office/drawing/2014/main" id="{306178AE-5807-4D16-A169-E3078B09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737" y="8142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4" name="path-5542">
            <a:extLst xmlns:a="http://schemas.openxmlformats.org/drawingml/2006/main">
              <a:ext uri="{FF2B5EF4-FFF2-40B4-BE49-F238E27FC236}">
                <a16:creationId xmlns:a16="http://schemas.microsoft.com/office/drawing/2014/main" id="{B0E34453-38BB-4155-B918-D9FFC340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20" y="8123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5" name="path-5543">
            <a:extLst xmlns:a="http://schemas.openxmlformats.org/drawingml/2006/main">
              <a:ext uri="{FF2B5EF4-FFF2-40B4-BE49-F238E27FC236}">
                <a16:creationId xmlns:a16="http://schemas.microsoft.com/office/drawing/2014/main" id="{04EDA6FE-057E-4792-8E15-F7B1B2E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518" y="8126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6" name="path-5544">
            <a:extLst xmlns:a="http://schemas.openxmlformats.org/drawingml/2006/main">
              <a:ext uri="{FF2B5EF4-FFF2-40B4-BE49-F238E27FC236}">
                <a16:creationId xmlns:a16="http://schemas.microsoft.com/office/drawing/2014/main" id="{50A77387-E5D0-4916-8F5C-F52EDE5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437" y="81610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7" name="path-5545">
            <a:extLst xmlns:a="http://schemas.openxmlformats.org/drawingml/2006/main">
              <a:ext uri="{FF2B5EF4-FFF2-40B4-BE49-F238E27FC236}">
                <a16:creationId xmlns:a16="http://schemas.microsoft.com/office/drawing/2014/main" id="{A64E658E-9D19-4B65-B923-50F674A5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48" y="8157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8" name="path-5546">
            <a:extLst xmlns:a="http://schemas.openxmlformats.org/drawingml/2006/main">
              <a:ext uri="{FF2B5EF4-FFF2-40B4-BE49-F238E27FC236}">
                <a16:creationId xmlns:a16="http://schemas.microsoft.com/office/drawing/2014/main" id="{E2E0109D-ABC2-4DA4-A913-631D2DC3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592" y="81216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9" name="path-5547">
            <a:extLst xmlns:a="http://schemas.openxmlformats.org/drawingml/2006/main">
              <a:ext uri="{FF2B5EF4-FFF2-40B4-BE49-F238E27FC236}">
                <a16:creationId xmlns:a16="http://schemas.microsoft.com/office/drawing/2014/main" id="{99DAC5FA-7001-465F-8A25-B269DD90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60" y="81206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0" name="path-5548">
            <a:extLst xmlns:a="http://schemas.openxmlformats.org/drawingml/2006/main">
              <a:ext uri="{FF2B5EF4-FFF2-40B4-BE49-F238E27FC236}">
                <a16:creationId xmlns:a16="http://schemas.microsoft.com/office/drawing/2014/main" id="{BC2E9762-2165-4FA2-B530-9DD8EE0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18" y="81558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1" name="path-5549">
            <a:extLst xmlns:a="http://schemas.openxmlformats.org/drawingml/2006/main">
              <a:ext uri="{FF2B5EF4-FFF2-40B4-BE49-F238E27FC236}">
                <a16:creationId xmlns:a16="http://schemas.microsoft.com/office/drawing/2014/main" id="{8616ABFA-5E62-459C-B2CE-667F37AE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42" y="81655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2" name="path-5550">
            <a:extLst xmlns:a="http://schemas.openxmlformats.org/drawingml/2006/main">
              <a:ext uri="{FF2B5EF4-FFF2-40B4-BE49-F238E27FC236}">
                <a16:creationId xmlns:a16="http://schemas.microsoft.com/office/drawing/2014/main" id="{DB33A4FD-97DB-4D0D-A34C-93FEE281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221" y="8134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3" name="path-5551">
            <a:extLst xmlns:a="http://schemas.openxmlformats.org/drawingml/2006/main">
              <a:ext uri="{FF2B5EF4-FFF2-40B4-BE49-F238E27FC236}">
                <a16:creationId xmlns:a16="http://schemas.microsoft.com/office/drawing/2014/main" id="{47B62924-7820-4214-8245-E10E83EB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724" y="81666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4" name="path-5552">
            <a:extLst xmlns:a="http://schemas.openxmlformats.org/drawingml/2006/main">
              <a:ext uri="{FF2B5EF4-FFF2-40B4-BE49-F238E27FC236}">
                <a16:creationId xmlns:a16="http://schemas.microsoft.com/office/drawing/2014/main" id="{68F7211F-7C5B-49A5-8B54-ABB9730D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762" y="8157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5" name="path-5553">
            <a:extLst xmlns:a="http://schemas.openxmlformats.org/drawingml/2006/main">
              <a:ext uri="{FF2B5EF4-FFF2-40B4-BE49-F238E27FC236}">
                <a16:creationId xmlns:a16="http://schemas.microsoft.com/office/drawing/2014/main" id="{863A9904-16D4-41AA-AF49-BE256A9C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592" y="81116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6" name="path-5554">
            <a:extLst xmlns:a="http://schemas.openxmlformats.org/drawingml/2006/main">
              <a:ext uri="{FF2B5EF4-FFF2-40B4-BE49-F238E27FC236}">
                <a16:creationId xmlns:a16="http://schemas.microsoft.com/office/drawing/2014/main" id="{F472743A-7AC8-4A42-8EBF-FE523CD9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944" y="81372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7" name="path-5555">
            <a:extLst xmlns:a="http://schemas.openxmlformats.org/drawingml/2006/main">
              <a:ext uri="{FF2B5EF4-FFF2-40B4-BE49-F238E27FC236}">
                <a16:creationId xmlns:a16="http://schemas.microsoft.com/office/drawing/2014/main" id="{9CA7FC00-A6EB-474D-A066-6A2A7D18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598" y="81415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8" name="path-5556">
            <a:extLst xmlns:a="http://schemas.openxmlformats.org/drawingml/2006/main">
              <a:ext uri="{FF2B5EF4-FFF2-40B4-BE49-F238E27FC236}">
                <a16:creationId xmlns:a16="http://schemas.microsoft.com/office/drawing/2014/main" id="{3B4B54DE-C5E3-4AC4-B148-A6C4902C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129" y="80958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9" name="path-5557">
            <a:extLst xmlns:a="http://schemas.openxmlformats.org/drawingml/2006/main">
              <a:ext uri="{FF2B5EF4-FFF2-40B4-BE49-F238E27FC236}">
                <a16:creationId xmlns:a16="http://schemas.microsoft.com/office/drawing/2014/main" id="{3996A0C2-0ED6-4478-AA66-18950FD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251" y="81472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0" name="path-5558">
            <a:extLst xmlns:a="http://schemas.openxmlformats.org/drawingml/2006/main">
              <a:ext uri="{FF2B5EF4-FFF2-40B4-BE49-F238E27FC236}">
                <a16:creationId xmlns:a16="http://schemas.microsoft.com/office/drawing/2014/main" id="{F9F7A319-9395-43D6-BD7D-05248104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702" y="81337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1" name="path-5559">
            <a:extLst xmlns:a="http://schemas.openxmlformats.org/drawingml/2006/main">
              <a:ext uri="{FF2B5EF4-FFF2-40B4-BE49-F238E27FC236}">
                <a16:creationId xmlns:a16="http://schemas.microsoft.com/office/drawing/2014/main" id="{41E29284-592B-431D-8124-D3834918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13" y="81275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2" name="path-5560">
            <a:extLst xmlns:a="http://schemas.openxmlformats.org/drawingml/2006/main">
              <a:ext uri="{FF2B5EF4-FFF2-40B4-BE49-F238E27FC236}">
                <a16:creationId xmlns:a16="http://schemas.microsoft.com/office/drawing/2014/main" id="{AD243A51-8CE3-46FA-9149-94D0F587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84" y="8184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3" name="path-5561">
            <a:extLst xmlns:a="http://schemas.openxmlformats.org/drawingml/2006/main">
              <a:ext uri="{FF2B5EF4-FFF2-40B4-BE49-F238E27FC236}">
                <a16:creationId xmlns:a16="http://schemas.microsoft.com/office/drawing/2014/main" id="{8451EE78-483F-4781-AA8B-0535BEFF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72" y="81348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4" name="path-5562">
            <a:extLst xmlns:a="http://schemas.openxmlformats.org/drawingml/2006/main">
              <a:ext uri="{FF2B5EF4-FFF2-40B4-BE49-F238E27FC236}">
                <a16:creationId xmlns:a16="http://schemas.microsoft.com/office/drawing/2014/main" id="{AA9DD424-670C-4B2D-A990-9D437286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608" y="81305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5" name="path-5563">
            <a:extLst xmlns:a="http://schemas.openxmlformats.org/drawingml/2006/main">
              <a:ext uri="{FF2B5EF4-FFF2-40B4-BE49-F238E27FC236}">
                <a16:creationId xmlns:a16="http://schemas.microsoft.com/office/drawing/2014/main" id="{88A0761C-3F4B-40AB-A7B3-2CEA969F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212" y="8140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6" name="path-5564">
            <a:extLst xmlns:a="http://schemas.openxmlformats.org/drawingml/2006/main">
              <a:ext uri="{FF2B5EF4-FFF2-40B4-BE49-F238E27FC236}">
                <a16:creationId xmlns:a16="http://schemas.microsoft.com/office/drawing/2014/main" id="{052DB048-A509-49CF-9AB3-A0243CA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373" y="8148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7" name="path-5565">
            <a:extLst xmlns:a="http://schemas.openxmlformats.org/drawingml/2006/main">
              <a:ext uri="{FF2B5EF4-FFF2-40B4-BE49-F238E27FC236}">
                <a16:creationId xmlns:a16="http://schemas.microsoft.com/office/drawing/2014/main" id="{36927D5F-FCA2-4EF6-A9FD-CCB843CB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080" y="81178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8" name="path-5566">
            <a:extLst xmlns:a="http://schemas.openxmlformats.org/drawingml/2006/main">
              <a:ext uri="{FF2B5EF4-FFF2-40B4-BE49-F238E27FC236}">
                <a16:creationId xmlns:a16="http://schemas.microsoft.com/office/drawing/2014/main" id="{43296B61-DF8C-4352-84AD-63568A85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170" y="81250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9" name="path-5567">
            <a:extLst xmlns:a="http://schemas.openxmlformats.org/drawingml/2006/main">
              <a:ext uri="{FF2B5EF4-FFF2-40B4-BE49-F238E27FC236}">
                <a16:creationId xmlns:a16="http://schemas.microsoft.com/office/drawing/2014/main" id="{260A7305-0BE0-45D1-9A05-9612CDE0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352" y="81400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0" name="path-5568">
            <a:extLst xmlns:a="http://schemas.openxmlformats.org/drawingml/2006/main">
              <a:ext uri="{FF2B5EF4-FFF2-40B4-BE49-F238E27FC236}">
                <a16:creationId xmlns:a16="http://schemas.microsoft.com/office/drawing/2014/main" id="{5A5FF542-A5D3-4075-A74A-66DA827D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985" y="81738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1" name="path-5569">
            <a:extLst xmlns:a="http://schemas.openxmlformats.org/drawingml/2006/main">
              <a:ext uri="{FF2B5EF4-FFF2-40B4-BE49-F238E27FC236}">
                <a16:creationId xmlns:a16="http://schemas.microsoft.com/office/drawing/2014/main" id="{C94B243A-CDB0-4619-A8EB-333DF1C2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350" y="81626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2" name="path-5570">
            <a:extLst xmlns:a="http://schemas.openxmlformats.org/drawingml/2006/main">
              <a:ext uri="{FF2B5EF4-FFF2-40B4-BE49-F238E27FC236}">
                <a16:creationId xmlns:a16="http://schemas.microsoft.com/office/drawing/2014/main" id="{04461502-0200-4842-8E08-7AC74ADA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0" y="81425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3" name="path-5571">
            <a:extLst xmlns:a="http://schemas.openxmlformats.org/drawingml/2006/main">
              <a:ext uri="{FF2B5EF4-FFF2-40B4-BE49-F238E27FC236}">
                <a16:creationId xmlns:a16="http://schemas.microsoft.com/office/drawing/2014/main" id="{F391285A-FB00-4175-8874-B3D88238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634" y="81429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4" name="path-5572">
            <a:extLst xmlns:a="http://schemas.openxmlformats.org/drawingml/2006/main">
              <a:ext uri="{FF2B5EF4-FFF2-40B4-BE49-F238E27FC236}">
                <a16:creationId xmlns:a16="http://schemas.microsoft.com/office/drawing/2014/main" id="{A2B2E01A-C1D2-439F-8E6F-89A9219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633" y="8162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5" name="path-5573">
            <a:extLst xmlns:a="http://schemas.openxmlformats.org/drawingml/2006/main">
              <a:ext uri="{FF2B5EF4-FFF2-40B4-BE49-F238E27FC236}">
                <a16:creationId xmlns:a16="http://schemas.microsoft.com/office/drawing/2014/main" id="{979FAC25-A08A-4718-AC58-BDC3F1D1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716" y="81460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6" name="path-5574">
            <a:extLst xmlns:a="http://schemas.openxmlformats.org/drawingml/2006/main">
              <a:ext uri="{FF2B5EF4-FFF2-40B4-BE49-F238E27FC236}">
                <a16:creationId xmlns:a16="http://schemas.microsoft.com/office/drawing/2014/main" id="{AB85096F-762D-4733-9AA3-A8AF813D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824" y="81419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7" name="path-5575">
            <a:extLst xmlns:a="http://schemas.openxmlformats.org/drawingml/2006/main">
              <a:ext uri="{FF2B5EF4-FFF2-40B4-BE49-F238E27FC236}">
                <a16:creationId xmlns:a16="http://schemas.microsoft.com/office/drawing/2014/main" id="{DC56878A-4861-4AD1-84AF-830BF682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376" y="8123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8" name="path-5576">
            <a:extLst xmlns:a="http://schemas.openxmlformats.org/drawingml/2006/main">
              <a:ext uri="{FF2B5EF4-FFF2-40B4-BE49-F238E27FC236}">
                <a16:creationId xmlns:a16="http://schemas.microsoft.com/office/drawing/2014/main" id="{5A788FFE-2E3C-417E-8CB7-B7978B2C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57" y="8162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9" name="path-5577">
            <a:extLst xmlns:a="http://schemas.openxmlformats.org/drawingml/2006/main">
              <a:ext uri="{FF2B5EF4-FFF2-40B4-BE49-F238E27FC236}">
                <a16:creationId xmlns:a16="http://schemas.microsoft.com/office/drawing/2014/main" id="{3CF15CCA-4E19-445F-8129-93B86C25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431" y="81332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0" name="path-5578">
            <a:extLst xmlns:a="http://schemas.openxmlformats.org/drawingml/2006/main">
              <a:ext uri="{FF2B5EF4-FFF2-40B4-BE49-F238E27FC236}">
                <a16:creationId xmlns:a16="http://schemas.microsoft.com/office/drawing/2014/main" id="{6057CB6D-7597-43E1-89DC-C3330FBB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677" y="81465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1" name="path-5579">
            <a:extLst xmlns:a="http://schemas.openxmlformats.org/drawingml/2006/main">
              <a:ext uri="{FF2B5EF4-FFF2-40B4-BE49-F238E27FC236}">
                <a16:creationId xmlns:a16="http://schemas.microsoft.com/office/drawing/2014/main" id="{6646C25B-6F05-4A9F-B64B-D5F278D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959" y="81222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2" name="path-5580">
            <a:extLst xmlns:a="http://schemas.openxmlformats.org/drawingml/2006/main">
              <a:ext uri="{FF2B5EF4-FFF2-40B4-BE49-F238E27FC236}">
                <a16:creationId xmlns:a16="http://schemas.microsoft.com/office/drawing/2014/main" id="{75DAB20A-0FCA-44DF-8DA7-38CC1BB4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99" y="81725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3" name="path-5581">
            <a:extLst xmlns:a="http://schemas.openxmlformats.org/drawingml/2006/main">
              <a:ext uri="{FF2B5EF4-FFF2-40B4-BE49-F238E27FC236}">
                <a16:creationId xmlns:a16="http://schemas.microsoft.com/office/drawing/2014/main" id="{595E4543-AF88-4F44-A616-BE1EA04B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143" y="81246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4" name="path-5582">
            <a:extLst xmlns:a="http://schemas.openxmlformats.org/drawingml/2006/main">
              <a:ext uri="{FF2B5EF4-FFF2-40B4-BE49-F238E27FC236}">
                <a16:creationId xmlns:a16="http://schemas.microsoft.com/office/drawing/2014/main" id="{3021CF6D-2042-4FB5-87AE-70E12CF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410" y="8137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5" name="path-5583">
            <a:extLst xmlns:a="http://schemas.openxmlformats.org/drawingml/2006/main">
              <a:ext uri="{FF2B5EF4-FFF2-40B4-BE49-F238E27FC236}">
                <a16:creationId xmlns:a16="http://schemas.microsoft.com/office/drawing/2014/main" id="{646DD62E-A1C9-40D1-9A59-53089F04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139" y="81382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6" name="path-5584">
            <a:extLst xmlns:a="http://schemas.openxmlformats.org/drawingml/2006/main">
              <a:ext uri="{FF2B5EF4-FFF2-40B4-BE49-F238E27FC236}">
                <a16:creationId xmlns:a16="http://schemas.microsoft.com/office/drawing/2014/main" id="{58D70133-1372-4EF9-8768-2EE01367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09" y="8113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7" name="path-5585">
            <a:extLst xmlns:a="http://schemas.openxmlformats.org/drawingml/2006/main">
              <a:ext uri="{FF2B5EF4-FFF2-40B4-BE49-F238E27FC236}">
                <a16:creationId xmlns:a16="http://schemas.microsoft.com/office/drawing/2014/main" id="{EB0D281A-7054-4FEE-9A56-666E4688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168" y="81588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8" name="path-5586">
            <a:extLst xmlns:a="http://schemas.openxmlformats.org/drawingml/2006/main">
              <a:ext uri="{FF2B5EF4-FFF2-40B4-BE49-F238E27FC236}">
                <a16:creationId xmlns:a16="http://schemas.microsoft.com/office/drawing/2014/main" id="{63B3282C-CFC4-4E48-ADEB-FC9E185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2" y="81562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9" name="path-5587">
            <a:extLst xmlns:a="http://schemas.openxmlformats.org/drawingml/2006/main">
              <a:ext uri="{FF2B5EF4-FFF2-40B4-BE49-F238E27FC236}">
                <a16:creationId xmlns:a16="http://schemas.microsoft.com/office/drawing/2014/main" id="{034FB2EB-339A-4033-AF89-6B6FD191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776" y="81314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0" name="path-5588">
            <a:extLst xmlns:a="http://schemas.openxmlformats.org/drawingml/2006/main">
              <a:ext uri="{FF2B5EF4-FFF2-40B4-BE49-F238E27FC236}">
                <a16:creationId xmlns:a16="http://schemas.microsoft.com/office/drawing/2014/main" id="{671A9F1B-1877-4E8B-8A42-0256BB19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857" y="81604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1" name="path-5589">
            <a:extLst xmlns:a="http://schemas.openxmlformats.org/drawingml/2006/main">
              <a:ext uri="{FF2B5EF4-FFF2-40B4-BE49-F238E27FC236}">
                <a16:creationId xmlns:a16="http://schemas.microsoft.com/office/drawing/2014/main" id="{1B0FC001-5BCF-4B04-B442-BF74FCFC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288" y="81146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2" name="path-5590">
            <a:extLst xmlns:a="http://schemas.openxmlformats.org/drawingml/2006/main">
              <a:ext uri="{FF2B5EF4-FFF2-40B4-BE49-F238E27FC236}">
                <a16:creationId xmlns:a16="http://schemas.microsoft.com/office/drawing/2014/main" id="{A9670635-A366-40AD-B5CE-913613BD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477" y="81154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3" name="path-5591">
            <a:extLst xmlns:a="http://schemas.openxmlformats.org/drawingml/2006/main">
              <a:ext uri="{FF2B5EF4-FFF2-40B4-BE49-F238E27FC236}">
                <a16:creationId xmlns:a16="http://schemas.microsoft.com/office/drawing/2014/main" id="{C1CDBA19-3345-455A-8DBF-79C88B4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1459" y="8121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4" name="path-5592">
            <a:extLst xmlns:a="http://schemas.openxmlformats.org/drawingml/2006/main">
              <a:ext uri="{FF2B5EF4-FFF2-40B4-BE49-F238E27FC236}">
                <a16:creationId xmlns:a16="http://schemas.microsoft.com/office/drawing/2014/main" id="{5F099CF3-974B-4C30-809A-3E5A0764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935" y="8131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5" name="path-5593">
            <a:extLst xmlns:a="http://schemas.openxmlformats.org/drawingml/2006/main">
              <a:ext uri="{FF2B5EF4-FFF2-40B4-BE49-F238E27FC236}">
                <a16:creationId xmlns:a16="http://schemas.microsoft.com/office/drawing/2014/main" id="{4CD9F08B-0531-4C84-940F-0F01AD3A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121" y="81414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6" name="path-5594">
            <a:extLst xmlns:a="http://schemas.openxmlformats.org/drawingml/2006/main">
              <a:ext uri="{FF2B5EF4-FFF2-40B4-BE49-F238E27FC236}">
                <a16:creationId xmlns:a16="http://schemas.microsoft.com/office/drawing/2014/main" id="{F2CC2D67-2B85-400C-A1FB-8B23C0E3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035" y="81384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7" name="path-5595">
            <a:extLst xmlns:a="http://schemas.openxmlformats.org/drawingml/2006/main">
              <a:ext uri="{FF2B5EF4-FFF2-40B4-BE49-F238E27FC236}">
                <a16:creationId xmlns:a16="http://schemas.microsoft.com/office/drawing/2014/main" id="{F4D45F59-FC40-4590-90F9-898F807E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515" y="81413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8" name="path-5596">
            <a:extLst xmlns:a="http://schemas.openxmlformats.org/drawingml/2006/main">
              <a:ext uri="{FF2B5EF4-FFF2-40B4-BE49-F238E27FC236}">
                <a16:creationId xmlns:a16="http://schemas.microsoft.com/office/drawing/2014/main" id="{16E451A4-5438-4BB8-880F-A4C7B652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822" y="81832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9" name="path-5597">
            <a:extLst xmlns:a="http://schemas.openxmlformats.org/drawingml/2006/main">
              <a:ext uri="{FF2B5EF4-FFF2-40B4-BE49-F238E27FC236}">
                <a16:creationId xmlns:a16="http://schemas.microsoft.com/office/drawing/2014/main" id="{CEBB7A90-ECAD-435C-A270-3F72F1B4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682" y="8144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0" name="path-5598">
            <a:extLst xmlns:a="http://schemas.openxmlformats.org/drawingml/2006/main">
              <a:ext uri="{FF2B5EF4-FFF2-40B4-BE49-F238E27FC236}">
                <a16:creationId xmlns:a16="http://schemas.microsoft.com/office/drawing/2014/main" id="{B5C3CDE9-0F31-43C8-9701-08D79CA4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069" y="81326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1" name="path-5599">
            <a:extLst xmlns:a="http://schemas.openxmlformats.org/drawingml/2006/main">
              <a:ext uri="{FF2B5EF4-FFF2-40B4-BE49-F238E27FC236}">
                <a16:creationId xmlns:a16="http://schemas.microsoft.com/office/drawing/2014/main" id="{EE749615-8F1D-408A-971F-77497C7E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510" y="81536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2" name="path-5600">
            <a:extLst xmlns:a="http://schemas.openxmlformats.org/drawingml/2006/main">
              <a:ext uri="{FF2B5EF4-FFF2-40B4-BE49-F238E27FC236}">
                <a16:creationId xmlns:a16="http://schemas.microsoft.com/office/drawing/2014/main" id="{DCF7C838-E824-40F6-9F18-92ACF5A5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9440" y="8142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3" name="path-5601">
            <a:extLst xmlns:a="http://schemas.openxmlformats.org/drawingml/2006/main">
              <a:ext uri="{FF2B5EF4-FFF2-40B4-BE49-F238E27FC236}">
                <a16:creationId xmlns:a16="http://schemas.microsoft.com/office/drawing/2014/main" id="{448297BB-949A-400A-A078-5DD0E242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671" y="8159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4" name="path-5602">
            <a:extLst xmlns:a="http://schemas.openxmlformats.org/drawingml/2006/main">
              <a:ext uri="{FF2B5EF4-FFF2-40B4-BE49-F238E27FC236}">
                <a16:creationId xmlns:a16="http://schemas.microsoft.com/office/drawing/2014/main" id="{278376C1-0D75-4AFF-A4D8-4FE3494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45" y="81289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5" name="path-5603">
            <a:extLst xmlns:a="http://schemas.openxmlformats.org/drawingml/2006/main">
              <a:ext uri="{FF2B5EF4-FFF2-40B4-BE49-F238E27FC236}">
                <a16:creationId xmlns:a16="http://schemas.microsoft.com/office/drawing/2014/main" id="{67137713-781E-44DA-AB54-CDDCA156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191" y="81606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6" name="path-5604">
            <a:extLst xmlns:a="http://schemas.openxmlformats.org/drawingml/2006/main">
              <a:ext uri="{FF2B5EF4-FFF2-40B4-BE49-F238E27FC236}">
                <a16:creationId xmlns:a16="http://schemas.microsoft.com/office/drawing/2014/main" id="{1E17E4E6-785B-4ED8-97E2-81DB29EB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492" y="81464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7" name="path-5605">
            <a:extLst xmlns:a="http://schemas.openxmlformats.org/drawingml/2006/main">
              <a:ext uri="{FF2B5EF4-FFF2-40B4-BE49-F238E27FC236}">
                <a16:creationId xmlns:a16="http://schemas.microsoft.com/office/drawing/2014/main" id="{274B08D6-3E82-4A13-B20D-84477385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25" y="81486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8" name="path-5606">
            <a:extLst xmlns:a="http://schemas.openxmlformats.org/drawingml/2006/main">
              <a:ext uri="{FF2B5EF4-FFF2-40B4-BE49-F238E27FC236}">
                <a16:creationId xmlns:a16="http://schemas.microsoft.com/office/drawing/2014/main" id="{CA859FC0-693C-4151-A410-46642E0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592" y="81418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9" name="path-5607">
            <a:extLst xmlns:a="http://schemas.openxmlformats.org/drawingml/2006/main">
              <a:ext uri="{FF2B5EF4-FFF2-40B4-BE49-F238E27FC236}">
                <a16:creationId xmlns:a16="http://schemas.microsoft.com/office/drawing/2014/main" id="{3830074E-5520-40E8-8EDF-441A1A1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70" y="81458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0" name="path-5608">
            <a:extLst xmlns:a="http://schemas.openxmlformats.org/drawingml/2006/main">
              <a:ext uri="{FF2B5EF4-FFF2-40B4-BE49-F238E27FC236}">
                <a16:creationId xmlns:a16="http://schemas.microsoft.com/office/drawing/2014/main" id="{F8473E97-DE50-4336-9E01-F40BD8EA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018" y="8129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1" name="path-5609">
            <a:extLst xmlns:a="http://schemas.openxmlformats.org/drawingml/2006/main">
              <a:ext uri="{FF2B5EF4-FFF2-40B4-BE49-F238E27FC236}">
                <a16:creationId xmlns:a16="http://schemas.microsoft.com/office/drawing/2014/main" id="{84267C19-95C5-4266-B340-CBC5F62E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95" y="8148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2" name="path-5610">
            <a:extLst xmlns:a="http://schemas.openxmlformats.org/drawingml/2006/main">
              <a:ext uri="{FF2B5EF4-FFF2-40B4-BE49-F238E27FC236}">
                <a16:creationId xmlns:a16="http://schemas.microsoft.com/office/drawing/2014/main" id="{3350AE0A-701A-4319-9035-755D8CD7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860" y="8122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3" name="path-5611">
            <a:extLst xmlns:a="http://schemas.openxmlformats.org/drawingml/2006/main">
              <a:ext uri="{FF2B5EF4-FFF2-40B4-BE49-F238E27FC236}">
                <a16:creationId xmlns:a16="http://schemas.microsoft.com/office/drawing/2014/main" id="{C14A93A3-E0B4-49E9-A1B9-267256FE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53" y="81552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4" name="path-5612">
            <a:extLst xmlns:a="http://schemas.openxmlformats.org/drawingml/2006/main">
              <a:ext uri="{FF2B5EF4-FFF2-40B4-BE49-F238E27FC236}">
                <a16:creationId xmlns:a16="http://schemas.microsoft.com/office/drawing/2014/main" id="{CF147ABD-638D-4A49-8C24-5A7D3142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749" y="81602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5" name="path-5613">
            <a:extLst xmlns:a="http://schemas.openxmlformats.org/drawingml/2006/main">
              <a:ext uri="{FF2B5EF4-FFF2-40B4-BE49-F238E27FC236}">
                <a16:creationId xmlns:a16="http://schemas.microsoft.com/office/drawing/2014/main" id="{2908D5DE-3A91-486D-A5B5-BB745ABB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22" y="81311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6" name="path-5614">
            <a:extLst xmlns:a="http://schemas.openxmlformats.org/drawingml/2006/main">
              <a:ext uri="{FF2B5EF4-FFF2-40B4-BE49-F238E27FC236}">
                <a16:creationId xmlns:a16="http://schemas.microsoft.com/office/drawing/2014/main" id="{11260E74-B4D7-4387-AEE6-2BB93DE2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6" y="81626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7" name="path-5615">
            <a:extLst xmlns:a="http://schemas.openxmlformats.org/drawingml/2006/main">
              <a:ext uri="{FF2B5EF4-FFF2-40B4-BE49-F238E27FC236}">
                <a16:creationId xmlns:a16="http://schemas.microsoft.com/office/drawing/2014/main" id="{BE60FD1A-85C4-4C2F-B983-F9374E73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73" y="8145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8" name="path-5616">
            <a:extLst xmlns:a="http://schemas.openxmlformats.org/drawingml/2006/main">
              <a:ext uri="{FF2B5EF4-FFF2-40B4-BE49-F238E27FC236}">
                <a16:creationId xmlns:a16="http://schemas.microsoft.com/office/drawing/2014/main" id="{4F0D7B40-69D2-4201-8C73-36936126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004" y="8137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9" name="path-5617">
            <a:extLst xmlns:a="http://schemas.openxmlformats.org/drawingml/2006/main">
              <a:ext uri="{FF2B5EF4-FFF2-40B4-BE49-F238E27FC236}">
                <a16:creationId xmlns:a16="http://schemas.microsoft.com/office/drawing/2014/main" id="{35F644EE-4295-4CAC-86F8-EBA57120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510" y="81207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0" name="path-5618">
            <a:extLst xmlns:a="http://schemas.openxmlformats.org/drawingml/2006/main">
              <a:ext uri="{FF2B5EF4-FFF2-40B4-BE49-F238E27FC236}">
                <a16:creationId xmlns:a16="http://schemas.microsoft.com/office/drawing/2014/main" id="{BE5FA786-7559-448E-8D5A-7C2CF44A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34" y="81304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1" name="path-5619">
            <a:extLst xmlns:a="http://schemas.openxmlformats.org/drawingml/2006/main">
              <a:ext uri="{FF2B5EF4-FFF2-40B4-BE49-F238E27FC236}">
                <a16:creationId xmlns:a16="http://schemas.microsoft.com/office/drawing/2014/main" id="{6A0C228D-260B-4655-98C0-2C23E858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32" y="8158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2" name="path-5620">
            <a:extLst xmlns:a="http://schemas.openxmlformats.org/drawingml/2006/main">
              <a:ext uri="{FF2B5EF4-FFF2-40B4-BE49-F238E27FC236}">
                <a16:creationId xmlns:a16="http://schemas.microsoft.com/office/drawing/2014/main" id="{AE5D66D3-D3AF-4278-91A7-805E157A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134" y="8173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3" name="path-5621">
            <a:extLst xmlns:a="http://schemas.openxmlformats.org/drawingml/2006/main">
              <a:ext uri="{FF2B5EF4-FFF2-40B4-BE49-F238E27FC236}">
                <a16:creationId xmlns:a16="http://schemas.microsoft.com/office/drawing/2014/main" id="{06A307C7-DA55-4882-AF15-0820E8B4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969" y="8139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4" name="path-5622">
            <a:extLst xmlns:a="http://schemas.openxmlformats.org/drawingml/2006/main">
              <a:ext uri="{FF2B5EF4-FFF2-40B4-BE49-F238E27FC236}">
                <a16:creationId xmlns:a16="http://schemas.microsoft.com/office/drawing/2014/main" id="{0150B9A2-635A-4CE1-8BED-1F975963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209" y="8148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5" name="path-5623">
            <a:extLst xmlns:a="http://schemas.openxmlformats.org/drawingml/2006/main">
              <a:ext uri="{FF2B5EF4-FFF2-40B4-BE49-F238E27FC236}">
                <a16:creationId xmlns:a16="http://schemas.microsoft.com/office/drawing/2014/main" id="{69A89027-ADFA-413D-A1D3-8BE8D19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838" y="81709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6" name="path-5624">
            <a:extLst xmlns:a="http://schemas.openxmlformats.org/drawingml/2006/main">
              <a:ext uri="{FF2B5EF4-FFF2-40B4-BE49-F238E27FC236}">
                <a16:creationId xmlns:a16="http://schemas.microsoft.com/office/drawing/2014/main" id="{1932A192-98B5-4707-B44E-F2F815A4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361" y="8123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7" name="path-5625">
            <a:extLst xmlns:a="http://schemas.openxmlformats.org/drawingml/2006/main">
              <a:ext uri="{FF2B5EF4-FFF2-40B4-BE49-F238E27FC236}">
                <a16:creationId xmlns:a16="http://schemas.microsoft.com/office/drawing/2014/main" id="{AB893570-029E-4D46-904C-1A1BF08E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457" y="81492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8" name="path-5626">
            <a:extLst xmlns:a="http://schemas.openxmlformats.org/drawingml/2006/main">
              <a:ext uri="{FF2B5EF4-FFF2-40B4-BE49-F238E27FC236}">
                <a16:creationId xmlns:a16="http://schemas.microsoft.com/office/drawing/2014/main" id="{46B01139-7131-4964-BD40-690C6701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79" y="8125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9" name="path-5627">
            <a:extLst xmlns:a="http://schemas.openxmlformats.org/drawingml/2006/main">
              <a:ext uri="{FF2B5EF4-FFF2-40B4-BE49-F238E27FC236}">
                <a16:creationId xmlns:a16="http://schemas.microsoft.com/office/drawing/2014/main" id="{F42716DA-7CAA-48F7-BF77-AF5194E5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210" y="81561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0" name="path-5628">
            <a:extLst xmlns:a="http://schemas.openxmlformats.org/drawingml/2006/main">
              <a:ext uri="{FF2B5EF4-FFF2-40B4-BE49-F238E27FC236}">
                <a16:creationId xmlns:a16="http://schemas.microsoft.com/office/drawing/2014/main" id="{63F41007-6581-4FA9-9D16-8840471B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134" y="81491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1" name="path-5629">
            <a:extLst xmlns:a="http://schemas.openxmlformats.org/drawingml/2006/main">
              <a:ext uri="{FF2B5EF4-FFF2-40B4-BE49-F238E27FC236}">
                <a16:creationId xmlns:a16="http://schemas.microsoft.com/office/drawing/2014/main" id="{3B061D27-07FD-493B-BDEA-5465422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266" y="81567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2" name="path-5630">
            <a:extLst xmlns:a="http://schemas.openxmlformats.org/drawingml/2006/main">
              <a:ext uri="{FF2B5EF4-FFF2-40B4-BE49-F238E27FC236}">
                <a16:creationId xmlns:a16="http://schemas.microsoft.com/office/drawing/2014/main" id="{E24502AF-7DBE-4317-954A-DABDA05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01" y="8127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3" name="path-5631">
            <a:extLst xmlns:a="http://schemas.openxmlformats.org/drawingml/2006/main">
              <a:ext uri="{FF2B5EF4-FFF2-40B4-BE49-F238E27FC236}">
                <a16:creationId xmlns:a16="http://schemas.microsoft.com/office/drawing/2014/main" id="{F2D20FEC-4346-4A68-9E84-8C3603A7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392" y="81441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4" name="path-5632">
            <a:extLst xmlns:a="http://schemas.openxmlformats.org/drawingml/2006/main">
              <a:ext uri="{FF2B5EF4-FFF2-40B4-BE49-F238E27FC236}">
                <a16:creationId xmlns:a16="http://schemas.microsoft.com/office/drawing/2014/main" id="{8A56A92B-014B-4A8F-87F3-9F2146C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3" y="81343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5" name="path-5633">
            <a:extLst xmlns:a="http://schemas.openxmlformats.org/drawingml/2006/main">
              <a:ext uri="{FF2B5EF4-FFF2-40B4-BE49-F238E27FC236}">
                <a16:creationId xmlns:a16="http://schemas.microsoft.com/office/drawing/2014/main" id="{394F415B-E58E-4C61-9797-E760DF64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098" y="81468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6" name="path-5634">
            <a:extLst xmlns:a="http://schemas.openxmlformats.org/drawingml/2006/main">
              <a:ext uri="{FF2B5EF4-FFF2-40B4-BE49-F238E27FC236}">
                <a16:creationId xmlns:a16="http://schemas.microsoft.com/office/drawing/2014/main" id="{60559851-24DE-440A-9F9B-72BE4C0F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1" y="81593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7" name="path-5635">
            <a:extLst xmlns:a="http://schemas.openxmlformats.org/drawingml/2006/main">
              <a:ext uri="{FF2B5EF4-FFF2-40B4-BE49-F238E27FC236}">
                <a16:creationId xmlns:a16="http://schemas.microsoft.com/office/drawing/2014/main" id="{C1B29A91-87B1-4650-9C78-1FFE683D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34" y="81222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8" name="path-5636">
            <a:extLst xmlns:a="http://schemas.openxmlformats.org/drawingml/2006/main">
              <a:ext uri="{FF2B5EF4-FFF2-40B4-BE49-F238E27FC236}">
                <a16:creationId xmlns:a16="http://schemas.microsoft.com/office/drawing/2014/main" id="{55DC1B2C-97ED-47A8-9F9C-4A994C04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24" y="81604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9" name="path-5637">
            <a:extLst xmlns:a="http://schemas.openxmlformats.org/drawingml/2006/main">
              <a:ext uri="{FF2B5EF4-FFF2-40B4-BE49-F238E27FC236}">
                <a16:creationId xmlns:a16="http://schemas.microsoft.com/office/drawing/2014/main" id="{690BBA53-A5A3-4647-89D3-B4370B36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232" y="81460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0" name="path-5638">
            <a:extLst xmlns:a="http://schemas.openxmlformats.org/drawingml/2006/main">
              <a:ext uri="{FF2B5EF4-FFF2-40B4-BE49-F238E27FC236}">
                <a16:creationId xmlns:a16="http://schemas.microsoft.com/office/drawing/2014/main" id="{B63EF9EF-D77F-40AB-83CA-3B64F1E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468" y="8143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1" name="path-5639">
            <a:extLst xmlns:a="http://schemas.openxmlformats.org/drawingml/2006/main">
              <a:ext uri="{FF2B5EF4-FFF2-40B4-BE49-F238E27FC236}">
                <a16:creationId xmlns:a16="http://schemas.microsoft.com/office/drawing/2014/main" id="{06EBE88E-79B2-4F64-BC94-3865CD30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675" y="81630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2" name="path-5640">
            <a:extLst xmlns:a="http://schemas.openxmlformats.org/drawingml/2006/main">
              <a:ext uri="{FF2B5EF4-FFF2-40B4-BE49-F238E27FC236}">
                <a16:creationId xmlns:a16="http://schemas.microsoft.com/office/drawing/2014/main" id="{0DFAADF3-16D6-4A01-8802-19ACF7BF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62" y="81645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3" name="path-5641">
            <a:extLst xmlns:a="http://schemas.openxmlformats.org/drawingml/2006/main">
              <a:ext uri="{FF2B5EF4-FFF2-40B4-BE49-F238E27FC236}">
                <a16:creationId xmlns:a16="http://schemas.microsoft.com/office/drawing/2014/main" id="{4F247D44-8526-47DA-A88E-D239936B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401" y="81367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4" name="path-5642">
            <a:extLst xmlns:a="http://schemas.openxmlformats.org/drawingml/2006/main">
              <a:ext uri="{FF2B5EF4-FFF2-40B4-BE49-F238E27FC236}">
                <a16:creationId xmlns:a16="http://schemas.microsoft.com/office/drawing/2014/main" id="{E2A088E6-F21D-41D7-B923-553FC708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773" y="8113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5" name="path-5643">
            <a:extLst xmlns:a="http://schemas.openxmlformats.org/drawingml/2006/main">
              <a:ext uri="{FF2B5EF4-FFF2-40B4-BE49-F238E27FC236}">
                <a16:creationId xmlns:a16="http://schemas.microsoft.com/office/drawing/2014/main" id="{16B05D95-1AA7-4487-BB23-F7267447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637" y="81450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6" name="path-5644">
            <a:extLst xmlns:a="http://schemas.openxmlformats.org/drawingml/2006/main">
              <a:ext uri="{FF2B5EF4-FFF2-40B4-BE49-F238E27FC236}">
                <a16:creationId xmlns:a16="http://schemas.microsoft.com/office/drawing/2014/main" id="{6D9E01B3-761D-4FBE-94C4-DEB97BF3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653" y="81302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7" name="path-5645">
            <a:extLst xmlns:a="http://schemas.openxmlformats.org/drawingml/2006/main">
              <a:ext uri="{FF2B5EF4-FFF2-40B4-BE49-F238E27FC236}">
                <a16:creationId xmlns:a16="http://schemas.microsoft.com/office/drawing/2014/main" id="{DC71B9DD-45AB-454B-B3F6-FF6A6038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970" y="8143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8" name="path-5646">
            <a:extLst xmlns:a="http://schemas.openxmlformats.org/drawingml/2006/main">
              <a:ext uri="{FF2B5EF4-FFF2-40B4-BE49-F238E27FC236}">
                <a16:creationId xmlns:a16="http://schemas.microsoft.com/office/drawing/2014/main" id="{718793D0-7E77-40B3-9B55-20E84A70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823" y="81119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9" name="path-5647">
            <a:extLst xmlns:a="http://schemas.openxmlformats.org/drawingml/2006/main">
              <a:ext uri="{FF2B5EF4-FFF2-40B4-BE49-F238E27FC236}">
                <a16:creationId xmlns:a16="http://schemas.microsoft.com/office/drawing/2014/main" id="{848FAFDD-3E7F-480F-9923-693E521F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859" y="81287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0" name="path-5648">
            <a:extLst xmlns:a="http://schemas.openxmlformats.org/drawingml/2006/main">
              <a:ext uri="{FF2B5EF4-FFF2-40B4-BE49-F238E27FC236}">
                <a16:creationId xmlns:a16="http://schemas.microsoft.com/office/drawing/2014/main" id="{D3F8B08E-CE9C-45E9-B561-706AFB84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585" y="8106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1" name="path-5649">
            <a:extLst xmlns:a="http://schemas.openxmlformats.org/drawingml/2006/main">
              <a:ext uri="{FF2B5EF4-FFF2-40B4-BE49-F238E27FC236}">
                <a16:creationId xmlns:a16="http://schemas.microsoft.com/office/drawing/2014/main" id="{4503D2D8-3931-42D3-87CF-E0539AED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49" y="8176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2" name="path-5650">
            <a:extLst xmlns:a="http://schemas.openxmlformats.org/drawingml/2006/main">
              <a:ext uri="{FF2B5EF4-FFF2-40B4-BE49-F238E27FC236}">
                <a16:creationId xmlns:a16="http://schemas.microsoft.com/office/drawing/2014/main" id="{9030BD2A-5097-460D-BCEF-4AD66323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43" y="81586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3" name="path-5651">
            <a:extLst xmlns:a="http://schemas.openxmlformats.org/drawingml/2006/main">
              <a:ext uri="{FF2B5EF4-FFF2-40B4-BE49-F238E27FC236}">
                <a16:creationId xmlns:a16="http://schemas.microsoft.com/office/drawing/2014/main" id="{BEFC2E81-373F-4C94-BB0C-82AC748D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458" y="81266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4" name="path-5652">
            <a:extLst xmlns:a="http://schemas.openxmlformats.org/drawingml/2006/main">
              <a:ext uri="{FF2B5EF4-FFF2-40B4-BE49-F238E27FC236}">
                <a16:creationId xmlns:a16="http://schemas.microsoft.com/office/drawing/2014/main" id="{0C269E8D-F11A-4B2E-B7C5-CC8F26CB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04" y="81520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5" name="path-5653">
            <a:extLst xmlns:a="http://schemas.openxmlformats.org/drawingml/2006/main">
              <a:ext uri="{FF2B5EF4-FFF2-40B4-BE49-F238E27FC236}">
                <a16:creationId xmlns:a16="http://schemas.microsoft.com/office/drawing/2014/main" id="{084103EF-AC45-44C0-8E7B-242DB746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471" y="8126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6" name="path-5654">
            <a:extLst xmlns:a="http://schemas.openxmlformats.org/drawingml/2006/main">
              <a:ext uri="{FF2B5EF4-FFF2-40B4-BE49-F238E27FC236}">
                <a16:creationId xmlns:a16="http://schemas.microsoft.com/office/drawing/2014/main" id="{5AA89E1A-92E1-408B-B4D6-C0357F02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974" y="81518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7" name="path-5655">
            <a:extLst xmlns:a="http://schemas.openxmlformats.org/drawingml/2006/main">
              <a:ext uri="{FF2B5EF4-FFF2-40B4-BE49-F238E27FC236}">
                <a16:creationId xmlns:a16="http://schemas.microsoft.com/office/drawing/2014/main" id="{48B8E786-DA7F-41AB-A7FC-AEE34947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85" y="81682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8" name="path-5656">
            <a:extLst xmlns:a="http://schemas.openxmlformats.org/drawingml/2006/main">
              <a:ext uri="{FF2B5EF4-FFF2-40B4-BE49-F238E27FC236}">
                <a16:creationId xmlns:a16="http://schemas.microsoft.com/office/drawing/2014/main" id="{ED81D23E-6661-4767-ABCD-5464FBE4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958" y="81460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9" name="path-5657">
            <a:extLst xmlns:a="http://schemas.openxmlformats.org/drawingml/2006/main">
              <a:ext uri="{FF2B5EF4-FFF2-40B4-BE49-F238E27FC236}">
                <a16:creationId xmlns:a16="http://schemas.microsoft.com/office/drawing/2014/main" id="{F6877A97-F047-4D33-830F-8AAEC052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916" y="8158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0" name="path-5658">
            <a:extLst xmlns:a="http://schemas.openxmlformats.org/drawingml/2006/main">
              <a:ext uri="{FF2B5EF4-FFF2-40B4-BE49-F238E27FC236}">
                <a16:creationId xmlns:a16="http://schemas.microsoft.com/office/drawing/2014/main" id="{F62D7750-F37D-4753-8E99-6FB59EC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112" y="8159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1" name="path-5659">
            <a:extLst xmlns:a="http://schemas.openxmlformats.org/drawingml/2006/main">
              <a:ext uri="{FF2B5EF4-FFF2-40B4-BE49-F238E27FC236}">
                <a16:creationId xmlns:a16="http://schemas.microsoft.com/office/drawing/2014/main" id="{C0D45E7F-5588-4A41-A923-B3468284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036" y="81474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2" name="path-5660">
            <a:extLst xmlns:a="http://schemas.openxmlformats.org/drawingml/2006/main">
              <a:ext uri="{FF2B5EF4-FFF2-40B4-BE49-F238E27FC236}">
                <a16:creationId xmlns:a16="http://schemas.microsoft.com/office/drawing/2014/main" id="{D77C3290-888C-4E2F-BF7B-A55FF0B7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3" y="81283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3" name="path-5661">
            <a:extLst xmlns:a="http://schemas.openxmlformats.org/drawingml/2006/main">
              <a:ext uri="{FF2B5EF4-FFF2-40B4-BE49-F238E27FC236}">
                <a16:creationId xmlns:a16="http://schemas.microsoft.com/office/drawing/2014/main" id="{676A0A0E-0BE1-432A-A484-93E4EF23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947" y="81854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4" name="path-5662">
            <a:extLst xmlns:a="http://schemas.openxmlformats.org/drawingml/2006/main">
              <a:ext uri="{FF2B5EF4-FFF2-40B4-BE49-F238E27FC236}">
                <a16:creationId xmlns:a16="http://schemas.microsoft.com/office/drawing/2014/main" id="{C0275CBC-400C-4283-B21D-DF3BE447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825" y="8153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5" name="path-5663">
            <a:extLst xmlns:a="http://schemas.openxmlformats.org/drawingml/2006/main">
              <a:ext uri="{FF2B5EF4-FFF2-40B4-BE49-F238E27FC236}">
                <a16:creationId xmlns:a16="http://schemas.microsoft.com/office/drawing/2014/main" id="{5DDD95E2-F8B1-4F6C-8A90-6DF3D7C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957" y="81457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6" name="path-5664">
            <a:extLst xmlns:a="http://schemas.openxmlformats.org/drawingml/2006/main">
              <a:ext uri="{FF2B5EF4-FFF2-40B4-BE49-F238E27FC236}">
                <a16:creationId xmlns:a16="http://schemas.microsoft.com/office/drawing/2014/main" id="{01B52784-861B-4219-9DBA-BB6F1230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30" y="81679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7" name="path-5665">
            <a:extLst xmlns:a="http://schemas.openxmlformats.org/drawingml/2006/main">
              <a:ext uri="{FF2B5EF4-FFF2-40B4-BE49-F238E27FC236}">
                <a16:creationId xmlns:a16="http://schemas.microsoft.com/office/drawing/2014/main" id="{6A069F9F-6C9B-4133-AE60-87AD475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634" y="81808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8" name="path-5666">
            <a:extLst xmlns:a="http://schemas.openxmlformats.org/drawingml/2006/main">
              <a:ext uri="{FF2B5EF4-FFF2-40B4-BE49-F238E27FC236}">
                <a16:creationId xmlns:a16="http://schemas.microsoft.com/office/drawing/2014/main" id="{1891472E-830E-4B07-BFE9-07129739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962" y="81297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9" name="path-5667">
            <a:extLst xmlns:a="http://schemas.openxmlformats.org/drawingml/2006/main">
              <a:ext uri="{FF2B5EF4-FFF2-40B4-BE49-F238E27FC236}">
                <a16:creationId xmlns:a16="http://schemas.microsoft.com/office/drawing/2014/main" id="{4395790F-B69F-4AEF-956B-0F106EB3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084" y="81524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0" name="path-5668">
            <a:extLst xmlns:a="http://schemas.openxmlformats.org/drawingml/2006/main">
              <a:ext uri="{FF2B5EF4-FFF2-40B4-BE49-F238E27FC236}">
                <a16:creationId xmlns:a16="http://schemas.microsoft.com/office/drawing/2014/main" id="{A88A7300-BDB6-4177-992B-BBE8D00B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022" y="81393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1" name="path-5669">
            <a:extLst xmlns:a="http://schemas.openxmlformats.org/drawingml/2006/main">
              <a:ext uri="{FF2B5EF4-FFF2-40B4-BE49-F238E27FC236}">
                <a16:creationId xmlns:a16="http://schemas.microsoft.com/office/drawing/2014/main" id="{4D298886-9B3F-4257-9D9B-80E42D07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904" y="81617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2" name="path-5670">
            <a:extLst xmlns:a="http://schemas.openxmlformats.org/drawingml/2006/main">
              <a:ext uri="{FF2B5EF4-FFF2-40B4-BE49-F238E27FC236}">
                <a16:creationId xmlns:a16="http://schemas.microsoft.com/office/drawing/2014/main" id="{FB2DC8E0-7ED6-4B16-80AB-FF97864F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838" y="8148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3" name="path-5671">
            <a:extLst xmlns:a="http://schemas.openxmlformats.org/drawingml/2006/main">
              <a:ext uri="{FF2B5EF4-FFF2-40B4-BE49-F238E27FC236}">
                <a16:creationId xmlns:a16="http://schemas.microsoft.com/office/drawing/2014/main" id="{D0A6F5CE-7176-4FE8-A89A-32049CFE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86" y="81752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4" name="path-5672">
            <a:extLst xmlns:a="http://schemas.openxmlformats.org/drawingml/2006/main">
              <a:ext uri="{FF2B5EF4-FFF2-40B4-BE49-F238E27FC236}">
                <a16:creationId xmlns:a16="http://schemas.microsoft.com/office/drawing/2014/main" id="{26B6E665-A881-485A-B6B5-CB6AC09D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39" y="81367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5" name="path-5673">
            <a:extLst xmlns:a="http://schemas.openxmlformats.org/drawingml/2006/main">
              <a:ext uri="{FF2B5EF4-FFF2-40B4-BE49-F238E27FC236}">
                <a16:creationId xmlns:a16="http://schemas.microsoft.com/office/drawing/2014/main" id="{48EA7544-ECCD-4AB6-A7DC-1955C604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193" y="8154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6" name="path-5674">
            <a:extLst xmlns:a="http://schemas.openxmlformats.org/drawingml/2006/main">
              <a:ext uri="{FF2B5EF4-FFF2-40B4-BE49-F238E27FC236}">
                <a16:creationId xmlns:a16="http://schemas.microsoft.com/office/drawing/2014/main" id="{F9A1E59B-69B5-4035-9CB4-EFE4ED6F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804" y="81339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7" name="path-5675">
            <a:extLst xmlns:a="http://schemas.openxmlformats.org/drawingml/2006/main">
              <a:ext uri="{FF2B5EF4-FFF2-40B4-BE49-F238E27FC236}">
                <a16:creationId xmlns:a16="http://schemas.microsoft.com/office/drawing/2014/main" id="{46172F5A-ACC7-48FD-B6CD-D876534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635" y="81374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8" name="path-5676">
            <a:extLst xmlns:a="http://schemas.openxmlformats.org/drawingml/2006/main">
              <a:ext uri="{FF2B5EF4-FFF2-40B4-BE49-F238E27FC236}">
                <a16:creationId xmlns:a16="http://schemas.microsoft.com/office/drawing/2014/main" id="{D9C073FA-21C0-41AC-86FD-560A2B9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502" y="81377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9" name="path-5677">
            <a:extLst xmlns:a="http://schemas.openxmlformats.org/drawingml/2006/main">
              <a:ext uri="{FF2B5EF4-FFF2-40B4-BE49-F238E27FC236}">
                <a16:creationId xmlns:a16="http://schemas.microsoft.com/office/drawing/2014/main" id="{EF98FBDE-F31A-4B98-8131-45F570CB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981" y="81670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0" name="path-5678">
            <a:extLst xmlns:a="http://schemas.openxmlformats.org/drawingml/2006/main">
              <a:ext uri="{FF2B5EF4-FFF2-40B4-BE49-F238E27FC236}">
                <a16:creationId xmlns:a16="http://schemas.microsoft.com/office/drawing/2014/main" id="{D94F6BD9-53B1-4697-A238-2DB3901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630" y="81291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1" name="path-5679">
            <a:extLst xmlns:a="http://schemas.openxmlformats.org/drawingml/2006/main">
              <a:ext uri="{FF2B5EF4-FFF2-40B4-BE49-F238E27FC236}">
                <a16:creationId xmlns:a16="http://schemas.microsoft.com/office/drawing/2014/main" id="{A556C3FB-3192-4E5B-9BF6-0CFFD28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351" y="8130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2" name="path-5680">
            <a:extLst xmlns:a="http://schemas.openxmlformats.org/drawingml/2006/main">
              <a:ext uri="{FF2B5EF4-FFF2-40B4-BE49-F238E27FC236}">
                <a16:creationId xmlns:a16="http://schemas.microsoft.com/office/drawing/2014/main" id="{885F53E7-8B1C-45C8-93EE-53757971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474" y="81554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3" name="path-5681">
            <a:extLst xmlns:a="http://schemas.openxmlformats.org/drawingml/2006/main">
              <a:ext uri="{FF2B5EF4-FFF2-40B4-BE49-F238E27FC236}">
                <a16:creationId xmlns:a16="http://schemas.microsoft.com/office/drawing/2014/main" id="{5D289926-5001-4603-855D-08D7895D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255" y="81386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4" name="path-5682">
            <a:extLst xmlns:a="http://schemas.openxmlformats.org/drawingml/2006/main">
              <a:ext uri="{FF2B5EF4-FFF2-40B4-BE49-F238E27FC236}">
                <a16:creationId xmlns:a16="http://schemas.microsoft.com/office/drawing/2014/main" id="{03382FD7-E99A-4948-A3A4-4EC6509D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302" y="8138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5" name="path-5683">
            <a:extLst xmlns:a="http://schemas.openxmlformats.org/drawingml/2006/main">
              <a:ext uri="{FF2B5EF4-FFF2-40B4-BE49-F238E27FC236}">
                <a16:creationId xmlns:a16="http://schemas.microsoft.com/office/drawing/2014/main" id="{348F44AD-D249-4040-8EA7-F0FDD257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379" y="8145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6" name="path-5684">
            <a:extLst xmlns:a="http://schemas.openxmlformats.org/drawingml/2006/main">
              <a:ext uri="{FF2B5EF4-FFF2-40B4-BE49-F238E27FC236}">
                <a16:creationId xmlns:a16="http://schemas.microsoft.com/office/drawing/2014/main" id="{800F5292-8246-4836-8662-3A9FDEE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448" y="8156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7" name="path-5685">
            <a:extLst xmlns:a="http://schemas.openxmlformats.org/drawingml/2006/main">
              <a:ext uri="{FF2B5EF4-FFF2-40B4-BE49-F238E27FC236}">
                <a16:creationId xmlns:a16="http://schemas.microsoft.com/office/drawing/2014/main" id="{AC44FE07-7C45-458E-8F05-B3956D20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918" y="8166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8" name="path-5686">
            <a:extLst xmlns:a="http://schemas.openxmlformats.org/drawingml/2006/main">
              <a:ext uri="{FF2B5EF4-FFF2-40B4-BE49-F238E27FC236}">
                <a16:creationId xmlns:a16="http://schemas.microsoft.com/office/drawing/2014/main" id="{5442B8AA-5400-4CC4-AD53-870ADCF9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529" y="8159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9" name="path-5687">
            <a:extLst xmlns:a="http://schemas.openxmlformats.org/drawingml/2006/main">
              <a:ext uri="{FF2B5EF4-FFF2-40B4-BE49-F238E27FC236}">
                <a16:creationId xmlns:a16="http://schemas.microsoft.com/office/drawing/2014/main" id="{A96127D1-1AC9-4130-A714-2F1B3546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527" y="8146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0" name="path-5688">
            <a:extLst xmlns:a="http://schemas.openxmlformats.org/drawingml/2006/main">
              <a:ext uri="{FF2B5EF4-FFF2-40B4-BE49-F238E27FC236}">
                <a16:creationId xmlns:a16="http://schemas.microsoft.com/office/drawing/2014/main" id="{A0E82FE5-C819-49DF-8561-F8BA1BC2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69" y="8101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1" name="path-5689">
            <a:extLst xmlns:a="http://schemas.openxmlformats.org/drawingml/2006/main">
              <a:ext uri="{FF2B5EF4-FFF2-40B4-BE49-F238E27FC236}">
                <a16:creationId xmlns:a16="http://schemas.microsoft.com/office/drawing/2014/main" id="{67BFFA94-9F17-433A-AD84-217828DC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623" y="8114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2" name="path-5690">
            <a:extLst xmlns:a="http://schemas.openxmlformats.org/drawingml/2006/main">
              <a:ext uri="{FF2B5EF4-FFF2-40B4-BE49-F238E27FC236}">
                <a16:creationId xmlns:a16="http://schemas.microsoft.com/office/drawing/2014/main" id="{4A5C12CF-0E1D-4B93-8923-0877817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973" y="81520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3" name="path-5691">
            <a:extLst xmlns:a="http://schemas.openxmlformats.org/drawingml/2006/main">
              <a:ext uri="{FF2B5EF4-FFF2-40B4-BE49-F238E27FC236}">
                <a16:creationId xmlns:a16="http://schemas.microsoft.com/office/drawing/2014/main" id="{B3E86DE2-9882-4F07-8286-60FC056B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806" y="8183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4" name="path-5692">
            <a:extLst xmlns:a="http://schemas.openxmlformats.org/drawingml/2006/main">
              <a:ext uri="{FF2B5EF4-FFF2-40B4-BE49-F238E27FC236}">
                <a16:creationId xmlns:a16="http://schemas.microsoft.com/office/drawing/2014/main" id="{F591C0C7-CF14-4ABF-ACB8-2E7F88D8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040" y="8147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5" name="path-5693">
            <a:extLst xmlns:a="http://schemas.openxmlformats.org/drawingml/2006/main">
              <a:ext uri="{FF2B5EF4-FFF2-40B4-BE49-F238E27FC236}">
                <a16:creationId xmlns:a16="http://schemas.microsoft.com/office/drawing/2014/main" id="{B94498E9-C9B0-40A9-BBA9-465CF786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79" y="8161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6" name="path-5694">
            <a:extLst xmlns:a="http://schemas.openxmlformats.org/drawingml/2006/main">
              <a:ext uri="{FF2B5EF4-FFF2-40B4-BE49-F238E27FC236}">
                <a16:creationId xmlns:a16="http://schemas.microsoft.com/office/drawing/2014/main" id="{67DC093E-A54E-4FAF-85A6-3F529A29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305" y="81458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7" name="path-5695">
            <a:extLst xmlns:a="http://schemas.openxmlformats.org/drawingml/2006/main">
              <a:ext uri="{FF2B5EF4-FFF2-40B4-BE49-F238E27FC236}">
                <a16:creationId xmlns:a16="http://schemas.microsoft.com/office/drawing/2014/main" id="{ABF89B91-81D3-405A-822F-F51A521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208" y="8147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8" name="path-5696">
            <a:extLst xmlns:a="http://schemas.openxmlformats.org/drawingml/2006/main">
              <a:ext uri="{FF2B5EF4-FFF2-40B4-BE49-F238E27FC236}">
                <a16:creationId xmlns:a16="http://schemas.microsoft.com/office/drawing/2014/main" id="{A1584AEC-F9A9-48EA-B2A4-D7D567F8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414" y="8149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9" name="path-5697">
            <a:extLst xmlns:a="http://schemas.openxmlformats.org/drawingml/2006/main">
              <a:ext uri="{FF2B5EF4-FFF2-40B4-BE49-F238E27FC236}">
                <a16:creationId xmlns:a16="http://schemas.microsoft.com/office/drawing/2014/main" id="{62427730-16E1-4532-8191-428003EF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013" y="81285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0" name="path-5698">
            <a:extLst xmlns:a="http://schemas.openxmlformats.org/drawingml/2006/main">
              <a:ext uri="{FF2B5EF4-FFF2-40B4-BE49-F238E27FC236}">
                <a16:creationId xmlns:a16="http://schemas.microsoft.com/office/drawing/2014/main" id="{C51C62AA-4028-42EE-911C-1BA0412E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548" y="81543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1" name="path-5699">
            <a:extLst xmlns:a="http://schemas.openxmlformats.org/drawingml/2006/main">
              <a:ext uri="{FF2B5EF4-FFF2-40B4-BE49-F238E27FC236}">
                <a16:creationId xmlns:a16="http://schemas.microsoft.com/office/drawing/2014/main" id="{E5610B30-1B89-4858-8084-97F9987B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423" y="80986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2" name="path-5700">
            <a:extLst xmlns:a="http://schemas.openxmlformats.org/drawingml/2006/main">
              <a:ext uri="{FF2B5EF4-FFF2-40B4-BE49-F238E27FC236}">
                <a16:creationId xmlns:a16="http://schemas.microsoft.com/office/drawing/2014/main" id="{5BEA4F8C-E4A1-421D-A10B-1BB3B3FC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93" y="8137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3" name="path-5701">
            <a:extLst xmlns:a="http://schemas.openxmlformats.org/drawingml/2006/main">
              <a:ext uri="{FF2B5EF4-FFF2-40B4-BE49-F238E27FC236}">
                <a16:creationId xmlns:a16="http://schemas.microsoft.com/office/drawing/2014/main" id="{ABD45796-376D-435F-8E26-9F21E077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807" y="81360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4" name="path-5702">
            <a:extLst xmlns:a="http://schemas.openxmlformats.org/drawingml/2006/main">
              <a:ext uri="{FF2B5EF4-FFF2-40B4-BE49-F238E27FC236}">
                <a16:creationId xmlns:a16="http://schemas.microsoft.com/office/drawing/2014/main" id="{39A5463F-7292-4B47-8E89-7230CDC9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858" y="8112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5" name="path-5703">
            <a:extLst xmlns:a="http://schemas.openxmlformats.org/drawingml/2006/main">
              <a:ext uri="{FF2B5EF4-FFF2-40B4-BE49-F238E27FC236}">
                <a16:creationId xmlns:a16="http://schemas.microsoft.com/office/drawing/2014/main" id="{8F2F95E8-8E47-442C-A33F-1A5C6F83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311" y="8146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6" name="path-5704">
            <a:extLst xmlns:a="http://schemas.openxmlformats.org/drawingml/2006/main">
              <a:ext uri="{FF2B5EF4-FFF2-40B4-BE49-F238E27FC236}">
                <a16:creationId xmlns:a16="http://schemas.microsoft.com/office/drawing/2014/main" id="{04F67407-D7FD-4443-B1BB-2CFFC7C6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013" y="8142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7" name="path-5705">
            <a:extLst xmlns:a="http://schemas.openxmlformats.org/drawingml/2006/main">
              <a:ext uri="{FF2B5EF4-FFF2-40B4-BE49-F238E27FC236}">
                <a16:creationId xmlns:a16="http://schemas.microsoft.com/office/drawing/2014/main" id="{BEBDF31B-5390-4443-9252-5A4E6EE6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61" y="8141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8" name="path-5706">
            <a:extLst xmlns:a="http://schemas.openxmlformats.org/drawingml/2006/main">
              <a:ext uri="{FF2B5EF4-FFF2-40B4-BE49-F238E27FC236}">
                <a16:creationId xmlns:a16="http://schemas.microsoft.com/office/drawing/2014/main" id="{7FCD126D-4734-4F24-B805-4DDC2DCE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73" y="8131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9" name="path-5707">
            <a:extLst xmlns:a="http://schemas.openxmlformats.org/drawingml/2006/main">
              <a:ext uri="{FF2B5EF4-FFF2-40B4-BE49-F238E27FC236}">
                <a16:creationId xmlns:a16="http://schemas.microsoft.com/office/drawing/2014/main" id="{9C85438E-646A-4505-9BBE-F5275D67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703" y="8108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0" name="path-5708">
            <a:extLst xmlns:a="http://schemas.openxmlformats.org/drawingml/2006/main">
              <a:ext uri="{FF2B5EF4-FFF2-40B4-BE49-F238E27FC236}">
                <a16:creationId xmlns:a16="http://schemas.microsoft.com/office/drawing/2014/main" id="{0FE43915-8FAB-42EB-945F-FCACF4DE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80" y="81391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1" name="path-5709">
            <a:extLst xmlns:a="http://schemas.openxmlformats.org/drawingml/2006/main">
              <a:ext uri="{FF2B5EF4-FFF2-40B4-BE49-F238E27FC236}">
                <a16:creationId xmlns:a16="http://schemas.microsoft.com/office/drawing/2014/main" id="{268D0377-F5A5-411A-AED9-75F569C4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13" y="81506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2" name="path-5710">
            <a:extLst xmlns:a="http://schemas.openxmlformats.org/drawingml/2006/main">
              <a:ext uri="{FF2B5EF4-FFF2-40B4-BE49-F238E27FC236}">
                <a16:creationId xmlns:a16="http://schemas.microsoft.com/office/drawing/2014/main" id="{33D40A73-B1DD-43E9-BDF7-05C86C39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90" y="8162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3" name="path-5711">
            <a:extLst xmlns:a="http://schemas.openxmlformats.org/drawingml/2006/main">
              <a:ext uri="{FF2B5EF4-FFF2-40B4-BE49-F238E27FC236}">
                <a16:creationId xmlns:a16="http://schemas.microsoft.com/office/drawing/2014/main" id="{AFAB0E8E-33EA-497F-A65A-A713D857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991" y="81302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4" name="path-5712">
            <a:extLst xmlns:a="http://schemas.openxmlformats.org/drawingml/2006/main">
              <a:ext uri="{FF2B5EF4-FFF2-40B4-BE49-F238E27FC236}">
                <a16:creationId xmlns:a16="http://schemas.microsoft.com/office/drawing/2014/main" id="{F5EC59F0-FA40-4AD9-A556-334C9DAB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4878" y="8147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5" name="path-5713">
            <a:extLst xmlns:a="http://schemas.openxmlformats.org/drawingml/2006/main">
              <a:ext uri="{FF2B5EF4-FFF2-40B4-BE49-F238E27FC236}">
                <a16:creationId xmlns:a16="http://schemas.microsoft.com/office/drawing/2014/main" id="{D8CD0CAF-13AB-48AD-A7C1-D2241180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213" y="81470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6" name="path-5714">
            <a:extLst xmlns:a="http://schemas.openxmlformats.org/drawingml/2006/main">
              <a:ext uri="{FF2B5EF4-FFF2-40B4-BE49-F238E27FC236}">
                <a16:creationId xmlns:a16="http://schemas.microsoft.com/office/drawing/2014/main" id="{CFF099C1-5909-4EA7-A77A-E6D6B45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466" y="81319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7" name="path-5715">
            <a:extLst xmlns:a="http://schemas.openxmlformats.org/drawingml/2006/main">
              <a:ext uri="{FF2B5EF4-FFF2-40B4-BE49-F238E27FC236}">
                <a16:creationId xmlns:a16="http://schemas.microsoft.com/office/drawing/2014/main" id="{12BC197E-5025-4025-A53E-A30466EE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59" y="8136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8" name="path-5716">
            <a:extLst xmlns:a="http://schemas.openxmlformats.org/drawingml/2006/main">
              <a:ext uri="{FF2B5EF4-FFF2-40B4-BE49-F238E27FC236}">
                <a16:creationId xmlns:a16="http://schemas.microsoft.com/office/drawing/2014/main" id="{B92C5BCD-B33D-4A69-AAB4-CA2F17A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904" y="8159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9" name="path-5717">
            <a:extLst xmlns:a="http://schemas.openxmlformats.org/drawingml/2006/main">
              <a:ext uri="{FF2B5EF4-FFF2-40B4-BE49-F238E27FC236}">
                <a16:creationId xmlns:a16="http://schemas.microsoft.com/office/drawing/2014/main" id="{646EB1C6-A663-49EF-B484-5680A90A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039" y="81434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0" name="path-5718">
            <a:extLst xmlns:a="http://schemas.openxmlformats.org/drawingml/2006/main">
              <a:ext uri="{FF2B5EF4-FFF2-40B4-BE49-F238E27FC236}">
                <a16:creationId xmlns:a16="http://schemas.microsoft.com/office/drawing/2014/main" id="{BB5F4CCF-E4A5-4A35-A13C-718DBC0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6836" y="81516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1" name="path-5719">
            <a:extLst xmlns:a="http://schemas.openxmlformats.org/drawingml/2006/main">
              <a:ext uri="{FF2B5EF4-FFF2-40B4-BE49-F238E27FC236}">
                <a16:creationId xmlns:a16="http://schemas.microsoft.com/office/drawing/2014/main" id="{72B5D396-B2D3-46CB-8984-A8D7B159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735" y="81252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2" name="path-5720">
            <a:extLst xmlns:a="http://schemas.openxmlformats.org/drawingml/2006/main">
              <a:ext uri="{FF2B5EF4-FFF2-40B4-BE49-F238E27FC236}">
                <a16:creationId xmlns:a16="http://schemas.microsoft.com/office/drawing/2014/main" id="{6EB1D8DD-2922-4289-B926-EFD1A342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449" y="81340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3" name="path-5721">
            <a:extLst xmlns:a="http://schemas.openxmlformats.org/drawingml/2006/main">
              <a:ext uri="{FF2B5EF4-FFF2-40B4-BE49-F238E27FC236}">
                <a16:creationId xmlns:a16="http://schemas.microsoft.com/office/drawing/2014/main" id="{7A49E830-852F-459C-AA19-388BDD64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325" y="81544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4" name="path-5722">
            <a:extLst xmlns:a="http://schemas.openxmlformats.org/drawingml/2006/main">
              <a:ext uri="{FF2B5EF4-FFF2-40B4-BE49-F238E27FC236}">
                <a16:creationId xmlns:a16="http://schemas.microsoft.com/office/drawing/2014/main" id="{3C33F4EF-72C6-42DE-AA68-CB794145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941" y="81525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5" name="path-5723">
            <a:extLst xmlns:a="http://schemas.openxmlformats.org/drawingml/2006/main">
              <a:ext uri="{FF2B5EF4-FFF2-40B4-BE49-F238E27FC236}">
                <a16:creationId xmlns:a16="http://schemas.microsoft.com/office/drawing/2014/main" id="{C29A54B5-330D-4A8D-AAF3-F80CB529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596" y="8137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6" name="path-5724">
            <a:extLst xmlns:a="http://schemas.openxmlformats.org/drawingml/2006/main">
              <a:ext uri="{FF2B5EF4-FFF2-40B4-BE49-F238E27FC236}">
                <a16:creationId xmlns:a16="http://schemas.microsoft.com/office/drawing/2014/main" id="{65917C19-D0FF-4FDC-BA2F-41EFDF8B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165" y="81333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7" name="path-5725">
            <a:extLst xmlns:a="http://schemas.openxmlformats.org/drawingml/2006/main">
              <a:ext uri="{FF2B5EF4-FFF2-40B4-BE49-F238E27FC236}">
                <a16:creationId xmlns:a16="http://schemas.microsoft.com/office/drawing/2014/main" id="{E70D950C-9CAC-4548-86F6-4B676D35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514" y="81716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8" name="path-5726">
            <a:extLst xmlns:a="http://schemas.openxmlformats.org/drawingml/2006/main">
              <a:ext uri="{FF2B5EF4-FFF2-40B4-BE49-F238E27FC236}">
                <a16:creationId xmlns:a16="http://schemas.microsoft.com/office/drawing/2014/main" id="{57437BF2-B8FE-4757-8727-7CF14887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060" y="81365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9" name="path-5727">
            <a:extLst xmlns:a="http://schemas.openxmlformats.org/drawingml/2006/main">
              <a:ext uri="{FF2B5EF4-FFF2-40B4-BE49-F238E27FC236}">
                <a16:creationId xmlns:a16="http://schemas.microsoft.com/office/drawing/2014/main" id="{9047B667-2C94-4366-A809-CC53FA42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203" y="81517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0" name="path-5728">
            <a:extLst xmlns:a="http://schemas.openxmlformats.org/drawingml/2006/main">
              <a:ext uri="{FF2B5EF4-FFF2-40B4-BE49-F238E27FC236}">
                <a16:creationId xmlns:a16="http://schemas.microsoft.com/office/drawing/2014/main" id="{6065A278-4589-429B-A95A-C3821EF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222" y="81388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1" name="path-5729">
            <a:extLst xmlns:a="http://schemas.openxmlformats.org/drawingml/2006/main">
              <a:ext uri="{FF2B5EF4-FFF2-40B4-BE49-F238E27FC236}">
                <a16:creationId xmlns:a16="http://schemas.microsoft.com/office/drawing/2014/main" id="{4E836ADC-8DA1-4BA8-865B-CB3E4A15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838" y="8144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2" name="path-5730">
            <a:extLst xmlns:a="http://schemas.openxmlformats.org/drawingml/2006/main">
              <a:ext uri="{FF2B5EF4-FFF2-40B4-BE49-F238E27FC236}">
                <a16:creationId xmlns:a16="http://schemas.microsoft.com/office/drawing/2014/main" id="{E1AFEC75-DCBD-4BF6-B451-55413622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329" y="8119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3" name="path-5731">
            <a:extLst xmlns:a="http://schemas.openxmlformats.org/drawingml/2006/main">
              <a:ext uri="{FF2B5EF4-FFF2-40B4-BE49-F238E27FC236}">
                <a16:creationId xmlns:a16="http://schemas.microsoft.com/office/drawing/2014/main" id="{FA3CEBCC-289E-4432-87A0-3A99EC4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907" y="8157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4" name="path-5732">
            <a:extLst xmlns:a="http://schemas.openxmlformats.org/drawingml/2006/main">
              <a:ext uri="{FF2B5EF4-FFF2-40B4-BE49-F238E27FC236}">
                <a16:creationId xmlns:a16="http://schemas.microsoft.com/office/drawing/2014/main" id="{37D9176C-7FDA-4A2D-87E6-960DC813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97" y="8143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5" name="path-5733">
            <a:extLst xmlns:a="http://schemas.openxmlformats.org/drawingml/2006/main">
              <a:ext uri="{FF2B5EF4-FFF2-40B4-BE49-F238E27FC236}">
                <a16:creationId xmlns:a16="http://schemas.microsoft.com/office/drawing/2014/main" id="{2D1F6B84-7ADF-4225-92C1-687E09F7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414" y="81271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6" name="path-5734">
            <a:extLst xmlns:a="http://schemas.openxmlformats.org/drawingml/2006/main">
              <a:ext uri="{FF2B5EF4-FFF2-40B4-BE49-F238E27FC236}">
                <a16:creationId xmlns:a16="http://schemas.microsoft.com/office/drawing/2014/main" id="{0CCA9D6A-8D34-48B7-A8D0-4A3C994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311" y="81320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7" name="path-5735">
            <a:extLst xmlns:a="http://schemas.openxmlformats.org/drawingml/2006/main">
              <a:ext uri="{FF2B5EF4-FFF2-40B4-BE49-F238E27FC236}">
                <a16:creationId xmlns:a16="http://schemas.microsoft.com/office/drawing/2014/main" id="{03EB4825-EDCC-4718-BF52-BF007E0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364" y="81604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8" name="path-5736">
            <a:extLst xmlns:a="http://schemas.openxmlformats.org/drawingml/2006/main">
              <a:ext uri="{FF2B5EF4-FFF2-40B4-BE49-F238E27FC236}">
                <a16:creationId xmlns:a16="http://schemas.microsoft.com/office/drawing/2014/main" id="{70756389-2595-48CD-AEF1-3F547C0A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834" y="81369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9" name="path-5737">
            <a:extLst xmlns:a="http://schemas.openxmlformats.org/drawingml/2006/main">
              <a:ext uri="{FF2B5EF4-FFF2-40B4-BE49-F238E27FC236}">
                <a16:creationId xmlns:a16="http://schemas.microsoft.com/office/drawing/2014/main" id="{6477B252-FFAC-42B6-810A-907E640A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597" y="8143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0" name="path-5738">
            <a:extLst xmlns:a="http://schemas.openxmlformats.org/drawingml/2006/main">
              <a:ext uri="{FF2B5EF4-FFF2-40B4-BE49-F238E27FC236}">
                <a16:creationId xmlns:a16="http://schemas.microsoft.com/office/drawing/2014/main" id="{F68C3D97-3A22-42C3-B346-966EFEC9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137" y="8134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1" name="path-5739">
            <a:extLst xmlns:a="http://schemas.openxmlformats.org/drawingml/2006/main">
              <a:ext uri="{FF2B5EF4-FFF2-40B4-BE49-F238E27FC236}">
                <a16:creationId xmlns:a16="http://schemas.microsoft.com/office/drawing/2014/main" id="{4B1106BB-965F-4189-A901-2DE54CDC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020" y="81507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2" name="path-5740">
            <a:extLst xmlns:a="http://schemas.openxmlformats.org/drawingml/2006/main">
              <a:ext uri="{FF2B5EF4-FFF2-40B4-BE49-F238E27FC236}">
                <a16:creationId xmlns:a16="http://schemas.microsoft.com/office/drawing/2014/main" id="{5EBE7AE6-2B7F-419D-82B9-3C734E13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302" y="81134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3" name="path-5741">
            <a:extLst xmlns:a="http://schemas.openxmlformats.org/drawingml/2006/main">
              <a:ext uri="{FF2B5EF4-FFF2-40B4-BE49-F238E27FC236}">
                <a16:creationId xmlns:a16="http://schemas.microsoft.com/office/drawing/2014/main" id="{D9BB67CC-5228-48CE-A146-AC84C344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499" y="81412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4" name="path-5742">
            <a:extLst xmlns:a="http://schemas.openxmlformats.org/drawingml/2006/main">
              <a:ext uri="{FF2B5EF4-FFF2-40B4-BE49-F238E27FC236}">
                <a16:creationId xmlns:a16="http://schemas.microsoft.com/office/drawing/2014/main" id="{61D22755-1530-4FEC-8B97-D9829B36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985" y="8136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5" name="path-5743">
            <a:extLst xmlns:a="http://schemas.openxmlformats.org/drawingml/2006/main">
              <a:ext uri="{FF2B5EF4-FFF2-40B4-BE49-F238E27FC236}">
                <a16:creationId xmlns:a16="http://schemas.microsoft.com/office/drawing/2014/main" id="{F317DE27-FA9E-4CEF-A609-88CB91B8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030" y="8118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6" name="path-5744">
            <a:extLst xmlns:a="http://schemas.openxmlformats.org/drawingml/2006/main">
              <a:ext uri="{FF2B5EF4-FFF2-40B4-BE49-F238E27FC236}">
                <a16:creationId xmlns:a16="http://schemas.microsoft.com/office/drawing/2014/main" id="{82C75479-E7A1-467F-9C3D-0F42B791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79" y="81375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7" name="path-5745">
            <a:extLst xmlns:a="http://schemas.openxmlformats.org/drawingml/2006/main">
              <a:ext uri="{FF2B5EF4-FFF2-40B4-BE49-F238E27FC236}">
                <a16:creationId xmlns:a16="http://schemas.microsoft.com/office/drawing/2014/main" id="{E80566C6-8089-4585-B6DE-8B054657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021" y="81524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8" name="path-5746">
            <a:extLst xmlns:a="http://schemas.openxmlformats.org/drawingml/2006/main">
              <a:ext uri="{FF2B5EF4-FFF2-40B4-BE49-F238E27FC236}">
                <a16:creationId xmlns:a16="http://schemas.microsoft.com/office/drawing/2014/main" id="{E55B80A6-1B48-46EF-A8BF-C9661E7A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914" y="81329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9" name="path-5747">
            <a:extLst xmlns:a="http://schemas.openxmlformats.org/drawingml/2006/main">
              <a:ext uri="{FF2B5EF4-FFF2-40B4-BE49-F238E27FC236}">
                <a16:creationId xmlns:a16="http://schemas.microsoft.com/office/drawing/2014/main" id="{60BEB49B-52B3-4549-B5EB-B345DB35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214" y="8151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0" name="path-5748">
            <a:extLst xmlns:a="http://schemas.openxmlformats.org/drawingml/2006/main">
              <a:ext uri="{FF2B5EF4-FFF2-40B4-BE49-F238E27FC236}">
                <a16:creationId xmlns:a16="http://schemas.microsoft.com/office/drawing/2014/main" id="{F2761DBE-8E40-43ED-9EE1-C8B98DE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15" y="8173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1" name="path-5749">
            <a:extLst xmlns:a="http://schemas.openxmlformats.org/drawingml/2006/main">
              <a:ext uri="{FF2B5EF4-FFF2-40B4-BE49-F238E27FC236}">
                <a16:creationId xmlns:a16="http://schemas.microsoft.com/office/drawing/2014/main" id="{96492ADD-91AE-4A34-B54E-9328C0A1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986" y="81406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2" name="path-5750">
            <a:extLst xmlns:a="http://schemas.openxmlformats.org/drawingml/2006/main">
              <a:ext uri="{FF2B5EF4-FFF2-40B4-BE49-F238E27FC236}">
                <a16:creationId xmlns:a16="http://schemas.microsoft.com/office/drawing/2014/main" id="{BB835F52-F5FA-4740-A05C-39A289CB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536" y="81384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3" name="path-5751">
            <a:extLst xmlns:a="http://schemas.openxmlformats.org/drawingml/2006/main">
              <a:ext uri="{FF2B5EF4-FFF2-40B4-BE49-F238E27FC236}">
                <a16:creationId xmlns:a16="http://schemas.microsoft.com/office/drawing/2014/main" id="{47D9DA19-6684-4869-9EF3-29408184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157" y="81548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4" name="path-5752">
            <a:extLst xmlns:a="http://schemas.openxmlformats.org/drawingml/2006/main">
              <a:ext uri="{FF2B5EF4-FFF2-40B4-BE49-F238E27FC236}">
                <a16:creationId xmlns:a16="http://schemas.microsoft.com/office/drawing/2014/main" id="{DB0D2363-5952-4ADE-BBB8-DF1454DF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992" y="81478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5" name="path-5753">
            <a:extLst xmlns:a="http://schemas.openxmlformats.org/drawingml/2006/main">
              <a:ext uri="{FF2B5EF4-FFF2-40B4-BE49-F238E27FC236}">
                <a16:creationId xmlns:a16="http://schemas.microsoft.com/office/drawing/2014/main" id="{E32E2E01-24F0-4CA3-B4BA-F6493745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281" y="81462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6" name="path-5754">
            <a:extLst xmlns:a="http://schemas.openxmlformats.org/drawingml/2006/main">
              <a:ext uri="{FF2B5EF4-FFF2-40B4-BE49-F238E27FC236}">
                <a16:creationId xmlns:a16="http://schemas.microsoft.com/office/drawing/2014/main" id="{13477D44-5555-4364-92B6-593D4792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03" y="81129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7" name="path-5755">
            <a:extLst xmlns:a="http://schemas.openxmlformats.org/drawingml/2006/main">
              <a:ext uri="{FF2B5EF4-FFF2-40B4-BE49-F238E27FC236}">
                <a16:creationId xmlns:a16="http://schemas.microsoft.com/office/drawing/2014/main" id="{0352E0C5-6685-4C52-904B-3F816B5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34" y="8126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8" name="path-5756">
            <a:extLst xmlns:a="http://schemas.openxmlformats.org/drawingml/2006/main">
              <a:ext uri="{FF2B5EF4-FFF2-40B4-BE49-F238E27FC236}">
                <a16:creationId xmlns:a16="http://schemas.microsoft.com/office/drawing/2014/main" id="{B873EC88-1C30-43DE-BC9D-3037170A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760" y="81534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9" name="path-5757">
            <a:extLst xmlns:a="http://schemas.openxmlformats.org/drawingml/2006/main">
              <a:ext uri="{FF2B5EF4-FFF2-40B4-BE49-F238E27FC236}">
                <a16:creationId xmlns:a16="http://schemas.microsoft.com/office/drawing/2014/main" id="{D28508CD-4942-47E8-87AE-D31BB9D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359" y="81468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0" name="path-5758">
            <a:extLst xmlns:a="http://schemas.openxmlformats.org/drawingml/2006/main">
              <a:ext uri="{FF2B5EF4-FFF2-40B4-BE49-F238E27FC236}">
                <a16:creationId xmlns:a16="http://schemas.microsoft.com/office/drawing/2014/main" id="{DF8009B7-5FF8-4926-BA99-5D23A7A4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488" y="81507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1" name="path-5759">
            <a:extLst xmlns:a="http://schemas.openxmlformats.org/drawingml/2006/main">
              <a:ext uri="{FF2B5EF4-FFF2-40B4-BE49-F238E27FC236}">
                <a16:creationId xmlns:a16="http://schemas.microsoft.com/office/drawing/2014/main" id="{F8D29D71-F1A2-4215-9B5D-D7F207D7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06" y="81131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2" name="path-5760">
            <a:extLst xmlns:a="http://schemas.openxmlformats.org/drawingml/2006/main">
              <a:ext uri="{FF2B5EF4-FFF2-40B4-BE49-F238E27FC236}">
                <a16:creationId xmlns:a16="http://schemas.microsoft.com/office/drawing/2014/main" id="{C10331AE-D30D-4E0C-9EE4-FE0441A8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982" y="81623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3" name="path-5761">
            <a:extLst xmlns:a="http://schemas.openxmlformats.org/drawingml/2006/main">
              <a:ext uri="{FF2B5EF4-FFF2-40B4-BE49-F238E27FC236}">
                <a16:creationId xmlns:a16="http://schemas.microsoft.com/office/drawing/2014/main" id="{3E1038D3-EB9D-4D7B-8094-53003F1B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8141" y="8097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4" name="path-5762">
            <a:extLst xmlns:a="http://schemas.openxmlformats.org/drawingml/2006/main">
              <a:ext uri="{FF2B5EF4-FFF2-40B4-BE49-F238E27FC236}">
                <a16:creationId xmlns:a16="http://schemas.microsoft.com/office/drawing/2014/main" id="{DE44E422-CBEE-43E6-B07C-65E73CCC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690" y="81377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5" name="path-5763">
            <a:extLst xmlns:a="http://schemas.openxmlformats.org/drawingml/2006/main">
              <a:ext uri="{FF2B5EF4-FFF2-40B4-BE49-F238E27FC236}">
                <a16:creationId xmlns:a16="http://schemas.microsoft.com/office/drawing/2014/main" id="{6587C945-1F9F-41FC-B661-A36AA9F3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797" y="8135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6" name="path-5764">
            <a:extLst xmlns:a="http://schemas.openxmlformats.org/drawingml/2006/main">
              <a:ext uri="{FF2B5EF4-FFF2-40B4-BE49-F238E27FC236}">
                <a16:creationId xmlns:a16="http://schemas.microsoft.com/office/drawing/2014/main" id="{CD51BE59-E2A4-4EEA-A113-2E7BDD51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82" y="81561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7" name="path-5765">
            <a:extLst xmlns:a="http://schemas.openxmlformats.org/drawingml/2006/main">
              <a:ext uri="{FF2B5EF4-FFF2-40B4-BE49-F238E27FC236}">
                <a16:creationId xmlns:a16="http://schemas.microsoft.com/office/drawing/2014/main" id="{A5C03E96-9DF6-4FE1-91BD-49445068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109" y="81513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8" name="path-5766">
            <a:extLst xmlns:a="http://schemas.openxmlformats.org/drawingml/2006/main">
              <a:ext uri="{FF2B5EF4-FFF2-40B4-BE49-F238E27FC236}">
                <a16:creationId xmlns:a16="http://schemas.microsoft.com/office/drawing/2014/main" id="{1ECB0ADE-85B5-4885-B88D-A7D20F4F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797" y="8132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9" name="path-5767">
            <a:extLst xmlns:a="http://schemas.openxmlformats.org/drawingml/2006/main">
              <a:ext uri="{FF2B5EF4-FFF2-40B4-BE49-F238E27FC236}">
                <a16:creationId xmlns:a16="http://schemas.microsoft.com/office/drawing/2014/main" id="{BC8A0663-F78F-4511-A28F-DDB2443B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424" y="81407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0" name="path-5768">
            <a:extLst xmlns:a="http://schemas.openxmlformats.org/drawingml/2006/main">
              <a:ext uri="{FF2B5EF4-FFF2-40B4-BE49-F238E27FC236}">
                <a16:creationId xmlns:a16="http://schemas.microsoft.com/office/drawing/2014/main" id="{8E06AC3B-97A1-4A77-9C2F-942DE8BD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538" y="81505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1" name="path-5769">
            <a:extLst xmlns:a="http://schemas.openxmlformats.org/drawingml/2006/main">
              <a:ext uri="{FF2B5EF4-FFF2-40B4-BE49-F238E27FC236}">
                <a16:creationId xmlns:a16="http://schemas.microsoft.com/office/drawing/2014/main" id="{E44F9200-2DA8-425E-89EC-A3989BE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103" y="8144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2" name="path-5770">
            <a:extLst xmlns:a="http://schemas.openxmlformats.org/drawingml/2006/main">
              <a:ext uri="{FF2B5EF4-FFF2-40B4-BE49-F238E27FC236}">
                <a16:creationId xmlns:a16="http://schemas.microsoft.com/office/drawing/2014/main" id="{DFB8113C-3294-49F4-9205-4D80EC1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622" y="8151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3" name="path-5771">
            <a:extLst xmlns:a="http://schemas.openxmlformats.org/drawingml/2006/main">
              <a:ext uri="{FF2B5EF4-FFF2-40B4-BE49-F238E27FC236}">
                <a16:creationId xmlns:a16="http://schemas.microsoft.com/office/drawing/2014/main" id="{A8CB0BE1-84DF-4C11-8339-2501E896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248" y="8150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4" name="path-5772">
            <a:extLst xmlns:a="http://schemas.openxmlformats.org/drawingml/2006/main">
              <a:ext uri="{FF2B5EF4-FFF2-40B4-BE49-F238E27FC236}">
                <a16:creationId xmlns:a16="http://schemas.microsoft.com/office/drawing/2014/main" id="{AF4EE11F-8284-42E0-8D50-E59A4A4B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163" y="81650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5" name="path-5773">
            <a:extLst xmlns:a="http://schemas.openxmlformats.org/drawingml/2006/main">
              <a:ext uri="{FF2B5EF4-FFF2-40B4-BE49-F238E27FC236}">
                <a16:creationId xmlns:a16="http://schemas.microsoft.com/office/drawing/2014/main" id="{57082A71-A4CC-4520-A512-356568C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508" y="81455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6" name="path-5774">
            <a:extLst xmlns:a="http://schemas.openxmlformats.org/drawingml/2006/main">
              <a:ext uri="{FF2B5EF4-FFF2-40B4-BE49-F238E27FC236}">
                <a16:creationId xmlns:a16="http://schemas.microsoft.com/office/drawing/2014/main" id="{EFD08697-0DC3-4F3E-9E2D-BF3BF024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677" y="81485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7" name="path-5775">
            <a:extLst xmlns:a="http://schemas.openxmlformats.org/drawingml/2006/main">
              <a:ext uri="{FF2B5EF4-FFF2-40B4-BE49-F238E27FC236}">
                <a16:creationId xmlns:a16="http://schemas.microsoft.com/office/drawing/2014/main" id="{3B5B424A-C8FD-4803-87D0-F7CD52C4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949" y="8125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8" name="path-5776">
            <a:extLst xmlns:a="http://schemas.openxmlformats.org/drawingml/2006/main">
              <a:ext uri="{FF2B5EF4-FFF2-40B4-BE49-F238E27FC236}">
                <a16:creationId xmlns:a16="http://schemas.microsoft.com/office/drawing/2014/main" id="{FC4DBE51-64A9-4CB5-8C10-C79F2694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688" y="8129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9" name="path-5777">
            <a:extLst xmlns:a="http://schemas.openxmlformats.org/drawingml/2006/main">
              <a:ext uri="{FF2B5EF4-FFF2-40B4-BE49-F238E27FC236}">
                <a16:creationId xmlns:a16="http://schemas.microsoft.com/office/drawing/2014/main" id="{50D31B6D-97C6-4B9C-AFAB-357C7856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42" y="81458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0" name="path-5778">
            <a:extLst xmlns:a="http://schemas.openxmlformats.org/drawingml/2006/main">
              <a:ext uri="{FF2B5EF4-FFF2-40B4-BE49-F238E27FC236}">
                <a16:creationId xmlns:a16="http://schemas.microsoft.com/office/drawing/2014/main" id="{496C3C98-941D-429B-A3B8-9F059356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67" y="81423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1" name="path-5779">
            <a:extLst xmlns:a="http://schemas.openxmlformats.org/drawingml/2006/main">
              <a:ext uri="{FF2B5EF4-FFF2-40B4-BE49-F238E27FC236}">
                <a16:creationId xmlns:a16="http://schemas.microsoft.com/office/drawing/2014/main" id="{9196DA43-875E-422E-B27A-057965A2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745" y="81377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2" name="path-5780">
            <a:extLst xmlns:a="http://schemas.openxmlformats.org/drawingml/2006/main">
              <a:ext uri="{FF2B5EF4-FFF2-40B4-BE49-F238E27FC236}">
                <a16:creationId xmlns:a16="http://schemas.microsoft.com/office/drawing/2014/main" id="{0A9340C3-1ED0-4A0F-BD69-880E3321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798" y="8129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3" name="path-5781">
            <a:extLst xmlns:a="http://schemas.openxmlformats.org/drawingml/2006/main">
              <a:ext uri="{FF2B5EF4-FFF2-40B4-BE49-F238E27FC236}">
                <a16:creationId xmlns:a16="http://schemas.microsoft.com/office/drawing/2014/main" id="{CE34F3B0-CAE0-4EA0-9CF9-31AA71C1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258" y="81367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4" name="path-5782">
            <a:extLst xmlns:a="http://schemas.openxmlformats.org/drawingml/2006/main">
              <a:ext uri="{FF2B5EF4-FFF2-40B4-BE49-F238E27FC236}">
                <a16:creationId xmlns:a16="http://schemas.microsoft.com/office/drawing/2014/main" id="{FE1268DD-3CAD-44CB-9C0A-937786F5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316" y="81270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5" name="path-5783">
            <a:extLst xmlns:a="http://schemas.openxmlformats.org/drawingml/2006/main">
              <a:ext uri="{FF2B5EF4-FFF2-40B4-BE49-F238E27FC236}">
                <a16:creationId xmlns:a16="http://schemas.microsoft.com/office/drawing/2014/main" id="{5F9D7DBC-9D91-47C3-A7BB-0766F2A4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46" y="8168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6" name="path-5784">
            <a:extLst xmlns:a="http://schemas.openxmlformats.org/drawingml/2006/main">
              <a:ext uri="{FF2B5EF4-FFF2-40B4-BE49-F238E27FC236}">
                <a16:creationId xmlns:a16="http://schemas.microsoft.com/office/drawing/2014/main" id="{EC6523D0-AAC2-411C-BC0C-CEA176E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526" y="8150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7" name="path-5785">
            <a:extLst xmlns:a="http://schemas.openxmlformats.org/drawingml/2006/main">
              <a:ext uri="{FF2B5EF4-FFF2-40B4-BE49-F238E27FC236}">
                <a16:creationId xmlns:a16="http://schemas.microsoft.com/office/drawing/2014/main" id="{D4096EDC-45CE-4507-A254-740719BE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229" y="81632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8" name="path-5786">
            <a:extLst xmlns:a="http://schemas.openxmlformats.org/drawingml/2006/main">
              <a:ext uri="{FF2B5EF4-FFF2-40B4-BE49-F238E27FC236}">
                <a16:creationId xmlns:a16="http://schemas.microsoft.com/office/drawing/2014/main" id="{E72A82BD-0119-4B41-A7C3-FEE8B7E7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916" y="81669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9" name="path-5787">
            <a:extLst xmlns:a="http://schemas.openxmlformats.org/drawingml/2006/main">
              <a:ext uri="{FF2B5EF4-FFF2-40B4-BE49-F238E27FC236}">
                <a16:creationId xmlns:a16="http://schemas.microsoft.com/office/drawing/2014/main" id="{A4AE9FF7-9608-401E-AC28-2F89D7D7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37" y="8140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0" name="path-5788">
            <a:extLst xmlns:a="http://schemas.openxmlformats.org/drawingml/2006/main">
              <a:ext uri="{FF2B5EF4-FFF2-40B4-BE49-F238E27FC236}">
                <a16:creationId xmlns:a16="http://schemas.microsoft.com/office/drawing/2014/main" id="{63C7B288-E962-4D9B-A78E-5278925A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058" y="81308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1" name="path-5789">
            <a:extLst xmlns:a="http://schemas.openxmlformats.org/drawingml/2006/main">
              <a:ext uri="{FF2B5EF4-FFF2-40B4-BE49-F238E27FC236}">
                <a16:creationId xmlns:a16="http://schemas.microsoft.com/office/drawing/2014/main" id="{B7129744-1D7D-407B-A181-122CB855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991" y="81459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2" name="path-5790">
            <a:extLst xmlns:a="http://schemas.openxmlformats.org/drawingml/2006/main">
              <a:ext uri="{FF2B5EF4-FFF2-40B4-BE49-F238E27FC236}">
                <a16:creationId xmlns:a16="http://schemas.microsoft.com/office/drawing/2014/main" id="{B864C120-93D8-4014-980C-D981A6C5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864" y="8160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3" name="path-5791">
            <a:extLst xmlns:a="http://schemas.openxmlformats.org/drawingml/2006/main">
              <a:ext uri="{FF2B5EF4-FFF2-40B4-BE49-F238E27FC236}">
                <a16:creationId xmlns:a16="http://schemas.microsoft.com/office/drawing/2014/main" id="{7EDF9D1B-00AD-46AE-88F8-352EB4D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536" y="81797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4" name="path-5792">
            <a:extLst xmlns:a="http://schemas.openxmlformats.org/drawingml/2006/main">
              <a:ext uri="{FF2B5EF4-FFF2-40B4-BE49-F238E27FC236}">
                <a16:creationId xmlns:a16="http://schemas.microsoft.com/office/drawing/2014/main" id="{A27904E3-C885-4BA0-9FDB-BE89056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86" y="81371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5" name="path-5793">
            <a:extLst xmlns:a="http://schemas.openxmlformats.org/drawingml/2006/main">
              <a:ext uri="{FF2B5EF4-FFF2-40B4-BE49-F238E27FC236}">
                <a16:creationId xmlns:a16="http://schemas.microsoft.com/office/drawing/2014/main" id="{441AA894-ECC9-46E3-90B1-B8C0E36E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497" y="81476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6" name="path-5794">
            <a:extLst xmlns:a="http://schemas.openxmlformats.org/drawingml/2006/main">
              <a:ext uri="{FF2B5EF4-FFF2-40B4-BE49-F238E27FC236}">
                <a16:creationId xmlns:a16="http://schemas.microsoft.com/office/drawing/2014/main" id="{97B1D49D-A7F6-4D26-A9A1-D80827B4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956" y="81488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7" name="path-5795">
            <a:extLst xmlns:a="http://schemas.openxmlformats.org/drawingml/2006/main">
              <a:ext uri="{FF2B5EF4-FFF2-40B4-BE49-F238E27FC236}">
                <a16:creationId xmlns:a16="http://schemas.microsoft.com/office/drawing/2014/main" id="{14802B40-7183-40C4-B44A-F0A5C47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942" y="81551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8" name="path-5796">
            <a:extLst xmlns:a="http://schemas.openxmlformats.org/drawingml/2006/main">
              <a:ext uri="{FF2B5EF4-FFF2-40B4-BE49-F238E27FC236}">
                <a16:creationId xmlns:a16="http://schemas.microsoft.com/office/drawing/2014/main" id="{4719D433-C885-4C15-9040-9600E39A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830" y="81416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9" name="path-5797">
            <a:extLst xmlns:a="http://schemas.openxmlformats.org/drawingml/2006/main">
              <a:ext uri="{FF2B5EF4-FFF2-40B4-BE49-F238E27FC236}">
                <a16:creationId xmlns:a16="http://schemas.microsoft.com/office/drawing/2014/main" id="{4935B1E1-8415-4CEE-9969-03E9730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543" y="81292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0" name="path-5798">
            <a:extLst xmlns:a="http://schemas.openxmlformats.org/drawingml/2006/main">
              <a:ext uri="{FF2B5EF4-FFF2-40B4-BE49-F238E27FC236}">
                <a16:creationId xmlns:a16="http://schemas.microsoft.com/office/drawing/2014/main" id="{8D290825-E1F9-46C7-86E3-5779AD6C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120" y="81416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1" name="path-5799">
            <a:extLst xmlns:a="http://schemas.openxmlformats.org/drawingml/2006/main">
              <a:ext uri="{FF2B5EF4-FFF2-40B4-BE49-F238E27FC236}">
                <a16:creationId xmlns:a16="http://schemas.microsoft.com/office/drawing/2014/main" id="{1CBC56BE-7423-4AA7-9FE4-7719F5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642" y="81472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2" name="path-5800">
            <a:extLst xmlns:a="http://schemas.openxmlformats.org/drawingml/2006/main">
              <a:ext uri="{FF2B5EF4-FFF2-40B4-BE49-F238E27FC236}">
                <a16:creationId xmlns:a16="http://schemas.microsoft.com/office/drawing/2014/main" id="{BB69BAC5-E160-4D98-B68D-A929FB82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346" y="81343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3" name="path-5801">
            <a:extLst xmlns:a="http://schemas.openxmlformats.org/drawingml/2006/main">
              <a:ext uri="{FF2B5EF4-FFF2-40B4-BE49-F238E27FC236}">
                <a16:creationId xmlns:a16="http://schemas.microsoft.com/office/drawing/2014/main" id="{70735213-39B7-437B-85CF-9CC97D44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848" y="81441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4" name="path-5802">
            <a:extLst xmlns:a="http://schemas.openxmlformats.org/drawingml/2006/main">
              <a:ext uri="{FF2B5EF4-FFF2-40B4-BE49-F238E27FC236}">
                <a16:creationId xmlns:a16="http://schemas.microsoft.com/office/drawing/2014/main" id="{7380C7A9-EAB2-4D47-80EB-37309214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219" y="8101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5" name="path-5803">
            <a:extLst xmlns:a="http://schemas.openxmlformats.org/drawingml/2006/main">
              <a:ext uri="{FF2B5EF4-FFF2-40B4-BE49-F238E27FC236}">
                <a16:creationId xmlns:a16="http://schemas.microsoft.com/office/drawing/2014/main" id="{9B535469-A1F4-4A83-BC42-E432D5F0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936" y="81377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6" name="path-5804">
            <a:extLst xmlns:a="http://schemas.openxmlformats.org/drawingml/2006/main">
              <a:ext uri="{FF2B5EF4-FFF2-40B4-BE49-F238E27FC236}">
                <a16:creationId xmlns:a16="http://schemas.microsoft.com/office/drawing/2014/main" id="{60C05079-3942-42B6-AAB0-F82E0210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828" y="81700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7" name="path-5805">
            <a:extLst xmlns:a="http://schemas.openxmlformats.org/drawingml/2006/main">
              <a:ext uri="{FF2B5EF4-FFF2-40B4-BE49-F238E27FC236}">
                <a16:creationId xmlns:a16="http://schemas.microsoft.com/office/drawing/2014/main" id="{EB7A63C3-73FA-4046-95F1-6A65903E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127" y="81374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8" name="path-5806">
            <a:extLst xmlns:a="http://schemas.openxmlformats.org/drawingml/2006/main">
              <a:ext uri="{FF2B5EF4-FFF2-40B4-BE49-F238E27FC236}">
                <a16:creationId xmlns:a16="http://schemas.microsoft.com/office/drawing/2014/main" id="{A3913486-F99E-494C-9B8B-3261402D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62" y="81217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9" name="path-5807">
            <a:extLst xmlns:a="http://schemas.openxmlformats.org/drawingml/2006/main">
              <a:ext uri="{FF2B5EF4-FFF2-40B4-BE49-F238E27FC236}">
                <a16:creationId xmlns:a16="http://schemas.microsoft.com/office/drawing/2014/main" id="{1C6B0597-B4CC-4C7D-851F-8E25ADDE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132" y="8168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0" name="path-5808">
            <a:extLst xmlns:a="http://schemas.openxmlformats.org/drawingml/2006/main">
              <a:ext uri="{FF2B5EF4-FFF2-40B4-BE49-F238E27FC236}">
                <a16:creationId xmlns:a16="http://schemas.microsoft.com/office/drawing/2014/main" id="{910FFB38-D83A-4A68-BB99-09DB5C4E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664" y="81511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1" name="path-5809">
            <a:extLst xmlns:a="http://schemas.openxmlformats.org/drawingml/2006/main">
              <a:ext uri="{FF2B5EF4-FFF2-40B4-BE49-F238E27FC236}">
                <a16:creationId xmlns:a16="http://schemas.microsoft.com/office/drawing/2014/main" id="{C44ED30B-928D-4383-83E1-BCB48B47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80" y="8134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2" name="path-5810">
            <a:extLst xmlns:a="http://schemas.openxmlformats.org/drawingml/2006/main">
              <a:ext uri="{FF2B5EF4-FFF2-40B4-BE49-F238E27FC236}">
                <a16:creationId xmlns:a16="http://schemas.microsoft.com/office/drawing/2014/main" id="{577F5A04-4A50-4DD1-9AA6-AD73E914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503" y="81328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3" name="path-5811">
            <a:extLst xmlns:a="http://schemas.openxmlformats.org/drawingml/2006/main">
              <a:ext uri="{FF2B5EF4-FFF2-40B4-BE49-F238E27FC236}">
                <a16:creationId xmlns:a16="http://schemas.microsoft.com/office/drawing/2014/main" id="{6FCF37E6-4AB8-436A-8872-6765023F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8910" y="81685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4" name="path-5812">
            <a:extLst xmlns:a="http://schemas.openxmlformats.org/drawingml/2006/main">
              <a:ext uri="{FF2B5EF4-FFF2-40B4-BE49-F238E27FC236}">
                <a16:creationId xmlns:a16="http://schemas.microsoft.com/office/drawing/2014/main" id="{520D383B-29EF-4666-841E-76B6A8DF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450" y="81144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5" name="path-5813">
            <a:extLst xmlns:a="http://schemas.openxmlformats.org/drawingml/2006/main">
              <a:ext uri="{FF2B5EF4-FFF2-40B4-BE49-F238E27FC236}">
                <a16:creationId xmlns:a16="http://schemas.microsoft.com/office/drawing/2014/main" id="{08270A17-65E0-4164-932E-A5F9BCBB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38" y="81645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6" name="path-5814">
            <a:extLst xmlns:a="http://schemas.openxmlformats.org/drawingml/2006/main">
              <a:ext uri="{FF2B5EF4-FFF2-40B4-BE49-F238E27FC236}">
                <a16:creationId xmlns:a16="http://schemas.microsoft.com/office/drawing/2014/main" id="{F91E7C13-5063-4B78-BD03-9318DF46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647" y="81770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7" name="path-5815">
            <a:extLst xmlns:a="http://schemas.openxmlformats.org/drawingml/2006/main">
              <a:ext uri="{FF2B5EF4-FFF2-40B4-BE49-F238E27FC236}">
                <a16:creationId xmlns:a16="http://schemas.microsoft.com/office/drawing/2014/main" id="{7040EA6D-ABDF-45B3-9DB1-2009ECAB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660" y="81518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8" name="path-5816">
            <a:extLst xmlns:a="http://schemas.openxmlformats.org/drawingml/2006/main">
              <a:ext uri="{FF2B5EF4-FFF2-40B4-BE49-F238E27FC236}">
                <a16:creationId xmlns:a16="http://schemas.microsoft.com/office/drawing/2014/main" id="{ADF00F1D-4D6B-4191-A359-BC4195E7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271" y="8162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9" name="path-5817">
            <a:extLst xmlns:a="http://schemas.openxmlformats.org/drawingml/2006/main">
              <a:ext uri="{FF2B5EF4-FFF2-40B4-BE49-F238E27FC236}">
                <a16:creationId xmlns:a16="http://schemas.microsoft.com/office/drawing/2014/main" id="{CC3B2F0C-5B25-4436-B319-A40F088D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5676" y="81780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0" name="path-5818">
            <a:extLst xmlns:a="http://schemas.openxmlformats.org/drawingml/2006/main">
              <a:ext uri="{FF2B5EF4-FFF2-40B4-BE49-F238E27FC236}">
                <a16:creationId xmlns:a16="http://schemas.microsoft.com/office/drawing/2014/main" id="{AA913B4B-5684-473C-8936-12D1368D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896" y="81191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1" name="path-5819">
            <a:extLst xmlns:a="http://schemas.openxmlformats.org/drawingml/2006/main">
              <a:ext uri="{FF2B5EF4-FFF2-40B4-BE49-F238E27FC236}">
                <a16:creationId xmlns:a16="http://schemas.microsoft.com/office/drawing/2014/main" id="{5C67550B-A11C-4801-854D-0A2DB92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696" y="81626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2" name="path-5820">
            <a:extLst xmlns:a="http://schemas.openxmlformats.org/drawingml/2006/main">
              <a:ext uri="{FF2B5EF4-FFF2-40B4-BE49-F238E27FC236}">
                <a16:creationId xmlns:a16="http://schemas.microsoft.com/office/drawing/2014/main" id="{8894C62F-E74C-47C3-A729-B50B9AFB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834" y="81422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3" name="path-5821">
            <a:extLst xmlns:a="http://schemas.openxmlformats.org/drawingml/2006/main">
              <a:ext uri="{FF2B5EF4-FFF2-40B4-BE49-F238E27FC236}">
                <a16:creationId xmlns:a16="http://schemas.microsoft.com/office/drawing/2014/main" id="{FDEE90BC-DE69-4F82-B536-B510951E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929" y="81285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4" name="path-5822">
            <a:extLst xmlns:a="http://schemas.openxmlformats.org/drawingml/2006/main">
              <a:ext uri="{FF2B5EF4-FFF2-40B4-BE49-F238E27FC236}">
                <a16:creationId xmlns:a16="http://schemas.microsoft.com/office/drawing/2014/main" id="{2095E55E-1EFF-4BE4-B20F-9B900AD8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286" y="81510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5" name="path-5823">
            <a:extLst xmlns:a="http://schemas.openxmlformats.org/drawingml/2006/main">
              <a:ext uri="{FF2B5EF4-FFF2-40B4-BE49-F238E27FC236}">
                <a16:creationId xmlns:a16="http://schemas.microsoft.com/office/drawing/2014/main" id="{A656C131-5388-4759-91C1-CCC94FD2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839" y="81841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6" name="path-5824">
            <a:extLst xmlns:a="http://schemas.openxmlformats.org/drawingml/2006/main">
              <a:ext uri="{FF2B5EF4-FFF2-40B4-BE49-F238E27FC236}">
                <a16:creationId xmlns:a16="http://schemas.microsoft.com/office/drawing/2014/main" id="{26EC40EC-5295-479E-86B6-12E7F6FA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551" y="81391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7" name="path-5825">
            <a:extLst xmlns:a="http://schemas.openxmlformats.org/drawingml/2006/main">
              <a:ext uri="{FF2B5EF4-FFF2-40B4-BE49-F238E27FC236}">
                <a16:creationId xmlns:a16="http://schemas.microsoft.com/office/drawing/2014/main" id="{0E51719F-67F2-4500-A4B6-C6B0BE00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11" y="81601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8" name="path-5826">
            <a:extLst xmlns:a="http://schemas.openxmlformats.org/drawingml/2006/main">
              <a:ext uri="{FF2B5EF4-FFF2-40B4-BE49-F238E27FC236}">
                <a16:creationId xmlns:a16="http://schemas.microsoft.com/office/drawing/2014/main" id="{D7F525CA-88D4-4805-83A8-66E7807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11" y="81291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9" name="path-5827">
            <a:extLst xmlns:a="http://schemas.openxmlformats.org/drawingml/2006/main">
              <a:ext uri="{FF2B5EF4-FFF2-40B4-BE49-F238E27FC236}">
                <a16:creationId xmlns:a16="http://schemas.microsoft.com/office/drawing/2014/main" id="{20A0EDF4-D8A7-4BBC-A52B-E1BC0940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94" y="81470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0" name="path-5828">
            <a:extLst xmlns:a="http://schemas.openxmlformats.org/drawingml/2006/main">
              <a:ext uri="{FF2B5EF4-FFF2-40B4-BE49-F238E27FC236}">
                <a16:creationId xmlns:a16="http://schemas.microsoft.com/office/drawing/2014/main" id="{E327F479-C9E7-4643-8DA7-2AA32111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555" y="8123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1" name="path-5829">
            <a:extLst xmlns:a="http://schemas.openxmlformats.org/drawingml/2006/main">
              <a:ext uri="{FF2B5EF4-FFF2-40B4-BE49-F238E27FC236}">
                <a16:creationId xmlns:a16="http://schemas.microsoft.com/office/drawing/2014/main" id="{50893CC6-EE2C-493A-84D7-30724CCD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819" y="81358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2" name="path-5830">
            <a:extLst xmlns:a="http://schemas.openxmlformats.org/drawingml/2006/main">
              <a:ext uri="{FF2B5EF4-FFF2-40B4-BE49-F238E27FC236}">
                <a16:creationId xmlns:a16="http://schemas.microsoft.com/office/drawing/2014/main" id="{5AEFAC08-3A4E-4E8B-8135-1F23E08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684" y="8134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3" name="path-5831">
            <a:extLst xmlns:a="http://schemas.openxmlformats.org/drawingml/2006/main">
              <a:ext uri="{FF2B5EF4-FFF2-40B4-BE49-F238E27FC236}">
                <a16:creationId xmlns:a16="http://schemas.microsoft.com/office/drawing/2014/main" id="{8188B8E1-91A3-4DA6-8CFF-CBFC2B73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55" y="80988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4" name="path-5832">
            <a:extLst xmlns:a="http://schemas.openxmlformats.org/drawingml/2006/main">
              <a:ext uri="{FF2B5EF4-FFF2-40B4-BE49-F238E27FC236}">
                <a16:creationId xmlns:a16="http://schemas.microsoft.com/office/drawing/2014/main" id="{1C35968B-77E1-493A-A420-8A99C402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983" y="8131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5" name="path-5833">
            <a:extLst xmlns:a="http://schemas.openxmlformats.org/drawingml/2006/main">
              <a:ext uri="{FF2B5EF4-FFF2-40B4-BE49-F238E27FC236}">
                <a16:creationId xmlns:a16="http://schemas.microsoft.com/office/drawing/2014/main" id="{B90C17A6-60E0-47CB-867A-AB28D1B1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7" y="81429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6" name="path-5834">
            <a:extLst xmlns:a="http://schemas.openxmlformats.org/drawingml/2006/main">
              <a:ext uri="{FF2B5EF4-FFF2-40B4-BE49-F238E27FC236}">
                <a16:creationId xmlns:a16="http://schemas.microsoft.com/office/drawing/2014/main" id="{82D4176A-77AB-440F-BA50-FF4AEEE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417" y="8146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7" name="path-5835">
            <a:extLst xmlns:a="http://schemas.openxmlformats.org/drawingml/2006/main">
              <a:ext uri="{FF2B5EF4-FFF2-40B4-BE49-F238E27FC236}">
                <a16:creationId xmlns:a16="http://schemas.microsoft.com/office/drawing/2014/main" id="{290142AB-1DFD-414A-ACF2-72E76A03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066" y="8144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8" name="path-5836">
            <a:extLst xmlns:a="http://schemas.openxmlformats.org/drawingml/2006/main">
              <a:ext uri="{FF2B5EF4-FFF2-40B4-BE49-F238E27FC236}">
                <a16:creationId xmlns:a16="http://schemas.microsoft.com/office/drawing/2014/main" id="{A7239D3A-5C8A-4620-A193-D65D28CA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995" y="8141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9" name="path-5837">
            <a:extLst xmlns:a="http://schemas.openxmlformats.org/drawingml/2006/main">
              <a:ext uri="{FF2B5EF4-FFF2-40B4-BE49-F238E27FC236}">
                <a16:creationId xmlns:a16="http://schemas.microsoft.com/office/drawing/2014/main" id="{FA88B9C0-2681-48D0-8FF9-5AAB11D4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884" y="81396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0" name="path-5838">
            <a:extLst xmlns:a="http://schemas.openxmlformats.org/drawingml/2006/main">
              <a:ext uri="{FF2B5EF4-FFF2-40B4-BE49-F238E27FC236}">
                <a16:creationId xmlns:a16="http://schemas.microsoft.com/office/drawing/2014/main" id="{AAF91436-F2B9-4650-B025-2777D313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595" y="81349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1" name="path-5839">
            <a:extLst xmlns:a="http://schemas.openxmlformats.org/drawingml/2006/main">
              <a:ext uri="{FF2B5EF4-FFF2-40B4-BE49-F238E27FC236}">
                <a16:creationId xmlns:a16="http://schemas.microsoft.com/office/drawing/2014/main" id="{6DE4E02D-BB9F-4E3B-AE67-DD316F2A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68" y="81322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2" name="path-5840">
            <a:extLst xmlns:a="http://schemas.openxmlformats.org/drawingml/2006/main">
              <a:ext uri="{FF2B5EF4-FFF2-40B4-BE49-F238E27FC236}">
                <a16:creationId xmlns:a16="http://schemas.microsoft.com/office/drawing/2014/main" id="{8C3C3B94-6CF0-4002-B956-96993323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475" y="81193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3" name="path-5841">
            <a:extLst xmlns:a="http://schemas.openxmlformats.org/drawingml/2006/main">
              <a:ext uri="{FF2B5EF4-FFF2-40B4-BE49-F238E27FC236}">
                <a16:creationId xmlns:a16="http://schemas.microsoft.com/office/drawing/2014/main" id="{782D4FB1-38E2-425B-BB0D-7D10F139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17" y="81447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4" name="path-5842">
            <a:extLst xmlns:a="http://schemas.openxmlformats.org/drawingml/2006/main">
              <a:ext uri="{FF2B5EF4-FFF2-40B4-BE49-F238E27FC236}">
                <a16:creationId xmlns:a16="http://schemas.microsoft.com/office/drawing/2014/main" id="{AA3768AE-1BFE-4D8A-86BD-82F04F7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61" y="81210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5" name="path-5843">
            <a:extLst xmlns:a="http://schemas.openxmlformats.org/drawingml/2006/main">
              <a:ext uri="{FF2B5EF4-FFF2-40B4-BE49-F238E27FC236}">
                <a16:creationId xmlns:a16="http://schemas.microsoft.com/office/drawing/2014/main" id="{2646E644-60B5-443F-8F1B-1BED15A0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221" y="81328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6" name="path-5844">
            <a:extLst xmlns:a="http://schemas.openxmlformats.org/drawingml/2006/main">
              <a:ext uri="{FF2B5EF4-FFF2-40B4-BE49-F238E27FC236}">
                <a16:creationId xmlns:a16="http://schemas.microsoft.com/office/drawing/2014/main" id="{1054A717-00B9-4DD9-861F-257490AD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759" y="81555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7" name="path-5845">
            <a:extLst xmlns:a="http://schemas.openxmlformats.org/drawingml/2006/main">
              <a:ext uri="{FF2B5EF4-FFF2-40B4-BE49-F238E27FC236}">
                <a16:creationId xmlns:a16="http://schemas.microsoft.com/office/drawing/2014/main" id="{BFE6809E-ED7F-482E-8C03-8C6CAE82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60" y="8142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8" name="path-5846">
            <a:extLst xmlns:a="http://schemas.openxmlformats.org/drawingml/2006/main">
              <a:ext uri="{FF2B5EF4-FFF2-40B4-BE49-F238E27FC236}">
                <a16:creationId xmlns:a16="http://schemas.microsoft.com/office/drawing/2014/main" id="{8D223890-FFE3-4DC5-9842-4C963B54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681" y="81121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9" name="path-5847">
            <a:extLst xmlns:a="http://schemas.openxmlformats.org/drawingml/2006/main">
              <a:ext uri="{FF2B5EF4-FFF2-40B4-BE49-F238E27FC236}">
                <a16:creationId xmlns:a16="http://schemas.microsoft.com/office/drawing/2014/main" id="{60F8B70A-79FE-49B7-8858-99ED26BB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94" y="81585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0" name="path-5848">
            <a:extLst xmlns:a="http://schemas.openxmlformats.org/drawingml/2006/main">
              <a:ext uri="{FF2B5EF4-FFF2-40B4-BE49-F238E27FC236}">
                <a16:creationId xmlns:a16="http://schemas.microsoft.com/office/drawing/2014/main" id="{F5F5C5E4-F038-4C3A-B9C5-52DDA500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171" y="81339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1" name="path-5849">
            <a:extLst xmlns:a="http://schemas.openxmlformats.org/drawingml/2006/main">
              <a:ext uri="{FF2B5EF4-FFF2-40B4-BE49-F238E27FC236}">
                <a16:creationId xmlns:a16="http://schemas.microsoft.com/office/drawing/2014/main" id="{2E84EDA9-67A5-41AE-BF8E-7315B68F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161" y="81468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2" name="path-5850">
            <a:extLst xmlns:a="http://schemas.openxmlformats.org/drawingml/2006/main">
              <a:ext uri="{FF2B5EF4-FFF2-40B4-BE49-F238E27FC236}">
                <a16:creationId xmlns:a16="http://schemas.microsoft.com/office/drawing/2014/main" id="{305D45AC-27E4-4EF8-AFD9-D53B4A2F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20" y="8122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3" name="path-5851">
            <a:extLst xmlns:a="http://schemas.openxmlformats.org/drawingml/2006/main">
              <a:ext uri="{FF2B5EF4-FFF2-40B4-BE49-F238E27FC236}">
                <a16:creationId xmlns:a16="http://schemas.microsoft.com/office/drawing/2014/main" id="{906717B8-0F2B-4D98-AB9D-4C80F2F9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763" y="81360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4" name="path-5852">
            <a:extLst xmlns:a="http://schemas.openxmlformats.org/drawingml/2006/main">
              <a:ext uri="{FF2B5EF4-FFF2-40B4-BE49-F238E27FC236}">
                <a16:creationId xmlns:a16="http://schemas.microsoft.com/office/drawing/2014/main" id="{9BE5B0AC-ACD8-4F08-ADB8-F28B4FFF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871" y="8152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5" name="path-5853">
            <a:extLst xmlns:a="http://schemas.openxmlformats.org/drawingml/2006/main">
              <a:ext uri="{FF2B5EF4-FFF2-40B4-BE49-F238E27FC236}">
                <a16:creationId xmlns:a16="http://schemas.microsoft.com/office/drawing/2014/main" id="{E10564A0-E76D-455D-BB9C-83AFAD26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170" y="8113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6" name="path-5854">
            <a:extLst xmlns:a="http://schemas.openxmlformats.org/drawingml/2006/main">
              <a:ext uri="{FF2B5EF4-FFF2-40B4-BE49-F238E27FC236}">
                <a16:creationId xmlns:a16="http://schemas.microsoft.com/office/drawing/2014/main" id="{E384E911-19F3-44C9-8F75-F5950CF4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9301" y="8152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7" name="path-5855">
            <a:extLst xmlns:a="http://schemas.openxmlformats.org/drawingml/2006/main">
              <a:ext uri="{FF2B5EF4-FFF2-40B4-BE49-F238E27FC236}">
                <a16:creationId xmlns:a16="http://schemas.microsoft.com/office/drawing/2014/main" id="{279155BF-FB32-4235-8A4F-844E5135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315" y="81271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8" name="path-5856">
            <a:extLst xmlns:a="http://schemas.openxmlformats.org/drawingml/2006/main">
              <a:ext uri="{FF2B5EF4-FFF2-40B4-BE49-F238E27FC236}">
                <a16:creationId xmlns:a16="http://schemas.microsoft.com/office/drawing/2014/main" id="{2DC06733-CA1C-4CE3-BE31-407BDDBF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942" y="8146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9" name="path-5857">
            <a:extLst xmlns:a="http://schemas.openxmlformats.org/drawingml/2006/main">
              <a:ext uri="{FF2B5EF4-FFF2-40B4-BE49-F238E27FC236}">
                <a16:creationId xmlns:a16="http://schemas.microsoft.com/office/drawing/2014/main" id="{FC75084E-1BAE-4BAA-8254-2BA0FAD3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135" y="81533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0" name="path-5858">
            <a:extLst xmlns:a="http://schemas.openxmlformats.org/drawingml/2006/main">
              <a:ext uri="{FF2B5EF4-FFF2-40B4-BE49-F238E27FC236}">
                <a16:creationId xmlns:a16="http://schemas.microsoft.com/office/drawing/2014/main" id="{7D417E7A-3F67-4BEE-B42E-97EEDB98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333" y="8150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1" name="path-5859">
            <a:extLst xmlns:a="http://schemas.openxmlformats.org/drawingml/2006/main">
              <a:ext uri="{FF2B5EF4-FFF2-40B4-BE49-F238E27FC236}">
                <a16:creationId xmlns:a16="http://schemas.microsoft.com/office/drawing/2014/main" id="{BDA38E64-7B32-455D-AC2F-29E45561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055" y="81278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2" name="path-5860">
            <a:extLst xmlns:a="http://schemas.openxmlformats.org/drawingml/2006/main">
              <a:ext uri="{FF2B5EF4-FFF2-40B4-BE49-F238E27FC236}">
                <a16:creationId xmlns:a16="http://schemas.microsoft.com/office/drawing/2014/main" id="{789E858C-5A05-41F1-A692-03065412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427" y="8122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3" name="path-5861">
            <a:extLst xmlns:a="http://schemas.openxmlformats.org/drawingml/2006/main">
              <a:ext uri="{FF2B5EF4-FFF2-40B4-BE49-F238E27FC236}">
                <a16:creationId xmlns:a16="http://schemas.microsoft.com/office/drawing/2014/main" id="{E8E8CF12-ED0C-469C-9894-F164587A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30" y="81502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4" name="path-5862">
            <a:extLst xmlns:a="http://schemas.openxmlformats.org/drawingml/2006/main">
              <a:ext uri="{FF2B5EF4-FFF2-40B4-BE49-F238E27FC236}">
                <a16:creationId xmlns:a16="http://schemas.microsoft.com/office/drawing/2014/main" id="{1B32FFAE-43B8-40DF-880E-9D4F0715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934" y="81616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5" name="path-5863">
            <a:extLst xmlns:a="http://schemas.openxmlformats.org/drawingml/2006/main">
              <a:ext uri="{FF2B5EF4-FFF2-40B4-BE49-F238E27FC236}">
                <a16:creationId xmlns:a16="http://schemas.microsoft.com/office/drawing/2014/main" id="{5F5DB0D4-321C-4D82-8D8A-FE7FC698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012" y="81165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6" name="path-5864">
            <a:extLst xmlns:a="http://schemas.openxmlformats.org/drawingml/2006/main">
              <a:ext uri="{FF2B5EF4-FFF2-40B4-BE49-F238E27FC236}">
                <a16:creationId xmlns:a16="http://schemas.microsoft.com/office/drawing/2014/main" id="{3198C06B-050C-4E0B-BF9B-AD6CE4E5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076" y="8129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7" name="path-5865">
            <a:extLst xmlns:a="http://schemas.openxmlformats.org/drawingml/2006/main">
              <a:ext uri="{FF2B5EF4-FFF2-40B4-BE49-F238E27FC236}">
                <a16:creationId xmlns:a16="http://schemas.microsoft.com/office/drawing/2014/main" id="{50948B53-9418-4970-B8FF-88CF7A7D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071" y="81238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8" name="path-5866">
            <a:extLst xmlns:a="http://schemas.openxmlformats.org/drawingml/2006/main">
              <a:ext uri="{FF2B5EF4-FFF2-40B4-BE49-F238E27FC236}">
                <a16:creationId xmlns:a16="http://schemas.microsoft.com/office/drawing/2014/main" id="{5E13A9E8-017E-4D92-BF18-C0C65FB4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879" y="81267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9" name="path-5867">
            <a:extLst xmlns:a="http://schemas.openxmlformats.org/drawingml/2006/main">
              <a:ext uri="{FF2B5EF4-FFF2-40B4-BE49-F238E27FC236}">
                <a16:creationId xmlns:a16="http://schemas.microsoft.com/office/drawing/2014/main" id="{7DDE5DA4-50D2-48E0-8F5E-3F50A686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328" y="81567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0" name="path-5868">
            <a:extLst xmlns:a="http://schemas.openxmlformats.org/drawingml/2006/main">
              <a:ext uri="{FF2B5EF4-FFF2-40B4-BE49-F238E27FC236}">
                <a16:creationId xmlns:a16="http://schemas.microsoft.com/office/drawing/2014/main" id="{E9F4FC96-EB55-423D-98BB-B120E3E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442" y="8132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1" name="path-5869">
            <a:extLst xmlns:a="http://schemas.openxmlformats.org/drawingml/2006/main">
              <a:ext uri="{FF2B5EF4-FFF2-40B4-BE49-F238E27FC236}">
                <a16:creationId xmlns:a16="http://schemas.microsoft.com/office/drawing/2014/main" id="{DB858F47-BC7B-4247-B60A-7691AA7C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95" y="8156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2" name="path-5870">
            <a:extLst xmlns:a="http://schemas.openxmlformats.org/drawingml/2006/main">
              <a:ext uri="{FF2B5EF4-FFF2-40B4-BE49-F238E27FC236}">
                <a16:creationId xmlns:a16="http://schemas.microsoft.com/office/drawing/2014/main" id="{1408AD6C-285F-4549-9DE1-22C915CB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17" y="81347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3" name="path-5871">
            <a:extLst xmlns:a="http://schemas.openxmlformats.org/drawingml/2006/main">
              <a:ext uri="{FF2B5EF4-FFF2-40B4-BE49-F238E27FC236}">
                <a16:creationId xmlns:a16="http://schemas.microsoft.com/office/drawing/2014/main" id="{D5446351-F013-4FE5-9F07-9938502C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950" y="81347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4" name="path-5872">
            <a:extLst xmlns:a="http://schemas.openxmlformats.org/drawingml/2006/main">
              <a:ext uri="{FF2B5EF4-FFF2-40B4-BE49-F238E27FC236}">
                <a16:creationId xmlns:a16="http://schemas.microsoft.com/office/drawing/2014/main" id="{8E487BFD-F3E7-468C-A02F-3D99965E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163" y="8132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5" name="path-5873">
            <a:extLst xmlns:a="http://schemas.openxmlformats.org/drawingml/2006/main">
              <a:ext uri="{FF2B5EF4-FFF2-40B4-BE49-F238E27FC236}">
                <a16:creationId xmlns:a16="http://schemas.microsoft.com/office/drawing/2014/main" id="{EB51C04F-F9AC-460E-A7E4-4CCACAC3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981" y="8156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6" name="path-5874">
            <a:extLst xmlns:a="http://schemas.openxmlformats.org/drawingml/2006/main">
              <a:ext uri="{FF2B5EF4-FFF2-40B4-BE49-F238E27FC236}">
                <a16:creationId xmlns:a16="http://schemas.microsoft.com/office/drawing/2014/main" id="{82E0D8DF-7790-4510-8FEF-684206FB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91" y="81273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7" name="path-5875">
            <a:extLst xmlns:a="http://schemas.openxmlformats.org/drawingml/2006/main">
              <a:ext uri="{FF2B5EF4-FFF2-40B4-BE49-F238E27FC236}">
                <a16:creationId xmlns:a16="http://schemas.microsoft.com/office/drawing/2014/main" id="{18C760E1-808E-482E-A0B7-FCC39739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195" y="8128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8" name="path-5876">
            <a:extLst xmlns:a="http://schemas.openxmlformats.org/drawingml/2006/main">
              <a:ext uri="{FF2B5EF4-FFF2-40B4-BE49-F238E27FC236}">
                <a16:creationId xmlns:a16="http://schemas.microsoft.com/office/drawing/2014/main" id="{68456D0F-0B4B-459C-A1AA-FDD7E082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896" y="8147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9" name="path-5877">
            <a:extLst xmlns:a="http://schemas.openxmlformats.org/drawingml/2006/main">
              <a:ext uri="{FF2B5EF4-FFF2-40B4-BE49-F238E27FC236}">
                <a16:creationId xmlns:a16="http://schemas.microsoft.com/office/drawing/2014/main" id="{FE452542-0483-4676-B295-F6302C78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998" y="81175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0" name="path-5878">
            <a:extLst xmlns:a="http://schemas.openxmlformats.org/drawingml/2006/main">
              <a:ext uri="{FF2B5EF4-FFF2-40B4-BE49-F238E27FC236}">
                <a16:creationId xmlns:a16="http://schemas.microsoft.com/office/drawing/2014/main" id="{AA0EC30E-B416-4D32-860C-5FD94074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548" y="81769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1" name="path-5879">
            <a:extLst xmlns:a="http://schemas.openxmlformats.org/drawingml/2006/main">
              <a:ext uri="{FF2B5EF4-FFF2-40B4-BE49-F238E27FC236}">
                <a16:creationId xmlns:a16="http://schemas.microsoft.com/office/drawing/2014/main" id="{A670FD2F-FBB3-4FFC-8811-FCA8F53B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60" y="81222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2" name="path-5880">
            <a:extLst xmlns:a="http://schemas.openxmlformats.org/drawingml/2006/main">
              <a:ext uri="{FF2B5EF4-FFF2-40B4-BE49-F238E27FC236}">
                <a16:creationId xmlns:a16="http://schemas.microsoft.com/office/drawing/2014/main" id="{5D733210-782E-4831-9E8D-47AA200C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883" y="8162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3" name="path-5881">
            <a:extLst xmlns:a="http://schemas.openxmlformats.org/drawingml/2006/main">
              <a:ext uri="{FF2B5EF4-FFF2-40B4-BE49-F238E27FC236}">
                <a16:creationId xmlns:a16="http://schemas.microsoft.com/office/drawing/2014/main" id="{2C5A6CB0-72DD-4128-B52E-D4A79D68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502" y="8145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4" name="path-5882">
            <a:extLst xmlns:a="http://schemas.openxmlformats.org/drawingml/2006/main">
              <a:ext uri="{FF2B5EF4-FFF2-40B4-BE49-F238E27FC236}">
                <a16:creationId xmlns:a16="http://schemas.microsoft.com/office/drawing/2014/main" id="{5DEABE0A-DA3C-448F-A630-6AE81FB1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195" y="8146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5" name="path-5883">
            <a:extLst xmlns:a="http://schemas.openxmlformats.org/drawingml/2006/main">
              <a:ext uri="{FF2B5EF4-FFF2-40B4-BE49-F238E27FC236}">
                <a16:creationId xmlns:a16="http://schemas.microsoft.com/office/drawing/2014/main" id="{31273852-5006-4020-83A3-4173F875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38" y="81385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6" name="path-5884">
            <a:extLst xmlns:a="http://schemas.openxmlformats.org/drawingml/2006/main">
              <a:ext uri="{FF2B5EF4-FFF2-40B4-BE49-F238E27FC236}">
                <a16:creationId xmlns:a16="http://schemas.microsoft.com/office/drawing/2014/main" id="{21960DD3-3E10-483A-B34A-B3F9109F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588" y="8137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7" name="path-5885">
            <a:extLst xmlns:a="http://schemas.openxmlformats.org/drawingml/2006/main">
              <a:ext uri="{FF2B5EF4-FFF2-40B4-BE49-F238E27FC236}">
                <a16:creationId xmlns:a16="http://schemas.microsoft.com/office/drawing/2014/main" id="{9CC0EC73-7E1B-4357-B664-490A9EA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810" y="8182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8" name="path-5886">
            <a:extLst xmlns:a="http://schemas.openxmlformats.org/drawingml/2006/main">
              <a:ext uri="{FF2B5EF4-FFF2-40B4-BE49-F238E27FC236}">
                <a16:creationId xmlns:a16="http://schemas.microsoft.com/office/drawing/2014/main" id="{B6BAF970-3D4A-44B9-A8EB-A59028D8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82" y="81331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9" name="path-5887">
            <a:extLst xmlns:a="http://schemas.openxmlformats.org/drawingml/2006/main">
              <a:ext uri="{FF2B5EF4-FFF2-40B4-BE49-F238E27FC236}">
                <a16:creationId xmlns:a16="http://schemas.microsoft.com/office/drawing/2014/main" id="{396D642A-CFB9-4C5A-80B8-5869295C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550" y="81569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0" name="path-5888">
            <a:extLst xmlns:a="http://schemas.openxmlformats.org/drawingml/2006/main">
              <a:ext uri="{FF2B5EF4-FFF2-40B4-BE49-F238E27FC236}">
                <a16:creationId xmlns:a16="http://schemas.microsoft.com/office/drawing/2014/main" id="{46FA1927-1A3A-483E-B0C6-003D7896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08" y="8131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1" name="path-5889">
            <a:extLst xmlns:a="http://schemas.openxmlformats.org/drawingml/2006/main">
              <a:ext uri="{FF2B5EF4-FFF2-40B4-BE49-F238E27FC236}">
                <a16:creationId xmlns:a16="http://schemas.microsoft.com/office/drawing/2014/main" id="{BF89A821-1A49-447F-ACAC-E110D772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864" y="81639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2" name="path-5890">
            <a:extLst xmlns:a="http://schemas.openxmlformats.org/drawingml/2006/main">
              <a:ext uri="{FF2B5EF4-FFF2-40B4-BE49-F238E27FC236}">
                <a16:creationId xmlns:a16="http://schemas.microsoft.com/office/drawing/2014/main" id="{A59106C5-619A-4630-80C7-23702525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451" y="81547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3" name="path-5891">
            <a:extLst xmlns:a="http://schemas.openxmlformats.org/drawingml/2006/main">
              <a:ext uri="{FF2B5EF4-FFF2-40B4-BE49-F238E27FC236}">
                <a16:creationId xmlns:a16="http://schemas.microsoft.com/office/drawing/2014/main" id="{5B05CC75-6107-4953-91E6-1969D112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54" y="81514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4" name="path-5892">
            <a:extLst xmlns:a="http://schemas.openxmlformats.org/drawingml/2006/main">
              <a:ext uri="{FF2B5EF4-FFF2-40B4-BE49-F238E27FC236}">
                <a16:creationId xmlns:a16="http://schemas.microsoft.com/office/drawing/2014/main" id="{96E650C0-2A08-4FA6-ABB0-87C7A52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229" y="81651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5" name="path-5893">
            <a:extLst xmlns:a="http://schemas.openxmlformats.org/drawingml/2006/main">
              <a:ext uri="{FF2B5EF4-FFF2-40B4-BE49-F238E27FC236}">
                <a16:creationId xmlns:a16="http://schemas.microsoft.com/office/drawing/2014/main" id="{2E3B8708-EB95-482D-9A38-5979FF4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414" y="8157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6" name="path-5894">
            <a:extLst xmlns:a="http://schemas.openxmlformats.org/drawingml/2006/main">
              <a:ext uri="{FF2B5EF4-FFF2-40B4-BE49-F238E27FC236}">
                <a16:creationId xmlns:a16="http://schemas.microsoft.com/office/drawing/2014/main" id="{AEBD20AE-FBC4-4A94-B409-B2BE086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431" y="81491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7" name="path-5895">
            <a:extLst xmlns:a="http://schemas.openxmlformats.org/drawingml/2006/main">
              <a:ext uri="{FF2B5EF4-FFF2-40B4-BE49-F238E27FC236}">
                <a16:creationId xmlns:a16="http://schemas.microsoft.com/office/drawing/2014/main" id="{A6A8618B-9EDE-47E9-9DA8-12D327B9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338" y="81543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8" name="path-5896">
            <a:extLst xmlns:a="http://schemas.openxmlformats.org/drawingml/2006/main">
              <a:ext uri="{FF2B5EF4-FFF2-40B4-BE49-F238E27FC236}">
                <a16:creationId xmlns:a16="http://schemas.microsoft.com/office/drawing/2014/main" id="{F837D420-139A-413C-B60C-C267E693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280" y="81434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9" name="path-5897">
            <a:extLst xmlns:a="http://schemas.openxmlformats.org/drawingml/2006/main">
              <a:ext uri="{FF2B5EF4-FFF2-40B4-BE49-F238E27FC236}">
                <a16:creationId xmlns:a16="http://schemas.microsoft.com/office/drawing/2014/main" id="{2D69A6F8-C609-4C2C-AA25-0B006D40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171" y="81512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0" name="path-5898">
            <a:extLst xmlns:a="http://schemas.openxmlformats.org/drawingml/2006/main">
              <a:ext uri="{FF2B5EF4-FFF2-40B4-BE49-F238E27FC236}">
                <a16:creationId xmlns:a16="http://schemas.microsoft.com/office/drawing/2014/main" id="{C8D6B132-08FF-43AD-A667-D84DE71D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700" y="8097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1" name="path-5899">
            <a:extLst xmlns:a="http://schemas.openxmlformats.org/drawingml/2006/main">
              <a:ext uri="{FF2B5EF4-FFF2-40B4-BE49-F238E27FC236}">
                <a16:creationId xmlns:a16="http://schemas.microsoft.com/office/drawing/2014/main" id="{3AA7EF25-242B-4B9B-88CF-B8CF808D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66" y="8144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2" name="path-5900">
            <a:extLst xmlns:a="http://schemas.openxmlformats.org/drawingml/2006/main">
              <a:ext uri="{FF2B5EF4-FFF2-40B4-BE49-F238E27FC236}">
                <a16:creationId xmlns:a16="http://schemas.microsoft.com/office/drawing/2014/main" id="{04764153-A10B-4D21-BDA3-D077939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44" y="8129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3" name="path-5901">
            <a:extLst xmlns:a="http://schemas.openxmlformats.org/drawingml/2006/main">
              <a:ext uri="{FF2B5EF4-FFF2-40B4-BE49-F238E27FC236}">
                <a16:creationId xmlns:a16="http://schemas.microsoft.com/office/drawing/2014/main" id="{1A6EBD3E-F297-4189-9463-761D4CC7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356" y="81368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4" name="path-5902">
            <a:extLst xmlns:a="http://schemas.openxmlformats.org/drawingml/2006/main">
              <a:ext uri="{FF2B5EF4-FFF2-40B4-BE49-F238E27FC236}">
                <a16:creationId xmlns:a16="http://schemas.microsoft.com/office/drawing/2014/main" id="{8DF63BB6-5568-49C9-B2BD-65CC2E2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198" y="8161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5" name="path-5903">
            <a:extLst xmlns:a="http://schemas.openxmlformats.org/drawingml/2006/main">
              <a:ext uri="{FF2B5EF4-FFF2-40B4-BE49-F238E27FC236}">
                <a16:creationId xmlns:a16="http://schemas.microsoft.com/office/drawing/2014/main" id="{31522245-D8B7-4C63-A10B-933E60F6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48" y="81500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6" name="path-5904">
            <a:extLst xmlns:a="http://schemas.openxmlformats.org/drawingml/2006/main">
              <a:ext uri="{FF2B5EF4-FFF2-40B4-BE49-F238E27FC236}">
                <a16:creationId xmlns:a16="http://schemas.microsoft.com/office/drawing/2014/main" id="{F356F6CE-CC5C-40D2-B4A3-2044F075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49" y="8156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7" name="path-5905">
            <a:extLst xmlns:a="http://schemas.openxmlformats.org/drawingml/2006/main">
              <a:ext uri="{FF2B5EF4-FFF2-40B4-BE49-F238E27FC236}">
                <a16:creationId xmlns:a16="http://schemas.microsoft.com/office/drawing/2014/main" id="{3248F80F-97C5-4270-8D69-0E36B267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438" y="81195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8" name="path-5906">
            <a:extLst xmlns:a="http://schemas.openxmlformats.org/drawingml/2006/main">
              <a:ext uri="{FF2B5EF4-FFF2-40B4-BE49-F238E27FC236}">
                <a16:creationId xmlns:a16="http://schemas.microsoft.com/office/drawing/2014/main" id="{F72ABCB3-632C-4344-8B4A-E4D6A9E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406" y="8124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9" name="path-5907">
            <a:extLst xmlns:a="http://schemas.openxmlformats.org/drawingml/2006/main">
              <a:ext uri="{FF2B5EF4-FFF2-40B4-BE49-F238E27FC236}">
                <a16:creationId xmlns:a16="http://schemas.microsoft.com/office/drawing/2014/main" id="{2FBF810B-5A38-4BBC-BA51-59B398E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849" y="81544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0" name="path-5908">
            <a:extLst xmlns:a="http://schemas.openxmlformats.org/drawingml/2006/main">
              <a:ext uri="{FF2B5EF4-FFF2-40B4-BE49-F238E27FC236}">
                <a16:creationId xmlns:a16="http://schemas.microsoft.com/office/drawing/2014/main" id="{F2019E89-CD2C-4DDD-AF97-CEA305EB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559" y="8125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1" name="path-5909">
            <a:extLst xmlns:a="http://schemas.openxmlformats.org/drawingml/2006/main">
              <a:ext uri="{FF2B5EF4-FFF2-40B4-BE49-F238E27FC236}">
                <a16:creationId xmlns:a16="http://schemas.microsoft.com/office/drawing/2014/main" id="{100E6859-6FA5-45B2-A81D-993B518C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457" y="81494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2" name="path-5910">
            <a:extLst xmlns:a="http://schemas.openxmlformats.org/drawingml/2006/main">
              <a:ext uri="{FF2B5EF4-FFF2-40B4-BE49-F238E27FC236}">
                <a16:creationId xmlns:a16="http://schemas.microsoft.com/office/drawing/2014/main" id="{0DF9C1A0-823F-4536-9320-9077FF1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738" y="81403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3" name="path-5911">
            <a:extLst xmlns:a="http://schemas.openxmlformats.org/drawingml/2006/main">
              <a:ext uri="{FF2B5EF4-FFF2-40B4-BE49-F238E27FC236}">
                <a16:creationId xmlns:a16="http://schemas.microsoft.com/office/drawing/2014/main" id="{F2FBFFD6-C283-4239-896F-8CFE7324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688" y="8131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4" name="path-5912">
            <a:extLst xmlns:a="http://schemas.openxmlformats.org/drawingml/2006/main">
              <a:ext uri="{FF2B5EF4-FFF2-40B4-BE49-F238E27FC236}">
                <a16:creationId xmlns:a16="http://schemas.microsoft.com/office/drawing/2014/main" id="{11B9A9DD-7191-484D-AC6E-379250A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98" y="81707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5" name="path-5913">
            <a:extLst xmlns:a="http://schemas.openxmlformats.org/drawingml/2006/main">
              <a:ext uri="{FF2B5EF4-FFF2-40B4-BE49-F238E27FC236}">
                <a16:creationId xmlns:a16="http://schemas.microsoft.com/office/drawing/2014/main" id="{3AE82C6D-A6E8-400F-AF05-F9A1D51F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536" y="81521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6" name="path-5914">
            <a:extLst xmlns:a="http://schemas.openxmlformats.org/drawingml/2006/main">
              <a:ext uri="{FF2B5EF4-FFF2-40B4-BE49-F238E27FC236}">
                <a16:creationId xmlns:a16="http://schemas.microsoft.com/office/drawing/2014/main" id="{DF135920-921E-47DE-BCF8-DB1C22CC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25" y="8143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7" name="path-5915">
            <a:extLst xmlns:a="http://schemas.openxmlformats.org/drawingml/2006/main">
              <a:ext uri="{FF2B5EF4-FFF2-40B4-BE49-F238E27FC236}">
                <a16:creationId xmlns:a16="http://schemas.microsoft.com/office/drawing/2014/main" id="{F8E93FA9-894F-4EEE-8BF0-37E812CB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707" y="8132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8" name="path-5916">
            <a:extLst xmlns:a="http://schemas.openxmlformats.org/drawingml/2006/main">
              <a:ext uri="{FF2B5EF4-FFF2-40B4-BE49-F238E27FC236}">
                <a16:creationId xmlns:a16="http://schemas.microsoft.com/office/drawing/2014/main" id="{4AC5F831-9634-48AB-84F0-442CE8D7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1" y="81341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9" name="path-5917">
            <a:extLst xmlns:a="http://schemas.openxmlformats.org/drawingml/2006/main">
              <a:ext uri="{FF2B5EF4-FFF2-40B4-BE49-F238E27FC236}">
                <a16:creationId xmlns:a16="http://schemas.microsoft.com/office/drawing/2014/main" id="{5B9CEB6E-BB6D-4D34-B541-81C26077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62" y="81168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0" name="path-5918">
            <a:extLst xmlns:a="http://schemas.openxmlformats.org/drawingml/2006/main">
              <a:ext uri="{FF2B5EF4-FFF2-40B4-BE49-F238E27FC236}">
                <a16:creationId xmlns:a16="http://schemas.microsoft.com/office/drawing/2014/main" id="{63C52CAB-A90C-4D24-B088-4F8D0E6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65" y="8149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1" name="path-5919">
            <a:extLst xmlns:a="http://schemas.openxmlformats.org/drawingml/2006/main">
              <a:ext uri="{FF2B5EF4-FFF2-40B4-BE49-F238E27FC236}">
                <a16:creationId xmlns:a16="http://schemas.microsoft.com/office/drawing/2014/main" id="{7545D06B-A251-4651-8FA5-EC0F5E8A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858" y="81596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2" name="path-5920">
            <a:extLst xmlns:a="http://schemas.openxmlformats.org/drawingml/2006/main">
              <a:ext uri="{FF2B5EF4-FFF2-40B4-BE49-F238E27FC236}">
                <a16:creationId xmlns:a16="http://schemas.microsoft.com/office/drawing/2014/main" id="{5C32E4B8-3A40-4230-BF12-2ADE8135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447" y="81379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3" name="path-5921">
            <a:extLst xmlns:a="http://schemas.openxmlformats.org/drawingml/2006/main">
              <a:ext uri="{FF2B5EF4-FFF2-40B4-BE49-F238E27FC236}">
                <a16:creationId xmlns:a16="http://schemas.microsoft.com/office/drawing/2014/main" id="{24A98773-E121-4FC2-9A39-634C7FD6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2" y="8157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4" name="path-5922">
            <a:extLst xmlns:a="http://schemas.openxmlformats.org/drawingml/2006/main">
              <a:ext uri="{FF2B5EF4-FFF2-40B4-BE49-F238E27FC236}">
                <a16:creationId xmlns:a16="http://schemas.microsoft.com/office/drawing/2014/main" id="{21EB8A4D-AAAD-4795-B7AF-063A3F06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065" y="8183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5" name="path-5923">
            <a:extLst xmlns:a="http://schemas.openxmlformats.org/drawingml/2006/main">
              <a:ext uri="{FF2B5EF4-FFF2-40B4-BE49-F238E27FC236}">
                <a16:creationId xmlns:a16="http://schemas.microsoft.com/office/drawing/2014/main" id="{95658E4A-5B20-4FA8-A8E6-8905A74E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596" y="81300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6" name="path-5924">
            <a:extLst xmlns:a="http://schemas.openxmlformats.org/drawingml/2006/main">
              <a:ext uri="{FF2B5EF4-FFF2-40B4-BE49-F238E27FC236}">
                <a16:creationId xmlns:a16="http://schemas.microsoft.com/office/drawing/2014/main" id="{3B32FB7B-AAA4-4171-9968-A220032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499" y="81169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7" name="path-5925">
            <a:extLst xmlns:a="http://schemas.openxmlformats.org/drawingml/2006/main">
              <a:ext uri="{FF2B5EF4-FFF2-40B4-BE49-F238E27FC236}">
                <a16:creationId xmlns:a16="http://schemas.microsoft.com/office/drawing/2014/main" id="{0E4EA8E6-8930-4688-897A-FCAA68C5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6271" y="8147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8" name="path-5926">
            <a:extLst xmlns:a="http://schemas.openxmlformats.org/drawingml/2006/main">
              <a:ext uri="{FF2B5EF4-FFF2-40B4-BE49-F238E27FC236}">
                <a16:creationId xmlns:a16="http://schemas.microsoft.com/office/drawing/2014/main" id="{EBADE600-F804-4A09-B2E0-931A90A3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906" y="81545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9" name="path-5927">
            <a:extLst xmlns:a="http://schemas.openxmlformats.org/drawingml/2006/main">
              <a:ext uri="{FF2B5EF4-FFF2-40B4-BE49-F238E27FC236}">
                <a16:creationId xmlns:a16="http://schemas.microsoft.com/office/drawing/2014/main" id="{C4BBA241-07DB-49D7-A87F-61AFEA3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697" y="8152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0" name="path-5928">
            <a:extLst xmlns:a="http://schemas.openxmlformats.org/drawingml/2006/main">
              <a:ext uri="{FF2B5EF4-FFF2-40B4-BE49-F238E27FC236}">
                <a16:creationId xmlns:a16="http://schemas.microsoft.com/office/drawing/2014/main" id="{B1965BDD-2994-4290-9953-D2616F32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437" y="8161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1" name="path-5929">
            <a:extLst xmlns:a="http://schemas.openxmlformats.org/drawingml/2006/main">
              <a:ext uri="{FF2B5EF4-FFF2-40B4-BE49-F238E27FC236}">
                <a16:creationId xmlns:a16="http://schemas.microsoft.com/office/drawing/2014/main" id="{7009FDCB-721C-4E9D-8F20-1DBB6CA0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771" y="8123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2" name="path-5930">
            <a:extLst xmlns:a="http://schemas.openxmlformats.org/drawingml/2006/main">
              <a:ext uri="{FF2B5EF4-FFF2-40B4-BE49-F238E27FC236}">
                <a16:creationId xmlns:a16="http://schemas.microsoft.com/office/drawing/2014/main" id="{84951442-2E8D-4716-8D5C-EB72084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11" y="81716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3" name="path-5931">
            <a:extLst xmlns:a="http://schemas.openxmlformats.org/drawingml/2006/main">
              <a:ext uri="{FF2B5EF4-FFF2-40B4-BE49-F238E27FC236}">
                <a16:creationId xmlns:a16="http://schemas.microsoft.com/office/drawing/2014/main" id="{E43CCE64-1C67-49CF-B939-957D6A48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774" y="81753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4" name="path-5932">
            <a:extLst xmlns:a="http://schemas.openxmlformats.org/drawingml/2006/main">
              <a:ext uri="{FF2B5EF4-FFF2-40B4-BE49-F238E27FC236}">
                <a16:creationId xmlns:a16="http://schemas.microsoft.com/office/drawing/2014/main" id="{0AF30348-1C5C-4F78-8355-6EDF72C6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92" y="8161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5" name="path-5933">
            <a:extLst xmlns:a="http://schemas.openxmlformats.org/drawingml/2006/main">
              <a:ext uri="{FF2B5EF4-FFF2-40B4-BE49-F238E27FC236}">
                <a16:creationId xmlns:a16="http://schemas.microsoft.com/office/drawing/2014/main" id="{D4007185-4716-4A5C-BF0C-B2C7E5B8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473" y="81456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6" name="path-5934">
            <a:extLst xmlns:a="http://schemas.openxmlformats.org/drawingml/2006/main">
              <a:ext uri="{FF2B5EF4-FFF2-40B4-BE49-F238E27FC236}">
                <a16:creationId xmlns:a16="http://schemas.microsoft.com/office/drawing/2014/main" id="{20740255-E452-45FF-8A3B-28FFBF2D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292" y="81403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7" name="path-5935">
            <a:extLst xmlns:a="http://schemas.openxmlformats.org/drawingml/2006/main">
              <a:ext uri="{FF2B5EF4-FFF2-40B4-BE49-F238E27FC236}">
                <a16:creationId xmlns:a16="http://schemas.microsoft.com/office/drawing/2014/main" id="{EA741DC1-0B71-4287-8F83-59369D4D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193" y="8108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8" name="path-5936">
            <a:extLst xmlns:a="http://schemas.openxmlformats.org/drawingml/2006/main">
              <a:ext uri="{FF2B5EF4-FFF2-40B4-BE49-F238E27FC236}">
                <a16:creationId xmlns:a16="http://schemas.microsoft.com/office/drawing/2014/main" id="{039CB989-226F-4E7E-8798-D790DC1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234" y="81663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9" name="path-5937">
            <a:extLst xmlns:a="http://schemas.openxmlformats.org/drawingml/2006/main">
              <a:ext uri="{FF2B5EF4-FFF2-40B4-BE49-F238E27FC236}">
                <a16:creationId xmlns:a16="http://schemas.microsoft.com/office/drawing/2014/main" id="{CB7F1863-BAD4-439B-A48D-DC104181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384" y="8130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0" name="path-5938">
            <a:extLst xmlns:a="http://schemas.openxmlformats.org/drawingml/2006/main">
              <a:ext uri="{FF2B5EF4-FFF2-40B4-BE49-F238E27FC236}">
                <a16:creationId xmlns:a16="http://schemas.microsoft.com/office/drawing/2014/main" id="{19CAF05D-DA2F-425A-8948-1962D053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137" y="81197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1" name="path-5939">
            <a:extLst xmlns:a="http://schemas.openxmlformats.org/drawingml/2006/main">
              <a:ext uri="{FF2B5EF4-FFF2-40B4-BE49-F238E27FC236}">
                <a16:creationId xmlns:a16="http://schemas.microsoft.com/office/drawing/2014/main" id="{2B4ECBAD-96BE-4D35-8A43-560CEDF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628" y="8150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2" name="path-5940">
            <a:extLst xmlns:a="http://schemas.openxmlformats.org/drawingml/2006/main">
              <a:ext uri="{FF2B5EF4-FFF2-40B4-BE49-F238E27FC236}">
                <a16:creationId xmlns:a16="http://schemas.microsoft.com/office/drawing/2014/main" id="{155DAAA4-E8FB-426A-B797-6F2C45F3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94" y="81394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3" name="path-5941">
            <a:extLst xmlns:a="http://schemas.openxmlformats.org/drawingml/2006/main">
              <a:ext uri="{FF2B5EF4-FFF2-40B4-BE49-F238E27FC236}">
                <a16:creationId xmlns:a16="http://schemas.microsoft.com/office/drawing/2014/main" id="{B3D3996B-413B-468C-B361-810AD508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245" y="8112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4" name="path-5942">
            <a:extLst xmlns:a="http://schemas.openxmlformats.org/drawingml/2006/main">
              <a:ext uri="{FF2B5EF4-FFF2-40B4-BE49-F238E27FC236}">
                <a16:creationId xmlns:a16="http://schemas.microsoft.com/office/drawing/2014/main" id="{AF6B2EF3-D258-43DC-BBBD-7F9B801B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09" y="8168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5" name="path-5943">
            <a:extLst xmlns:a="http://schemas.openxmlformats.org/drawingml/2006/main">
              <a:ext uri="{FF2B5EF4-FFF2-40B4-BE49-F238E27FC236}">
                <a16:creationId xmlns:a16="http://schemas.microsoft.com/office/drawing/2014/main" id="{3EFA602C-9DD9-4825-822E-0E975C2A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104" y="8087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6" name="path-5944">
            <a:extLst xmlns:a="http://schemas.openxmlformats.org/drawingml/2006/main">
              <a:ext uri="{FF2B5EF4-FFF2-40B4-BE49-F238E27FC236}">
                <a16:creationId xmlns:a16="http://schemas.microsoft.com/office/drawing/2014/main" id="{E9ACC3A1-7286-4A9B-8321-EB9800EA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56" y="8168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7" name="path-5945">
            <a:extLst xmlns:a="http://schemas.openxmlformats.org/drawingml/2006/main">
              <a:ext uri="{FF2B5EF4-FFF2-40B4-BE49-F238E27FC236}">
                <a16:creationId xmlns:a16="http://schemas.microsoft.com/office/drawing/2014/main" id="{66E7EB63-AFED-42D8-A475-56526BB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4565" y="81412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8" name="path-5946">
            <a:extLst xmlns:a="http://schemas.openxmlformats.org/drawingml/2006/main">
              <a:ext uri="{FF2B5EF4-FFF2-40B4-BE49-F238E27FC236}">
                <a16:creationId xmlns:a16="http://schemas.microsoft.com/office/drawing/2014/main" id="{5DB96DB1-5C6E-4165-8874-E76A6E97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559" y="81330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9" name="path-5947">
            <a:extLst xmlns:a="http://schemas.openxmlformats.org/drawingml/2006/main">
              <a:ext uri="{FF2B5EF4-FFF2-40B4-BE49-F238E27FC236}">
                <a16:creationId xmlns:a16="http://schemas.microsoft.com/office/drawing/2014/main" id="{F5EA7F0F-BEFF-4116-862B-8C86DE92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45" y="81568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0" name="path-5948">
            <a:extLst xmlns:a="http://schemas.openxmlformats.org/drawingml/2006/main">
              <a:ext uri="{FF2B5EF4-FFF2-40B4-BE49-F238E27FC236}">
                <a16:creationId xmlns:a16="http://schemas.microsoft.com/office/drawing/2014/main" id="{750A2758-1515-48F1-BCC3-D6F5D09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527" y="81720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1" name="path-5949">
            <a:extLst xmlns:a="http://schemas.openxmlformats.org/drawingml/2006/main">
              <a:ext uri="{FF2B5EF4-FFF2-40B4-BE49-F238E27FC236}">
                <a16:creationId xmlns:a16="http://schemas.microsoft.com/office/drawing/2014/main" id="{848EE519-5D54-46F1-80F3-3AFAB5A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045" y="8117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2" name="path-5950">
            <a:extLst xmlns:a="http://schemas.openxmlformats.org/drawingml/2006/main">
              <a:ext uri="{FF2B5EF4-FFF2-40B4-BE49-F238E27FC236}">
                <a16:creationId xmlns:a16="http://schemas.microsoft.com/office/drawing/2014/main" id="{B5676E22-7BE1-4E19-8917-B12B7207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976" y="8157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3" name="path-5951">
            <a:extLst xmlns:a="http://schemas.openxmlformats.org/drawingml/2006/main">
              <a:ext uri="{FF2B5EF4-FFF2-40B4-BE49-F238E27FC236}">
                <a16:creationId xmlns:a16="http://schemas.microsoft.com/office/drawing/2014/main" id="{937C80E5-E127-4BB7-9C5F-E6D0603E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974" y="8150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4" name="path-5952">
            <a:extLst xmlns:a="http://schemas.openxmlformats.org/drawingml/2006/main">
              <a:ext uri="{FF2B5EF4-FFF2-40B4-BE49-F238E27FC236}">
                <a16:creationId xmlns:a16="http://schemas.microsoft.com/office/drawing/2014/main" id="{B2E78977-B504-4392-ADAB-CEBD1608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792" y="8144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5" name="path-5953">
            <a:extLst xmlns:a="http://schemas.openxmlformats.org/drawingml/2006/main">
              <a:ext uri="{FF2B5EF4-FFF2-40B4-BE49-F238E27FC236}">
                <a16:creationId xmlns:a16="http://schemas.microsoft.com/office/drawing/2014/main" id="{8A56B731-FD32-4E03-93F6-A8A0FA84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843" y="81627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6" name="path-5954">
            <a:extLst xmlns:a="http://schemas.openxmlformats.org/drawingml/2006/main">
              <a:ext uri="{FF2B5EF4-FFF2-40B4-BE49-F238E27FC236}">
                <a16:creationId xmlns:a16="http://schemas.microsoft.com/office/drawing/2014/main" id="{5814ABA3-DE8C-401B-9DBD-A11E78BD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47" y="81609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7" name="path-5955">
            <a:extLst xmlns:a="http://schemas.openxmlformats.org/drawingml/2006/main">
              <a:ext uri="{FF2B5EF4-FFF2-40B4-BE49-F238E27FC236}">
                <a16:creationId xmlns:a16="http://schemas.microsoft.com/office/drawing/2014/main" id="{369525D6-DDD9-4291-9057-EC5FA6F8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590" y="8153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8" name="path-5956">
            <a:extLst xmlns:a="http://schemas.openxmlformats.org/drawingml/2006/main">
              <a:ext uri="{FF2B5EF4-FFF2-40B4-BE49-F238E27FC236}">
                <a16:creationId xmlns:a16="http://schemas.microsoft.com/office/drawing/2014/main" id="{509A408C-628B-47BF-BB9F-2D872C7D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231" y="81306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9" name="path-5957">
            <a:extLst xmlns:a="http://schemas.openxmlformats.org/drawingml/2006/main">
              <a:ext uri="{FF2B5EF4-FFF2-40B4-BE49-F238E27FC236}">
                <a16:creationId xmlns:a16="http://schemas.microsoft.com/office/drawing/2014/main" id="{6E08E34C-E43F-4585-91EF-8508206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452" y="81351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0" name="path-5958">
            <a:extLst xmlns:a="http://schemas.openxmlformats.org/drawingml/2006/main">
              <a:ext uri="{FF2B5EF4-FFF2-40B4-BE49-F238E27FC236}">
                <a16:creationId xmlns:a16="http://schemas.microsoft.com/office/drawing/2014/main" id="{4BD3132A-7DDA-4AE1-863C-8E1CCC26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043" y="8118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1" name="path-5959">
            <a:extLst xmlns:a="http://schemas.openxmlformats.org/drawingml/2006/main">
              <a:ext uri="{FF2B5EF4-FFF2-40B4-BE49-F238E27FC236}">
                <a16:creationId xmlns:a16="http://schemas.microsoft.com/office/drawing/2014/main" id="{1868D6B8-9787-451C-BA50-51CD398F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6423" y="81611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2" name="path-5960">
            <a:extLst xmlns:a="http://schemas.openxmlformats.org/drawingml/2006/main">
              <a:ext uri="{FF2B5EF4-FFF2-40B4-BE49-F238E27FC236}">
                <a16:creationId xmlns:a16="http://schemas.microsoft.com/office/drawing/2014/main" id="{2D1664B1-38D2-40A1-9CCB-B60E7F3F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1" y="8125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3" name="path-5961">
            <a:extLst xmlns:a="http://schemas.openxmlformats.org/drawingml/2006/main">
              <a:ext uri="{FF2B5EF4-FFF2-40B4-BE49-F238E27FC236}">
                <a16:creationId xmlns:a16="http://schemas.microsoft.com/office/drawing/2014/main" id="{2B20309C-2253-4668-A066-3599CFAA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306" y="81371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4" name="path-5962">
            <a:extLst xmlns:a="http://schemas.openxmlformats.org/drawingml/2006/main">
              <a:ext uri="{FF2B5EF4-FFF2-40B4-BE49-F238E27FC236}">
                <a16:creationId xmlns:a16="http://schemas.microsoft.com/office/drawing/2014/main" id="{BB781DE9-7BC3-401B-A2C0-DCAA357C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926" y="81364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5" name="path-5963">
            <a:extLst xmlns:a="http://schemas.openxmlformats.org/drawingml/2006/main">
              <a:ext uri="{FF2B5EF4-FFF2-40B4-BE49-F238E27FC236}">
                <a16:creationId xmlns:a16="http://schemas.microsoft.com/office/drawing/2014/main" id="{4F5EBBEE-85C8-4690-8244-3397DDFF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82" y="8135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6" name="path-5964">
            <a:extLst xmlns:a="http://schemas.openxmlformats.org/drawingml/2006/main">
              <a:ext uri="{FF2B5EF4-FFF2-40B4-BE49-F238E27FC236}">
                <a16:creationId xmlns:a16="http://schemas.microsoft.com/office/drawing/2014/main" id="{45C599DC-70CB-4369-A37F-97D0A816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675" y="81516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7" name="path-5965">
            <a:extLst xmlns:a="http://schemas.openxmlformats.org/drawingml/2006/main">
              <a:ext uri="{FF2B5EF4-FFF2-40B4-BE49-F238E27FC236}">
                <a16:creationId xmlns:a16="http://schemas.microsoft.com/office/drawing/2014/main" id="{877B6E64-150A-4AF4-8C78-802435F5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357" y="81254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8" name="path-5966">
            <a:extLst xmlns:a="http://schemas.openxmlformats.org/drawingml/2006/main">
              <a:ext uri="{FF2B5EF4-FFF2-40B4-BE49-F238E27FC236}">
                <a16:creationId xmlns:a16="http://schemas.microsoft.com/office/drawing/2014/main" id="{2199B404-3C15-4989-A463-15B71022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293" y="8128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9" name="path-5967">
            <a:extLst xmlns:a="http://schemas.openxmlformats.org/drawingml/2006/main">
              <a:ext uri="{FF2B5EF4-FFF2-40B4-BE49-F238E27FC236}">
                <a16:creationId xmlns:a16="http://schemas.microsoft.com/office/drawing/2014/main" id="{3158E3F5-B2FF-4078-84CC-541AACAC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149" y="8177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0" name="path-5968">
            <a:extLst xmlns:a="http://schemas.openxmlformats.org/drawingml/2006/main">
              <a:ext uri="{FF2B5EF4-FFF2-40B4-BE49-F238E27FC236}">
                <a16:creationId xmlns:a16="http://schemas.microsoft.com/office/drawing/2014/main" id="{265CD1D4-E747-4102-B57A-19FBDAB5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335" y="81324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1" name="path-5969">
            <a:extLst xmlns:a="http://schemas.openxmlformats.org/drawingml/2006/main">
              <a:ext uri="{FF2B5EF4-FFF2-40B4-BE49-F238E27FC236}">
                <a16:creationId xmlns:a16="http://schemas.microsoft.com/office/drawing/2014/main" id="{BDFB6437-1A8E-407A-A1DC-768004A7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79" y="81227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2" name="path-5970">
            <a:extLst xmlns:a="http://schemas.openxmlformats.org/drawingml/2006/main">
              <a:ext uri="{FF2B5EF4-FFF2-40B4-BE49-F238E27FC236}">
                <a16:creationId xmlns:a16="http://schemas.microsoft.com/office/drawing/2014/main" id="{9F572819-0BB6-4EBE-AE2A-1AAB88B6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597" y="81307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3" name="path-5971">
            <a:extLst xmlns:a="http://schemas.openxmlformats.org/drawingml/2006/main">
              <a:ext uri="{FF2B5EF4-FFF2-40B4-BE49-F238E27FC236}">
                <a16:creationId xmlns:a16="http://schemas.microsoft.com/office/drawing/2014/main" id="{FC8E36AA-E3B8-4288-AA27-8A90AD4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579" y="81256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4" name="path-5972">
            <a:extLst xmlns:a="http://schemas.openxmlformats.org/drawingml/2006/main">
              <a:ext uri="{FF2B5EF4-FFF2-40B4-BE49-F238E27FC236}">
                <a16:creationId xmlns:a16="http://schemas.microsoft.com/office/drawing/2014/main" id="{7E5F69E6-2C83-48AB-8F6A-DF7F88CD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138" y="81199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5" name="path-5973">
            <a:extLst xmlns:a="http://schemas.openxmlformats.org/drawingml/2006/main">
              <a:ext uri="{FF2B5EF4-FFF2-40B4-BE49-F238E27FC236}">
                <a16:creationId xmlns:a16="http://schemas.microsoft.com/office/drawing/2014/main" id="{AD3256FE-29BD-439C-8E8D-677B29F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043" y="8153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6" name="path-5974">
            <a:extLst xmlns:a="http://schemas.openxmlformats.org/drawingml/2006/main">
              <a:ext uri="{FF2B5EF4-FFF2-40B4-BE49-F238E27FC236}">
                <a16:creationId xmlns:a16="http://schemas.microsoft.com/office/drawing/2014/main" id="{03683063-3B4F-4401-860D-E85183C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8" y="8116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7" name="path-5975">
            <a:extLst xmlns:a="http://schemas.openxmlformats.org/drawingml/2006/main">
              <a:ext uri="{FF2B5EF4-FFF2-40B4-BE49-F238E27FC236}">
                <a16:creationId xmlns:a16="http://schemas.microsoft.com/office/drawing/2014/main" id="{4D4DE583-0103-4234-BFD0-8A417B57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317" y="81474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8" name="path-5976">
            <a:extLst xmlns:a="http://schemas.openxmlformats.org/drawingml/2006/main">
              <a:ext uri="{FF2B5EF4-FFF2-40B4-BE49-F238E27FC236}">
                <a16:creationId xmlns:a16="http://schemas.microsoft.com/office/drawing/2014/main" id="{62D00483-1131-424D-9DE4-B469B69B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34" y="81624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9" name="path-5977">
            <a:extLst xmlns:a="http://schemas.openxmlformats.org/drawingml/2006/main">
              <a:ext uri="{FF2B5EF4-FFF2-40B4-BE49-F238E27FC236}">
                <a16:creationId xmlns:a16="http://schemas.microsoft.com/office/drawing/2014/main" id="{DAF61F8E-2A53-42DA-A470-978EC35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693" y="81455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0" name="path-5978">
            <a:extLst xmlns:a="http://schemas.openxmlformats.org/drawingml/2006/main">
              <a:ext uri="{FF2B5EF4-FFF2-40B4-BE49-F238E27FC236}">
                <a16:creationId xmlns:a16="http://schemas.microsoft.com/office/drawing/2014/main" id="{C4F5402A-12D3-4CB8-962F-72CA3E7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93" y="81546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1" name="path-5979">
            <a:extLst xmlns:a="http://schemas.openxmlformats.org/drawingml/2006/main">
              <a:ext uri="{FF2B5EF4-FFF2-40B4-BE49-F238E27FC236}">
                <a16:creationId xmlns:a16="http://schemas.microsoft.com/office/drawing/2014/main" id="{F74D6936-2002-41C3-A26B-BAAF45D4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438" y="8161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2" name="path-5980">
            <a:extLst xmlns:a="http://schemas.openxmlformats.org/drawingml/2006/main">
              <a:ext uri="{FF2B5EF4-FFF2-40B4-BE49-F238E27FC236}">
                <a16:creationId xmlns:a16="http://schemas.microsoft.com/office/drawing/2014/main" id="{52FCCD28-1EDA-43D1-A568-BE8C3871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04" y="8185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3" name="path-5981">
            <a:extLst xmlns:a="http://schemas.openxmlformats.org/drawingml/2006/main">
              <a:ext uri="{FF2B5EF4-FFF2-40B4-BE49-F238E27FC236}">
                <a16:creationId xmlns:a16="http://schemas.microsoft.com/office/drawing/2014/main" id="{E34C92DD-6ECA-42CC-842E-76D86B6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12" y="8145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4" name="path-5982">
            <a:extLst xmlns:a="http://schemas.openxmlformats.org/drawingml/2006/main">
              <a:ext uri="{FF2B5EF4-FFF2-40B4-BE49-F238E27FC236}">
                <a16:creationId xmlns:a16="http://schemas.microsoft.com/office/drawing/2014/main" id="{913748EA-965E-4B72-965E-81E09DDA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329" y="81182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5" name="path-5983">
            <a:extLst xmlns:a="http://schemas.openxmlformats.org/drawingml/2006/main">
              <a:ext uri="{FF2B5EF4-FFF2-40B4-BE49-F238E27FC236}">
                <a16:creationId xmlns:a16="http://schemas.microsoft.com/office/drawing/2014/main" id="{1D16B653-CB40-4153-A7CE-A6FE26E2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499" y="81310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6" name="path-5984">
            <a:extLst xmlns:a="http://schemas.openxmlformats.org/drawingml/2006/main">
              <a:ext uri="{FF2B5EF4-FFF2-40B4-BE49-F238E27FC236}">
                <a16:creationId xmlns:a16="http://schemas.microsoft.com/office/drawing/2014/main" id="{0B6EA1BE-2984-442A-8E03-2DB1D491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797" y="8135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7" name="path-5985">
            <a:extLst xmlns:a="http://schemas.openxmlformats.org/drawingml/2006/main">
              <a:ext uri="{FF2B5EF4-FFF2-40B4-BE49-F238E27FC236}">
                <a16:creationId xmlns:a16="http://schemas.microsoft.com/office/drawing/2014/main" id="{E099864C-FBF9-4999-B4E5-1E6159C8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7" y="81442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8" name="path-5986">
            <a:extLst xmlns:a="http://schemas.openxmlformats.org/drawingml/2006/main">
              <a:ext uri="{FF2B5EF4-FFF2-40B4-BE49-F238E27FC236}">
                <a16:creationId xmlns:a16="http://schemas.microsoft.com/office/drawing/2014/main" id="{16A675A5-20A2-48B6-BDEF-92B375CE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624" y="81157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9" name="path-5987">
            <a:extLst xmlns:a="http://schemas.openxmlformats.org/drawingml/2006/main">
              <a:ext uri="{FF2B5EF4-FFF2-40B4-BE49-F238E27FC236}">
                <a16:creationId xmlns:a16="http://schemas.microsoft.com/office/drawing/2014/main" id="{CCD43278-4BC2-4D73-9874-5D8C3DA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383" y="81312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0" name="path-5988">
            <a:extLst xmlns:a="http://schemas.openxmlformats.org/drawingml/2006/main">
              <a:ext uri="{FF2B5EF4-FFF2-40B4-BE49-F238E27FC236}">
                <a16:creationId xmlns:a16="http://schemas.microsoft.com/office/drawing/2014/main" id="{21CC6920-06F9-4828-939C-0295192B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002" y="81673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1" name="path-5989">
            <a:extLst xmlns:a="http://schemas.openxmlformats.org/drawingml/2006/main">
              <a:ext uri="{FF2B5EF4-FFF2-40B4-BE49-F238E27FC236}">
                <a16:creationId xmlns:a16="http://schemas.microsoft.com/office/drawing/2014/main" id="{02BF35EF-0ACD-48C3-BC97-34FB363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193" y="8136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2" name="path-5990">
            <a:extLst xmlns:a="http://schemas.openxmlformats.org/drawingml/2006/main">
              <a:ext uri="{FF2B5EF4-FFF2-40B4-BE49-F238E27FC236}">
                <a16:creationId xmlns:a16="http://schemas.microsoft.com/office/drawing/2014/main" id="{F0B0EB5D-20DD-406C-8FFB-7F8365EE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072" y="81454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3" name="path-5991">
            <a:extLst xmlns:a="http://schemas.openxmlformats.org/drawingml/2006/main">
              <a:ext uri="{FF2B5EF4-FFF2-40B4-BE49-F238E27FC236}">
                <a16:creationId xmlns:a16="http://schemas.microsoft.com/office/drawing/2014/main" id="{4E8A7A6B-B73A-4431-8F6B-3F8AA73A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952" y="8132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4" name="path-5992">
            <a:extLst xmlns:a="http://schemas.openxmlformats.org/drawingml/2006/main">
              <a:ext uri="{FF2B5EF4-FFF2-40B4-BE49-F238E27FC236}">
                <a16:creationId xmlns:a16="http://schemas.microsoft.com/office/drawing/2014/main" id="{360A5838-CCFA-4A2A-9D34-C4EF2ABD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688" y="81489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5" name="path-5993">
            <a:extLst xmlns:a="http://schemas.openxmlformats.org/drawingml/2006/main">
              <a:ext uri="{FF2B5EF4-FFF2-40B4-BE49-F238E27FC236}">
                <a16:creationId xmlns:a16="http://schemas.microsoft.com/office/drawing/2014/main" id="{B9B6B5EE-DC78-4713-8B1E-D0BFA0C6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536" y="81551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6" name="path-5994">
            <a:extLst xmlns:a="http://schemas.openxmlformats.org/drawingml/2006/main">
              <a:ext uri="{FF2B5EF4-FFF2-40B4-BE49-F238E27FC236}">
                <a16:creationId xmlns:a16="http://schemas.microsoft.com/office/drawing/2014/main" id="{594F2C9D-408E-4B33-BEAE-0C31165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837" y="81332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7" name="path-5995">
            <a:extLst xmlns:a="http://schemas.openxmlformats.org/drawingml/2006/main">
              <a:ext uri="{FF2B5EF4-FFF2-40B4-BE49-F238E27FC236}">
                <a16:creationId xmlns:a16="http://schemas.microsoft.com/office/drawing/2014/main" id="{F0E4FF81-A369-4BCF-937E-EB37E391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623" y="81161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8" name="path-5996">
            <a:extLst xmlns:a="http://schemas.openxmlformats.org/drawingml/2006/main">
              <a:ext uri="{FF2B5EF4-FFF2-40B4-BE49-F238E27FC236}">
                <a16:creationId xmlns:a16="http://schemas.microsoft.com/office/drawing/2014/main" id="{E969CF3D-D502-4A84-82BE-69E2439C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316" y="8156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9" name="path-5997">
            <a:extLst xmlns:a="http://schemas.openxmlformats.org/drawingml/2006/main">
              <a:ext uri="{FF2B5EF4-FFF2-40B4-BE49-F238E27FC236}">
                <a16:creationId xmlns:a16="http://schemas.microsoft.com/office/drawing/2014/main" id="{5CA41BBC-6629-4402-A33C-DC5CD207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944" y="81428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0" name="path-5998">
            <a:extLst xmlns:a="http://schemas.openxmlformats.org/drawingml/2006/main">
              <a:ext uri="{FF2B5EF4-FFF2-40B4-BE49-F238E27FC236}">
                <a16:creationId xmlns:a16="http://schemas.microsoft.com/office/drawing/2014/main" id="{681E832C-1A84-4570-80D5-617832EF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369" y="81414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1" name="path-5999">
            <a:extLst xmlns:a="http://schemas.openxmlformats.org/drawingml/2006/main">
              <a:ext uri="{FF2B5EF4-FFF2-40B4-BE49-F238E27FC236}">
                <a16:creationId xmlns:a16="http://schemas.microsoft.com/office/drawing/2014/main" id="{A62BADED-FC59-4123-9830-C2E45866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571" y="81409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2" name="path-6000">
            <a:extLst xmlns:a="http://schemas.openxmlformats.org/drawingml/2006/main">
              <a:ext uri="{FF2B5EF4-FFF2-40B4-BE49-F238E27FC236}">
                <a16:creationId xmlns:a16="http://schemas.microsoft.com/office/drawing/2014/main" id="{745A1641-8560-4744-B553-2A2B04A2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478" y="8148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3" name="path-6001">
            <a:extLst xmlns:a="http://schemas.openxmlformats.org/drawingml/2006/main">
              <a:ext uri="{FF2B5EF4-FFF2-40B4-BE49-F238E27FC236}">
                <a16:creationId xmlns:a16="http://schemas.microsoft.com/office/drawing/2014/main" id="{5786DD96-A4A8-4515-8012-7E35CB83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469" y="8134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4" name="path-6002">
            <a:extLst xmlns:a="http://schemas.openxmlformats.org/drawingml/2006/main">
              <a:ext uri="{FF2B5EF4-FFF2-40B4-BE49-F238E27FC236}">
                <a16:creationId xmlns:a16="http://schemas.microsoft.com/office/drawing/2014/main" id="{07E4E5EE-3949-4A4D-A82E-43215C42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0760" y="81583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5" name="path-6003">
            <a:extLst xmlns:a="http://schemas.openxmlformats.org/drawingml/2006/main">
              <a:ext uri="{FF2B5EF4-FFF2-40B4-BE49-F238E27FC236}">
                <a16:creationId xmlns:a16="http://schemas.microsoft.com/office/drawing/2014/main" id="{6478187E-C9D6-480D-9F90-89C56B41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44" y="81431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6" name="path-6004">
            <a:extLst xmlns:a="http://schemas.openxmlformats.org/drawingml/2006/main">
              <a:ext uri="{FF2B5EF4-FFF2-40B4-BE49-F238E27FC236}">
                <a16:creationId xmlns:a16="http://schemas.microsoft.com/office/drawing/2014/main" id="{21A11F7E-B6A9-4D84-AB3D-3CC58F31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850" y="81889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7" name="path-6005">
            <a:extLst xmlns:a="http://schemas.openxmlformats.org/drawingml/2006/main">
              <a:ext uri="{FF2B5EF4-FFF2-40B4-BE49-F238E27FC236}">
                <a16:creationId xmlns:a16="http://schemas.microsoft.com/office/drawing/2014/main" id="{DBE79601-51B1-4898-9226-F17A18E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139" y="81089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8" name="path-6006">
            <a:extLst xmlns:a="http://schemas.openxmlformats.org/drawingml/2006/main">
              <a:ext uri="{FF2B5EF4-FFF2-40B4-BE49-F238E27FC236}">
                <a16:creationId xmlns:a16="http://schemas.microsoft.com/office/drawing/2014/main" id="{8D06CD81-9D9B-475F-9130-B3400C54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870" y="81510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9" name="path-6007">
            <a:extLst xmlns:a="http://schemas.openxmlformats.org/drawingml/2006/main">
              <a:ext uri="{FF2B5EF4-FFF2-40B4-BE49-F238E27FC236}">
                <a16:creationId xmlns:a16="http://schemas.microsoft.com/office/drawing/2014/main" id="{E1C23DEB-2065-461A-89EB-6A4EA2BB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371" y="81411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0" name="path-6008">
            <a:extLst xmlns:a="http://schemas.openxmlformats.org/drawingml/2006/main">
              <a:ext uri="{FF2B5EF4-FFF2-40B4-BE49-F238E27FC236}">
                <a16:creationId xmlns:a16="http://schemas.microsoft.com/office/drawing/2014/main" id="{4AD05FB1-AC27-46EC-BF4E-6000F848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065" y="81332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1" name="path-6009">
            <a:extLst xmlns:a="http://schemas.openxmlformats.org/drawingml/2006/main">
              <a:ext uri="{FF2B5EF4-FFF2-40B4-BE49-F238E27FC236}">
                <a16:creationId xmlns:a16="http://schemas.microsoft.com/office/drawing/2014/main" id="{BA2D60E7-DCBB-4A2D-85E5-D5ED52B2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60" y="81396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2" name="path-6010">
            <a:extLst xmlns:a="http://schemas.openxmlformats.org/drawingml/2006/main">
              <a:ext uri="{FF2B5EF4-FFF2-40B4-BE49-F238E27FC236}">
                <a16:creationId xmlns:a16="http://schemas.microsoft.com/office/drawing/2014/main" id="{744E48DC-D27D-4A8B-A174-FFCCA149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757" y="81200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3" name="path-6011">
            <a:extLst xmlns:a="http://schemas.openxmlformats.org/drawingml/2006/main">
              <a:ext uri="{FF2B5EF4-FFF2-40B4-BE49-F238E27FC236}">
                <a16:creationId xmlns:a16="http://schemas.microsoft.com/office/drawing/2014/main" id="{9FDBBF4D-2C1F-45FE-9929-D3CA66FB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125" y="81324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4" name="path-6012">
            <a:extLst xmlns:a="http://schemas.openxmlformats.org/drawingml/2006/main">
              <a:ext uri="{FF2B5EF4-FFF2-40B4-BE49-F238E27FC236}">
                <a16:creationId xmlns:a16="http://schemas.microsoft.com/office/drawing/2014/main" id="{A6FB5555-EDE6-4C98-836B-F97FC48C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110" y="81292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5" name="path-6013">
            <a:extLst xmlns:a="http://schemas.openxmlformats.org/drawingml/2006/main">
              <a:ext uri="{FF2B5EF4-FFF2-40B4-BE49-F238E27FC236}">
                <a16:creationId xmlns:a16="http://schemas.microsoft.com/office/drawing/2014/main" id="{3244213B-624C-47B7-8394-BD08A124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476" y="81866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6" name="path-6014">
            <a:extLst xmlns:a="http://schemas.openxmlformats.org/drawingml/2006/main">
              <a:ext uri="{FF2B5EF4-FFF2-40B4-BE49-F238E27FC236}">
                <a16:creationId xmlns:a16="http://schemas.microsoft.com/office/drawing/2014/main" id="{03775B3A-E339-4783-984C-3E503844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6" y="81573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7" name="path-6015">
            <a:extLst xmlns:a="http://schemas.openxmlformats.org/drawingml/2006/main">
              <a:ext uri="{FF2B5EF4-FFF2-40B4-BE49-F238E27FC236}">
                <a16:creationId xmlns:a16="http://schemas.microsoft.com/office/drawing/2014/main" id="{C4A8CB47-37AC-4E6D-A0A2-30003E29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988" y="81299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8" name="path-6016">
            <a:extLst xmlns:a="http://schemas.openxmlformats.org/drawingml/2006/main">
              <a:ext uri="{FF2B5EF4-FFF2-40B4-BE49-F238E27FC236}">
                <a16:creationId xmlns:a16="http://schemas.microsoft.com/office/drawing/2014/main" id="{E62C55F2-A760-4618-9122-6BF35D12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958" y="81349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9" name="path-6017">
            <a:extLst xmlns:a="http://schemas.openxmlformats.org/drawingml/2006/main">
              <a:ext uri="{FF2B5EF4-FFF2-40B4-BE49-F238E27FC236}">
                <a16:creationId xmlns:a16="http://schemas.microsoft.com/office/drawing/2014/main" id="{841A766E-7DB4-45FE-969B-7F610E88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191" y="8117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0" name="path-6018">
            <a:extLst xmlns:a="http://schemas.openxmlformats.org/drawingml/2006/main">
              <a:ext uri="{FF2B5EF4-FFF2-40B4-BE49-F238E27FC236}">
                <a16:creationId xmlns:a16="http://schemas.microsoft.com/office/drawing/2014/main" id="{38088538-26DD-402F-A360-0DD083B3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945" y="8156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1" name="path-6019">
            <a:extLst xmlns:a="http://schemas.openxmlformats.org/drawingml/2006/main">
              <a:ext uri="{FF2B5EF4-FFF2-40B4-BE49-F238E27FC236}">
                <a16:creationId xmlns:a16="http://schemas.microsoft.com/office/drawing/2014/main" id="{BD00FD40-0C2B-4AE2-80D9-6CB2B035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698" y="8146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2" name="path-6020">
            <a:extLst xmlns:a="http://schemas.openxmlformats.org/drawingml/2006/main">
              <a:ext uri="{FF2B5EF4-FFF2-40B4-BE49-F238E27FC236}">
                <a16:creationId xmlns:a16="http://schemas.microsoft.com/office/drawing/2014/main" id="{F66DA84B-62D7-43FE-BE6D-125ECCA8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98" y="81393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3" name="path-6021">
            <a:extLst xmlns:a="http://schemas.openxmlformats.org/drawingml/2006/main">
              <a:ext uri="{FF2B5EF4-FFF2-40B4-BE49-F238E27FC236}">
                <a16:creationId xmlns:a16="http://schemas.microsoft.com/office/drawing/2014/main" id="{56B06565-4015-490A-9FDC-957C18C4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002" y="81491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4" name="path-6022">
            <a:extLst xmlns:a="http://schemas.openxmlformats.org/drawingml/2006/main">
              <a:ext uri="{FF2B5EF4-FFF2-40B4-BE49-F238E27FC236}">
                <a16:creationId xmlns:a16="http://schemas.microsoft.com/office/drawing/2014/main" id="{E46134D1-24FB-447C-BD39-5676E5E1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797" y="81790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5" name="path-6023">
            <a:extLst xmlns:a="http://schemas.openxmlformats.org/drawingml/2006/main">
              <a:ext uri="{FF2B5EF4-FFF2-40B4-BE49-F238E27FC236}">
                <a16:creationId xmlns:a16="http://schemas.microsoft.com/office/drawing/2014/main" id="{233406BC-3A71-4866-9EA6-78A8DE3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480" y="8140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6" name="path-6024">
            <a:extLst xmlns:a="http://schemas.openxmlformats.org/drawingml/2006/main">
              <a:ext uri="{FF2B5EF4-FFF2-40B4-BE49-F238E27FC236}">
                <a16:creationId xmlns:a16="http://schemas.microsoft.com/office/drawing/2014/main" id="{4AAD4AC8-8B9D-4712-82B8-68C01809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060" y="81569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7" name="path-6025">
            <a:extLst xmlns:a="http://schemas.openxmlformats.org/drawingml/2006/main">
              <a:ext uri="{FF2B5EF4-FFF2-40B4-BE49-F238E27FC236}">
                <a16:creationId xmlns:a16="http://schemas.microsoft.com/office/drawing/2014/main" id="{A847B496-8204-4A35-9D1F-A6AE016E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722" y="81919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8" name="path-6026">
            <a:extLst xmlns:a="http://schemas.openxmlformats.org/drawingml/2006/main">
              <a:ext uri="{FF2B5EF4-FFF2-40B4-BE49-F238E27FC236}">
                <a16:creationId xmlns:a16="http://schemas.microsoft.com/office/drawing/2014/main" id="{842A9357-ABB4-4137-B335-032F22E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095" y="8154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9" name="path-6027">
            <a:extLst xmlns:a="http://schemas.openxmlformats.org/drawingml/2006/main">
              <a:ext uri="{FF2B5EF4-FFF2-40B4-BE49-F238E27FC236}">
                <a16:creationId xmlns:a16="http://schemas.microsoft.com/office/drawing/2014/main" id="{29C3CBF2-5E42-4BD5-8E7A-74BFD0D7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35" y="81575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0" name="path-6028">
            <a:extLst xmlns:a="http://schemas.openxmlformats.org/drawingml/2006/main">
              <a:ext uri="{FF2B5EF4-FFF2-40B4-BE49-F238E27FC236}">
                <a16:creationId xmlns:a16="http://schemas.microsoft.com/office/drawing/2014/main" id="{BEDB371A-E191-46D7-BB0D-46FAB67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82" y="81478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1" name="path-6029">
            <a:extLst xmlns:a="http://schemas.openxmlformats.org/drawingml/2006/main">
              <a:ext uri="{FF2B5EF4-FFF2-40B4-BE49-F238E27FC236}">
                <a16:creationId xmlns:a16="http://schemas.microsoft.com/office/drawing/2014/main" id="{CE4E527E-DF0C-415A-9AC4-E410F7A7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927" y="8106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2" name="path-6030">
            <a:extLst xmlns:a="http://schemas.openxmlformats.org/drawingml/2006/main">
              <a:ext uri="{FF2B5EF4-FFF2-40B4-BE49-F238E27FC236}">
                <a16:creationId xmlns:a16="http://schemas.microsoft.com/office/drawing/2014/main" id="{3ED113CB-ED2C-4893-AA28-FE87C9B4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330" y="81460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3" name="path-6031">
            <a:extLst xmlns:a="http://schemas.openxmlformats.org/drawingml/2006/main">
              <a:ext uri="{FF2B5EF4-FFF2-40B4-BE49-F238E27FC236}">
                <a16:creationId xmlns:a16="http://schemas.microsoft.com/office/drawing/2014/main" id="{372BCC17-B3E1-4B6C-8F36-655981C1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567" y="81690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4" name="path-6032">
            <a:extLst xmlns:a="http://schemas.openxmlformats.org/drawingml/2006/main">
              <a:ext uri="{FF2B5EF4-FFF2-40B4-BE49-F238E27FC236}">
                <a16:creationId xmlns:a16="http://schemas.microsoft.com/office/drawing/2014/main" id="{6C9488E9-7B23-444C-B641-337D4F37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560" y="8152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5" name="path-6033">
            <a:extLst xmlns:a="http://schemas.openxmlformats.org/drawingml/2006/main">
              <a:ext uri="{FF2B5EF4-FFF2-40B4-BE49-F238E27FC236}">
                <a16:creationId xmlns:a16="http://schemas.microsoft.com/office/drawing/2014/main" id="{13852AF6-4121-4501-A103-A795C416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339" y="8103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6" name="path-6034">
            <a:extLst xmlns:a="http://schemas.openxmlformats.org/drawingml/2006/main">
              <a:ext uri="{FF2B5EF4-FFF2-40B4-BE49-F238E27FC236}">
                <a16:creationId xmlns:a16="http://schemas.microsoft.com/office/drawing/2014/main" id="{618EB941-4B50-4BFC-9E0B-41D5169C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380" y="81455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7" name="path-6035">
            <a:extLst xmlns:a="http://schemas.openxmlformats.org/drawingml/2006/main">
              <a:ext uri="{FF2B5EF4-FFF2-40B4-BE49-F238E27FC236}">
                <a16:creationId xmlns:a16="http://schemas.microsoft.com/office/drawing/2014/main" id="{1DD50AE5-F344-450C-8557-5833B1E3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54" y="8121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8" name="path-6036">
            <a:extLst xmlns:a="http://schemas.openxmlformats.org/drawingml/2006/main">
              <a:ext uri="{FF2B5EF4-FFF2-40B4-BE49-F238E27FC236}">
                <a16:creationId xmlns:a16="http://schemas.microsoft.com/office/drawing/2014/main" id="{07615159-5259-4453-AFDE-A1C0D92D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262" y="81511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9" name="path-6037">
            <a:extLst xmlns:a="http://schemas.openxmlformats.org/drawingml/2006/main">
              <a:ext uri="{FF2B5EF4-FFF2-40B4-BE49-F238E27FC236}">
                <a16:creationId xmlns:a16="http://schemas.microsoft.com/office/drawing/2014/main" id="{4EB9CE8D-6616-4751-89CE-B6E898D5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785" y="81357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0" name="path-6038">
            <a:extLst xmlns:a="http://schemas.openxmlformats.org/drawingml/2006/main">
              <a:ext uri="{FF2B5EF4-FFF2-40B4-BE49-F238E27FC236}">
                <a16:creationId xmlns:a16="http://schemas.microsoft.com/office/drawing/2014/main" id="{8D813D0E-90CE-4443-B3DA-A095E4C1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399" y="81495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1" name="path-6039">
            <a:extLst xmlns:a="http://schemas.openxmlformats.org/drawingml/2006/main">
              <a:ext uri="{FF2B5EF4-FFF2-40B4-BE49-F238E27FC236}">
                <a16:creationId xmlns:a16="http://schemas.microsoft.com/office/drawing/2014/main" id="{EE6A1106-5CFD-44E3-A9D5-62B92082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682" y="8135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2" name="path-6040">
            <a:extLst xmlns:a="http://schemas.openxmlformats.org/drawingml/2006/main">
              <a:ext uri="{FF2B5EF4-FFF2-40B4-BE49-F238E27FC236}">
                <a16:creationId xmlns:a16="http://schemas.microsoft.com/office/drawing/2014/main" id="{08094D7F-8A42-4F82-818B-75D47297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24" y="81798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3" name="path-6041">
            <a:extLst xmlns:a="http://schemas.openxmlformats.org/drawingml/2006/main">
              <a:ext uri="{FF2B5EF4-FFF2-40B4-BE49-F238E27FC236}">
                <a16:creationId xmlns:a16="http://schemas.microsoft.com/office/drawing/2014/main" id="{D230E95E-32F1-412F-8758-46187F7A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494" y="81670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4" name="path-6042">
            <a:extLst xmlns:a="http://schemas.openxmlformats.org/drawingml/2006/main">
              <a:ext uri="{FF2B5EF4-FFF2-40B4-BE49-F238E27FC236}">
                <a16:creationId xmlns:a16="http://schemas.microsoft.com/office/drawing/2014/main" id="{F89A5954-A4F0-4B71-B497-A74E008F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870" y="8133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5" name="path-6043">
            <a:extLst xmlns:a="http://schemas.openxmlformats.org/drawingml/2006/main">
              <a:ext uri="{FF2B5EF4-FFF2-40B4-BE49-F238E27FC236}">
                <a16:creationId xmlns:a16="http://schemas.microsoft.com/office/drawing/2014/main" id="{74674501-AA23-4F85-B77C-2F4FDBB5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009" y="8183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6" name="path-6044">
            <a:extLst xmlns:a="http://schemas.openxmlformats.org/drawingml/2006/main">
              <a:ext uri="{FF2B5EF4-FFF2-40B4-BE49-F238E27FC236}">
                <a16:creationId xmlns:a16="http://schemas.microsoft.com/office/drawing/2014/main" id="{0F84F522-22DA-4ADF-A64F-3A6AE6D7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028" y="81743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7" name="path-6045">
            <a:extLst xmlns:a="http://schemas.openxmlformats.org/drawingml/2006/main">
              <a:ext uri="{FF2B5EF4-FFF2-40B4-BE49-F238E27FC236}">
                <a16:creationId xmlns:a16="http://schemas.microsoft.com/office/drawing/2014/main" id="{ABB7D2BA-F4F8-4F2E-9B9F-6B0273BC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201" y="8137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8" name="path-6046">
            <a:extLst xmlns:a="http://schemas.openxmlformats.org/drawingml/2006/main">
              <a:ext uri="{FF2B5EF4-FFF2-40B4-BE49-F238E27FC236}">
                <a16:creationId xmlns:a16="http://schemas.microsoft.com/office/drawing/2014/main" id="{A82C7385-405D-441E-A49B-05E06487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771" y="81527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9" name="path-6047">
            <a:extLst xmlns:a="http://schemas.openxmlformats.org/drawingml/2006/main">
              <a:ext uri="{FF2B5EF4-FFF2-40B4-BE49-F238E27FC236}">
                <a16:creationId xmlns:a16="http://schemas.microsoft.com/office/drawing/2014/main" id="{198B8106-24C5-41F9-899C-44CB7997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751" y="81578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0" name="path-6048">
            <a:extLst xmlns:a="http://schemas.openxmlformats.org/drawingml/2006/main">
              <a:ext uri="{FF2B5EF4-FFF2-40B4-BE49-F238E27FC236}">
                <a16:creationId xmlns:a16="http://schemas.microsoft.com/office/drawing/2014/main" id="{A60D26E5-7F48-4BB6-873B-787BF085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688" y="81336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1" name="path-6049">
            <a:extLst xmlns:a="http://schemas.openxmlformats.org/drawingml/2006/main">
              <a:ext uri="{FF2B5EF4-FFF2-40B4-BE49-F238E27FC236}">
                <a16:creationId xmlns:a16="http://schemas.microsoft.com/office/drawing/2014/main" id="{3ADD7BDA-1E28-4002-A303-324C2029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143" y="81261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2" name="path-6050">
            <a:extLst xmlns:a="http://schemas.openxmlformats.org/drawingml/2006/main">
              <a:ext uri="{FF2B5EF4-FFF2-40B4-BE49-F238E27FC236}">
                <a16:creationId xmlns:a16="http://schemas.microsoft.com/office/drawing/2014/main" id="{59B82EA0-AFD6-4714-A310-084A1B40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554" y="81525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3" name="path-6051">
            <a:extLst xmlns:a="http://schemas.openxmlformats.org/drawingml/2006/main">
              <a:ext uri="{FF2B5EF4-FFF2-40B4-BE49-F238E27FC236}">
                <a16:creationId xmlns:a16="http://schemas.microsoft.com/office/drawing/2014/main" id="{06FA8CF3-EED9-4C43-BEAB-A1391D00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415" y="81576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4" name="path-6052">
            <a:extLst xmlns:a="http://schemas.openxmlformats.org/drawingml/2006/main">
              <a:ext uri="{FF2B5EF4-FFF2-40B4-BE49-F238E27FC236}">
                <a16:creationId xmlns:a16="http://schemas.microsoft.com/office/drawing/2014/main" id="{49C6F16D-558B-448D-BE0F-ECCD4C6A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4794" y="8165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5" name="path-6053">
            <a:extLst xmlns:a="http://schemas.openxmlformats.org/drawingml/2006/main">
              <a:ext uri="{FF2B5EF4-FFF2-40B4-BE49-F238E27FC236}">
                <a16:creationId xmlns:a16="http://schemas.microsoft.com/office/drawing/2014/main" id="{3357E8EB-E257-4D70-8C3D-A9E5C05C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59" y="8132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6" name="path-6054">
            <a:extLst xmlns:a="http://schemas.openxmlformats.org/drawingml/2006/main">
              <a:ext uri="{FF2B5EF4-FFF2-40B4-BE49-F238E27FC236}">
                <a16:creationId xmlns:a16="http://schemas.microsoft.com/office/drawing/2014/main" id="{66D4D897-77F6-4164-9A23-779F6CE8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782" y="81493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7" name="path-6055">
            <a:extLst xmlns:a="http://schemas.openxmlformats.org/drawingml/2006/main">
              <a:ext uri="{FF2B5EF4-FFF2-40B4-BE49-F238E27FC236}">
                <a16:creationId xmlns:a16="http://schemas.microsoft.com/office/drawing/2014/main" id="{F514DB2E-6356-4DB4-84CC-AE05D28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179" y="81408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8" name="path-6056">
            <a:extLst xmlns:a="http://schemas.openxmlformats.org/drawingml/2006/main">
              <a:ext uri="{FF2B5EF4-FFF2-40B4-BE49-F238E27FC236}">
                <a16:creationId xmlns:a16="http://schemas.microsoft.com/office/drawing/2014/main" id="{13EF1483-DF31-49A3-A88D-E8EFB4BC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378" y="81258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9" name="path-6057">
            <a:extLst xmlns:a="http://schemas.openxmlformats.org/drawingml/2006/main">
              <a:ext uri="{FF2B5EF4-FFF2-40B4-BE49-F238E27FC236}">
                <a16:creationId xmlns:a16="http://schemas.microsoft.com/office/drawing/2014/main" id="{5A823A56-8837-49E8-847A-A1979980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896" y="81495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0" name="path-6058">
            <a:extLst xmlns:a="http://schemas.openxmlformats.org/drawingml/2006/main">
              <a:ext uri="{FF2B5EF4-FFF2-40B4-BE49-F238E27FC236}">
                <a16:creationId xmlns:a16="http://schemas.microsoft.com/office/drawing/2014/main" id="{CC2756E1-9765-4BC0-9B57-D9A137A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223" y="81640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1" name="path-6059">
            <a:extLst xmlns:a="http://schemas.openxmlformats.org/drawingml/2006/main">
              <a:ext uri="{FF2B5EF4-FFF2-40B4-BE49-F238E27FC236}">
                <a16:creationId xmlns:a16="http://schemas.microsoft.com/office/drawing/2014/main" id="{BBEF884E-2B44-4C44-9DA1-DAADCBD6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892" y="8143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2" name="path-6060">
            <a:extLst xmlns:a="http://schemas.openxmlformats.org/drawingml/2006/main">
              <a:ext uri="{FF2B5EF4-FFF2-40B4-BE49-F238E27FC236}">
                <a16:creationId xmlns:a16="http://schemas.microsoft.com/office/drawing/2014/main" id="{2C523C40-0DDE-471E-B099-E84D2237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146" y="80995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3" name="path-6061">
            <a:extLst xmlns:a="http://schemas.openxmlformats.org/drawingml/2006/main">
              <a:ext uri="{FF2B5EF4-FFF2-40B4-BE49-F238E27FC236}">
                <a16:creationId xmlns:a16="http://schemas.microsoft.com/office/drawing/2014/main" id="{547F0195-C6D5-4AF4-95A9-123E81E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58" y="81368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4" name="path-6062">
            <a:extLst xmlns:a="http://schemas.openxmlformats.org/drawingml/2006/main">
              <a:ext uri="{FF2B5EF4-FFF2-40B4-BE49-F238E27FC236}">
                <a16:creationId xmlns:a16="http://schemas.microsoft.com/office/drawing/2014/main" id="{FC4AA427-F33C-4E1F-AFA2-AC5E12D8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920" y="81460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5" name="path-6063">
            <a:extLst xmlns:a="http://schemas.openxmlformats.org/drawingml/2006/main">
              <a:ext uri="{FF2B5EF4-FFF2-40B4-BE49-F238E27FC236}">
                <a16:creationId xmlns:a16="http://schemas.microsoft.com/office/drawing/2014/main" id="{D4F3E473-FC5C-4248-9973-E5E4248E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28" y="81499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6" name="path-6064">
            <a:extLst xmlns:a="http://schemas.openxmlformats.org/drawingml/2006/main">
              <a:ext uri="{FF2B5EF4-FFF2-40B4-BE49-F238E27FC236}">
                <a16:creationId xmlns:a16="http://schemas.microsoft.com/office/drawing/2014/main" id="{F4538C45-B9D3-4A92-90D4-D00074E5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344" y="81454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7" name="path-6065">
            <a:extLst xmlns:a="http://schemas.openxmlformats.org/drawingml/2006/main">
              <a:ext uri="{FF2B5EF4-FFF2-40B4-BE49-F238E27FC236}">
                <a16:creationId xmlns:a16="http://schemas.microsoft.com/office/drawing/2014/main" id="{8AC40669-151E-4731-B8F5-4FE905E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80" y="81205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8" name="path-6066">
            <a:extLst xmlns:a="http://schemas.openxmlformats.org/drawingml/2006/main">
              <a:ext uri="{FF2B5EF4-FFF2-40B4-BE49-F238E27FC236}">
                <a16:creationId xmlns:a16="http://schemas.microsoft.com/office/drawing/2014/main" id="{53A89322-215D-4321-8B6B-AC304278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453" y="81300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9" name="path-6067">
            <a:extLst xmlns:a="http://schemas.openxmlformats.org/drawingml/2006/main">
              <a:ext uri="{FF2B5EF4-FFF2-40B4-BE49-F238E27FC236}">
                <a16:creationId xmlns:a16="http://schemas.microsoft.com/office/drawing/2014/main" id="{A2F5333E-3F47-4E58-93B9-A6370658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433" y="8134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0" name="path-6068">
            <a:extLst xmlns:a="http://schemas.openxmlformats.org/drawingml/2006/main">
              <a:ext uri="{FF2B5EF4-FFF2-40B4-BE49-F238E27FC236}">
                <a16:creationId xmlns:a16="http://schemas.microsoft.com/office/drawing/2014/main" id="{9DBB2D61-EDBC-4CF0-9398-E7CA9ABE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746" y="81470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1" name="path-6069">
            <a:extLst xmlns:a="http://schemas.openxmlformats.org/drawingml/2006/main">
              <a:ext uri="{FF2B5EF4-FFF2-40B4-BE49-F238E27FC236}">
                <a16:creationId xmlns:a16="http://schemas.microsoft.com/office/drawing/2014/main" id="{B5ECC2E0-DFBC-487F-9B5C-4D1A544D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18" y="8169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2" name="path-6070">
            <a:extLst xmlns:a="http://schemas.openxmlformats.org/drawingml/2006/main">
              <a:ext uri="{FF2B5EF4-FFF2-40B4-BE49-F238E27FC236}">
                <a16:creationId xmlns:a16="http://schemas.microsoft.com/office/drawing/2014/main" id="{19E92BBE-20FB-4AF8-B052-61A4D4DD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673" y="8152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3" name="path-6071">
            <a:extLst xmlns:a="http://schemas.openxmlformats.org/drawingml/2006/main">
              <a:ext uri="{FF2B5EF4-FFF2-40B4-BE49-F238E27FC236}">
                <a16:creationId xmlns:a16="http://schemas.microsoft.com/office/drawing/2014/main" id="{944AAF53-04BD-4041-9276-EE41A0B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556" y="81591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4" name="path-6072">
            <a:extLst xmlns:a="http://schemas.openxmlformats.org/drawingml/2006/main">
              <a:ext uri="{FF2B5EF4-FFF2-40B4-BE49-F238E27FC236}">
                <a16:creationId xmlns:a16="http://schemas.microsoft.com/office/drawing/2014/main" id="{C205ECAF-5319-47AE-9276-13E48DB7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668" y="8156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5" name="path-6073">
            <a:extLst xmlns:a="http://schemas.openxmlformats.org/drawingml/2006/main">
              <a:ext uri="{FF2B5EF4-FFF2-40B4-BE49-F238E27FC236}">
                <a16:creationId xmlns:a16="http://schemas.microsoft.com/office/drawing/2014/main" id="{3F62400A-8A5A-4BBF-8CA7-B77810D4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921" y="81224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6" name="path-6074">
            <a:extLst xmlns:a="http://schemas.openxmlformats.org/drawingml/2006/main">
              <a:ext uri="{FF2B5EF4-FFF2-40B4-BE49-F238E27FC236}">
                <a16:creationId xmlns:a16="http://schemas.microsoft.com/office/drawing/2014/main" id="{00E0C1EC-6226-4A42-A549-02486CC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161" y="81209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7" name="path-6075">
            <a:extLst xmlns:a="http://schemas.openxmlformats.org/drawingml/2006/main">
              <a:ext uri="{FF2B5EF4-FFF2-40B4-BE49-F238E27FC236}">
                <a16:creationId xmlns:a16="http://schemas.microsoft.com/office/drawing/2014/main" id="{68F7A29E-67E4-44C7-B987-03F309C2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591" y="81291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8" name="path-6076">
            <a:extLst xmlns:a="http://schemas.openxmlformats.org/drawingml/2006/main">
              <a:ext uri="{FF2B5EF4-FFF2-40B4-BE49-F238E27FC236}">
                <a16:creationId xmlns:a16="http://schemas.microsoft.com/office/drawing/2014/main" id="{4AEB8C6A-43F6-4AC7-ADCE-A62F09A8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777" y="81361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9" name="path-6077">
            <a:extLst xmlns:a="http://schemas.openxmlformats.org/drawingml/2006/main">
              <a:ext uri="{FF2B5EF4-FFF2-40B4-BE49-F238E27FC236}">
                <a16:creationId xmlns:a16="http://schemas.microsoft.com/office/drawing/2014/main" id="{3F45B895-BBA8-4FCA-9560-332F8682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367" y="8161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0" name="path-6078">
            <a:extLst xmlns:a="http://schemas.openxmlformats.org/drawingml/2006/main">
              <a:ext uri="{FF2B5EF4-FFF2-40B4-BE49-F238E27FC236}">
                <a16:creationId xmlns:a16="http://schemas.microsoft.com/office/drawing/2014/main" id="{BBAA392D-C4E5-48AF-AB98-3828DB31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147" y="81374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1" name="path-6079">
            <a:extLst xmlns:a="http://schemas.openxmlformats.org/drawingml/2006/main">
              <a:ext uri="{FF2B5EF4-FFF2-40B4-BE49-F238E27FC236}">
                <a16:creationId xmlns:a16="http://schemas.microsoft.com/office/drawing/2014/main" id="{E3AD0F9A-1680-40D2-9F3E-02C67854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068" y="81448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2" name="path-6080">
            <a:extLst xmlns:a="http://schemas.openxmlformats.org/drawingml/2006/main">
              <a:ext uri="{FF2B5EF4-FFF2-40B4-BE49-F238E27FC236}">
                <a16:creationId xmlns:a16="http://schemas.microsoft.com/office/drawing/2014/main" id="{AA51485C-0CE5-4148-82C9-FB530792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546" y="81419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3" name="path-6081">
            <a:extLst xmlns:a="http://schemas.openxmlformats.org/drawingml/2006/main">
              <a:ext uri="{FF2B5EF4-FFF2-40B4-BE49-F238E27FC236}">
                <a16:creationId xmlns:a16="http://schemas.microsoft.com/office/drawing/2014/main" id="{21E74C19-9514-4DF2-919E-76FA8824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085" y="8117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4" name="path-6082">
            <a:extLst xmlns:a="http://schemas.openxmlformats.org/drawingml/2006/main">
              <a:ext uri="{FF2B5EF4-FFF2-40B4-BE49-F238E27FC236}">
                <a16:creationId xmlns:a16="http://schemas.microsoft.com/office/drawing/2014/main" id="{41095DBC-F60B-4FDD-81BB-3B2E6CB0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615" y="81185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5" name="path-6083">
            <a:extLst xmlns:a="http://schemas.openxmlformats.org/drawingml/2006/main">
              <a:ext uri="{FF2B5EF4-FFF2-40B4-BE49-F238E27FC236}">
                <a16:creationId xmlns:a16="http://schemas.microsoft.com/office/drawing/2014/main" id="{A013FAE2-AD0B-41F4-B199-C66BFDA8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938" y="8167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6" name="path-6084">
            <a:extLst xmlns:a="http://schemas.openxmlformats.org/drawingml/2006/main">
              <a:ext uri="{FF2B5EF4-FFF2-40B4-BE49-F238E27FC236}">
                <a16:creationId xmlns:a16="http://schemas.microsoft.com/office/drawing/2014/main" id="{88907469-741C-43B1-B72C-902DA2D6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742" y="81552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7" name="path-6085">
            <a:extLst xmlns:a="http://schemas.openxmlformats.org/drawingml/2006/main">
              <a:ext uri="{FF2B5EF4-FFF2-40B4-BE49-F238E27FC236}">
                <a16:creationId xmlns:a16="http://schemas.microsoft.com/office/drawing/2014/main" id="{012A1DD0-D577-4F8F-AF47-18416792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923" y="81066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8" name="path-6086">
            <a:extLst xmlns:a="http://schemas.openxmlformats.org/drawingml/2006/main">
              <a:ext uri="{FF2B5EF4-FFF2-40B4-BE49-F238E27FC236}">
                <a16:creationId xmlns:a16="http://schemas.microsoft.com/office/drawing/2014/main" id="{347BB703-1F53-4209-9319-3972F245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5" y="81493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9" name="path-6087">
            <a:extLst xmlns:a="http://schemas.openxmlformats.org/drawingml/2006/main">
              <a:ext uri="{FF2B5EF4-FFF2-40B4-BE49-F238E27FC236}">
                <a16:creationId xmlns:a16="http://schemas.microsoft.com/office/drawing/2014/main" id="{1117AB26-8A9F-4102-98B5-99A04291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31" y="81789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0" name="path-6088">
            <a:extLst xmlns:a="http://schemas.openxmlformats.org/drawingml/2006/main">
              <a:ext uri="{FF2B5EF4-FFF2-40B4-BE49-F238E27FC236}">
                <a16:creationId xmlns:a16="http://schemas.microsoft.com/office/drawing/2014/main" id="{DEF56777-B8EE-4543-A7BF-E5D4E487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533" y="8158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1" name="path-6089">
            <a:extLst xmlns:a="http://schemas.openxmlformats.org/drawingml/2006/main">
              <a:ext uri="{FF2B5EF4-FFF2-40B4-BE49-F238E27FC236}">
                <a16:creationId xmlns:a16="http://schemas.microsoft.com/office/drawing/2014/main" id="{1EF6AC81-87C6-4CA4-A0FB-04CA6AC8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472" y="8151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2" name="path-6090">
            <a:extLst xmlns:a="http://schemas.openxmlformats.org/drawingml/2006/main">
              <a:ext uri="{FF2B5EF4-FFF2-40B4-BE49-F238E27FC236}">
                <a16:creationId xmlns:a16="http://schemas.microsoft.com/office/drawing/2014/main" id="{47EC4B81-E48A-47CF-92C3-357ECBD2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92" y="81518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3" name="path-6091">
            <a:extLst xmlns:a="http://schemas.openxmlformats.org/drawingml/2006/main">
              <a:ext uri="{FF2B5EF4-FFF2-40B4-BE49-F238E27FC236}">
                <a16:creationId xmlns:a16="http://schemas.microsoft.com/office/drawing/2014/main" id="{D22F2EAD-DE1C-44CC-BB6C-C6CDF72E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160" y="81396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4" name="path-6092">
            <a:extLst xmlns:a="http://schemas.openxmlformats.org/drawingml/2006/main">
              <a:ext uri="{FF2B5EF4-FFF2-40B4-BE49-F238E27FC236}">
                <a16:creationId xmlns:a16="http://schemas.microsoft.com/office/drawing/2014/main" id="{2FC57965-C1C8-4B82-86FE-730EB293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662" y="81428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5" name="path-6093">
            <a:extLst xmlns:a="http://schemas.openxmlformats.org/drawingml/2006/main">
              <a:ext uri="{FF2B5EF4-FFF2-40B4-BE49-F238E27FC236}">
                <a16:creationId xmlns:a16="http://schemas.microsoft.com/office/drawing/2014/main" id="{AFF470C6-3E11-402F-A7A4-C4C1E9C3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486" y="81767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6" name="path-6094">
            <a:extLst xmlns:a="http://schemas.openxmlformats.org/drawingml/2006/main">
              <a:ext uri="{FF2B5EF4-FFF2-40B4-BE49-F238E27FC236}">
                <a16:creationId xmlns:a16="http://schemas.microsoft.com/office/drawing/2014/main" id="{D05215E8-83D1-438E-9DB0-00A705C6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137" y="8148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7" name="path-6095">
            <a:extLst xmlns:a="http://schemas.openxmlformats.org/drawingml/2006/main">
              <a:ext uri="{FF2B5EF4-FFF2-40B4-BE49-F238E27FC236}">
                <a16:creationId xmlns:a16="http://schemas.microsoft.com/office/drawing/2014/main" id="{DD93A7C6-AD19-4206-B75D-FCE78D2D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728" y="8176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8" name="path-6096">
            <a:extLst xmlns:a="http://schemas.openxmlformats.org/drawingml/2006/main">
              <a:ext uri="{FF2B5EF4-FFF2-40B4-BE49-F238E27FC236}">
                <a16:creationId xmlns:a16="http://schemas.microsoft.com/office/drawing/2014/main" id="{CE537017-C9C2-47C2-813D-A682A0E6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730" y="81508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9" name="path-6097">
            <a:extLst xmlns:a="http://schemas.openxmlformats.org/drawingml/2006/main">
              <a:ext uri="{FF2B5EF4-FFF2-40B4-BE49-F238E27FC236}">
                <a16:creationId xmlns:a16="http://schemas.microsoft.com/office/drawing/2014/main" id="{5863F5DC-B271-4137-A703-51833D33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485" y="81128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0" name="path-6098">
            <a:extLst xmlns:a="http://schemas.openxmlformats.org/drawingml/2006/main">
              <a:ext uri="{FF2B5EF4-FFF2-40B4-BE49-F238E27FC236}">
                <a16:creationId xmlns:a16="http://schemas.microsoft.com/office/drawing/2014/main" id="{DA790233-610E-4CDD-8270-7A90EB7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353" y="81575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1" name="path-6099">
            <a:extLst xmlns:a="http://schemas.openxmlformats.org/drawingml/2006/main">
              <a:ext uri="{FF2B5EF4-FFF2-40B4-BE49-F238E27FC236}">
                <a16:creationId xmlns:a16="http://schemas.microsoft.com/office/drawing/2014/main" id="{A0DC85EF-CBF2-49E4-BB60-4D6DD8F0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968" y="81292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2" name="path-6100">
            <a:extLst xmlns:a="http://schemas.openxmlformats.org/drawingml/2006/main">
              <a:ext uri="{FF2B5EF4-FFF2-40B4-BE49-F238E27FC236}">
                <a16:creationId xmlns:a16="http://schemas.microsoft.com/office/drawing/2014/main" id="{D83D576F-2509-4A55-8BBC-E3E57D18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28" y="8166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3" name="path-6101">
            <a:extLst xmlns:a="http://schemas.openxmlformats.org/drawingml/2006/main">
              <a:ext uri="{FF2B5EF4-FFF2-40B4-BE49-F238E27FC236}">
                <a16:creationId xmlns:a16="http://schemas.microsoft.com/office/drawing/2014/main" id="{BA552BB8-8F05-46C3-BFA8-FF7BF3EB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233" y="8143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4" name="path-6102">
            <a:extLst xmlns:a="http://schemas.openxmlformats.org/drawingml/2006/main">
              <a:ext uri="{FF2B5EF4-FFF2-40B4-BE49-F238E27FC236}">
                <a16:creationId xmlns:a16="http://schemas.microsoft.com/office/drawing/2014/main" id="{C0181A36-3FFD-45F5-BA62-66A0C487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59" y="81690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5" name="path-6103">
            <a:extLst xmlns:a="http://schemas.openxmlformats.org/drawingml/2006/main">
              <a:ext uri="{FF2B5EF4-FFF2-40B4-BE49-F238E27FC236}">
                <a16:creationId xmlns:a16="http://schemas.microsoft.com/office/drawing/2014/main" id="{FA8A4D30-FB87-4ECC-A148-DD44FB45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770" y="81779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6" name="path-6104">
            <a:extLst xmlns:a="http://schemas.openxmlformats.org/drawingml/2006/main">
              <a:ext uri="{FF2B5EF4-FFF2-40B4-BE49-F238E27FC236}">
                <a16:creationId xmlns:a16="http://schemas.microsoft.com/office/drawing/2014/main" id="{44502799-C010-4A52-9FC5-EA60404B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664" y="81334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7" name="path-6105">
            <a:extLst xmlns:a="http://schemas.openxmlformats.org/drawingml/2006/main">
              <a:ext uri="{FF2B5EF4-FFF2-40B4-BE49-F238E27FC236}">
                <a16:creationId xmlns:a16="http://schemas.microsoft.com/office/drawing/2014/main" id="{7756DFE2-C559-41B4-B877-6AA9331A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7" y="8169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8" name="path-6106">
            <a:extLst xmlns:a="http://schemas.openxmlformats.org/drawingml/2006/main">
              <a:ext uri="{FF2B5EF4-FFF2-40B4-BE49-F238E27FC236}">
                <a16:creationId xmlns:a16="http://schemas.microsoft.com/office/drawing/2014/main" id="{15602651-A22B-4257-9105-98A34079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710" y="8115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9" name="path-6107">
            <a:extLst xmlns:a="http://schemas.openxmlformats.org/drawingml/2006/main">
              <a:ext uri="{FF2B5EF4-FFF2-40B4-BE49-F238E27FC236}">
                <a16:creationId xmlns:a16="http://schemas.microsoft.com/office/drawing/2014/main" id="{B4CE78A4-6318-49F3-B1CC-024D251E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406" y="81473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0" name="path-6108">
            <a:extLst xmlns:a="http://schemas.openxmlformats.org/drawingml/2006/main">
              <a:ext uri="{FF2B5EF4-FFF2-40B4-BE49-F238E27FC236}">
                <a16:creationId xmlns:a16="http://schemas.microsoft.com/office/drawing/2014/main" id="{841A8999-CA4A-4A22-9E6A-0F44A0E2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689" y="81379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1" name="path-6109">
            <a:extLst xmlns:a="http://schemas.openxmlformats.org/drawingml/2006/main">
              <a:ext uri="{FF2B5EF4-FFF2-40B4-BE49-F238E27FC236}">
                <a16:creationId xmlns:a16="http://schemas.microsoft.com/office/drawing/2014/main" id="{429C49CE-82AF-43C9-A9DA-D25DBBEC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232" y="81399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2" name="path-6110">
            <a:extLst xmlns:a="http://schemas.openxmlformats.org/drawingml/2006/main">
              <a:ext uri="{FF2B5EF4-FFF2-40B4-BE49-F238E27FC236}">
                <a16:creationId xmlns:a16="http://schemas.microsoft.com/office/drawing/2014/main" id="{1DFE5E83-DFF7-4210-BA02-AEC22C4F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945" y="8156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3" name="path-6111">
            <a:extLst xmlns:a="http://schemas.openxmlformats.org/drawingml/2006/main">
              <a:ext uri="{FF2B5EF4-FFF2-40B4-BE49-F238E27FC236}">
                <a16:creationId xmlns:a16="http://schemas.microsoft.com/office/drawing/2014/main" id="{67CD404F-87B1-4286-8324-C4A40012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523" y="8143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4" name="path-6112">
            <a:extLst xmlns:a="http://schemas.openxmlformats.org/drawingml/2006/main">
              <a:ext uri="{FF2B5EF4-FFF2-40B4-BE49-F238E27FC236}">
                <a16:creationId xmlns:a16="http://schemas.microsoft.com/office/drawing/2014/main" id="{3D519349-DB71-4698-B954-1A22C9B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124" y="81517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5" name="path-6113">
            <a:extLst xmlns:a="http://schemas.openxmlformats.org/drawingml/2006/main">
              <a:ext uri="{FF2B5EF4-FFF2-40B4-BE49-F238E27FC236}">
                <a16:creationId xmlns:a16="http://schemas.microsoft.com/office/drawing/2014/main" id="{3888C940-7B33-47AA-9F34-D6089513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029" y="81648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6" name="path-6114">
            <a:extLst xmlns:a="http://schemas.openxmlformats.org/drawingml/2006/main">
              <a:ext uri="{FF2B5EF4-FFF2-40B4-BE49-F238E27FC236}">
                <a16:creationId xmlns:a16="http://schemas.microsoft.com/office/drawing/2014/main" id="{63324836-D9A0-446C-B044-72F068C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230" y="81512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7" name="path-6115">
            <a:extLst xmlns:a="http://schemas.openxmlformats.org/drawingml/2006/main">
              <a:ext uri="{FF2B5EF4-FFF2-40B4-BE49-F238E27FC236}">
                <a16:creationId xmlns:a16="http://schemas.microsoft.com/office/drawing/2014/main" id="{2A2BEDE5-3B06-4D92-964A-306030A9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828" y="8164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8" name="path-6116">
            <a:extLst xmlns:a="http://schemas.openxmlformats.org/drawingml/2006/main">
              <a:ext uri="{FF2B5EF4-FFF2-40B4-BE49-F238E27FC236}">
                <a16:creationId xmlns:a16="http://schemas.microsoft.com/office/drawing/2014/main" id="{DA36FD29-5AB5-4790-9323-3A1A60E0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807" y="81234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9" name="path-6117">
            <a:extLst xmlns:a="http://schemas.openxmlformats.org/drawingml/2006/main">
              <a:ext uri="{FF2B5EF4-FFF2-40B4-BE49-F238E27FC236}">
                <a16:creationId xmlns:a16="http://schemas.microsoft.com/office/drawing/2014/main" id="{B47EBE1B-2ACD-4190-A856-873E5050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735" y="81546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0" name="path-6118">
            <a:extLst xmlns:a="http://schemas.openxmlformats.org/drawingml/2006/main">
              <a:ext uri="{FF2B5EF4-FFF2-40B4-BE49-F238E27FC236}">
                <a16:creationId xmlns:a16="http://schemas.microsoft.com/office/drawing/2014/main" id="{955449F0-2117-4C6C-BFAD-9D650368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719" y="8139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1" name="path-6119">
            <a:extLst xmlns:a="http://schemas.openxmlformats.org/drawingml/2006/main">
              <a:ext uri="{FF2B5EF4-FFF2-40B4-BE49-F238E27FC236}">
                <a16:creationId xmlns:a16="http://schemas.microsoft.com/office/drawing/2014/main" id="{0C205205-FDAE-4859-BCDB-227A490F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494" y="81268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2" name="path-6120">
            <a:extLst xmlns:a="http://schemas.openxmlformats.org/drawingml/2006/main">
              <a:ext uri="{FF2B5EF4-FFF2-40B4-BE49-F238E27FC236}">
                <a16:creationId xmlns:a16="http://schemas.microsoft.com/office/drawing/2014/main" id="{B46FE32B-0F98-4E52-A73F-CF6A08C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714" y="81267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3" name="path-6121">
            <a:extLst xmlns:a="http://schemas.openxmlformats.org/drawingml/2006/main">
              <a:ext uri="{FF2B5EF4-FFF2-40B4-BE49-F238E27FC236}">
                <a16:creationId xmlns:a16="http://schemas.microsoft.com/office/drawing/2014/main" id="{B5D977C1-B74D-41A3-8535-605179F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69" y="8151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4" name="path-6122">
            <a:extLst xmlns:a="http://schemas.openxmlformats.org/drawingml/2006/main">
              <a:ext uri="{FF2B5EF4-FFF2-40B4-BE49-F238E27FC236}">
                <a16:creationId xmlns:a16="http://schemas.microsoft.com/office/drawing/2014/main" id="{F1E4C573-4DA9-473F-BFAE-E072A406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424" y="8151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5" name="path-6123">
            <a:extLst xmlns:a="http://schemas.openxmlformats.org/drawingml/2006/main">
              <a:ext uri="{FF2B5EF4-FFF2-40B4-BE49-F238E27FC236}">
                <a16:creationId xmlns:a16="http://schemas.microsoft.com/office/drawing/2014/main" id="{0F772805-07C0-4EAB-B845-BCAAFFBD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305" y="81643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6" name="path-6124">
            <a:extLst xmlns:a="http://schemas.openxmlformats.org/drawingml/2006/main">
              <a:ext uri="{FF2B5EF4-FFF2-40B4-BE49-F238E27FC236}">
                <a16:creationId xmlns:a16="http://schemas.microsoft.com/office/drawing/2014/main" id="{64416CE0-4AF6-47ED-AC1E-A72A09E8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248" y="8175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7" name="path-6125">
            <a:extLst xmlns:a="http://schemas.openxmlformats.org/drawingml/2006/main">
              <a:ext uri="{FF2B5EF4-FFF2-40B4-BE49-F238E27FC236}">
                <a16:creationId xmlns:a16="http://schemas.microsoft.com/office/drawing/2014/main" id="{55F9FC99-AB27-404A-B82C-054967D8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353" y="81574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8" name="path-6126">
            <a:extLst xmlns:a="http://schemas.openxmlformats.org/drawingml/2006/main">
              <a:ext uri="{FF2B5EF4-FFF2-40B4-BE49-F238E27FC236}">
                <a16:creationId xmlns:a16="http://schemas.microsoft.com/office/drawing/2014/main" id="{8B75A37E-D74B-4932-AA21-C308ACA2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358" y="81228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9" name="path-6127">
            <a:extLst xmlns:a="http://schemas.openxmlformats.org/drawingml/2006/main">
              <a:ext uri="{FF2B5EF4-FFF2-40B4-BE49-F238E27FC236}">
                <a16:creationId xmlns:a16="http://schemas.microsoft.com/office/drawing/2014/main" id="{1C7BF69D-9EBA-4947-9F71-A2EE622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882" y="8150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0" name="path-6128">
            <a:extLst xmlns:a="http://schemas.openxmlformats.org/drawingml/2006/main">
              <a:ext uri="{FF2B5EF4-FFF2-40B4-BE49-F238E27FC236}">
                <a16:creationId xmlns:a16="http://schemas.microsoft.com/office/drawing/2014/main" id="{FF48BAB7-0E1F-4D64-8A2F-D7B8033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039" y="81177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1" name="path-6129">
            <a:extLst xmlns:a="http://schemas.openxmlformats.org/drawingml/2006/main">
              <a:ext uri="{FF2B5EF4-FFF2-40B4-BE49-F238E27FC236}">
                <a16:creationId xmlns:a16="http://schemas.microsoft.com/office/drawing/2014/main" id="{8F66E946-9BD3-44DD-BCAD-058B86B5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127" y="81393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2" name="path-6130">
            <a:extLst xmlns:a="http://schemas.openxmlformats.org/drawingml/2006/main">
              <a:ext uri="{FF2B5EF4-FFF2-40B4-BE49-F238E27FC236}">
                <a16:creationId xmlns:a16="http://schemas.microsoft.com/office/drawing/2014/main" id="{1D0CA118-E1DA-46DA-890A-C2773336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356" y="81381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3" name="path-6131">
            <a:extLst xmlns:a="http://schemas.openxmlformats.org/drawingml/2006/main">
              <a:ext uri="{FF2B5EF4-FFF2-40B4-BE49-F238E27FC236}">
                <a16:creationId xmlns:a16="http://schemas.microsoft.com/office/drawing/2014/main" id="{CA439D5C-85E9-43A6-8799-36E921CC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342" y="81289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4" name="path-6132">
            <a:extLst xmlns:a="http://schemas.openxmlformats.org/drawingml/2006/main">
              <a:ext uri="{FF2B5EF4-FFF2-40B4-BE49-F238E27FC236}">
                <a16:creationId xmlns:a16="http://schemas.microsoft.com/office/drawing/2014/main" id="{03839C8A-350C-48D0-9EF2-8A250823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93" y="8170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5" name="path-6133">
            <a:extLst xmlns:a="http://schemas.openxmlformats.org/drawingml/2006/main">
              <a:ext uri="{FF2B5EF4-FFF2-40B4-BE49-F238E27FC236}">
                <a16:creationId xmlns:a16="http://schemas.microsoft.com/office/drawing/2014/main" id="{FC580938-368E-4180-8DF2-EC147FD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578" y="81358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6" name="path-6134">
            <a:extLst xmlns:a="http://schemas.openxmlformats.org/drawingml/2006/main">
              <a:ext uri="{FF2B5EF4-FFF2-40B4-BE49-F238E27FC236}">
                <a16:creationId xmlns:a16="http://schemas.microsoft.com/office/drawing/2014/main" id="{8F47E61E-7243-4938-80BB-6DC0149F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801" y="8143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7" name="path-6135">
            <a:extLst xmlns:a="http://schemas.openxmlformats.org/drawingml/2006/main">
              <a:ext uri="{FF2B5EF4-FFF2-40B4-BE49-F238E27FC236}">
                <a16:creationId xmlns:a16="http://schemas.microsoft.com/office/drawing/2014/main" id="{09656593-3AEC-4092-B7CD-C946329A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59" y="81649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8" name="path-6136">
            <a:extLst xmlns:a="http://schemas.openxmlformats.org/drawingml/2006/main">
              <a:ext uri="{FF2B5EF4-FFF2-40B4-BE49-F238E27FC236}">
                <a16:creationId xmlns:a16="http://schemas.microsoft.com/office/drawing/2014/main" id="{91C11AD1-45E8-4AD1-B6B9-2B15E43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117" y="81412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9" name="path-6137">
            <a:extLst xmlns:a="http://schemas.openxmlformats.org/drawingml/2006/main">
              <a:ext uri="{FF2B5EF4-FFF2-40B4-BE49-F238E27FC236}">
                <a16:creationId xmlns:a16="http://schemas.microsoft.com/office/drawing/2014/main" id="{CB4AD3F5-6AC1-4C72-A717-F899A39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987" y="8158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0" name="path-6138">
            <a:extLst xmlns:a="http://schemas.openxmlformats.org/drawingml/2006/main">
              <a:ext uri="{FF2B5EF4-FFF2-40B4-BE49-F238E27FC236}">
                <a16:creationId xmlns:a16="http://schemas.microsoft.com/office/drawing/2014/main" id="{73FF57CC-DADA-4C05-8D2E-4339523F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71" y="81278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1" name="path-6139">
            <a:extLst xmlns:a="http://schemas.openxmlformats.org/drawingml/2006/main">
              <a:ext uri="{FF2B5EF4-FFF2-40B4-BE49-F238E27FC236}">
                <a16:creationId xmlns:a16="http://schemas.microsoft.com/office/drawing/2014/main" id="{E88D45EF-2847-4EF3-B6E9-3AC70E70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0561" y="8144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2" name="path-6140">
            <a:extLst xmlns:a="http://schemas.openxmlformats.org/drawingml/2006/main">
              <a:ext uri="{FF2B5EF4-FFF2-40B4-BE49-F238E27FC236}">
                <a16:creationId xmlns:a16="http://schemas.microsoft.com/office/drawing/2014/main" id="{D0E0EB07-2118-4514-8DC5-C2B92BA7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461" y="81542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3" name="path-6141">
            <a:extLst xmlns:a="http://schemas.openxmlformats.org/drawingml/2006/main">
              <a:ext uri="{FF2B5EF4-FFF2-40B4-BE49-F238E27FC236}">
                <a16:creationId xmlns:a16="http://schemas.microsoft.com/office/drawing/2014/main" id="{BF1CF88F-757D-46B3-A97E-22264B39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82" y="81488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4" name="path-6142">
            <a:extLst xmlns:a="http://schemas.openxmlformats.org/drawingml/2006/main">
              <a:ext uri="{FF2B5EF4-FFF2-40B4-BE49-F238E27FC236}">
                <a16:creationId xmlns:a16="http://schemas.microsoft.com/office/drawing/2014/main" id="{EE024F6C-2850-4826-94FE-623FC77D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322" y="81669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5" name="path-6143">
            <a:extLst xmlns:a="http://schemas.openxmlformats.org/drawingml/2006/main">
              <a:ext uri="{FF2B5EF4-FFF2-40B4-BE49-F238E27FC236}">
                <a16:creationId xmlns:a16="http://schemas.microsoft.com/office/drawing/2014/main" id="{EEF33133-D8D6-4FFB-BCA8-7E08A294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428" y="8136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6" name="path-6144">
            <a:extLst xmlns:a="http://schemas.openxmlformats.org/drawingml/2006/main">
              <a:ext uri="{FF2B5EF4-FFF2-40B4-BE49-F238E27FC236}">
                <a16:creationId xmlns:a16="http://schemas.microsoft.com/office/drawing/2014/main" id="{C179E28F-1466-4A9E-85E4-E24AF936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954" y="81286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7" name="path-6145">
            <a:extLst xmlns:a="http://schemas.openxmlformats.org/drawingml/2006/main">
              <a:ext uri="{FF2B5EF4-FFF2-40B4-BE49-F238E27FC236}">
                <a16:creationId xmlns:a16="http://schemas.microsoft.com/office/drawing/2014/main" id="{71F55F6C-2BE5-4B07-BC3F-ABC8FE1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262" y="81419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8" name="path-6146">
            <a:extLst xmlns:a="http://schemas.openxmlformats.org/drawingml/2006/main">
              <a:ext uri="{FF2B5EF4-FFF2-40B4-BE49-F238E27FC236}">
                <a16:creationId xmlns:a16="http://schemas.microsoft.com/office/drawing/2014/main" id="{0FDC8FE0-3326-4A3F-8244-5DE48325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0777" y="81401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9" name="path-6147">
            <a:extLst xmlns:a="http://schemas.openxmlformats.org/drawingml/2006/main">
              <a:ext uri="{FF2B5EF4-FFF2-40B4-BE49-F238E27FC236}">
                <a16:creationId xmlns:a16="http://schemas.microsoft.com/office/drawing/2014/main" id="{11890C72-4371-4EBF-9F4D-47FD4D72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576" y="81288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0" name="path-6148">
            <a:extLst xmlns:a="http://schemas.openxmlformats.org/drawingml/2006/main">
              <a:ext uri="{FF2B5EF4-FFF2-40B4-BE49-F238E27FC236}">
                <a16:creationId xmlns:a16="http://schemas.microsoft.com/office/drawing/2014/main" id="{D85D9DF7-12D7-455B-979D-0F7FE6AE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905" y="81361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1" name="path-6149">
            <a:extLst xmlns:a="http://schemas.openxmlformats.org/drawingml/2006/main">
              <a:ext uri="{FF2B5EF4-FFF2-40B4-BE49-F238E27FC236}">
                <a16:creationId xmlns:a16="http://schemas.microsoft.com/office/drawing/2014/main" id="{07630CF0-0783-4FE7-B7D1-CA09A8F8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373" y="81377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2" name="path-6150">
            <a:extLst xmlns:a="http://schemas.openxmlformats.org/drawingml/2006/main">
              <a:ext uri="{FF2B5EF4-FFF2-40B4-BE49-F238E27FC236}">
                <a16:creationId xmlns:a16="http://schemas.microsoft.com/office/drawing/2014/main" id="{2ED8018B-0A11-45C6-A6C4-BCF05B6E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428" y="8162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3" name="path-6151">
            <a:extLst xmlns:a="http://schemas.openxmlformats.org/drawingml/2006/main">
              <a:ext uri="{FF2B5EF4-FFF2-40B4-BE49-F238E27FC236}">
                <a16:creationId xmlns:a16="http://schemas.microsoft.com/office/drawing/2014/main" id="{4818BF05-FF9E-41E1-B4CD-3E969175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619" y="81575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4" name="path-6152">
            <a:extLst xmlns:a="http://schemas.openxmlformats.org/drawingml/2006/main">
              <a:ext uri="{FF2B5EF4-FFF2-40B4-BE49-F238E27FC236}">
                <a16:creationId xmlns:a16="http://schemas.microsoft.com/office/drawing/2014/main" id="{204ACBAD-B001-4BFC-AB19-BAB95ADC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96" y="81456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5" name="path-6153">
            <a:extLst xmlns:a="http://schemas.openxmlformats.org/drawingml/2006/main">
              <a:ext uri="{FF2B5EF4-FFF2-40B4-BE49-F238E27FC236}">
                <a16:creationId xmlns:a16="http://schemas.microsoft.com/office/drawing/2014/main" id="{1652CCCE-CD75-4BA0-93D5-6D48B026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7" y="81408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6" name="path-6154">
            <a:extLst xmlns:a="http://schemas.openxmlformats.org/drawingml/2006/main">
              <a:ext uri="{FF2B5EF4-FFF2-40B4-BE49-F238E27FC236}">
                <a16:creationId xmlns:a16="http://schemas.microsoft.com/office/drawing/2014/main" id="{19E27564-CFB2-4B91-BA06-8A0C403B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364" y="8140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7" name="path-6155">
            <a:extLst xmlns:a="http://schemas.openxmlformats.org/drawingml/2006/main">
              <a:ext uri="{FF2B5EF4-FFF2-40B4-BE49-F238E27FC236}">
                <a16:creationId xmlns:a16="http://schemas.microsoft.com/office/drawing/2014/main" id="{16567E86-CFED-4E2F-8A8C-C4C747EA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532" y="81376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8" name="path-6156">
            <a:extLst xmlns:a="http://schemas.openxmlformats.org/drawingml/2006/main">
              <a:ext uri="{FF2B5EF4-FFF2-40B4-BE49-F238E27FC236}">
                <a16:creationId xmlns:a16="http://schemas.microsoft.com/office/drawing/2014/main" id="{2CEA76BF-089F-402F-B67E-A4FDD705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97" y="81644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9" name="path-6157">
            <a:extLst xmlns:a="http://schemas.openxmlformats.org/drawingml/2006/main">
              <a:ext uri="{FF2B5EF4-FFF2-40B4-BE49-F238E27FC236}">
                <a16:creationId xmlns:a16="http://schemas.microsoft.com/office/drawing/2014/main" id="{7878F775-493E-47A0-8291-19F29E47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714" y="81705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0" name="path-6158">
            <a:extLst xmlns:a="http://schemas.openxmlformats.org/drawingml/2006/main">
              <a:ext uri="{FF2B5EF4-FFF2-40B4-BE49-F238E27FC236}">
                <a16:creationId xmlns:a16="http://schemas.microsoft.com/office/drawing/2014/main" id="{5E6A6835-8E9E-43E8-AB9A-CC43A6B6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793" y="8155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1" name="path-6159">
            <a:extLst xmlns:a="http://schemas.openxmlformats.org/drawingml/2006/main">
              <a:ext uri="{FF2B5EF4-FFF2-40B4-BE49-F238E27FC236}">
                <a16:creationId xmlns:a16="http://schemas.microsoft.com/office/drawing/2014/main" id="{B71B4F1A-7915-4B7D-8D2D-EB1DB75A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846" y="81193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2" name="path-6160">
            <a:extLst xmlns:a="http://schemas.openxmlformats.org/drawingml/2006/main">
              <a:ext uri="{FF2B5EF4-FFF2-40B4-BE49-F238E27FC236}">
                <a16:creationId xmlns:a16="http://schemas.microsoft.com/office/drawing/2014/main" id="{19A72718-CC1B-4559-AF9B-E83AFFDC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905" y="81465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3" name="path-6161">
            <a:extLst xmlns:a="http://schemas.openxmlformats.org/drawingml/2006/main">
              <a:ext uri="{FF2B5EF4-FFF2-40B4-BE49-F238E27FC236}">
                <a16:creationId xmlns:a16="http://schemas.microsoft.com/office/drawing/2014/main" id="{BD36F1FC-ABEB-478C-9E64-67C893E0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029" y="8122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4" name="path-6162">
            <a:extLst xmlns:a="http://schemas.openxmlformats.org/drawingml/2006/main">
              <a:ext uri="{FF2B5EF4-FFF2-40B4-BE49-F238E27FC236}">
                <a16:creationId xmlns:a16="http://schemas.microsoft.com/office/drawing/2014/main" id="{03F1B403-FE42-40A3-B83D-BE9751F8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82" y="8095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5" name="path-6163">
            <a:extLst xmlns:a="http://schemas.openxmlformats.org/drawingml/2006/main">
              <a:ext uri="{FF2B5EF4-FFF2-40B4-BE49-F238E27FC236}">
                <a16:creationId xmlns:a16="http://schemas.microsoft.com/office/drawing/2014/main" id="{133884B2-6406-4672-8412-63C7DCD4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987" y="8173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6" name="path-6164">
            <a:extLst xmlns:a="http://schemas.openxmlformats.org/drawingml/2006/main">
              <a:ext uri="{FF2B5EF4-FFF2-40B4-BE49-F238E27FC236}">
                <a16:creationId xmlns:a16="http://schemas.microsoft.com/office/drawing/2014/main" id="{F77E81B0-1250-4548-AD74-A2176EB3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578" y="81513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7" name="path-6165">
            <a:extLst xmlns:a="http://schemas.openxmlformats.org/drawingml/2006/main">
              <a:ext uri="{FF2B5EF4-FFF2-40B4-BE49-F238E27FC236}">
                <a16:creationId xmlns:a16="http://schemas.microsoft.com/office/drawing/2014/main" id="{5B1C7368-4D24-4B4A-A780-26401DF6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234" y="81756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8" name="path-6166">
            <a:extLst xmlns:a="http://schemas.openxmlformats.org/drawingml/2006/main">
              <a:ext uri="{FF2B5EF4-FFF2-40B4-BE49-F238E27FC236}">
                <a16:creationId xmlns:a16="http://schemas.microsoft.com/office/drawing/2014/main" id="{BD08B671-B38A-4F70-894F-6B20FE4F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381" y="81710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9" name="path-6167">
            <a:extLst xmlns:a="http://schemas.openxmlformats.org/drawingml/2006/main">
              <a:ext uri="{FF2B5EF4-FFF2-40B4-BE49-F238E27FC236}">
                <a16:creationId xmlns:a16="http://schemas.microsoft.com/office/drawing/2014/main" id="{F01964CB-13AA-420B-AF73-389547D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199" y="8103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0" name="path-6168">
            <a:extLst xmlns:a="http://schemas.openxmlformats.org/drawingml/2006/main">
              <a:ext uri="{FF2B5EF4-FFF2-40B4-BE49-F238E27FC236}">
                <a16:creationId xmlns:a16="http://schemas.microsoft.com/office/drawing/2014/main" id="{5A3D09C9-C167-4337-8605-D169810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873" y="81035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1" name="path-6169">
            <a:extLst xmlns:a="http://schemas.openxmlformats.org/drawingml/2006/main">
              <a:ext uri="{FF2B5EF4-FFF2-40B4-BE49-F238E27FC236}">
                <a16:creationId xmlns:a16="http://schemas.microsoft.com/office/drawing/2014/main" id="{FE156166-3CF3-41D5-8A90-3A301FB6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251" y="81693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2" name="path-6170">
            <a:extLst xmlns:a="http://schemas.openxmlformats.org/drawingml/2006/main">
              <a:ext uri="{FF2B5EF4-FFF2-40B4-BE49-F238E27FC236}">
                <a16:creationId xmlns:a16="http://schemas.microsoft.com/office/drawing/2014/main" id="{15083385-4793-40A2-933C-3EF342CE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77" y="8128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3" name="path-6171">
            <a:extLst xmlns:a="http://schemas.openxmlformats.org/drawingml/2006/main">
              <a:ext uri="{FF2B5EF4-FFF2-40B4-BE49-F238E27FC236}">
                <a16:creationId xmlns:a16="http://schemas.microsoft.com/office/drawing/2014/main" id="{01154CDD-BE26-427C-A5D2-21C5A6B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25" y="8163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4" name="path-6172">
            <a:extLst xmlns:a="http://schemas.openxmlformats.org/drawingml/2006/main">
              <a:ext uri="{FF2B5EF4-FFF2-40B4-BE49-F238E27FC236}">
                <a16:creationId xmlns:a16="http://schemas.microsoft.com/office/drawing/2014/main" id="{B42EB63F-43BF-4CF4-880A-3D7D2DE0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24" y="81339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5" name="path-6173">
            <a:extLst xmlns:a="http://schemas.openxmlformats.org/drawingml/2006/main">
              <a:ext uri="{FF2B5EF4-FFF2-40B4-BE49-F238E27FC236}">
                <a16:creationId xmlns:a16="http://schemas.microsoft.com/office/drawing/2014/main" id="{3C39C020-9E44-4E3F-8077-A3A7102F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365" y="81473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6" name="path-6174">
            <a:extLst xmlns:a="http://schemas.openxmlformats.org/drawingml/2006/main">
              <a:ext uri="{FF2B5EF4-FFF2-40B4-BE49-F238E27FC236}">
                <a16:creationId xmlns:a16="http://schemas.microsoft.com/office/drawing/2014/main" id="{3708659F-1F47-4AF9-B968-6D2EFEB6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766" y="81300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7" name="path-6175">
            <a:extLst xmlns:a="http://schemas.openxmlformats.org/drawingml/2006/main">
              <a:ext uri="{FF2B5EF4-FFF2-40B4-BE49-F238E27FC236}">
                <a16:creationId xmlns:a16="http://schemas.microsoft.com/office/drawing/2014/main" id="{C8ACB3B8-4562-4F01-B164-00078E85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550" y="81189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8" name="path-6176">
            <a:extLst xmlns:a="http://schemas.openxmlformats.org/drawingml/2006/main">
              <a:ext uri="{FF2B5EF4-FFF2-40B4-BE49-F238E27FC236}">
                <a16:creationId xmlns:a16="http://schemas.microsoft.com/office/drawing/2014/main" id="{A080CE87-5EDA-488D-997D-E6CE139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6523" y="8162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9" name="path-6177">
            <a:extLst xmlns:a="http://schemas.openxmlformats.org/drawingml/2006/main">
              <a:ext uri="{FF2B5EF4-FFF2-40B4-BE49-F238E27FC236}">
                <a16:creationId xmlns:a16="http://schemas.microsoft.com/office/drawing/2014/main" id="{BD0DD4EC-9696-42FB-A1C0-ED0FD0D7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754" y="8153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0" name="path-6178">
            <a:extLst xmlns:a="http://schemas.openxmlformats.org/drawingml/2006/main">
              <a:ext uri="{FF2B5EF4-FFF2-40B4-BE49-F238E27FC236}">
                <a16:creationId xmlns:a16="http://schemas.microsoft.com/office/drawing/2014/main" id="{FC1AB59E-D4E2-4881-B921-32B96D4C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833" y="81414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1" name="path-6179">
            <a:extLst xmlns:a="http://schemas.openxmlformats.org/drawingml/2006/main">
              <a:ext uri="{FF2B5EF4-FFF2-40B4-BE49-F238E27FC236}">
                <a16:creationId xmlns:a16="http://schemas.microsoft.com/office/drawing/2014/main" id="{397ACF07-500F-4B2B-AB21-9CA3F864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98" y="81278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2" name="path-6180">
            <a:extLst xmlns:a="http://schemas.openxmlformats.org/drawingml/2006/main">
              <a:ext uri="{FF2B5EF4-FFF2-40B4-BE49-F238E27FC236}">
                <a16:creationId xmlns:a16="http://schemas.microsoft.com/office/drawing/2014/main" id="{67267AE3-73BF-49AA-8A3D-8CA325C9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51" y="8151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3" name="path-6181">
            <a:extLst xmlns:a="http://schemas.openxmlformats.org/drawingml/2006/main">
              <a:ext uri="{FF2B5EF4-FFF2-40B4-BE49-F238E27FC236}">
                <a16:creationId xmlns:a16="http://schemas.microsoft.com/office/drawing/2014/main" id="{01B52B91-1469-49B1-8A70-EE1E5AD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853" y="81282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4" name="path-6182">
            <a:extLst xmlns:a="http://schemas.openxmlformats.org/drawingml/2006/main">
              <a:ext uri="{FF2B5EF4-FFF2-40B4-BE49-F238E27FC236}">
                <a16:creationId xmlns:a16="http://schemas.microsoft.com/office/drawing/2014/main" id="{84E692B5-E506-44F9-A906-021862B0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784" y="81254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5" name="path-6183">
            <a:extLst xmlns:a="http://schemas.openxmlformats.org/drawingml/2006/main">
              <a:ext uri="{FF2B5EF4-FFF2-40B4-BE49-F238E27FC236}">
                <a16:creationId xmlns:a16="http://schemas.microsoft.com/office/drawing/2014/main" id="{82B30B28-9FC8-4834-BEA4-53D45C0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594" y="81288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6" name="path-6184">
            <a:extLst xmlns:a="http://schemas.openxmlformats.org/drawingml/2006/main">
              <a:ext uri="{FF2B5EF4-FFF2-40B4-BE49-F238E27FC236}">
                <a16:creationId xmlns:a16="http://schemas.microsoft.com/office/drawing/2014/main" id="{8097546E-64F2-43AA-A323-1353054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015" y="8146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7" name="path-6185">
            <a:extLst xmlns:a="http://schemas.openxmlformats.org/drawingml/2006/main">
              <a:ext uri="{FF2B5EF4-FFF2-40B4-BE49-F238E27FC236}">
                <a16:creationId xmlns:a16="http://schemas.microsoft.com/office/drawing/2014/main" id="{7C36A925-E3F4-4107-98A9-4897C8B1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433" y="81554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8" name="path-6186">
            <a:extLst xmlns:a="http://schemas.openxmlformats.org/drawingml/2006/main">
              <a:ext uri="{FF2B5EF4-FFF2-40B4-BE49-F238E27FC236}">
                <a16:creationId xmlns:a16="http://schemas.microsoft.com/office/drawing/2014/main" id="{77D06D81-8840-4E1A-9A11-BBB993BB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682" y="81328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9" name="path-6187">
            <a:extLst xmlns:a="http://schemas.openxmlformats.org/drawingml/2006/main">
              <a:ext uri="{FF2B5EF4-FFF2-40B4-BE49-F238E27FC236}">
                <a16:creationId xmlns:a16="http://schemas.microsoft.com/office/drawing/2014/main" id="{9F666448-C8CA-46DE-9825-1D7D9F9A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309" y="8181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0" name="path-6188">
            <a:extLst xmlns:a="http://schemas.openxmlformats.org/drawingml/2006/main">
              <a:ext uri="{FF2B5EF4-FFF2-40B4-BE49-F238E27FC236}">
                <a16:creationId xmlns:a16="http://schemas.microsoft.com/office/drawing/2014/main" id="{D64223B5-DDF2-49E1-BCAB-8483A128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601" y="8119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1" name="path-6189">
            <a:extLst xmlns:a="http://schemas.openxmlformats.org/drawingml/2006/main">
              <a:ext uri="{FF2B5EF4-FFF2-40B4-BE49-F238E27FC236}">
                <a16:creationId xmlns:a16="http://schemas.microsoft.com/office/drawing/2014/main" id="{EF068699-C993-4065-A46E-719A62D2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38" y="8144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2" name="path-6190">
            <a:extLst xmlns:a="http://schemas.openxmlformats.org/drawingml/2006/main">
              <a:ext uri="{FF2B5EF4-FFF2-40B4-BE49-F238E27FC236}">
                <a16:creationId xmlns:a16="http://schemas.microsoft.com/office/drawing/2014/main" id="{68F05B02-3C2E-4760-8755-2FA25066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318" y="81595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3" name="path-6191">
            <a:extLst xmlns:a="http://schemas.openxmlformats.org/drawingml/2006/main">
              <a:ext uri="{FF2B5EF4-FFF2-40B4-BE49-F238E27FC236}">
                <a16:creationId xmlns:a16="http://schemas.microsoft.com/office/drawing/2014/main" id="{DCDECABA-0414-4651-A2D5-F6CDE9DE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905" y="81541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4" name="path-6192">
            <a:extLst xmlns:a="http://schemas.openxmlformats.org/drawingml/2006/main">
              <a:ext uri="{FF2B5EF4-FFF2-40B4-BE49-F238E27FC236}">
                <a16:creationId xmlns:a16="http://schemas.microsoft.com/office/drawing/2014/main" id="{7CDA934A-E6BD-4262-B90A-22B9AC4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66" y="81293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5" name="path-6193">
            <a:extLst xmlns:a="http://schemas.openxmlformats.org/drawingml/2006/main">
              <a:ext uri="{FF2B5EF4-FFF2-40B4-BE49-F238E27FC236}">
                <a16:creationId xmlns:a16="http://schemas.microsoft.com/office/drawing/2014/main" id="{3BC85501-B995-438A-B9BE-59AEC0D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913" y="81537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6" name="path-6194">
            <a:extLst xmlns:a="http://schemas.openxmlformats.org/drawingml/2006/main">
              <a:ext uri="{FF2B5EF4-FFF2-40B4-BE49-F238E27FC236}">
                <a16:creationId xmlns:a16="http://schemas.microsoft.com/office/drawing/2014/main" id="{BA097326-CDD1-4D65-9851-E4F1BECA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910" y="8175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7" name="path-6195">
            <a:extLst xmlns:a="http://schemas.openxmlformats.org/drawingml/2006/main">
              <a:ext uri="{FF2B5EF4-FFF2-40B4-BE49-F238E27FC236}">
                <a16:creationId xmlns:a16="http://schemas.microsoft.com/office/drawing/2014/main" id="{D38CC8D8-28BA-4438-A465-6408459E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797" y="81346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8" name="path-6196">
            <a:extLst xmlns:a="http://schemas.openxmlformats.org/drawingml/2006/main">
              <a:ext uri="{FF2B5EF4-FFF2-40B4-BE49-F238E27FC236}">
                <a16:creationId xmlns:a16="http://schemas.microsoft.com/office/drawing/2014/main" id="{241351EA-968C-426F-B342-FBAB5759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242" y="8118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9" name="path-6197">
            <a:extLst xmlns:a="http://schemas.openxmlformats.org/drawingml/2006/main">
              <a:ext uri="{FF2B5EF4-FFF2-40B4-BE49-F238E27FC236}">
                <a16:creationId xmlns:a16="http://schemas.microsoft.com/office/drawing/2014/main" id="{818F2F96-8F99-4B53-8690-8709DCD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275" y="81396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0" name="path-6198">
            <a:extLst xmlns:a="http://schemas.openxmlformats.org/drawingml/2006/main">
              <a:ext uri="{FF2B5EF4-FFF2-40B4-BE49-F238E27FC236}">
                <a16:creationId xmlns:a16="http://schemas.microsoft.com/office/drawing/2014/main" id="{9DB062A6-CBD4-4218-BE1A-682133DD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324" y="81459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1" name="path-6199">
            <a:extLst xmlns:a="http://schemas.openxmlformats.org/drawingml/2006/main">
              <a:ext uri="{FF2B5EF4-FFF2-40B4-BE49-F238E27FC236}">
                <a16:creationId xmlns:a16="http://schemas.microsoft.com/office/drawing/2014/main" id="{3BFF04D3-5BEC-4F4E-90AC-EB2D3569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20" y="81356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2" name="path-6200">
            <a:extLst xmlns:a="http://schemas.openxmlformats.org/drawingml/2006/main">
              <a:ext uri="{FF2B5EF4-FFF2-40B4-BE49-F238E27FC236}">
                <a16:creationId xmlns:a16="http://schemas.microsoft.com/office/drawing/2014/main" id="{FF0A62BC-D162-4674-84CF-C29B354E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800" y="81191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3" name="path-6201">
            <a:extLst xmlns:a="http://schemas.openxmlformats.org/drawingml/2006/main">
              <a:ext uri="{FF2B5EF4-FFF2-40B4-BE49-F238E27FC236}">
                <a16:creationId xmlns:a16="http://schemas.microsoft.com/office/drawing/2014/main" id="{45F49437-120F-4101-9F54-D65DD579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180" y="81051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4" name="path-6202">
            <a:extLst xmlns:a="http://schemas.openxmlformats.org/drawingml/2006/main">
              <a:ext uri="{FF2B5EF4-FFF2-40B4-BE49-F238E27FC236}">
                <a16:creationId xmlns:a16="http://schemas.microsoft.com/office/drawing/2014/main" id="{74F774D6-27E5-4B39-A009-228C9103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652" y="8154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5" name="path-6203">
            <a:extLst xmlns:a="http://schemas.openxmlformats.org/drawingml/2006/main">
              <a:ext uri="{FF2B5EF4-FFF2-40B4-BE49-F238E27FC236}">
                <a16:creationId xmlns:a16="http://schemas.microsoft.com/office/drawing/2014/main" id="{4C90F644-BD6E-4579-8014-5160A480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987" y="81150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6" name="path-6204">
            <a:extLst xmlns:a="http://schemas.openxmlformats.org/drawingml/2006/main">
              <a:ext uri="{FF2B5EF4-FFF2-40B4-BE49-F238E27FC236}">
                <a16:creationId xmlns:a16="http://schemas.microsoft.com/office/drawing/2014/main" id="{DE14601A-D22F-4542-9267-72A496FD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993" y="8127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7" name="path-6205">
            <a:extLst xmlns:a="http://schemas.openxmlformats.org/drawingml/2006/main">
              <a:ext uri="{FF2B5EF4-FFF2-40B4-BE49-F238E27FC236}">
                <a16:creationId xmlns:a16="http://schemas.microsoft.com/office/drawing/2014/main" id="{70540294-814B-481A-B17D-07A4E5F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924" y="8121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8" name="path-6206">
            <a:extLst xmlns:a="http://schemas.openxmlformats.org/drawingml/2006/main">
              <a:ext uri="{FF2B5EF4-FFF2-40B4-BE49-F238E27FC236}">
                <a16:creationId xmlns:a16="http://schemas.microsoft.com/office/drawing/2014/main" id="{0A0AF138-801E-45AB-8750-1A33A7AD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133" y="8152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9" name="path-6207">
            <a:extLst xmlns:a="http://schemas.openxmlformats.org/drawingml/2006/main">
              <a:ext uri="{FF2B5EF4-FFF2-40B4-BE49-F238E27FC236}">
                <a16:creationId xmlns:a16="http://schemas.microsoft.com/office/drawing/2014/main" id="{8FEBA9EC-76D2-475A-A782-3DA95034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644" y="81325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0" name="path-6208">
            <a:extLst xmlns:a="http://schemas.openxmlformats.org/drawingml/2006/main">
              <a:ext uri="{FF2B5EF4-FFF2-40B4-BE49-F238E27FC236}">
                <a16:creationId xmlns:a16="http://schemas.microsoft.com/office/drawing/2014/main" id="{0624DF15-C5CA-48E2-9982-72DC6E5C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888" y="81338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1" name="path-6209">
            <a:extLst xmlns:a="http://schemas.openxmlformats.org/drawingml/2006/main">
              <a:ext uri="{FF2B5EF4-FFF2-40B4-BE49-F238E27FC236}">
                <a16:creationId xmlns:a16="http://schemas.microsoft.com/office/drawing/2014/main" id="{98D5628E-3695-4877-816A-0D4F41CE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447" y="8135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2" name="path-6210">
            <a:extLst xmlns:a="http://schemas.openxmlformats.org/drawingml/2006/main">
              <a:ext uri="{FF2B5EF4-FFF2-40B4-BE49-F238E27FC236}">
                <a16:creationId xmlns:a16="http://schemas.microsoft.com/office/drawing/2014/main" id="{EC7FE9EB-5831-4D0F-BF33-91BA21EE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090" y="81245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3" name="path-6211">
            <a:extLst xmlns:a="http://schemas.openxmlformats.org/drawingml/2006/main">
              <a:ext uri="{FF2B5EF4-FFF2-40B4-BE49-F238E27FC236}">
                <a16:creationId xmlns:a16="http://schemas.microsoft.com/office/drawing/2014/main" id="{67531188-C91D-435C-B2D1-B438838C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179" y="81853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4" name="path-6212">
            <a:extLst xmlns:a="http://schemas.openxmlformats.org/drawingml/2006/main">
              <a:ext uri="{FF2B5EF4-FFF2-40B4-BE49-F238E27FC236}">
                <a16:creationId xmlns:a16="http://schemas.microsoft.com/office/drawing/2014/main" id="{9752C1E1-B66B-4A00-8AD8-97BDF41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929" y="81345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5" name="path-6213">
            <a:extLst xmlns:a="http://schemas.openxmlformats.org/drawingml/2006/main">
              <a:ext uri="{FF2B5EF4-FFF2-40B4-BE49-F238E27FC236}">
                <a16:creationId xmlns:a16="http://schemas.microsoft.com/office/drawing/2014/main" id="{C650B826-EA6D-43E2-A1D4-79C17391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394" y="81428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6" name="path-6214">
            <a:extLst xmlns:a="http://schemas.openxmlformats.org/drawingml/2006/main">
              <a:ext uri="{FF2B5EF4-FFF2-40B4-BE49-F238E27FC236}">
                <a16:creationId xmlns:a16="http://schemas.microsoft.com/office/drawing/2014/main" id="{DB8A2BE9-B015-4A16-9A8A-2A4228D0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407" y="81385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7" name="path-6215">
            <a:extLst xmlns:a="http://schemas.openxmlformats.org/drawingml/2006/main">
              <a:ext uri="{FF2B5EF4-FFF2-40B4-BE49-F238E27FC236}">
                <a16:creationId xmlns:a16="http://schemas.microsoft.com/office/drawing/2014/main" id="{D25F9C01-74DA-4D6C-B82C-501E2289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698" y="81378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8" name="path-6216">
            <a:extLst xmlns:a="http://schemas.openxmlformats.org/drawingml/2006/main">
              <a:ext uri="{FF2B5EF4-FFF2-40B4-BE49-F238E27FC236}">
                <a16:creationId xmlns:a16="http://schemas.microsoft.com/office/drawing/2014/main" id="{D331CC39-1E76-425B-88A0-AEC60A14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586" y="8153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9" name="path-6217">
            <a:extLst xmlns:a="http://schemas.openxmlformats.org/drawingml/2006/main">
              <a:ext uri="{FF2B5EF4-FFF2-40B4-BE49-F238E27FC236}">
                <a16:creationId xmlns:a16="http://schemas.microsoft.com/office/drawing/2014/main" id="{8BCEB0DD-F94F-4FA1-A1D9-DAF5127E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150" y="81379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0" name="path-6218">
            <a:extLst xmlns:a="http://schemas.openxmlformats.org/drawingml/2006/main">
              <a:ext uri="{FF2B5EF4-FFF2-40B4-BE49-F238E27FC236}">
                <a16:creationId xmlns:a16="http://schemas.microsoft.com/office/drawing/2014/main" id="{BA53024A-7825-4313-96B0-2E24492E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093" y="8129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1" name="path-6219">
            <a:extLst xmlns:a="http://schemas.openxmlformats.org/drawingml/2006/main">
              <a:ext uri="{FF2B5EF4-FFF2-40B4-BE49-F238E27FC236}">
                <a16:creationId xmlns:a16="http://schemas.microsoft.com/office/drawing/2014/main" id="{95FA7218-FEBC-4700-99AC-375F3CBA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53" y="8170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2" name="path-6220">
            <a:extLst xmlns:a="http://schemas.openxmlformats.org/drawingml/2006/main">
              <a:ext uri="{FF2B5EF4-FFF2-40B4-BE49-F238E27FC236}">
                <a16:creationId xmlns:a16="http://schemas.microsoft.com/office/drawing/2014/main" id="{3DC770EB-8E7E-453C-A75F-FD2D28AD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133" y="81370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3" name="path-6221">
            <a:extLst xmlns:a="http://schemas.openxmlformats.org/drawingml/2006/main">
              <a:ext uri="{FF2B5EF4-FFF2-40B4-BE49-F238E27FC236}">
                <a16:creationId xmlns:a16="http://schemas.microsoft.com/office/drawing/2014/main" id="{FCB2487A-1B2D-409D-B39D-33445A5A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071" y="8159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4" name="path-6222">
            <a:extLst xmlns:a="http://schemas.openxmlformats.org/drawingml/2006/main">
              <a:ext uri="{FF2B5EF4-FFF2-40B4-BE49-F238E27FC236}">
                <a16:creationId xmlns:a16="http://schemas.microsoft.com/office/drawing/2014/main" id="{4BAB42A9-74D9-4544-AEED-DBA96FFF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515" y="81721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5" name="path-6223">
            <a:extLst xmlns:a="http://schemas.openxmlformats.org/drawingml/2006/main">
              <a:ext uri="{FF2B5EF4-FFF2-40B4-BE49-F238E27FC236}">
                <a16:creationId xmlns:a16="http://schemas.microsoft.com/office/drawing/2014/main" id="{3A757E50-7022-4481-B882-9CEB4F71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572" y="81233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6" name="path-6224">
            <a:extLst xmlns:a="http://schemas.openxmlformats.org/drawingml/2006/main">
              <a:ext uri="{FF2B5EF4-FFF2-40B4-BE49-F238E27FC236}">
                <a16:creationId xmlns:a16="http://schemas.microsoft.com/office/drawing/2014/main" id="{5727FBA2-4F0B-47D3-B7D5-3C4582C6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406" y="8130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7" name="path-6225">
            <a:extLst xmlns:a="http://schemas.openxmlformats.org/drawingml/2006/main">
              <a:ext uri="{FF2B5EF4-FFF2-40B4-BE49-F238E27FC236}">
                <a16:creationId xmlns:a16="http://schemas.microsoft.com/office/drawing/2014/main" id="{7AD5F1AE-992F-432A-A25D-77100ADE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598" y="8175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8" name="path-6226">
            <a:extLst xmlns:a="http://schemas.openxmlformats.org/drawingml/2006/main">
              <a:ext uri="{FF2B5EF4-FFF2-40B4-BE49-F238E27FC236}">
                <a16:creationId xmlns:a16="http://schemas.microsoft.com/office/drawing/2014/main" id="{CD2850E5-83D2-4918-BD6C-DFDA12F0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776" y="81505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9" name="path-6227">
            <a:extLst xmlns:a="http://schemas.openxmlformats.org/drawingml/2006/main">
              <a:ext uri="{FF2B5EF4-FFF2-40B4-BE49-F238E27FC236}">
                <a16:creationId xmlns:a16="http://schemas.microsoft.com/office/drawing/2014/main" id="{CB8995B9-73AF-4BC2-A26E-99655669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504" y="81504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0" name="path-6228">
            <a:extLst xmlns:a="http://schemas.openxmlformats.org/drawingml/2006/main">
              <a:ext uri="{FF2B5EF4-FFF2-40B4-BE49-F238E27FC236}">
                <a16:creationId xmlns:a16="http://schemas.microsoft.com/office/drawing/2014/main" id="{DF3B0654-4AA9-431D-952F-37EE53A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92" y="81416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1" name="path-6229">
            <a:extLst xmlns:a="http://schemas.openxmlformats.org/drawingml/2006/main">
              <a:ext uri="{FF2B5EF4-FFF2-40B4-BE49-F238E27FC236}">
                <a16:creationId xmlns:a16="http://schemas.microsoft.com/office/drawing/2014/main" id="{20C6CDF7-4F72-4683-8DF9-30D8B7D3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200" y="8135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2" name="path-6230">
            <a:extLst xmlns:a="http://schemas.openxmlformats.org/drawingml/2006/main">
              <a:ext uri="{FF2B5EF4-FFF2-40B4-BE49-F238E27FC236}">
                <a16:creationId xmlns:a16="http://schemas.microsoft.com/office/drawing/2014/main" id="{373E324D-6BE5-48BE-A76A-A22ED493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7993" y="81476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3" name="path-6231">
            <a:extLst xmlns:a="http://schemas.openxmlformats.org/drawingml/2006/main">
              <a:ext uri="{FF2B5EF4-FFF2-40B4-BE49-F238E27FC236}">
                <a16:creationId xmlns:a16="http://schemas.microsoft.com/office/drawing/2014/main" id="{5FF7306A-C561-45B5-82D6-97EABF3B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018" y="81591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4" name="path-6232">
            <a:extLst xmlns:a="http://schemas.openxmlformats.org/drawingml/2006/main">
              <a:ext uri="{FF2B5EF4-FFF2-40B4-BE49-F238E27FC236}">
                <a16:creationId xmlns:a16="http://schemas.microsoft.com/office/drawing/2014/main" id="{0B083DA4-D9DC-4E38-BDB0-E2892D0E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153" y="81563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5" name="path-6233">
            <a:extLst xmlns:a="http://schemas.openxmlformats.org/drawingml/2006/main">
              <a:ext uri="{FF2B5EF4-FFF2-40B4-BE49-F238E27FC236}">
                <a16:creationId xmlns:a16="http://schemas.microsoft.com/office/drawing/2014/main" id="{830DF0E1-5D0F-4A80-A7A8-A3D065A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3340" y="81310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6" name="path-6234">
            <a:extLst xmlns:a="http://schemas.openxmlformats.org/drawingml/2006/main">
              <a:ext uri="{FF2B5EF4-FFF2-40B4-BE49-F238E27FC236}">
                <a16:creationId xmlns:a16="http://schemas.microsoft.com/office/drawing/2014/main" id="{37A2EB4F-9FD8-4D32-AC92-DD4621B0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071" y="8157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7" name="path-6235">
            <a:extLst xmlns:a="http://schemas.openxmlformats.org/drawingml/2006/main">
              <a:ext uri="{FF2B5EF4-FFF2-40B4-BE49-F238E27FC236}">
                <a16:creationId xmlns:a16="http://schemas.microsoft.com/office/drawing/2014/main" id="{DD069F79-0E21-4CAA-B2B7-F402D978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306" y="81685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8" name="path-6236">
            <a:extLst xmlns:a="http://schemas.openxmlformats.org/drawingml/2006/main">
              <a:ext uri="{FF2B5EF4-FFF2-40B4-BE49-F238E27FC236}">
                <a16:creationId xmlns:a16="http://schemas.microsoft.com/office/drawing/2014/main" id="{26B624F8-809E-4B78-9580-97A26179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646" y="81094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9" name="path-6237">
            <a:extLst xmlns:a="http://schemas.openxmlformats.org/drawingml/2006/main">
              <a:ext uri="{FF2B5EF4-FFF2-40B4-BE49-F238E27FC236}">
                <a16:creationId xmlns:a16="http://schemas.microsoft.com/office/drawing/2014/main" id="{C063C89E-C36B-4640-8D86-FF6C4584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852" y="81692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0" name="path-6238">
            <a:extLst xmlns:a="http://schemas.openxmlformats.org/drawingml/2006/main">
              <a:ext uri="{FF2B5EF4-FFF2-40B4-BE49-F238E27FC236}">
                <a16:creationId xmlns:a16="http://schemas.microsoft.com/office/drawing/2014/main" id="{FD9A0C78-BDC0-4CC1-A19A-4E678A99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00" y="8143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1" name="path-6239">
            <a:extLst xmlns:a="http://schemas.openxmlformats.org/drawingml/2006/main">
              <a:ext uri="{FF2B5EF4-FFF2-40B4-BE49-F238E27FC236}">
                <a16:creationId xmlns:a16="http://schemas.microsoft.com/office/drawing/2014/main" id="{F739375F-0A48-4777-B4C4-C04289BE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613" y="8130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2" name="path-6240">
            <a:extLst xmlns:a="http://schemas.openxmlformats.org/drawingml/2006/main">
              <a:ext uri="{FF2B5EF4-FFF2-40B4-BE49-F238E27FC236}">
                <a16:creationId xmlns:a16="http://schemas.microsoft.com/office/drawing/2014/main" id="{61E36C88-B5F2-4C3A-8447-00DFE090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961" y="8164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3" name="path-6241">
            <a:extLst xmlns:a="http://schemas.openxmlformats.org/drawingml/2006/main">
              <a:ext uri="{FF2B5EF4-FFF2-40B4-BE49-F238E27FC236}">
                <a16:creationId xmlns:a16="http://schemas.microsoft.com/office/drawing/2014/main" id="{1D49D695-0E43-4AC8-8CFF-61957E8E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703" y="81402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4" name="path-6242">
            <a:extLst xmlns:a="http://schemas.openxmlformats.org/drawingml/2006/main">
              <a:ext uri="{FF2B5EF4-FFF2-40B4-BE49-F238E27FC236}">
                <a16:creationId xmlns:a16="http://schemas.microsoft.com/office/drawing/2014/main" id="{057C93B4-DF01-4AB4-BB62-25E806F3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272" y="8149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5" name="path-6243">
            <a:extLst xmlns:a="http://schemas.openxmlformats.org/drawingml/2006/main">
              <a:ext uri="{FF2B5EF4-FFF2-40B4-BE49-F238E27FC236}">
                <a16:creationId xmlns:a16="http://schemas.microsoft.com/office/drawing/2014/main" id="{6414BC0B-6336-46D5-B052-067325F6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137" y="8136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6" name="path-6244">
            <a:extLst xmlns:a="http://schemas.openxmlformats.org/drawingml/2006/main">
              <a:ext uri="{FF2B5EF4-FFF2-40B4-BE49-F238E27FC236}">
                <a16:creationId xmlns:a16="http://schemas.microsoft.com/office/drawing/2014/main" id="{A26CFC21-B458-40DE-B6F9-CDC13FD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210" y="81537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7" name="path-6245">
            <a:extLst xmlns:a="http://schemas.openxmlformats.org/drawingml/2006/main">
              <a:ext uri="{FF2B5EF4-FFF2-40B4-BE49-F238E27FC236}">
                <a16:creationId xmlns:a16="http://schemas.microsoft.com/office/drawing/2014/main" id="{9F26A8A9-09B8-4F1F-8272-8B8620E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020" y="81167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8" name="path-6246">
            <a:extLst xmlns:a="http://schemas.openxmlformats.org/drawingml/2006/main">
              <a:ext uri="{FF2B5EF4-FFF2-40B4-BE49-F238E27FC236}">
                <a16:creationId xmlns:a16="http://schemas.microsoft.com/office/drawing/2014/main" id="{F66D6BCE-6446-4B0B-9D2B-CAF8F8B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600" y="81515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9" name="path-6247">
            <a:extLst xmlns:a="http://schemas.openxmlformats.org/drawingml/2006/main">
              <a:ext uri="{FF2B5EF4-FFF2-40B4-BE49-F238E27FC236}">
                <a16:creationId xmlns:a16="http://schemas.microsoft.com/office/drawing/2014/main" id="{4B6B1B7D-20F1-440D-9416-26C0110C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527" y="81403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0" name="path-6248">
            <a:extLst xmlns:a="http://schemas.openxmlformats.org/drawingml/2006/main">
              <a:ext uri="{FF2B5EF4-FFF2-40B4-BE49-F238E27FC236}">
                <a16:creationId xmlns:a16="http://schemas.microsoft.com/office/drawing/2014/main" id="{D92353F2-C0E0-4EC0-BDE9-DAC9A7F3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995" y="81208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1" name="path-6249">
            <a:extLst xmlns:a="http://schemas.openxmlformats.org/drawingml/2006/main">
              <a:ext uri="{FF2B5EF4-FFF2-40B4-BE49-F238E27FC236}">
                <a16:creationId xmlns:a16="http://schemas.microsoft.com/office/drawing/2014/main" id="{3C5BF59C-39EB-4BE0-A09B-12C06BE6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315" y="8129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2" name="path-6250">
            <a:extLst xmlns:a="http://schemas.openxmlformats.org/drawingml/2006/main">
              <a:ext uri="{FF2B5EF4-FFF2-40B4-BE49-F238E27FC236}">
                <a16:creationId xmlns:a16="http://schemas.microsoft.com/office/drawing/2014/main" id="{B11BA46F-7D9B-4D70-8067-E13EDF5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358" y="81407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3" name="path-6251">
            <a:extLst xmlns:a="http://schemas.openxmlformats.org/drawingml/2006/main">
              <a:ext uri="{FF2B5EF4-FFF2-40B4-BE49-F238E27FC236}">
                <a16:creationId xmlns:a16="http://schemas.microsoft.com/office/drawing/2014/main" id="{D944254E-BD80-49D1-8216-1101BCFF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483" y="81709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4" name="path-6252">
            <a:extLst xmlns:a="http://schemas.openxmlformats.org/drawingml/2006/main">
              <a:ext uri="{FF2B5EF4-FFF2-40B4-BE49-F238E27FC236}">
                <a16:creationId xmlns:a16="http://schemas.microsoft.com/office/drawing/2014/main" id="{F1F7A411-90FE-44E1-A659-F11BCC2A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714" y="8123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5" name="path-6253">
            <a:extLst xmlns:a="http://schemas.openxmlformats.org/drawingml/2006/main">
              <a:ext uri="{FF2B5EF4-FFF2-40B4-BE49-F238E27FC236}">
                <a16:creationId xmlns:a16="http://schemas.microsoft.com/office/drawing/2014/main" id="{7772207C-A4EB-4ADA-B7DB-9D1326FA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901" y="8117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6" name="path-6254">
            <a:extLst xmlns:a="http://schemas.openxmlformats.org/drawingml/2006/main">
              <a:ext uri="{FF2B5EF4-FFF2-40B4-BE49-F238E27FC236}">
                <a16:creationId xmlns:a16="http://schemas.microsoft.com/office/drawing/2014/main" id="{CA40AF4F-16FC-4798-973D-51B86A54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612" y="81385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7" name="path-6255">
            <a:extLst xmlns:a="http://schemas.openxmlformats.org/drawingml/2006/main">
              <a:ext uri="{FF2B5EF4-FFF2-40B4-BE49-F238E27FC236}">
                <a16:creationId xmlns:a16="http://schemas.microsoft.com/office/drawing/2014/main" id="{D2A6E4B4-2903-483A-A82E-4C32C0BF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4319" y="81168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8" name="path-6256">
            <a:extLst xmlns:a="http://schemas.openxmlformats.org/drawingml/2006/main">
              <a:ext uri="{FF2B5EF4-FFF2-40B4-BE49-F238E27FC236}">
                <a16:creationId xmlns:a16="http://schemas.microsoft.com/office/drawing/2014/main" id="{0D4ADBDC-C773-4DEA-9190-8CA695C8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79" y="81413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9" name="path-6257">
            <a:extLst xmlns:a="http://schemas.openxmlformats.org/drawingml/2006/main">
              <a:ext uri="{FF2B5EF4-FFF2-40B4-BE49-F238E27FC236}">
                <a16:creationId xmlns:a16="http://schemas.microsoft.com/office/drawing/2014/main" id="{C8C53628-32F3-4533-BE1F-CDF29D93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046" y="81078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0" name="path-6258">
            <a:extLst xmlns:a="http://schemas.openxmlformats.org/drawingml/2006/main">
              <a:ext uri="{FF2B5EF4-FFF2-40B4-BE49-F238E27FC236}">
                <a16:creationId xmlns:a16="http://schemas.microsoft.com/office/drawing/2014/main" id="{22E90CE5-0CD3-4ADD-A7D2-A350694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786" y="81634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1" name="path-6259">
            <a:extLst xmlns:a="http://schemas.openxmlformats.org/drawingml/2006/main">
              <a:ext uri="{FF2B5EF4-FFF2-40B4-BE49-F238E27FC236}">
                <a16:creationId xmlns:a16="http://schemas.microsoft.com/office/drawing/2014/main" id="{65A78899-185D-4A58-BA65-6B462967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682" y="8128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2" name="path-6260">
            <a:extLst xmlns:a="http://schemas.openxmlformats.org/drawingml/2006/main">
              <a:ext uri="{FF2B5EF4-FFF2-40B4-BE49-F238E27FC236}">
                <a16:creationId xmlns:a16="http://schemas.microsoft.com/office/drawing/2014/main" id="{280A1553-9860-458B-903B-9A3F65CF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815" y="81436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3" name="path-6261">
            <a:extLst xmlns:a="http://schemas.openxmlformats.org/drawingml/2006/main">
              <a:ext uri="{FF2B5EF4-FFF2-40B4-BE49-F238E27FC236}">
                <a16:creationId xmlns:a16="http://schemas.microsoft.com/office/drawing/2014/main" id="{DD5FF9F0-7545-4497-A5D8-A24CD719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276" y="8163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4" name="path-6262">
            <a:extLst xmlns:a="http://schemas.openxmlformats.org/drawingml/2006/main">
              <a:ext uri="{FF2B5EF4-FFF2-40B4-BE49-F238E27FC236}">
                <a16:creationId xmlns:a16="http://schemas.microsoft.com/office/drawing/2014/main" id="{A5B2E86E-A88C-4177-A5F9-08913880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455" y="81568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5" name="path-6263">
            <a:extLst xmlns:a="http://schemas.openxmlformats.org/drawingml/2006/main">
              <a:ext uri="{FF2B5EF4-FFF2-40B4-BE49-F238E27FC236}">
                <a16:creationId xmlns:a16="http://schemas.microsoft.com/office/drawing/2014/main" id="{AFACB115-9A21-4397-A777-F4B970F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374" y="8143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6" name="path-6264">
            <a:extLst xmlns:a="http://schemas.openxmlformats.org/drawingml/2006/main">
              <a:ext uri="{FF2B5EF4-FFF2-40B4-BE49-F238E27FC236}">
                <a16:creationId xmlns:a16="http://schemas.microsoft.com/office/drawing/2014/main" id="{6E2AE394-7FD3-4FBD-8F77-E007E6D9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746" y="81404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7" name="path-6265">
            <a:extLst xmlns:a="http://schemas.openxmlformats.org/drawingml/2006/main">
              <a:ext uri="{FF2B5EF4-FFF2-40B4-BE49-F238E27FC236}">
                <a16:creationId xmlns:a16="http://schemas.microsoft.com/office/drawing/2014/main" id="{87168A06-FF78-4022-B73B-ECDBC12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75" y="81677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8" name="path-6266">
            <a:extLst xmlns:a="http://schemas.openxmlformats.org/drawingml/2006/main">
              <a:ext uri="{FF2B5EF4-FFF2-40B4-BE49-F238E27FC236}">
                <a16:creationId xmlns:a16="http://schemas.microsoft.com/office/drawing/2014/main" id="{2559E02C-DCC0-462A-88E9-8C641AD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968" y="8097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9" name="path-6267">
            <a:extLst xmlns:a="http://schemas.openxmlformats.org/drawingml/2006/main">
              <a:ext uri="{FF2B5EF4-FFF2-40B4-BE49-F238E27FC236}">
                <a16:creationId xmlns:a16="http://schemas.microsoft.com/office/drawing/2014/main" id="{91DE5821-66D5-49EA-983E-57711BF5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104" y="81264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0" name="path-6268">
            <a:extLst xmlns:a="http://schemas.openxmlformats.org/drawingml/2006/main">
              <a:ext uri="{FF2B5EF4-FFF2-40B4-BE49-F238E27FC236}">
                <a16:creationId xmlns:a16="http://schemas.microsoft.com/office/drawing/2014/main" id="{2E71BC1E-2420-4514-9D6B-454B3B5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7452" y="81228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1" name="path-6269">
            <a:extLst xmlns:a="http://schemas.openxmlformats.org/drawingml/2006/main">
              <a:ext uri="{FF2B5EF4-FFF2-40B4-BE49-F238E27FC236}">
                <a16:creationId xmlns:a16="http://schemas.microsoft.com/office/drawing/2014/main" id="{9779F31F-1D64-42BB-A7CA-D9011DD7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635" y="8146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2" name="path-6270">
            <a:extLst xmlns:a="http://schemas.openxmlformats.org/drawingml/2006/main">
              <a:ext uri="{FF2B5EF4-FFF2-40B4-BE49-F238E27FC236}">
                <a16:creationId xmlns:a16="http://schemas.microsoft.com/office/drawing/2014/main" id="{CB19C298-1851-4919-AF21-5FFC8532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805" y="81487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3" name="path-6271">
            <a:extLst xmlns:a="http://schemas.openxmlformats.org/drawingml/2006/main">
              <a:ext uri="{FF2B5EF4-FFF2-40B4-BE49-F238E27FC236}">
                <a16:creationId xmlns:a16="http://schemas.microsoft.com/office/drawing/2014/main" id="{A28DDAFB-E57E-4EE5-A018-11E3E645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029" y="8128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4" name="path-6272">
            <a:extLst xmlns:a="http://schemas.openxmlformats.org/drawingml/2006/main">
              <a:ext uri="{FF2B5EF4-FFF2-40B4-BE49-F238E27FC236}">
                <a16:creationId xmlns:a16="http://schemas.microsoft.com/office/drawing/2014/main" id="{04D758C7-2296-490F-BFEA-766AB558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505" y="81503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5" name="path-6273">
            <a:extLst xmlns:a="http://schemas.openxmlformats.org/drawingml/2006/main">
              <a:ext uri="{FF2B5EF4-FFF2-40B4-BE49-F238E27FC236}">
                <a16:creationId xmlns:a16="http://schemas.microsoft.com/office/drawing/2014/main" id="{5E581C22-C9C7-477B-8212-91A5FED6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731" y="81538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6" name="path-6274">
            <a:extLst xmlns:a="http://schemas.openxmlformats.org/drawingml/2006/main">
              <a:ext uri="{FF2B5EF4-FFF2-40B4-BE49-F238E27FC236}">
                <a16:creationId xmlns:a16="http://schemas.microsoft.com/office/drawing/2014/main" id="{7CBE3D02-FFD5-4E0C-A4D8-B114458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686" y="8163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7" name="path-6275">
            <a:extLst xmlns:a="http://schemas.openxmlformats.org/drawingml/2006/main">
              <a:ext uri="{FF2B5EF4-FFF2-40B4-BE49-F238E27FC236}">
                <a16:creationId xmlns:a16="http://schemas.microsoft.com/office/drawing/2014/main" id="{92C92DCF-78C6-4496-83AF-463BE5C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88" y="81661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8" name="path-6276">
            <a:extLst xmlns:a="http://schemas.openxmlformats.org/drawingml/2006/main">
              <a:ext uri="{FF2B5EF4-FFF2-40B4-BE49-F238E27FC236}">
                <a16:creationId xmlns:a16="http://schemas.microsoft.com/office/drawing/2014/main" id="{666BC7E2-AEBC-4DB1-BD85-8DEC8DB8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896" y="8150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9" name="path-6277">
            <a:extLst xmlns:a="http://schemas.openxmlformats.org/drawingml/2006/main">
              <a:ext uri="{FF2B5EF4-FFF2-40B4-BE49-F238E27FC236}">
                <a16:creationId xmlns:a16="http://schemas.microsoft.com/office/drawing/2014/main" id="{3F15BFDC-9482-43F6-9358-8F17D9D9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623" y="81329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0" name="path-6278">
            <a:extLst xmlns:a="http://schemas.openxmlformats.org/drawingml/2006/main">
              <a:ext uri="{FF2B5EF4-FFF2-40B4-BE49-F238E27FC236}">
                <a16:creationId xmlns:a16="http://schemas.microsoft.com/office/drawing/2014/main" id="{4DD001D9-2E05-47BA-8529-7F466902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379" y="8143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1" name="path-6279">
            <a:extLst xmlns:a="http://schemas.openxmlformats.org/drawingml/2006/main">
              <a:ext uri="{FF2B5EF4-FFF2-40B4-BE49-F238E27FC236}">
                <a16:creationId xmlns:a16="http://schemas.microsoft.com/office/drawing/2014/main" id="{A1B2E071-9097-46D0-BCF3-D510960A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18" y="81520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2" name="path-6280">
            <a:extLst xmlns:a="http://schemas.openxmlformats.org/drawingml/2006/main">
              <a:ext uri="{FF2B5EF4-FFF2-40B4-BE49-F238E27FC236}">
                <a16:creationId xmlns:a16="http://schemas.microsoft.com/office/drawing/2014/main" id="{00306C2A-F699-494D-B92A-FE460202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701" y="8124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3" name="path-6281">
            <a:extLst xmlns:a="http://schemas.openxmlformats.org/drawingml/2006/main">
              <a:ext uri="{FF2B5EF4-FFF2-40B4-BE49-F238E27FC236}">
                <a16:creationId xmlns:a16="http://schemas.microsoft.com/office/drawing/2014/main" id="{C4AC11CF-4891-47E6-BA2E-85A1FC04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933" y="81525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4" name="path-6282">
            <a:extLst xmlns:a="http://schemas.openxmlformats.org/drawingml/2006/main">
              <a:ext uri="{FF2B5EF4-FFF2-40B4-BE49-F238E27FC236}">
                <a16:creationId xmlns:a16="http://schemas.microsoft.com/office/drawing/2014/main" id="{2A529DC9-D04E-444B-840F-FB56554F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412" y="81380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5" name="path-6283">
            <a:extLst xmlns:a="http://schemas.openxmlformats.org/drawingml/2006/main">
              <a:ext uri="{FF2B5EF4-FFF2-40B4-BE49-F238E27FC236}">
                <a16:creationId xmlns:a16="http://schemas.microsoft.com/office/drawing/2014/main" id="{3EC3694F-E3D2-445E-9929-2B1BAA1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532" y="8150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6" name="path-6284">
            <a:extLst xmlns:a="http://schemas.openxmlformats.org/drawingml/2006/main">
              <a:ext uri="{FF2B5EF4-FFF2-40B4-BE49-F238E27FC236}">
                <a16:creationId xmlns:a16="http://schemas.microsoft.com/office/drawing/2014/main" id="{0B03C83D-71BC-4D12-909A-CDFCB8CE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2701" y="8156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7" name="path-6285">
            <a:extLst xmlns:a="http://schemas.openxmlformats.org/drawingml/2006/main">
              <a:ext uri="{FF2B5EF4-FFF2-40B4-BE49-F238E27FC236}">
                <a16:creationId xmlns:a16="http://schemas.microsoft.com/office/drawing/2014/main" id="{809E527C-26E4-450D-B9A8-07BC7329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67" y="8127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8" name="path-6286">
            <a:extLst xmlns:a="http://schemas.openxmlformats.org/drawingml/2006/main">
              <a:ext uri="{FF2B5EF4-FFF2-40B4-BE49-F238E27FC236}">
                <a16:creationId xmlns:a16="http://schemas.microsoft.com/office/drawing/2014/main" id="{D78426D0-DE7C-41A7-B5CB-EBBC2EA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14" y="81635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9" name="path-6287">
            <a:extLst xmlns:a="http://schemas.openxmlformats.org/drawingml/2006/main">
              <a:ext uri="{FF2B5EF4-FFF2-40B4-BE49-F238E27FC236}">
                <a16:creationId xmlns:a16="http://schemas.microsoft.com/office/drawing/2014/main" id="{06E7B401-609F-4B8A-A3AA-454B98A7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998" y="81197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0" name="path-6288">
            <a:extLst xmlns:a="http://schemas.openxmlformats.org/drawingml/2006/main">
              <a:ext uri="{FF2B5EF4-FFF2-40B4-BE49-F238E27FC236}">
                <a16:creationId xmlns:a16="http://schemas.microsoft.com/office/drawing/2014/main" id="{EC5AC626-11DD-419C-AFB2-F8D1DA8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853" y="81723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1" name="path-6289">
            <a:extLst xmlns:a="http://schemas.openxmlformats.org/drawingml/2006/main">
              <a:ext uri="{FF2B5EF4-FFF2-40B4-BE49-F238E27FC236}">
                <a16:creationId xmlns:a16="http://schemas.microsoft.com/office/drawing/2014/main" id="{09DDAC36-F6ED-44A0-937D-F3D27A9E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146" y="8153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2" name="path-6290">
            <a:extLst xmlns:a="http://schemas.openxmlformats.org/drawingml/2006/main">
              <a:ext uri="{FF2B5EF4-FFF2-40B4-BE49-F238E27FC236}">
                <a16:creationId xmlns:a16="http://schemas.microsoft.com/office/drawing/2014/main" id="{53C8F81D-59B5-4388-9BD1-BBEFDB56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079" y="81323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3" name="path-6291">
            <a:extLst xmlns:a="http://schemas.openxmlformats.org/drawingml/2006/main">
              <a:ext uri="{FF2B5EF4-FFF2-40B4-BE49-F238E27FC236}">
                <a16:creationId xmlns:a16="http://schemas.microsoft.com/office/drawing/2014/main" id="{EDC7DA94-AE49-447A-AA69-56E827C6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291" y="8119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4" name="path-6292">
            <a:extLst xmlns:a="http://schemas.openxmlformats.org/drawingml/2006/main">
              <a:ext uri="{FF2B5EF4-FFF2-40B4-BE49-F238E27FC236}">
                <a16:creationId xmlns:a16="http://schemas.microsoft.com/office/drawing/2014/main" id="{3DB59977-B6D5-479E-8CB1-90E6E65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240" y="81182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5" name="path-6293">
            <a:extLst xmlns:a="http://schemas.openxmlformats.org/drawingml/2006/main">
              <a:ext uri="{FF2B5EF4-FFF2-40B4-BE49-F238E27FC236}">
                <a16:creationId xmlns:a16="http://schemas.microsoft.com/office/drawing/2014/main" id="{03A2092C-EE97-4828-960F-C1C48B2B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190" y="81555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6" name="path-6294">
            <a:extLst xmlns:a="http://schemas.openxmlformats.org/drawingml/2006/main">
              <a:ext uri="{FF2B5EF4-FFF2-40B4-BE49-F238E27FC236}">
                <a16:creationId xmlns:a16="http://schemas.microsoft.com/office/drawing/2014/main" id="{2814D339-63FF-4E44-8D5C-587D3C2B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80" y="8159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7" name="path-6295">
            <a:extLst xmlns:a="http://schemas.openxmlformats.org/drawingml/2006/main">
              <a:ext uri="{FF2B5EF4-FFF2-40B4-BE49-F238E27FC236}">
                <a16:creationId xmlns:a16="http://schemas.microsoft.com/office/drawing/2014/main" id="{500D6BD7-443B-4037-BD8A-AE8F50E0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38" y="81429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8" name="path-6296">
            <a:extLst xmlns:a="http://schemas.openxmlformats.org/drawingml/2006/main">
              <a:ext uri="{FF2B5EF4-FFF2-40B4-BE49-F238E27FC236}">
                <a16:creationId xmlns:a16="http://schemas.microsoft.com/office/drawing/2014/main" id="{ED3043B5-528B-4016-B4AE-83F22669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428" y="81468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9" name="path-6297">
            <a:extLst xmlns:a="http://schemas.openxmlformats.org/drawingml/2006/main">
              <a:ext uri="{FF2B5EF4-FFF2-40B4-BE49-F238E27FC236}">
                <a16:creationId xmlns:a16="http://schemas.microsoft.com/office/drawing/2014/main" id="{791CC174-325F-4F2A-86E4-47788F28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789" y="81715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0" name="path-6298">
            <a:extLst xmlns:a="http://schemas.openxmlformats.org/drawingml/2006/main">
              <a:ext uri="{FF2B5EF4-FFF2-40B4-BE49-F238E27FC236}">
                <a16:creationId xmlns:a16="http://schemas.microsoft.com/office/drawing/2014/main" id="{4C1704AD-8429-4A7B-826B-89B539B5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98" y="81272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1" name="path-6299">
            <a:extLst xmlns:a="http://schemas.openxmlformats.org/drawingml/2006/main">
              <a:ext uri="{FF2B5EF4-FFF2-40B4-BE49-F238E27FC236}">
                <a16:creationId xmlns:a16="http://schemas.microsoft.com/office/drawing/2014/main" id="{5283CCA8-C1EB-4C7F-8E01-B2296258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049" y="81208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2" name="path-6300">
            <a:extLst xmlns:a="http://schemas.openxmlformats.org/drawingml/2006/main">
              <a:ext uri="{FF2B5EF4-FFF2-40B4-BE49-F238E27FC236}">
                <a16:creationId xmlns:a16="http://schemas.microsoft.com/office/drawing/2014/main" id="{6F240281-9D2A-4114-B3AA-44EDC60B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129" y="8135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3" name="path-6301">
            <a:extLst xmlns:a="http://schemas.openxmlformats.org/drawingml/2006/main">
              <a:ext uri="{FF2B5EF4-FFF2-40B4-BE49-F238E27FC236}">
                <a16:creationId xmlns:a16="http://schemas.microsoft.com/office/drawing/2014/main" id="{C280B0EB-34EB-472D-A0DE-FCAA9D16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955" y="8143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4" name="path-6302">
            <a:extLst xmlns:a="http://schemas.openxmlformats.org/drawingml/2006/main">
              <a:ext uri="{FF2B5EF4-FFF2-40B4-BE49-F238E27FC236}">
                <a16:creationId xmlns:a16="http://schemas.microsoft.com/office/drawing/2014/main" id="{4F1EC808-2E02-4FCA-944B-FDF416EF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50" y="8148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5" name="path-6303">
            <a:extLst xmlns:a="http://schemas.openxmlformats.org/drawingml/2006/main">
              <a:ext uri="{FF2B5EF4-FFF2-40B4-BE49-F238E27FC236}">
                <a16:creationId xmlns:a16="http://schemas.microsoft.com/office/drawing/2014/main" id="{CA96A7D7-C68E-4FBC-9A1A-A609D025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713" y="8145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6" name="path-6304">
            <a:extLst xmlns:a="http://schemas.openxmlformats.org/drawingml/2006/main">
              <a:ext uri="{FF2B5EF4-FFF2-40B4-BE49-F238E27FC236}">
                <a16:creationId xmlns:a16="http://schemas.microsoft.com/office/drawing/2014/main" id="{B09B7EC1-1743-4839-B219-CD15701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80" y="81375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7" name="path-6305">
            <a:extLst xmlns:a="http://schemas.openxmlformats.org/drawingml/2006/main">
              <a:ext uri="{FF2B5EF4-FFF2-40B4-BE49-F238E27FC236}">
                <a16:creationId xmlns:a16="http://schemas.microsoft.com/office/drawing/2014/main" id="{89086FC7-2D1C-46BD-8B68-ED2940E6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436" y="81368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8" name="path-6306">
            <a:extLst xmlns:a="http://schemas.openxmlformats.org/drawingml/2006/main">
              <a:ext uri="{FF2B5EF4-FFF2-40B4-BE49-F238E27FC236}">
                <a16:creationId xmlns:a16="http://schemas.microsoft.com/office/drawing/2014/main" id="{6892D815-56CF-4814-8616-B8546205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4913" y="81391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9" name="path-6307">
            <a:extLst xmlns:a="http://schemas.openxmlformats.org/drawingml/2006/main">
              <a:ext uri="{FF2B5EF4-FFF2-40B4-BE49-F238E27FC236}">
                <a16:creationId xmlns:a16="http://schemas.microsoft.com/office/drawing/2014/main" id="{67CFC964-5AF5-49E5-B65F-8AE119B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27" y="81843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0" name="path-6308">
            <a:extLst xmlns:a="http://schemas.openxmlformats.org/drawingml/2006/main">
              <a:ext uri="{FF2B5EF4-FFF2-40B4-BE49-F238E27FC236}">
                <a16:creationId xmlns:a16="http://schemas.microsoft.com/office/drawing/2014/main" id="{BBBE30F3-EDC8-4D99-A8F8-36B3EF02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47" y="81480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1" name="path-6309">
            <a:extLst xmlns:a="http://schemas.openxmlformats.org/drawingml/2006/main">
              <a:ext uri="{FF2B5EF4-FFF2-40B4-BE49-F238E27FC236}">
                <a16:creationId xmlns:a16="http://schemas.microsoft.com/office/drawing/2014/main" id="{4C91548D-E764-46AF-BC98-03D61D6A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790" y="81385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2" name="path-6310">
            <a:extLst xmlns:a="http://schemas.openxmlformats.org/drawingml/2006/main">
              <a:ext uri="{FF2B5EF4-FFF2-40B4-BE49-F238E27FC236}">
                <a16:creationId xmlns:a16="http://schemas.microsoft.com/office/drawing/2014/main" id="{C007AA0A-55EB-4D80-8A12-5B3BE3EE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041" y="8151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3" name="path-6311">
            <a:extLst xmlns:a="http://schemas.openxmlformats.org/drawingml/2006/main">
              <a:ext uri="{FF2B5EF4-FFF2-40B4-BE49-F238E27FC236}">
                <a16:creationId xmlns:a16="http://schemas.microsoft.com/office/drawing/2014/main" id="{4503CCBE-B870-463F-8E52-5EA284E9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747" y="81214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4" name="path-6312">
            <a:extLst xmlns:a="http://schemas.openxmlformats.org/drawingml/2006/main">
              <a:ext uri="{FF2B5EF4-FFF2-40B4-BE49-F238E27FC236}">
                <a16:creationId xmlns:a16="http://schemas.microsoft.com/office/drawing/2014/main" id="{0B727149-E71D-4DDE-AFA2-AFC0A93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5055" y="81510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5" name="path-6313">
            <a:extLst xmlns:a="http://schemas.openxmlformats.org/drawingml/2006/main">
              <a:ext uri="{FF2B5EF4-FFF2-40B4-BE49-F238E27FC236}">
                <a16:creationId xmlns:a16="http://schemas.microsoft.com/office/drawing/2014/main" id="{EDE75C53-03EE-4D0E-B30F-80EC710F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589" y="8125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6" name="path-6314">
            <a:extLst xmlns:a="http://schemas.openxmlformats.org/drawingml/2006/main">
              <a:ext uri="{FF2B5EF4-FFF2-40B4-BE49-F238E27FC236}">
                <a16:creationId xmlns:a16="http://schemas.microsoft.com/office/drawing/2014/main" id="{23B36032-C690-4AF0-961B-A3D62262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3" y="81545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7" name="path-6315">
            <a:extLst xmlns:a="http://schemas.openxmlformats.org/drawingml/2006/main">
              <a:ext uri="{FF2B5EF4-FFF2-40B4-BE49-F238E27FC236}">
                <a16:creationId xmlns:a16="http://schemas.microsoft.com/office/drawing/2014/main" id="{5BB131D1-9558-4D5B-A8D2-AFC577F8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9" y="81444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8" name="path-6316">
            <a:extLst xmlns:a="http://schemas.openxmlformats.org/drawingml/2006/main">
              <a:ext uri="{FF2B5EF4-FFF2-40B4-BE49-F238E27FC236}">
                <a16:creationId xmlns:a16="http://schemas.microsoft.com/office/drawing/2014/main" id="{F747F222-7A91-4DC6-B61B-4426B40C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839" y="81672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9" name="path-6317">
            <a:extLst xmlns:a="http://schemas.openxmlformats.org/drawingml/2006/main">
              <a:ext uri="{FF2B5EF4-FFF2-40B4-BE49-F238E27FC236}">
                <a16:creationId xmlns:a16="http://schemas.microsoft.com/office/drawing/2014/main" id="{49B956FD-C139-4633-B2FF-0F8F0331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22" y="81572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0" name="path-6318">
            <a:extLst xmlns:a="http://schemas.openxmlformats.org/drawingml/2006/main">
              <a:ext uri="{FF2B5EF4-FFF2-40B4-BE49-F238E27FC236}">
                <a16:creationId xmlns:a16="http://schemas.microsoft.com/office/drawing/2014/main" id="{E858DBF3-461B-4F1C-ADC3-65EFACC8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593" y="81626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1" name="path-6319">
            <a:extLst xmlns:a="http://schemas.openxmlformats.org/drawingml/2006/main">
              <a:ext uri="{FF2B5EF4-FFF2-40B4-BE49-F238E27FC236}">
                <a16:creationId xmlns:a16="http://schemas.microsoft.com/office/drawing/2014/main" id="{5802C145-C9D4-4CE7-9072-3D5D3BAF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321" y="81485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2" name="path-6320">
            <a:extLst xmlns:a="http://schemas.openxmlformats.org/drawingml/2006/main">
              <a:ext uri="{FF2B5EF4-FFF2-40B4-BE49-F238E27FC236}">
                <a16:creationId xmlns:a16="http://schemas.microsoft.com/office/drawing/2014/main" id="{4EC6F260-9456-464C-A3C2-58EA1A3C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213" y="8153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3" name="path-6321">
            <a:extLst xmlns:a="http://schemas.openxmlformats.org/drawingml/2006/main">
              <a:ext uri="{FF2B5EF4-FFF2-40B4-BE49-F238E27FC236}">
                <a16:creationId xmlns:a16="http://schemas.microsoft.com/office/drawing/2014/main" id="{7B77B52A-0F3D-45B3-A587-91C6EC9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877" y="8154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4" name="path-6322">
            <a:extLst xmlns:a="http://schemas.openxmlformats.org/drawingml/2006/main">
              <a:ext uri="{FF2B5EF4-FFF2-40B4-BE49-F238E27FC236}">
                <a16:creationId xmlns:a16="http://schemas.microsoft.com/office/drawing/2014/main" id="{F2B92473-CAA7-4CF5-A672-BC67C79F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09" y="8137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5" name="path-6323">
            <a:extLst xmlns:a="http://schemas.openxmlformats.org/drawingml/2006/main">
              <a:ext uri="{FF2B5EF4-FFF2-40B4-BE49-F238E27FC236}">
                <a16:creationId xmlns:a16="http://schemas.microsoft.com/office/drawing/2014/main" id="{2A83CB9E-813B-4C46-8B0F-F9695EB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052" y="81219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6" name="path-6324">
            <a:extLst xmlns:a="http://schemas.openxmlformats.org/drawingml/2006/main">
              <a:ext uri="{FF2B5EF4-FFF2-40B4-BE49-F238E27FC236}">
                <a16:creationId xmlns:a16="http://schemas.microsoft.com/office/drawing/2014/main" id="{67537524-42C9-4793-ACF9-769E07C3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325" y="81499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7" name="path-6325">
            <a:extLst xmlns:a="http://schemas.openxmlformats.org/drawingml/2006/main">
              <a:ext uri="{FF2B5EF4-FFF2-40B4-BE49-F238E27FC236}">
                <a16:creationId xmlns:a16="http://schemas.microsoft.com/office/drawing/2014/main" id="{4180C18E-07F5-487F-8ED6-B135045E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88" y="81528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8" name="path-6326">
            <a:extLst xmlns:a="http://schemas.openxmlformats.org/drawingml/2006/main">
              <a:ext uri="{FF2B5EF4-FFF2-40B4-BE49-F238E27FC236}">
                <a16:creationId xmlns:a16="http://schemas.microsoft.com/office/drawing/2014/main" id="{EB1D75C5-D71C-4C97-8697-A7DB1CE4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80" y="81298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9" name="path-6327">
            <a:extLst xmlns:a="http://schemas.openxmlformats.org/drawingml/2006/main">
              <a:ext uri="{FF2B5EF4-FFF2-40B4-BE49-F238E27FC236}">
                <a16:creationId xmlns:a16="http://schemas.microsoft.com/office/drawing/2014/main" id="{A05F63F5-FFA3-4F5D-B3DB-11BBAA84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211" y="8151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0" name="path-6328">
            <a:extLst xmlns:a="http://schemas.openxmlformats.org/drawingml/2006/main">
              <a:ext uri="{FF2B5EF4-FFF2-40B4-BE49-F238E27FC236}">
                <a16:creationId xmlns:a16="http://schemas.microsoft.com/office/drawing/2014/main" id="{89B4BD02-D68C-4B1A-9E73-FE63E1DC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73" y="81715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1" name="path-6329">
            <a:extLst xmlns:a="http://schemas.openxmlformats.org/drawingml/2006/main">
              <a:ext uri="{FF2B5EF4-FFF2-40B4-BE49-F238E27FC236}">
                <a16:creationId xmlns:a16="http://schemas.microsoft.com/office/drawing/2014/main" id="{9C0ECC94-DAF0-4BDF-90E7-E69C949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486" y="8139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2" name="path-6330">
            <a:extLst xmlns:a="http://schemas.openxmlformats.org/drawingml/2006/main">
              <a:ext uri="{FF2B5EF4-FFF2-40B4-BE49-F238E27FC236}">
                <a16:creationId xmlns:a16="http://schemas.microsoft.com/office/drawing/2014/main" id="{75FD0A75-D6DF-427B-87D8-A0462030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12" y="81206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3" name="path-6331">
            <a:extLst xmlns:a="http://schemas.openxmlformats.org/drawingml/2006/main">
              <a:ext uri="{FF2B5EF4-FFF2-40B4-BE49-F238E27FC236}">
                <a16:creationId xmlns:a16="http://schemas.microsoft.com/office/drawing/2014/main" id="{09C9874B-8A00-47BC-B70C-38EA80D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689" y="8152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4" name="path-6332">
            <a:extLst xmlns:a="http://schemas.openxmlformats.org/drawingml/2006/main">
              <a:ext uri="{FF2B5EF4-FFF2-40B4-BE49-F238E27FC236}">
                <a16:creationId xmlns:a16="http://schemas.microsoft.com/office/drawing/2014/main" id="{0413FB6D-AC74-427B-8F51-64AB525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575" y="8193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5" name="path-6333">
            <a:extLst xmlns:a="http://schemas.openxmlformats.org/drawingml/2006/main">
              <a:ext uri="{FF2B5EF4-FFF2-40B4-BE49-F238E27FC236}">
                <a16:creationId xmlns:a16="http://schemas.microsoft.com/office/drawing/2014/main" id="{26D79983-C469-4884-85C4-AD283D26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31" y="8142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6" name="path-6334">
            <a:extLst xmlns:a="http://schemas.openxmlformats.org/drawingml/2006/main">
              <a:ext uri="{FF2B5EF4-FFF2-40B4-BE49-F238E27FC236}">
                <a16:creationId xmlns:a16="http://schemas.microsoft.com/office/drawing/2014/main" id="{9F8FDFDE-A6ED-47A4-AB3B-1DBB887C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456" y="8171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7" name="path-6335">
            <a:extLst xmlns:a="http://schemas.openxmlformats.org/drawingml/2006/main">
              <a:ext uri="{FF2B5EF4-FFF2-40B4-BE49-F238E27FC236}">
                <a16:creationId xmlns:a16="http://schemas.microsoft.com/office/drawing/2014/main" id="{2C8DA9CA-E67B-4296-9A9A-89CD56E2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670" y="81306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8" name="path-6336">
            <a:extLst xmlns:a="http://schemas.openxmlformats.org/drawingml/2006/main">
              <a:ext uri="{FF2B5EF4-FFF2-40B4-BE49-F238E27FC236}">
                <a16:creationId xmlns:a16="http://schemas.microsoft.com/office/drawing/2014/main" id="{84F95752-B6BC-4C2B-97C9-C2E6C5EE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719" y="81612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9" name="path-6337">
            <a:extLst xmlns:a="http://schemas.openxmlformats.org/drawingml/2006/main">
              <a:ext uri="{FF2B5EF4-FFF2-40B4-BE49-F238E27FC236}">
                <a16:creationId xmlns:a16="http://schemas.microsoft.com/office/drawing/2014/main" id="{AEBCBBB3-A346-4FF6-88DB-2D00E547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686" y="8150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0" name="path-6338">
            <a:extLst xmlns:a="http://schemas.openxmlformats.org/drawingml/2006/main">
              <a:ext uri="{FF2B5EF4-FFF2-40B4-BE49-F238E27FC236}">
                <a16:creationId xmlns:a16="http://schemas.microsoft.com/office/drawing/2014/main" id="{45146837-694F-4EEC-9874-C6E85911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073" y="8152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1" name="path-6339">
            <a:extLst xmlns:a="http://schemas.openxmlformats.org/drawingml/2006/main">
              <a:ext uri="{FF2B5EF4-FFF2-40B4-BE49-F238E27FC236}">
                <a16:creationId xmlns:a16="http://schemas.microsoft.com/office/drawing/2014/main" id="{BE3141BB-E3BB-4B64-92DF-84BF405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785" y="81318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2" name="path-6340">
            <a:extLst xmlns:a="http://schemas.openxmlformats.org/drawingml/2006/main">
              <a:ext uri="{FF2B5EF4-FFF2-40B4-BE49-F238E27FC236}">
                <a16:creationId xmlns:a16="http://schemas.microsoft.com/office/drawing/2014/main" id="{8EBD34CC-4371-4351-9C54-FE4D8695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794" y="81561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3" name="path-6341">
            <a:extLst xmlns:a="http://schemas.openxmlformats.org/drawingml/2006/main">
              <a:ext uri="{FF2B5EF4-FFF2-40B4-BE49-F238E27FC236}">
                <a16:creationId xmlns:a16="http://schemas.microsoft.com/office/drawing/2014/main" id="{9FB8BFA0-7BF2-4229-BDBD-6C213A74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154" y="81383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4" name="path-6342">
            <a:extLst xmlns:a="http://schemas.openxmlformats.org/drawingml/2006/main">
              <a:ext uri="{FF2B5EF4-FFF2-40B4-BE49-F238E27FC236}">
                <a16:creationId xmlns:a16="http://schemas.microsoft.com/office/drawing/2014/main" id="{DDD47925-202F-4744-AB36-AFB54621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058" y="8148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5" name="path-6343">
            <a:extLst xmlns:a="http://schemas.openxmlformats.org/drawingml/2006/main">
              <a:ext uri="{FF2B5EF4-FFF2-40B4-BE49-F238E27FC236}">
                <a16:creationId xmlns:a16="http://schemas.microsoft.com/office/drawing/2014/main" id="{09D66F9A-68C4-4E39-8FFD-F7BBA5AA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50" y="81478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6" name="path-6344">
            <a:extLst xmlns:a="http://schemas.openxmlformats.org/drawingml/2006/main">
              <a:ext uri="{FF2B5EF4-FFF2-40B4-BE49-F238E27FC236}">
                <a16:creationId xmlns:a16="http://schemas.microsoft.com/office/drawing/2014/main" id="{21707A60-6CA6-4DFE-B49C-E7B2A3BD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194" y="81297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7" name="path-6345">
            <a:extLst xmlns:a="http://schemas.openxmlformats.org/drawingml/2006/main">
              <a:ext uri="{FF2B5EF4-FFF2-40B4-BE49-F238E27FC236}">
                <a16:creationId xmlns:a16="http://schemas.microsoft.com/office/drawing/2014/main" id="{CD598402-523C-41F7-9794-0F38FE8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037" y="81476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8" name="path-6346">
            <a:extLst xmlns:a="http://schemas.openxmlformats.org/drawingml/2006/main">
              <a:ext uri="{FF2B5EF4-FFF2-40B4-BE49-F238E27FC236}">
                <a16:creationId xmlns:a16="http://schemas.microsoft.com/office/drawing/2014/main" id="{47E713A9-CCB8-4EBE-88C4-4555E006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671" y="8176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9" name="path-6347">
            <a:extLst xmlns:a="http://schemas.openxmlformats.org/drawingml/2006/main">
              <a:ext uri="{FF2B5EF4-FFF2-40B4-BE49-F238E27FC236}">
                <a16:creationId xmlns:a16="http://schemas.microsoft.com/office/drawing/2014/main" id="{D27055B9-F852-4D19-924C-3A473506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839" y="81403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0" name="path-6348">
            <a:extLst xmlns:a="http://schemas.openxmlformats.org/drawingml/2006/main">
              <a:ext uri="{FF2B5EF4-FFF2-40B4-BE49-F238E27FC236}">
                <a16:creationId xmlns:a16="http://schemas.microsoft.com/office/drawing/2014/main" id="{087A9FCD-0397-493F-872D-2AEC4B07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21" y="81179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1" name="path-6349">
            <a:extLst xmlns:a="http://schemas.openxmlformats.org/drawingml/2006/main">
              <a:ext uri="{FF2B5EF4-FFF2-40B4-BE49-F238E27FC236}">
                <a16:creationId xmlns:a16="http://schemas.microsoft.com/office/drawing/2014/main" id="{4766AF02-E0C2-4E37-9272-B482A67E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477" y="8114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2" name="path-6350">
            <a:extLst xmlns:a="http://schemas.openxmlformats.org/drawingml/2006/main">
              <a:ext uri="{FF2B5EF4-FFF2-40B4-BE49-F238E27FC236}">
                <a16:creationId xmlns:a16="http://schemas.microsoft.com/office/drawing/2014/main" id="{9146C6C4-CD1D-408F-9E9E-FDD32D78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243" y="81305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3" name="path-6351">
            <a:extLst xmlns:a="http://schemas.openxmlformats.org/drawingml/2006/main">
              <a:ext uri="{FF2B5EF4-FFF2-40B4-BE49-F238E27FC236}">
                <a16:creationId xmlns:a16="http://schemas.microsoft.com/office/drawing/2014/main" id="{A749A596-9D57-4B2F-8603-0AAF25A0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159" y="8160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4" name="path-6352">
            <a:extLst xmlns:a="http://schemas.openxmlformats.org/drawingml/2006/main">
              <a:ext uri="{FF2B5EF4-FFF2-40B4-BE49-F238E27FC236}">
                <a16:creationId xmlns:a16="http://schemas.microsoft.com/office/drawing/2014/main" id="{D56D66FF-6156-49B4-9709-F268BF7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218" y="81543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5" name="path-6353">
            <a:extLst xmlns:a="http://schemas.openxmlformats.org/drawingml/2006/main">
              <a:ext uri="{FF2B5EF4-FFF2-40B4-BE49-F238E27FC236}">
                <a16:creationId xmlns:a16="http://schemas.microsoft.com/office/drawing/2014/main" id="{E873F97B-7F2B-4A9A-9B61-F9A63176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364" y="8139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6" name="path-6354">
            <a:extLst xmlns:a="http://schemas.openxmlformats.org/drawingml/2006/main">
              <a:ext uri="{FF2B5EF4-FFF2-40B4-BE49-F238E27FC236}">
                <a16:creationId xmlns:a16="http://schemas.microsoft.com/office/drawing/2014/main" id="{760912F4-C431-448C-A74B-8A6186A2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30" y="8121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7" name="path-6355">
            <a:extLst xmlns:a="http://schemas.openxmlformats.org/drawingml/2006/main">
              <a:ext uri="{FF2B5EF4-FFF2-40B4-BE49-F238E27FC236}">
                <a16:creationId xmlns:a16="http://schemas.microsoft.com/office/drawing/2014/main" id="{3C0B9C96-493D-4E97-89B1-7FB62AB2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306" y="81072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8" name="path-6356">
            <a:extLst xmlns:a="http://schemas.openxmlformats.org/drawingml/2006/main">
              <a:ext uri="{FF2B5EF4-FFF2-40B4-BE49-F238E27FC236}">
                <a16:creationId xmlns:a16="http://schemas.microsoft.com/office/drawing/2014/main" id="{B0BAB389-A60E-46A0-BCEB-73C9AC43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845" y="8120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9" name="path-6357">
            <a:extLst xmlns:a="http://schemas.openxmlformats.org/drawingml/2006/main">
              <a:ext uri="{FF2B5EF4-FFF2-40B4-BE49-F238E27FC236}">
                <a16:creationId xmlns:a16="http://schemas.microsoft.com/office/drawing/2014/main" id="{4E7BF853-5FD0-4A15-8E49-4C8572A5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934" y="8170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0" name="path-6358">
            <a:extLst xmlns:a="http://schemas.openxmlformats.org/drawingml/2006/main">
              <a:ext uri="{FF2B5EF4-FFF2-40B4-BE49-F238E27FC236}">
                <a16:creationId xmlns:a16="http://schemas.microsoft.com/office/drawing/2014/main" id="{1E6F6A8E-6776-4770-B39C-19E2E3CE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09" y="8142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1" name="path-6359">
            <a:extLst xmlns:a="http://schemas.openxmlformats.org/drawingml/2006/main">
              <a:ext uri="{FF2B5EF4-FFF2-40B4-BE49-F238E27FC236}">
                <a16:creationId xmlns:a16="http://schemas.microsoft.com/office/drawing/2014/main" id="{1745D202-0496-4CF5-94E2-BF319758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094" y="81542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2" name="path-6360">
            <a:extLst xmlns:a="http://schemas.openxmlformats.org/drawingml/2006/main">
              <a:ext uri="{FF2B5EF4-FFF2-40B4-BE49-F238E27FC236}">
                <a16:creationId xmlns:a16="http://schemas.microsoft.com/office/drawing/2014/main" id="{50460A5B-3A03-4C96-8581-A8841E8D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955" y="81307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3" name="path-6361">
            <a:extLst xmlns:a="http://schemas.openxmlformats.org/drawingml/2006/main">
              <a:ext uri="{FF2B5EF4-FFF2-40B4-BE49-F238E27FC236}">
                <a16:creationId xmlns:a16="http://schemas.microsoft.com/office/drawing/2014/main" id="{7296C45F-D99E-4FC2-BB1E-4CA1C35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2074" y="81578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4" name="path-6362">
            <a:extLst xmlns:a="http://schemas.openxmlformats.org/drawingml/2006/main">
              <a:ext uri="{FF2B5EF4-FFF2-40B4-BE49-F238E27FC236}">
                <a16:creationId xmlns:a16="http://schemas.microsoft.com/office/drawing/2014/main" id="{5FC15D7F-187B-44CB-BDD3-051D4E64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976" y="81456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5" name="path-6363">
            <a:extLst xmlns:a="http://schemas.openxmlformats.org/drawingml/2006/main">
              <a:ext uri="{FF2B5EF4-FFF2-40B4-BE49-F238E27FC236}">
                <a16:creationId xmlns:a16="http://schemas.microsoft.com/office/drawing/2014/main" id="{44F8B940-A560-43ED-8458-D12E3AF2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49" y="8155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6" name="path-6364">
            <a:extLst xmlns:a="http://schemas.openxmlformats.org/drawingml/2006/main">
              <a:ext uri="{FF2B5EF4-FFF2-40B4-BE49-F238E27FC236}">
                <a16:creationId xmlns:a16="http://schemas.microsoft.com/office/drawing/2014/main" id="{66C36ECC-D351-4107-85FE-51ECA583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149" y="8126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7" name="path-6365">
            <a:extLst xmlns:a="http://schemas.openxmlformats.org/drawingml/2006/main">
              <a:ext uri="{FF2B5EF4-FFF2-40B4-BE49-F238E27FC236}">
                <a16:creationId xmlns:a16="http://schemas.microsoft.com/office/drawing/2014/main" id="{B4D4BEE6-FA6F-4545-84EB-1D5A027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387" y="81462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8" name="path-6366">
            <a:extLst xmlns:a="http://schemas.openxmlformats.org/drawingml/2006/main">
              <a:ext uri="{FF2B5EF4-FFF2-40B4-BE49-F238E27FC236}">
                <a16:creationId xmlns:a16="http://schemas.microsoft.com/office/drawing/2014/main" id="{C6EC8878-54F3-4D33-A39C-66AA4A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4284" y="81550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9" name="path-6367">
            <a:extLst xmlns:a="http://schemas.openxmlformats.org/drawingml/2006/main">
              <a:ext uri="{FF2B5EF4-FFF2-40B4-BE49-F238E27FC236}">
                <a16:creationId xmlns:a16="http://schemas.microsoft.com/office/drawing/2014/main" id="{F6EB08BF-B4CE-4134-8B0F-A83688D7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3" y="81741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0" name="path-6368">
            <a:extLst xmlns:a="http://schemas.openxmlformats.org/drawingml/2006/main">
              <a:ext uri="{FF2B5EF4-FFF2-40B4-BE49-F238E27FC236}">
                <a16:creationId xmlns:a16="http://schemas.microsoft.com/office/drawing/2014/main" id="{F667150F-BEF4-4F6A-9568-60C237A2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94" y="81384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1" name="path-6369">
            <a:extLst xmlns:a="http://schemas.openxmlformats.org/drawingml/2006/main">
              <a:ext uri="{FF2B5EF4-FFF2-40B4-BE49-F238E27FC236}">
                <a16:creationId xmlns:a16="http://schemas.microsoft.com/office/drawing/2014/main" id="{3DCEE3AF-4B59-4EFE-B0CB-4877E76E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107" y="81673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2" name="path-6370">
            <a:extLst xmlns:a="http://schemas.openxmlformats.org/drawingml/2006/main">
              <a:ext uri="{FF2B5EF4-FFF2-40B4-BE49-F238E27FC236}">
                <a16:creationId xmlns:a16="http://schemas.microsoft.com/office/drawing/2014/main" id="{7379C25F-13E5-419D-925E-7DCDF900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087" y="81145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3" name="path-6371">
            <a:extLst xmlns:a="http://schemas.openxmlformats.org/drawingml/2006/main">
              <a:ext uri="{FF2B5EF4-FFF2-40B4-BE49-F238E27FC236}">
                <a16:creationId xmlns:a16="http://schemas.microsoft.com/office/drawing/2014/main" id="{0DCE5BFD-6075-4502-9AA1-BFAFDAF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882" y="81404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4" name="path-6372">
            <a:extLst xmlns:a="http://schemas.openxmlformats.org/drawingml/2006/main">
              <a:ext uri="{FF2B5EF4-FFF2-40B4-BE49-F238E27FC236}">
                <a16:creationId xmlns:a16="http://schemas.microsoft.com/office/drawing/2014/main" id="{2EFBA43F-4397-4E5A-9D17-632F7B3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908" y="8145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5" name="path-6373">
            <a:extLst xmlns:a="http://schemas.openxmlformats.org/drawingml/2006/main">
              <a:ext uri="{FF2B5EF4-FFF2-40B4-BE49-F238E27FC236}">
                <a16:creationId xmlns:a16="http://schemas.microsoft.com/office/drawing/2014/main" id="{56A92431-08CF-4BE1-8274-726A1DF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635" y="8153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6" name="path-6374">
            <a:extLst xmlns:a="http://schemas.openxmlformats.org/drawingml/2006/main">
              <a:ext uri="{FF2B5EF4-FFF2-40B4-BE49-F238E27FC236}">
                <a16:creationId xmlns:a16="http://schemas.microsoft.com/office/drawing/2014/main" id="{F8FBBA71-2673-485F-9378-36CC3BA4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434" y="8146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7" name="path-6375">
            <a:extLst xmlns:a="http://schemas.openxmlformats.org/drawingml/2006/main">
              <a:ext uri="{FF2B5EF4-FFF2-40B4-BE49-F238E27FC236}">
                <a16:creationId xmlns:a16="http://schemas.microsoft.com/office/drawing/2014/main" id="{DF5651C0-C955-4A05-89F4-CA9FB018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522" y="8147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8" name="path-6376">
            <a:extLst xmlns:a="http://schemas.openxmlformats.org/drawingml/2006/main">
              <a:ext uri="{FF2B5EF4-FFF2-40B4-BE49-F238E27FC236}">
                <a16:creationId xmlns:a16="http://schemas.microsoft.com/office/drawing/2014/main" id="{445EC6AE-65E3-4CC4-97E9-281CF50C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524" y="8146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9" name="path-6377">
            <a:extLst xmlns:a="http://schemas.openxmlformats.org/drawingml/2006/main">
              <a:ext uri="{FF2B5EF4-FFF2-40B4-BE49-F238E27FC236}">
                <a16:creationId xmlns:a16="http://schemas.microsoft.com/office/drawing/2014/main" id="{58D29639-53B6-4FE0-BD71-83EE125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498" y="81355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0" name="path-6378">
            <a:extLst xmlns:a="http://schemas.openxmlformats.org/drawingml/2006/main">
              <a:ext uri="{FF2B5EF4-FFF2-40B4-BE49-F238E27FC236}">
                <a16:creationId xmlns:a16="http://schemas.microsoft.com/office/drawing/2014/main" id="{BBE21462-1467-4D99-8F11-B747BD4D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167" y="81398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1" name="path-6379">
            <a:extLst xmlns:a="http://schemas.openxmlformats.org/drawingml/2006/main">
              <a:ext uri="{FF2B5EF4-FFF2-40B4-BE49-F238E27FC236}">
                <a16:creationId xmlns:a16="http://schemas.microsoft.com/office/drawing/2014/main" id="{7FBC8C94-D111-4B9D-93E6-A007FC4D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915" y="81159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2" name="path-6380">
            <a:extLst xmlns:a="http://schemas.openxmlformats.org/drawingml/2006/main">
              <a:ext uri="{FF2B5EF4-FFF2-40B4-BE49-F238E27FC236}">
                <a16:creationId xmlns:a16="http://schemas.microsoft.com/office/drawing/2014/main" id="{21C97FF4-A7D0-485F-BB1E-D0C4ABAC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717" y="8159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3" name="path-6381">
            <a:extLst xmlns:a="http://schemas.openxmlformats.org/drawingml/2006/main">
              <a:ext uri="{FF2B5EF4-FFF2-40B4-BE49-F238E27FC236}">
                <a16:creationId xmlns:a16="http://schemas.microsoft.com/office/drawing/2014/main" id="{7FCFBAB8-308E-4CB3-AE9C-B5E32870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905" y="81476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4" name="path-6382">
            <a:extLst xmlns:a="http://schemas.openxmlformats.org/drawingml/2006/main">
              <a:ext uri="{FF2B5EF4-FFF2-40B4-BE49-F238E27FC236}">
                <a16:creationId xmlns:a16="http://schemas.microsoft.com/office/drawing/2014/main" id="{D19887E1-315E-4F8E-A125-C03202BC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422" y="8112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5" name="path-6383">
            <a:extLst xmlns:a="http://schemas.openxmlformats.org/drawingml/2006/main">
              <a:ext uri="{FF2B5EF4-FFF2-40B4-BE49-F238E27FC236}">
                <a16:creationId xmlns:a16="http://schemas.microsoft.com/office/drawing/2014/main" id="{47F37559-AA17-455E-9334-6942646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121" y="8146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6" name="path-6384">
            <a:extLst xmlns:a="http://schemas.openxmlformats.org/drawingml/2006/main">
              <a:ext uri="{FF2B5EF4-FFF2-40B4-BE49-F238E27FC236}">
                <a16:creationId xmlns:a16="http://schemas.microsoft.com/office/drawing/2014/main" id="{847B32C6-14F3-483B-889B-659CDAC5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647" y="81599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7" name="path-6385">
            <a:extLst xmlns:a="http://schemas.openxmlformats.org/drawingml/2006/main">
              <a:ext uri="{FF2B5EF4-FFF2-40B4-BE49-F238E27FC236}">
                <a16:creationId xmlns:a16="http://schemas.microsoft.com/office/drawing/2014/main" id="{FFFC49CE-D608-49CA-AE6C-88158AA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826" y="81412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8" name="path-6386">
            <a:extLst xmlns:a="http://schemas.openxmlformats.org/drawingml/2006/main">
              <a:ext uri="{FF2B5EF4-FFF2-40B4-BE49-F238E27FC236}">
                <a16:creationId xmlns:a16="http://schemas.microsoft.com/office/drawing/2014/main" id="{F0E137B2-D015-4E3A-9EF2-AB20361C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870" y="81357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9" name="path-6387">
            <a:extLst xmlns:a="http://schemas.openxmlformats.org/drawingml/2006/main">
              <a:ext uri="{FF2B5EF4-FFF2-40B4-BE49-F238E27FC236}">
                <a16:creationId xmlns:a16="http://schemas.microsoft.com/office/drawing/2014/main" id="{2E992339-BDD0-4312-85C7-29E37CB6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209" y="81602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0" name="path-6388">
            <a:extLst xmlns:a="http://schemas.openxmlformats.org/drawingml/2006/main">
              <a:ext uri="{FF2B5EF4-FFF2-40B4-BE49-F238E27FC236}">
                <a16:creationId xmlns:a16="http://schemas.microsoft.com/office/drawing/2014/main" id="{F3E0E7C9-5DD1-4F09-A42F-93733331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062" y="81453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1" name="path-6389">
            <a:extLst xmlns:a="http://schemas.openxmlformats.org/drawingml/2006/main">
              <a:ext uri="{FF2B5EF4-FFF2-40B4-BE49-F238E27FC236}">
                <a16:creationId xmlns:a16="http://schemas.microsoft.com/office/drawing/2014/main" id="{D37851AF-EE5A-4F35-B9FC-DF999459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6" y="8150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2" name="path-6390">
            <a:extLst xmlns:a="http://schemas.openxmlformats.org/drawingml/2006/main">
              <a:ext uri="{FF2B5EF4-FFF2-40B4-BE49-F238E27FC236}">
                <a16:creationId xmlns:a16="http://schemas.microsoft.com/office/drawing/2014/main" id="{9440D040-E404-4B0B-ABEF-DB297A61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1781" y="81543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3" name="path-6391">
            <a:extLst xmlns:a="http://schemas.openxmlformats.org/drawingml/2006/main">
              <a:ext uri="{FF2B5EF4-FFF2-40B4-BE49-F238E27FC236}">
                <a16:creationId xmlns:a16="http://schemas.microsoft.com/office/drawing/2014/main" id="{D9B19405-ECA8-4FC4-99D1-454F9F58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780" y="81393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4" name="path-6392">
            <a:extLst xmlns:a="http://schemas.openxmlformats.org/drawingml/2006/main">
              <a:ext uri="{FF2B5EF4-FFF2-40B4-BE49-F238E27FC236}">
                <a16:creationId xmlns:a16="http://schemas.microsoft.com/office/drawing/2014/main" id="{DBAC8287-8D17-45C3-9B62-69D4F77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85" y="81630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5" name="path-6393">
            <a:extLst xmlns:a="http://schemas.openxmlformats.org/drawingml/2006/main">
              <a:ext uri="{FF2B5EF4-FFF2-40B4-BE49-F238E27FC236}">
                <a16:creationId xmlns:a16="http://schemas.microsoft.com/office/drawing/2014/main" id="{859FA4D3-BAF4-475A-A042-87FC78A4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076" y="8157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6" name="path-6394">
            <a:extLst xmlns:a="http://schemas.openxmlformats.org/drawingml/2006/main">
              <a:ext uri="{FF2B5EF4-FFF2-40B4-BE49-F238E27FC236}">
                <a16:creationId xmlns:a16="http://schemas.microsoft.com/office/drawing/2014/main" id="{E50CC855-EFF2-4D05-81A2-88436B4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599" y="81383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7" name="path-6395">
            <a:extLst xmlns:a="http://schemas.openxmlformats.org/drawingml/2006/main">
              <a:ext uri="{FF2B5EF4-FFF2-40B4-BE49-F238E27FC236}">
                <a16:creationId xmlns:a16="http://schemas.microsoft.com/office/drawing/2014/main" id="{38934E9D-044D-4988-BABD-0CD19F1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404" y="81517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8" name="path-6396">
            <a:extLst xmlns:a="http://schemas.openxmlformats.org/drawingml/2006/main">
              <a:ext uri="{FF2B5EF4-FFF2-40B4-BE49-F238E27FC236}">
                <a16:creationId xmlns:a16="http://schemas.microsoft.com/office/drawing/2014/main" id="{B9B2D38D-6C1E-4907-8446-3F849C2A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485" y="81373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9" name="path-6397">
            <a:extLst xmlns:a="http://schemas.openxmlformats.org/drawingml/2006/main">
              <a:ext uri="{FF2B5EF4-FFF2-40B4-BE49-F238E27FC236}">
                <a16:creationId xmlns:a16="http://schemas.microsoft.com/office/drawing/2014/main" id="{1EC43FF1-AC77-4B19-AE9D-2A16DC46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610" y="81837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0" name="path-6398">
            <a:extLst xmlns:a="http://schemas.openxmlformats.org/drawingml/2006/main">
              <a:ext uri="{FF2B5EF4-FFF2-40B4-BE49-F238E27FC236}">
                <a16:creationId xmlns:a16="http://schemas.microsoft.com/office/drawing/2014/main" id="{0D6A8E4C-57E8-4699-A5F6-9D04F3C4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292" y="81383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1" name="path-6399">
            <a:extLst xmlns:a="http://schemas.openxmlformats.org/drawingml/2006/main">
              <a:ext uri="{FF2B5EF4-FFF2-40B4-BE49-F238E27FC236}">
                <a16:creationId xmlns:a16="http://schemas.microsoft.com/office/drawing/2014/main" id="{825676E6-E9D6-4522-98A2-9DDEDD67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57" y="81473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2" name="path-6400">
            <a:extLst xmlns:a="http://schemas.openxmlformats.org/drawingml/2006/main">
              <a:ext uri="{FF2B5EF4-FFF2-40B4-BE49-F238E27FC236}">
                <a16:creationId xmlns:a16="http://schemas.microsoft.com/office/drawing/2014/main" id="{CA34C19B-2692-4680-9723-7239971C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622" y="81380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3" name="path-6401">
            <a:extLst xmlns:a="http://schemas.openxmlformats.org/drawingml/2006/main">
              <a:ext uri="{FF2B5EF4-FFF2-40B4-BE49-F238E27FC236}">
                <a16:creationId xmlns:a16="http://schemas.microsoft.com/office/drawing/2014/main" id="{02EFC475-7E87-4699-A7EB-A2CAC1F6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555" y="81591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4" name="path-6402">
            <a:extLst xmlns:a="http://schemas.openxmlformats.org/drawingml/2006/main">
              <a:ext uri="{FF2B5EF4-FFF2-40B4-BE49-F238E27FC236}">
                <a16:creationId xmlns:a16="http://schemas.microsoft.com/office/drawing/2014/main" id="{97BE61F9-4B75-4201-A9F9-E7A82227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110" y="81358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5" name="path-6403">
            <a:extLst xmlns:a="http://schemas.openxmlformats.org/drawingml/2006/main">
              <a:ext uri="{FF2B5EF4-FFF2-40B4-BE49-F238E27FC236}">
                <a16:creationId xmlns:a16="http://schemas.microsoft.com/office/drawing/2014/main" id="{F78B06ED-4AF4-4559-B8F9-5C8661FF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293" y="81468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6" name="path-6404">
            <a:extLst xmlns:a="http://schemas.openxmlformats.org/drawingml/2006/main">
              <a:ext uri="{FF2B5EF4-FFF2-40B4-BE49-F238E27FC236}">
                <a16:creationId xmlns:a16="http://schemas.microsoft.com/office/drawing/2014/main" id="{9D864832-BCF9-447A-A5D1-8A56E1D0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835" y="8136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7" name="path-6405">
            <a:extLst xmlns:a="http://schemas.openxmlformats.org/drawingml/2006/main">
              <a:ext uri="{FF2B5EF4-FFF2-40B4-BE49-F238E27FC236}">
                <a16:creationId xmlns:a16="http://schemas.microsoft.com/office/drawing/2014/main" id="{AE17ACED-3812-46D7-B27B-38E6693B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88" y="81164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8" name="path-6406">
            <a:extLst xmlns:a="http://schemas.openxmlformats.org/drawingml/2006/main">
              <a:ext uri="{FF2B5EF4-FFF2-40B4-BE49-F238E27FC236}">
                <a16:creationId xmlns:a16="http://schemas.microsoft.com/office/drawing/2014/main" id="{008ECF70-0A04-47D0-B709-74795EC4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3" y="81680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9" name="path-6407">
            <a:extLst xmlns:a="http://schemas.openxmlformats.org/drawingml/2006/main">
              <a:ext uri="{FF2B5EF4-FFF2-40B4-BE49-F238E27FC236}">
                <a16:creationId xmlns:a16="http://schemas.microsoft.com/office/drawing/2014/main" id="{7BCBD5B8-AB05-4D98-918A-6EF60E77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671" y="81451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0" name="path-6408">
            <a:extLst xmlns:a="http://schemas.openxmlformats.org/drawingml/2006/main">
              <a:ext uri="{FF2B5EF4-FFF2-40B4-BE49-F238E27FC236}">
                <a16:creationId xmlns:a16="http://schemas.microsoft.com/office/drawing/2014/main" id="{A7D8CA5B-CB42-46E3-9915-C87180BE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26" y="8126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1" name="path-6409">
            <a:extLst xmlns:a="http://schemas.openxmlformats.org/drawingml/2006/main">
              <a:ext uri="{FF2B5EF4-FFF2-40B4-BE49-F238E27FC236}">
                <a16:creationId xmlns:a16="http://schemas.microsoft.com/office/drawing/2014/main" id="{687DF3A5-3704-4104-94C4-47E3E331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291" y="81503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2" name="path-6410">
            <a:extLst xmlns:a="http://schemas.openxmlformats.org/drawingml/2006/main">
              <a:ext uri="{FF2B5EF4-FFF2-40B4-BE49-F238E27FC236}">
                <a16:creationId xmlns:a16="http://schemas.microsoft.com/office/drawing/2014/main" id="{A24B9B67-9B19-43A1-8574-583F8A26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29" y="8121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3" name="path-6411">
            <a:extLst xmlns:a="http://schemas.openxmlformats.org/drawingml/2006/main">
              <a:ext uri="{FF2B5EF4-FFF2-40B4-BE49-F238E27FC236}">
                <a16:creationId xmlns:a16="http://schemas.microsoft.com/office/drawing/2014/main" id="{1BE98114-5E39-45F6-B6F5-6506AEB6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822" y="8147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4" name="path-6412">
            <a:extLst xmlns:a="http://schemas.openxmlformats.org/drawingml/2006/main">
              <a:ext uri="{FF2B5EF4-FFF2-40B4-BE49-F238E27FC236}">
                <a16:creationId xmlns:a16="http://schemas.microsoft.com/office/drawing/2014/main" id="{D247E52D-1DF7-46EC-AF0E-B2F77E0F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695" y="81339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5" name="path-6413">
            <a:extLst xmlns:a="http://schemas.openxmlformats.org/drawingml/2006/main">
              <a:ext uri="{FF2B5EF4-FFF2-40B4-BE49-F238E27FC236}">
                <a16:creationId xmlns:a16="http://schemas.microsoft.com/office/drawing/2014/main" id="{30F808FD-4983-4A07-947B-B3A23C41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771" y="81736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6" name="path-6414">
            <a:extLst xmlns:a="http://schemas.openxmlformats.org/drawingml/2006/main">
              <a:ext uri="{FF2B5EF4-FFF2-40B4-BE49-F238E27FC236}">
                <a16:creationId xmlns:a16="http://schemas.microsoft.com/office/drawing/2014/main" id="{CEC7E481-042A-4F0F-A871-B56750D8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939" y="81825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7" name="path-6415">
            <a:extLst xmlns:a="http://schemas.openxmlformats.org/drawingml/2006/main">
              <a:ext uri="{FF2B5EF4-FFF2-40B4-BE49-F238E27FC236}">
                <a16:creationId xmlns:a16="http://schemas.microsoft.com/office/drawing/2014/main" id="{5B049C1E-7BB3-466A-B998-488F393E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893" y="8137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8" name="path-6416">
            <a:extLst xmlns:a="http://schemas.openxmlformats.org/drawingml/2006/main">
              <a:ext uri="{FF2B5EF4-FFF2-40B4-BE49-F238E27FC236}">
                <a16:creationId xmlns:a16="http://schemas.microsoft.com/office/drawing/2014/main" id="{8FFAD481-7FE7-4B23-91CF-1AB88C36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422" y="81401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9" name="path-6417">
            <a:extLst xmlns:a="http://schemas.openxmlformats.org/drawingml/2006/main">
              <a:ext uri="{FF2B5EF4-FFF2-40B4-BE49-F238E27FC236}">
                <a16:creationId xmlns:a16="http://schemas.microsoft.com/office/drawing/2014/main" id="{1DD7366F-2D28-4E63-8B78-E726B466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31" y="8154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0" name="path-6418">
            <a:extLst xmlns:a="http://schemas.openxmlformats.org/drawingml/2006/main">
              <a:ext uri="{FF2B5EF4-FFF2-40B4-BE49-F238E27FC236}">
                <a16:creationId xmlns:a16="http://schemas.microsoft.com/office/drawing/2014/main" id="{234770FA-EE65-4C07-8D53-9EB78FB0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452" y="80998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1" name="path-6419">
            <a:extLst xmlns:a="http://schemas.openxmlformats.org/drawingml/2006/main">
              <a:ext uri="{FF2B5EF4-FFF2-40B4-BE49-F238E27FC236}">
                <a16:creationId xmlns:a16="http://schemas.microsoft.com/office/drawing/2014/main" id="{F1A672A5-8CE6-4958-83CE-6633C0E2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795" y="81233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2" name="path-6420">
            <a:extLst xmlns:a="http://schemas.openxmlformats.org/drawingml/2006/main">
              <a:ext uri="{FF2B5EF4-FFF2-40B4-BE49-F238E27FC236}">
                <a16:creationId xmlns:a16="http://schemas.microsoft.com/office/drawing/2014/main" id="{DC4BA70F-0457-4D32-A2D2-96A7C597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066" y="8132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3" name="path-6421">
            <a:extLst xmlns:a="http://schemas.openxmlformats.org/drawingml/2006/main">
              <a:ext uri="{FF2B5EF4-FFF2-40B4-BE49-F238E27FC236}">
                <a16:creationId xmlns:a16="http://schemas.microsoft.com/office/drawing/2014/main" id="{6D39F79F-09B9-42CA-8934-A2F45CB2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26" y="81411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4" name="path-6422">
            <a:extLst xmlns:a="http://schemas.openxmlformats.org/drawingml/2006/main">
              <a:ext uri="{FF2B5EF4-FFF2-40B4-BE49-F238E27FC236}">
                <a16:creationId xmlns:a16="http://schemas.microsoft.com/office/drawing/2014/main" id="{8FE7DB35-F86C-480C-8FAD-84CDFC1F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339" y="81284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5" name="path-6423">
            <a:extLst xmlns:a="http://schemas.openxmlformats.org/drawingml/2006/main">
              <a:ext uri="{FF2B5EF4-FFF2-40B4-BE49-F238E27FC236}">
                <a16:creationId xmlns:a16="http://schemas.microsoft.com/office/drawing/2014/main" id="{474B0A52-56B9-41AA-BD29-267C39E5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840" y="81437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6" name="path-6424">
            <a:extLst xmlns:a="http://schemas.openxmlformats.org/drawingml/2006/main">
              <a:ext uri="{FF2B5EF4-FFF2-40B4-BE49-F238E27FC236}">
                <a16:creationId xmlns:a16="http://schemas.microsoft.com/office/drawing/2014/main" id="{573C0771-7E72-40A9-84D2-58A66D8C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212" y="81509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7" name="path-6425">
            <a:extLst xmlns:a="http://schemas.openxmlformats.org/drawingml/2006/main">
              <a:ext uri="{FF2B5EF4-FFF2-40B4-BE49-F238E27FC236}">
                <a16:creationId xmlns:a16="http://schemas.microsoft.com/office/drawing/2014/main" id="{798AACF9-FCE5-4810-8CC1-9D440150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191" y="8135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8" name="path-6426">
            <a:extLst xmlns:a="http://schemas.openxmlformats.org/drawingml/2006/main">
              <a:ext uri="{FF2B5EF4-FFF2-40B4-BE49-F238E27FC236}">
                <a16:creationId xmlns:a16="http://schemas.microsoft.com/office/drawing/2014/main" id="{7A50BE9B-483D-4C96-A3C5-72E81ED1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427" y="81589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9" name="path-6427">
            <a:extLst xmlns:a="http://schemas.openxmlformats.org/drawingml/2006/main">
              <a:ext uri="{FF2B5EF4-FFF2-40B4-BE49-F238E27FC236}">
                <a16:creationId xmlns:a16="http://schemas.microsoft.com/office/drawing/2014/main" id="{6C53D4DE-2B90-40A9-AFA0-302DA079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280" y="81445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0" name="path-6428">
            <a:extLst xmlns:a="http://schemas.openxmlformats.org/drawingml/2006/main">
              <a:ext uri="{FF2B5EF4-FFF2-40B4-BE49-F238E27FC236}">
                <a16:creationId xmlns:a16="http://schemas.microsoft.com/office/drawing/2014/main" id="{7E7C4FE6-6C57-43AB-BCE4-BD7A388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148" y="8104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1" name="path-6429">
            <a:extLst xmlns:a="http://schemas.openxmlformats.org/drawingml/2006/main">
              <a:ext uri="{FF2B5EF4-FFF2-40B4-BE49-F238E27FC236}">
                <a16:creationId xmlns:a16="http://schemas.microsoft.com/office/drawing/2014/main" id="{2A4E4155-8CF3-4D0F-AB86-071D6584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115" y="81516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2" name="path-6430">
            <a:extLst xmlns:a="http://schemas.openxmlformats.org/drawingml/2006/main">
              <a:ext uri="{FF2B5EF4-FFF2-40B4-BE49-F238E27FC236}">
                <a16:creationId xmlns:a16="http://schemas.microsoft.com/office/drawing/2014/main" id="{19AEB7E2-1621-4668-961F-EB121D5E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993" y="81422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3" name="path-6431">
            <a:extLst xmlns:a="http://schemas.openxmlformats.org/drawingml/2006/main">
              <a:ext uri="{FF2B5EF4-FFF2-40B4-BE49-F238E27FC236}">
                <a16:creationId xmlns:a16="http://schemas.microsoft.com/office/drawing/2014/main" id="{D48E3231-1D2E-42AA-A4F6-49F535EE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326" y="81282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4" name="path-6432">
            <a:extLst xmlns:a="http://schemas.openxmlformats.org/drawingml/2006/main">
              <a:ext uri="{FF2B5EF4-FFF2-40B4-BE49-F238E27FC236}">
                <a16:creationId xmlns:a16="http://schemas.microsoft.com/office/drawing/2014/main" id="{74FDB5E4-FBB2-4A2A-AEE9-35778C6C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374" y="81561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5" name="path-6433">
            <a:extLst xmlns:a="http://schemas.openxmlformats.org/drawingml/2006/main">
              <a:ext uri="{FF2B5EF4-FFF2-40B4-BE49-F238E27FC236}">
                <a16:creationId xmlns:a16="http://schemas.microsoft.com/office/drawing/2014/main" id="{12D684AB-A847-4392-BF07-CFF034E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501" y="81288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6" name="path-6434">
            <a:extLst xmlns:a="http://schemas.openxmlformats.org/drawingml/2006/main">
              <a:ext uri="{FF2B5EF4-FFF2-40B4-BE49-F238E27FC236}">
                <a16:creationId xmlns:a16="http://schemas.microsoft.com/office/drawing/2014/main" id="{863F604E-474C-48DE-9983-385BE4D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072" y="81272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7" name="path-6435">
            <a:extLst xmlns:a="http://schemas.openxmlformats.org/drawingml/2006/main">
              <a:ext uri="{FF2B5EF4-FFF2-40B4-BE49-F238E27FC236}">
                <a16:creationId xmlns:a16="http://schemas.microsoft.com/office/drawing/2014/main" id="{95B8139C-4710-4013-9AB9-533FC51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967" y="8156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8" name="path-6436">
            <a:extLst xmlns:a="http://schemas.openxmlformats.org/drawingml/2006/main">
              <a:ext uri="{FF2B5EF4-FFF2-40B4-BE49-F238E27FC236}">
                <a16:creationId xmlns:a16="http://schemas.microsoft.com/office/drawing/2014/main" id="{2E2FBA17-DE73-4CC7-BCAC-CE1DE9D4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030" y="8165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9" name="path-6437">
            <a:extLst xmlns:a="http://schemas.openxmlformats.org/drawingml/2006/main">
              <a:ext uri="{FF2B5EF4-FFF2-40B4-BE49-F238E27FC236}">
                <a16:creationId xmlns:a16="http://schemas.microsoft.com/office/drawing/2014/main" id="{30B1C073-18CF-49A3-9D66-FE9A8C7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034" y="8141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0" name="path-6438">
            <a:extLst xmlns:a="http://schemas.openxmlformats.org/drawingml/2006/main">
              <a:ext uri="{FF2B5EF4-FFF2-40B4-BE49-F238E27FC236}">
                <a16:creationId xmlns:a16="http://schemas.microsoft.com/office/drawing/2014/main" id="{4D8F0F17-1099-4630-8B68-3331EDBD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17" y="8145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1" name="path-6439">
            <a:extLst xmlns:a="http://schemas.openxmlformats.org/drawingml/2006/main">
              <a:ext uri="{FF2B5EF4-FFF2-40B4-BE49-F238E27FC236}">
                <a16:creationId xmlns:a16="http://schemas.microsoft.com/office/drawing/2014/main" id="{BF4D2445-5DA9-4C9D-A468-A04709ED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750" y="8134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2" name="path-6440">
            <a:extLst xmlns:a="http://schemas.openxmlformats.org/drawingml/2006/main">
              <a:ext uri="{FF2B5EF4-FFF2-40B4-BE49-F238E27FC236}">
                <a16:creationId xmlns:a16="http://schemas.microsoft.com/office/drawing/2014/main" id="{34F71E4A-6A4C-492E-B40D-57ADE539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113" y="81119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3" name="path-6441">
            <a:extLst xmlns:a="http://schemas.openxmlformats.org/drawingml/2006/main">
              <a:ext uri="{FF2B5EF4-FFF2-40B4-BE49-F238E27FC236}">
                <a16:creationId xmlns:a16="http://schemas.microsoft.com/office/drawing/2014/main" id="{81CCF121-1BB2-4DFF-BD8E-B6931A2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133" y="8143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4" name="path-6442">
            <a:extLst xmlns:a="http://schemas.openxmlformats.org/drawingml/2006/main">
              <a:ext uri="{FF2B5EF4-FFF2-40B4-BE49-F238E27FC236}">
                <a16:creationId xmlns:a16="http://schemas.microsoft.com/office/drawing/2014/main" id="{1DBE6A8B-BFEA-4CFB-94DD-890D6AA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724" y="8121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5" name="path-6443">
            <a:extLst xmlns:a="http://schemas.openxmlformats.org/drawingml/2006/main">
              <a:ext uri="{FF2B5EF4-FFF2-40B4-BE49-F238E27FC236}">
                <a16:creationId xmlns:a16="http://schemas.microsoft.com/office/drawing/2014/main" id="{16263B59-D2D6-4387-B4C9-BBE982A1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382" y="81370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6" name="path-6444">
            <a:extLst xmlns:a="http://schemas.openxmlformats.org/drawingml/2006/main">
              <a:ext uri="{FF2B5EF4-FFF2-40B4-BE49-F238E27FC236}">
                <a16:creationId xmlns:a16="http://schemas.microsoft.com/office/drawing/2014/main" id="{5710A3E4-5A37-4281-B18C-75ED077C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130" y="81296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7" name="path-6445">
            <a:extLst xmlns:a="http://schemas.openxmlformats.org/drawingml/2006/main">
              <a:ext uri="{FF2B5EF4-FFF2-40B4-BE49-F238E27FC236}">
                <a16:creationId xmlns:a16="http://schemas.microsoft.com/office/drawing/2014/main" id="{947FAC31-7B4A-4ACF-9EC9-9E843F0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01" y="81607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8" name="path-6446">
            <a:extLst xmlns:a="http://schemas.openxmlformats.org/drawingml/2006/main">
              <a:ext uri="{FF2B5EF4-FFF2-40B4-BE49-F238E27FC236}">
                <a16:creationId xmlns:a16="http://schemas.microsoft.com/office/drawing/2014/main" id="{82EC28C8-9531-4A05-A404-811484B0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456" y="81555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9" name="path-6447">
            <a:extLst xmlns:a="http://schemas.openxmlformats.org/drawingml/2006/main">
              <a:ext uri="{FF2B5EF4-FFF2-40B4-BE49-F238E27FC236}">
                <a16:creationId xmlns:a16="http://schemas.microsoft.com/office/drawing/2014/main" id="{0616CF5E-92D4-4CD5-99EB-0A53843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108" y="81348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0" name="path-6448">
            <a:extLst xmlns:a="http://schemas.openxmlformats.org/drawingml/2006/main">
              <a:ext uri="{FF2B5EF4-FFF2-40B4-BE49-F238E27FC236}">
                <a16:creationId xmlns:a16="http://schemas.microsoft.com/office/drawing/2014/main" id="{7708481C-38EE-40AD-99D8-43B160E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60" y="81345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1" name="path-6449">
            <a:extLst xmlns:a="http://schemas.openxmlformats.org/drawingml/2006/main">
              <a:ext uri="{FF2B5EF4-FFF2-40B4-BE49-F238E27FC236}">
                <a16:creationId xmlns:a16="http://schemas.microsoft.com/office/drawing/2014/main" id="{E22753BD-A82F-4EA4-B541-4C6BD2F0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067" y="8152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2" name="path-6450">
            <a:extLst xmlns:a="http://schemas.openxmlformats.org/drawingml/2006/main">
              <a:ext uri="{FF2B5EF4-FFF2-40B4-BE49-F238E27FC236}">
                <a16:creationId xmlns:a16="http://schemas.microsoft.com/office/drawing/2014/main" id="{003E6F25-AF7C-4F3D-9BE8-42C4B40F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216" y="8150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3" name="path-6451">
            <a:extLst xmlns:a="http://schemas.openxmlformats.org/drawingml/2006/main">
              <a:ext uri="{FF2B5EF4-FFF2-40B4-BE49-F238E27FC236}">
                <a16:creationId xmlns:a16="http://schemas.microsoft.com/office/drawing/2014/main" id="{828848CD-8B9A-4244-9A19-1198D517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514" y="8170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4" name="path-6452">
            <a:extLst xmlns:a="http://schemas.openxmlformats.org/drawingml/2006/main">
              <a:ext uri="{FF2B5EF4-FFF2-40B4-BE49-F238E27FC236}">
                <a16:creationId xmlns:a16="http://schemas.microsoft.com/office/drawing/2014/main" id="{8D2626CF-AE4E-4FD2-923F-AC8D130C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552" y="8188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5" name="path-6453">
            <a:extLst xmlns:a="http://schemas.openxmlformats.org/drawingml/2006/main">
              <a:ext uri="{FF2B5EF4-FFF2-40B4-BE49-F238E27FC236}">
                <a16:creationId xmlns:a16="http://schemas.microsoft.com/office/drawing/2014/main" id="{CD5D82DA-3C2A-4965-A088-58AEEB16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826" y="81456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6" name="path-6454">
            <a:extLst xmlns:a="http://schemas.openxmlformats.org/drawingml/2006/main">
              <a:ext uri="{FF2B5EF4-FFF2-40B4-BE49-F238E27FC236}">
                <a16:creationId xmlns:a16="http://schemas.microsoft.com/office/drawing/2014/main" id="{040D0911-FC96-4284-953A-AB5DD814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14" y="81484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7" name="path-6455">
            <a:extLst xmlns:a="http://schemas.openxmlformats.org/drawingml/2006/main">
              <a:ext uri="{FF2B5EF4-FFF2-40B4-BE49-F238E27FC236}">
                <a16:creationId xmlns:a16="http://schemas.microsoft.com/office/drawing/2014/main" id="{465DFCAE-8177-4D96-9F81-109B4934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708" y="81270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8" name="path-6456">
            <a:extLst xmlns:a="http://schemas.openxmlformats.org/drawingml/2006/main">
              <a:ext uri="{FF2B5EF4-FFF2-40B4-BE49-F238E27FC236}">
                <a16:creationId xmlns:a16="http://schemas.microsoft.com/office/drawing/2014/main" id="{01C28953-18F3-4513-A70A-92243066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848" y="8184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9" name="path-6457">
            <a:extLst xmlns:a="http://schemas.openxmlformats.org/drawingml/2006/main">
              <a:ext uri="{FF2B5EF4-FFF2-40B4-BE49-F238E27FC236}">
                <a16:creationId xmlns:a16="http://schemas.microsoft.com/office/drawing/2014/main" id="{46C1996C-8CB3-4831-A677-1D6BA282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346" y="81478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0" name="path-6458">
            <a:extLst xmlns:a="http://schemas.openxmlformats.org/drawingml/2006/main">
              <a:ext uri="{FF2B5EF4-FFF2-40B4-BE49-F238E27FC236}">
                <a16:creationId xmlns:a16="http://schemas.microsoft.com/office/drawing/2014/main" id="{23753A48-D325-44AE-A6B7-8B1839C3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1" y="8143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1" name="path-6459">
            <a:extLst xmlns:a="http://schemas.openxmlformats.org/drawingml/2006/main">
              <a:ext uri="{FF2B5EF4-FFF2-40B4-BE49-F238E27FC236}">
                <a16:creationId xmlns:a16="http://schemas.microsoft.com/office/drawing/2014/main" id="{C77BD58A-C2BF-4598-AAD8-6571406D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131" y="81446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2" name="path-6460">
            <a:extLst xmlns:a="http://schemas.openxmlformats.org/drawingml/2006/main">
              <a:ext uri="{FF2B5EF4-FFF2-40B4-BE49-F238E27FC236}">
                <a16:creationId xmlns:a16="http://schemas.microsoft.com/office/drawing/2014/main" id="{B44DF9D5-AF49-4C30-80EC-5CF70A6F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110" y="81411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3" name="path-6461">
            <a:extLst xmlns:a="http://schemas.openxmlformats.org/drawingml/2006/main">
              <a:ext uri="{FF2B5EF4-FFF2-40B4-BE49-F238E27FC236}">
                <a16:creationId xmlns:a16="http://schemas.microsoft.com/office/drawing/2014/main" id="{6891DC1A-B6A6-4349-90AC-55A0210A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527" y="81436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4" name="path-6462">
            <a:extLst xmlns:a="http://schemas.openxmlformats.org/drawingml/2006/main">
              <a:ext uri="{FF2B5EF4-FFF2-40B4-BE49-F238E27FC236}">
                <a16:creationId xmlns:a16="http://schemas.microsoft.com/office/drawing/2014/main" id="{E56A2E26-CB1B-45C2-9526-924D2A1D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998" y="81408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5" name="path-6463">
            <a:extLst xmlns:a="http://schemas.openxmlformats.org/drawingml/2006/main">
              <a:ext uri="{FF2B5EF4-FFF2-40B4-BE49-F238E27FC236}">
                <a16:creationId xmlns:a16="http://schemas.microsoft.com/office/drawing/2014/main" id="{C5AC98D9-6729-4DFE-9106-D26D0A74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550" y="81525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6" name="path-6464">
            <a:extLst xmlns:a="http://schemas.openxmlformats.org/drawingml/2006/main">
              <a:ext uri="{FF2B5EF4-FFF2-40B4-BE49-F238E27FC236}">
                <a16:creationId xmlns:a16="http://schemas.microsoft.com/office/drawing/2014/main" id="{166E9DF0-0CF2-4D38-A1C7-B67BF6EE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03" y="81214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7" name="path-6465">
            <a:extLst xmlns:a="http://schemas.openxmlformats.org/drawingml/2006/main">
              <a:ext uri="{FF2B5EF4-FFF2-40B4-BE49-F238E27FC236}">
                <a16:creationId xmlns:a16="http://schemas.microsoft.com/office/drawing/2014/main" id="{5002CF82-7C35-412B-A4F2-0B867AB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81" y="8119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8" name="path-6466">
            <a:extLst xmlns:a="http://schemas.openxmlformats.org/drawingml/2006/main">
              <a:ext uri="{FF2B5EF4-FFF2-40B4-BE49-F238E27FC236}">
                <a16:creationId xmlns:a16="http://schemas.microsoft.com/office/drawing/2014/main" id="{0C466E0D-D78B-4BB2-9B9C-C53C5089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62" y="8144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9" name="path-6467">
            <a:extLst xmlns:a="http://schemas.openxmlformats.org/drawingml/2006/main">
              <a:ext uri="{FF2B5EF4-FFF2-40B4-BE49-F238E27FC236}">
                <a16:creationId xmlns:a16="http://schemas.microsoft.com/office/drawing/2014/main" id="{71AE9209-4491-4262-BFC3-A8F062FF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292" y="81455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0" name="path-6468">
            <a:extLst xmlns:a="http://schemas.openxmlformats.org/drawingml/2006/main">
              <a:ext uri="{FF2B5EF4-FFF2-40B4-BE49-F238E27FC236}">
                <a16:creationId xmlns:a16="http://schemas.microsoft.com/office/drawing/2014/main" id="{3FE291D8-F88E-4199-8307-C08E5749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25" y="8118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1" name="path-6469">
            <a:extLst xmlns:a="http://schemas.openxmlformats.org/drawingml/2006/main">
              <a:ext uri="{FF2B5EF4-FFF2-40B4-BE49-F238E27FC236}">
                <a16:creationId xmlns:a16="http://schemas.microsoft.com/office/drawing/2014/main" id="{D0A027E3-6C11-4297-9B4C-28DCA57A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299" y="81361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2" name="path-6470">
            <a:extLst xmlns:a="http://schemas.openxmlformats.org/drawingml/2006/main">
              <a:ext uri="{FF2B5EF4-FFF2-40B4-BE49-F238E27FC236}">
                <a16:creationId xmlns:a16="http://schemas.microsoft.com/office/drawing/2014/main" id="{70EA19B9-E359-4139-83A1-8A4BE3FC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310" y="81498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3" name="path-6471">
            <a:extLst xmlns:a="http://schemas.openxmlformats.org/drawingml/2006/main">
              <a:ext uri="{FF2B5EF4-FFF2-40B4-BE49-F238E27FC236}">
                <a16:creationId xmlns:a16="http://schemas.microsoft.com/office/drawing/2014/main" id="{6306456A-886B-405C-9DC4-0AA6BCF8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173" y="81613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4" name="path-6472">
            <a:extLst xmlns:a="http://schemas.openxmlformats.org/drawingml/2006/main">
              <a:ext uri="{FF2B5EF4-FFF2-40B4-BE49-F238E27FC236}">
                <a16:creationId xmlns:a16="http://schemas.microsoft.com/office/drawing/2014/main" id="{2F3DED19-C076-40E0-A6AF-B4A65A8A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871" y="81427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5" name="path-6473">
            <a:extLst xmlns:a="http://schemas.openxmlformats.org/drawingml/2006/main">
              <a:ext uri="{FF2B5EF4-FFF2-40B4-BE49-F238E27FC236}">
                <a16:creationId xmlns:a16="http://schemas.microsoft.com/office/drawing/2014/main" id="{E5C33B78-2710-4B6E-8D0F-C39F633E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168" y="81521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6" name="path-6474">
            <a:extLst xmlns:a="http://schemas.openxmlformats.org/drawingml/2006/main">
              <a:ext uri="{FF2B5EF4-FFF2-40B4-BE49-F238E27FC236}">
                <a16:creationId xmlns:a16="http://schemas.microsoft.com/office/drawing/2014/main" id="{00AC69C7-AD4C-4268-8A7E-D8E42B7D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298" y="81758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7" name="path-6475">
            <a:extLst xmlns:a="http://schemas.openxmlformats.org/drawingml/2006/main">
              <a:ext uri="{FF2B5EF4-FFF2-40B4-BE49-F238E27FC236}">
                <a16:creationId xmlns:a16="http://schemas.microsoft.com/office/drawing/2014/main" id="{820639CF-E3D9-4654-A1EC-213612E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758" y="81378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8" name="path-6476">
            <a:extLst xmlns:a="http://schemas.openxmlformats.org/drawingml/2006/main">
              <a:ext uri="{FF2B5EF4-FFF2-40B4-BE49-F238E27FC236}">
                <a16:creationId xmlns:a16="http://schemas.microsoft.com/office/drawing/2014/main" id="{E01BFE62-B2F8-4B81-ADAB-4F49D66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57" y="8109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9" name="path-6477">
            <a:extLst xmlns:a="http://schemas.openxmlformats.org/drawingml/2006/main">
              <a:ext uri="{FF2B5EF4-FFF2-40B4-BE49-F238E27FC236}">
                <a16:creationId xmlns:a16="http://schemas.microsoft.com/office/drawing/2014/main" id="{23D48669-8154-4C13-9720-13BBAD5C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778" y="81492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0" name="path-6478">
            <a:extLst xmlns:a="http://schemas.openxmlformats.org/drawingml/2006/main">
              <a:ext uri="{FF2B5EF4-FFF2-40B4-BE49-F238E27FC236}">
                <a16:creationId xmlns:a16="http://schemas.microsoft.com/office/drawing/2014/main" id="{7FD70755-6F78-43DB-B5EF-F39F3DBD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235" y="8143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1" name="path-6479">
            <a:extLst xmlns:a="http://schemas.openxmlformats.org/drawingml/2006/main">
              <a:ext uri="{FF2B5EF4-FFF2-40B4-BE49-F238E27FC236}">
                <a16:creationId xmlns:a16="http://schemas.microsoft.com/office/drawing/2014/main" id="{95309A6A-2C38-4FAE-A758-E144070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9160" y="81598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2" name="path-6480">
            <a:extLst xmlns:a="http://schemas.openxmlformats.org/drawingml/2006/main">
              <a:ext uri="{FF2B5EF4-FFF2-40B4-BE49-F238E27FC236}">
                <a16:creationId xmlns:a16="http://schemas.microsoft.com/office/drawing/2014/main" id="{AF50360B-6EA4-46A5-8D15-90E4B840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023" y="81424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3" name="path-6481">
            <a:extLst xmlns:a="http://schemas.openxmlformats.org/drawingml/2006/main">
              <a:ext uri="{FF2B5EF4-FFF2-40B4-BE49-F238E27FC236}">
                <a16:creationId xmlns:a16="http://schemas.microsoft.com/office/drawing/2014/main" id="{6A7591B5-7F13-46E4-BC07-4DC1D37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619" y="8142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4" name="path-6482">
            <a:extLst xmlns:a="http://schemas.openxmlformats.org/drawingml/2006/main">
              <a:ext uri="{FF2B5EF4-FFF2-40B4-BE49-F238E27FC236}">
                <a16:creationId xmlns:a16="http://schemas.microsoft.com/office/drawing/2014/main" id="{83D1833C-5889-4CBC-BEA3-52726EE0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516" y="81556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5" name="path-6483">
            <a:extLst xmlns:a="http://schemas.openxmlformats.org/drawingml/2006/main">
              <a:ext uri="{FF2B5EF4-FFF2-40B4-BE49-F238E27FC236}">
                <a16:creationId xmlns:a16="http://schemas.microsoft.com/office/drawing/2014/main" id="{50FA0E74-7DBE-4FAC-AB3C-AED80F24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676" y="8127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6" name="path-6484">
            <a:extLst xmlns:a="http://schemas.openxmlformats.org/drawingml/2006/main">
              <a:ext uri="{FF2B5EF4-FFF2-40B4-BE49-F238E27FC236}">
                <a16:creationId xmlns:a16="http://schemas.microsoft.com/office/drawing/2014/main" id="{22B6F50D-3C93-44E0-A967-2E5684F4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323" y="8156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7" name="path-6485">
            <a:extLst xmlns:a="http://schemas.openxmlformats.org/drawingml/2006/main">
              <a:ext uri="{FF2B5EF4-FFF2-40B4-BE49-F238E27FC236}">
                <a16:creationId xmlns:a16="http://schemas.microsoft.com/office/drawing/2014/main" id="{AAB87167-6CBA-496F-A06F-58337FA7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49" y="81285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8" name="path-6486">
            <a:extLst xmlns:a="http://schemas.openxmlformats.org/drawingml/2006/main">
              <a:ext uri="{FF2B5EF4-FFF2-40B4-BE49-F238E27FC236}">
                <a16:creationId xmlns:a16="http://schemas.microsoft.com/office/drawing/2014/main" id="{81311A81-557E-4420-BF4F-9D833177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237" y="81858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9" name="path-6487">
            <a:extLst xmlns:a="http://schemas.openxmlformats.org/drawingml/2006/main">
              <a:ext uri="{FF2B5EF4-FFF2-40B4-BE49-F238E27FC236}">
                <a16:creationId xmlns:a16="http://schemas.microsoft.com/office/drawing/2014/main" id="{E26BE1E5-04F7-4019-A8BF-76E623CF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46" y="8150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0" name="path-6488">
            <a:extLst xmlns:a="http://schemas.openxmlformats.org/drawingml/2006/main">
              <a:ext uri="{FF2B5EF4-FFF2-40B4-BE49-F238E27FC236}">
                <a16:creationId xmlns:a16="http://schemas.microsoft.com/office/drawing/2014/main" id="{F0EB9984-0A9A-4509-87C9-6443E9B3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531" y="81675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1" name="path-6489">
            <a:extLst xmlns:a="http://schemas.openxmlformats.org/drawingml/2006/main">
              <a:ext uri="{FF2B5EF4-FFF2-40B4-BE49-F238E27FC236}">
                <a16:creationId xmlns:a16="http://schemas.microsoft.com/office/drawing/2014/main" id="{4AC248E4-DD28-4651-906D-0FB50669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647" y="81467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2" name="path-6490">
            <a:extLst xmlns:a="http://schemas.openxmlformats.org/drawingml/2006/main">
              <a:ext uri="{FF2B5EF4-FFF2-40B4-BE49-F238E27FC236}">
                <a16:creationId xmlns:a16="http://schemas.microsoft.com/office/drawing/2014/main" id="{2DDDFC95-CFA4-4CF2-A2F1-87D23EFE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394" y="8165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3" name="path-6491">
            <a:extLst xmlns:a="http://schemas.openxmlformats.org/drawingml/2006/main">
              <a:ext uri="{FF2B5EF4-FFF2-40B4-BE49-F238E27FC236}">
                <a16:creationId xmlns:a16="http://schemas.microsoft.com/office/drawing/2014/main" id="{0C1387C8-3D53-4B7E-BF0C-981448BE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838" y="81473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4" name="path-6492">
            <a:extLst xmlns:a="http://schemas.openxmlformats.org/drawingml/2006/main">
              <a:ext uri="{FF2B5EF4-FFF2-40B4-BE49-F238E27FC236}">
                <a16:creationId xmlns:a16="http://schemas.microsoft.com/office/drawing/2014/main" id="{DE2FB26D-50F2-4CDC-B4CC-67452733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02" y="81352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5" name="path-6493">
            <a:extLst xmlns:a="http://schemas.openxmlformats.org/drawingml/2006/main">
              <a:ext uri="{FF2B5EF4-FFF2-40B4-BE49-F238E27FC236}">
                <a16:creationId xmlns:a16="http://schemas.microsoft.com/office/drawing/2014/main" id="{B42A01D8-CD67-4A5E-982D-6517DBBC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9213" y="81258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6" name="path-6494">
            <a:extLst xmlns:a="http://schemas.openxmlformats.org/drawingml/2006/main">
              <a:ext uri="{FF2B5EF4-FFF2-40B4-BE49-F238E27FC236}">
                <a16:creationId xmlns:a16="http://schemas.microsoft.com/office/drawing/2014/main" id="{5F3C83EC-DB3F-4470-AC04-201C8F86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2" y="81747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7" name="path-6495">
            <a:extLst xmlns:a="http://schemas.openxmlformats.org/drawingml/2006/main">
              <a:ext uri="{FF2B5EF4-FFF2-40B4-BE49-F238E27FC236}">
                <a16:creationId xmlns:a16="http://schemas.microsoft.com/office/drawing/2014/main" id="{4CA5B242-F4D1-423D-83A1-0F59261D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858" y="8107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8" name="path-6496">
            <a:extLst xmlns:a="http://schemas.openxmlformats.org/drawingml/2006/main">
              <a:ext uri="{FF2B5EF4-FFF2-40B4-BE49-F238E27FC236}">
                <a16:creationId xmlns:a16="http://schemas.microsoft.com/office/drawing/2014/main" id="{0CA052F9-9565-409D-9372-BD1BCE2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3640" y="81606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9" name="path-6497">
            <a:extLst xmlns:a="http://schemas.openxmlformats.org/drawingml/2006/main">
              <a:ext uri="{FF2B5EF4-FFF2-40B4-BE49-F238E27FC236}">
                <a16:creationId xmlns:a16="http://schemas.microsoft.com/office/drawing/2014/main" id="{56237E87-0761-481A-91D1-A6CFD58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848" y="81093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0" name="path-6498">
            <a:extLst xmlns:a="http://schemas.openxmlformats.org/drawingml/2006/main">
              <a:ext uri="{FF2B5EF4-FFF2-40B4-BE49-F238E27FC236}">
                <a16:creationId xmlns:a16="http://schemas.microsoft.com/office/drawing/2014/main" id="{B65E969C-35E3-4308-B29A-D1D1D198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325" y="81398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1" name="path-6499">
            <a:extLst xmlns:a="http://schemas.openxmlformats.org/drawingml/2006/main">
              <a:ext uri="{FF2B5EF4-FFF2-40B4-BE49-F238E27FC236}">
                <a16:creationId xmlns:a16="http://schemas.microsoft.com/office/drawing/2014/main" id="{8579DD7D-9C1A-42DB-AAFE-103446ED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021" y="81712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2" name="path-6500">
            <a:extLst xmlns:a="http://schemas.openxmlformats.org/drawingml/2006/main">
              <a:ext uri="{FF2B5EF4-FFF2-40B4-BE49-F238E27FC236}">
                <a16:creationId xmlns:a16="http://schemas.microsoft.com/office/drawing/2014/main" id="{D19AB398-0EE6-4029-AEAF-B854F094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839" y="81054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3" name="path-6501">
            <a:extLst xmlns:a="http://schemas.openxmlformats.org/drawingml/2006/main">
              <a:ext uri="{FF2B5EF4-FFF2-40B4-BE49-F238E27FC236}">
                <a16:creationId xmlns:a16="http://schemas.microsoft.com/office/drawing/2014/main" id="{26073639-BD50-4BA9-A017-29FFB70B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469" y="81504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4" name="path-6502">
            <a:extLst xmlns:a="http://schemas.openxmlformats.org/drawingml/2006/main">
              <a:ext uri="{FF2B5EF4-FFF2-40B4-BE49-F238E27FC236}">
                <a16:creationId xmlns:a16="http://schemas.microsoft.com/office/drawing/2014/main" id="{744AF489-F1DA-4796-ABA1-0B2F600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919" y="8163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5" name="path-6503">
            <a:extLst xmlns:a="http://schemas.openxmlformats.org/drawingml/2006/main">
              <a:ext uri="{FF2B5EF4-FFF2-40B4-BE49-F238E27FC236}">
                <a16:creationId xmlns:a16="http://schemas.microsoft.com/office/drawing/2014/main" id="{5C480D86-2388-4D78-B381-B78ACAE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589" y="81613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6" name="path-6504">
            <a:extLst xmlns:a="http://schemas.openxmlformats.org/drawingml/2006/main">
              <a:ext uri="{FF2B5EF4-FFF2-40B4-BE49-F238E27FC236}">
                <a16:creationId xmlns:a16="http://schemas.microsoft.com/office/drawing/2014/main" id="{7320F482-0DF5-40EA-9297-851B59C3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14" y="81603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7" name="path-6505">
            <a:extLst xmlns:a="http://schemas.openxmlformats.org/drawingml/2006/main">
              <a:ext uri="{FF2B5EF4-FFF2-40B4-BE49-F238E27FC236}">
                <a16:creationId xmlns:a16="http://schemas.microsoft.com/office/drawing/2014/main" id="{8CEE94B5-5247-4ACA-AF84-EFA08478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74" y="8140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8" name="path-6506">
            <a:extLst xmlns:a="http://schemas.openxmlformats.org/drawingml/2006/main">
              <a:ext uri="{FF2B5EF4-FFF2-40B4-BE49-F238E27FC236}">
                <a16:creationId xmlns:a16="http://schemas.microsoft.com/office/drawing/2014/main" id="{D6669E26-E29E-42FA-BCFC-5015BF5F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691" y="81584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9" name="path-6507">
            <a:extLst xmlns:a="http://schemas.openxmlformats.org/drawingml/2006/main">
              <a:ext uri="{FF2B5EF4-FFF2-40B4-BE49-F238E27FC236}">
                <a16:creationId xmlns:a16="http://schemas.microsoft.com/office/drawing/2014/main" id="{497920CE-30F5-45D2-A7E3-88716FA1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655" y="81529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0" name="path-6508">
            <a:extLst xmlns:a="http://schemas.openxmlformats.org/drawingml/2006/main">
              <a:ext uri="{FF2B5EF4-FFF2-40B4-BE49-F238E27FC236}">
                <a16:creationId xmlns:a16="http://schemas.microsoft.com/office/drawing/2014/main" id="{4D5AC957-ACE5-4D9D-BB47-B4EF8AA3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254" y="81266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1" name="path-6509">
            <a:extLst xmlns:a="http://schemas.openxmlformats.org/drawingml/2006/main">
              <a:ext uri="{FF2B5EF4-FFF2-40B4-BE49-F238E27FC236}">
                <a16:creationId xmlns:a16="http://schemas.microsoft.com/office/drawing/2014/main" id="{DD000C73-254B-4BF1-9956-CE4488ED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97" y="81376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2" name="path-6510">
            <a:extLst xmlns:a="http://schemas.openxmlformats.org/drawingml/2006/main">
              <a:ext uri="{FF2B5EF4-FFF2-40B4-BE49-F238E27FC236}">
                <a16:creationId xmlns:a16="http://schemas.microsoft.com/office/drawing/2014/main" id="{898E98EF-A338-4B74-9572-833B4D30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5" y="8123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3" name="path-6511">
            <a:extLst xmlns:a="http://schemas.openxmlformats.org/drawingml/2006/main">
              <a:ext uri="{FF2B5EF4-FFF2-40B4-BE49-F238E27FC236}">
                <a16:creationId xmlns:a16="http://schemas.microsoft.com/office/drawing/2014/main" id="{0D4EF306-2DE7-4DAC-8273-B38520D1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215" y="81497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4" name="path-6512">
            <a:extLst xmlns:a="http://schemas.openxmlformats.org/drawingml/2006/main">
              <a:ext uri="{FF2B5EF4-FFF2-40B4-BE49-F238E27FC236}">
                <a16:creationId xmlns:a16="http://schemas.microsoft.com/office/drawing/2014/main" id="{CA5BFC6E-5FA2-4F8E-962F-59109BB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879" y="81190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5" name="path-6513">
            <a:extLst xmlns:a="http://schemas.openxmlformats.org/drawingml/2006/main">
              <a:ext uri="{FF2B5EF4-FFF2-40B4-BE49-F238E27FC236}">
                <a16:creationId xmlns:a16="http://schemas.microsoft.com/office/drawing/2014/main" id="{C26AC666-7403-4147-9571-C2CB03B4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121" y="81645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6" name="path-6514">
            <a:extLst xmlns:a="http://schemas.openxmlformats.org/drawingml/2006/main">
              <a:ext uri="{FF2B5EF4-FFF2-40B4-BE49-F238E27FC236}">
                <a16:creationId xmlns:a16="http://schemas.microsoft.com/office/drawing/2014/main" id="{B066420C-79B9-4E6E-9D68-54230A9A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878" y="81367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7" name="path-6515">
            <a:extLst xmlns:a="http://schemas.openxmlformats.org/drawingml/2006/main">
              <a:ext uri="{FF2B5EF4-FFF2-40B4-BE49-F238E27FC236}">
                <a16:creationId xmlns:a16="http://schemas.microsoft.com/office/drawing/2014/main" id="{3339EF37-83FB-4B29-9D5D-F3DF3BD3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794" y="8137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8" name="path-6516">
            <a:extLst xmlns:a="http://schemas.openxmlformats.org/drawingml/2006/main">
              <a:ext uri="{FF2B5EF4-FFF2-40B4-BE49-F238E27FC236}">
                <a16:creationId xmlns:a16="http://schemas.microsoft.com/office/drawing/2014/main" id="{8FF5E001-94B8-40C5-9C59-3CEF9E91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966" y="81411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9" name="path-6517">
            <a:extLst xmlns:a="http://schemas.openxmlformats.org/drawingml/2006/main">
              <a:ext uri="{FF2B5EF4-FFF2-40B4-BE49-F238E27FC236}">
                <a16:creationId xmlns:a16="http://schemas.microsoft.com/office/drawing/2014/main" id="{8879E248-F51C-4536-8629-14E9DC26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82" y="81349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0" name="path-6518">
            <a:extLst xmlns:a="http://schemas.openxmlformats.org/drawingml/2006/main">
              <a:ext uri="{FF2B5EF4-FFF2-40B4-BE49-F238E27FC236}">
                <a16:creationId xmlns:a16="http://schemas.microsoft.com/office/drawing/2014/main" id="{769C6E86-D2C2-4AAE-A2D1-7C7C9417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557" y="81278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1" name="path-6519">
            <a:extLst xmlns:a="http://schemas.openxmlformats.org/drawingml/2006/main">
              <a:ext uri="{FF2B5EF4-FFF2-40B4-BE49-F238E27FC236}">
                <a16:creationId xmlns:a16="http://schemas.microsoft.com/office/drawing/2014/main" id="{BF574D37-5015-4C5B-8E92-35C1EB74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1009" y="81541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2" name="path-6520">
            <a:extLst xmlns:a="http://schemas.openxmlformats.org/drawingml/2006/main">
              <a:ext uri="{FF2B5EF4-FFF2-40B4-BE49-F238E27FC236}">
                <a16:creationId xmlns:a16="http://schemas.microsoft.com/office/drawing/2014/main" id="{48BEB09F-D29D-4491-936C-7A112D66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172" y="81456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3" name="path-6521">
            <a:extLst xmlns:a="http://schemas.openxmlformats.org/drawingml/2006/main">
              <a:ext uri="{FF2B5EF4-FFF2-40B4-BE49-F238E27FC236}">
                <a16:creationId xmlns:a16="http://schemas.microsoft.com/office/drawing/2014/main" id="{F06D19F7-2DC1-40AD-914C-849BDE8E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496" y="81621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4" name="path-6522">
            <a:extLst xmlns:a="http://schemas.openxmlformats.org/drawingml/2006/main">
              <a:ext uri="{FF2B5EF4-FFF2-40B4-BE49-F238E27FC236}">
                <a16:creationId xmlns:a16="http://schemas.microsoft.com/office/drawing/2014/main" id="{C0672F9A-65B2-47DB-BA85-C362BF2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0539" y="81492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5" name="path-6523">
            <a:extLst xmlns:a="http://schemas.openxmlformats.org/drawingml/2006/main">
              <a:ext uri="{FF2B5EF4-FFF2-40B4-BE49-F238E27FC236}">
                <a16:creationId xmlns:a16="http://schemas.microsoft.com/office/drawing/2014/main" id="{68BCCBDD-52F3-41C3-9687-5FCB5E15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82" y="81372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6" name="path-6524">
            <a:extLst xmlns:a="http://schemas.openxmlformats.org/drawingml/2006/main">
              <a:ext uri="{FF2B5EF4-FFF2-40B4-BE49-F238E27FC236}">
                <a16:creationId xmlns:a16="http://schemas.microsoft.com/office/drawing/2014/main" id="{15F63D33-8CA9-4A4F-8277-BFC33E30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547" y="81428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7" name="path-6525">
            <a:extLst xmlns:a="http://schemas.openxmlformats.org/drawingml/2006/main">
              <a:ext uri="{FF2B5EF4-FFF2-40B4-BE49-F238E27FC236}">
                <a16:creationId xmlns:a16="http://schemas.microsoft.com/office/drawing/2014/main" id="{9FFB1D27-4CB9-4A38-87D8-5C76058D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01" y="8151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8" name="path-6526">
            <a:extLst xmlns:a="http://schemas.openxmlformats.org/drawingml/2006/main">
              <a:ext uri="{FF2B5EF4-FFF2-40B4-BE49-F238E27FC236}">
                <a16:creationId xmlns:a16="http://schemas.microsoft.com/office/drawing/2014/main" id="{CE5D115A-7182-40DA-90EB-1E120424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5" y="81327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9" name="path-6527">
            <a:extLst xmlns:a="http://schemas.openxmlformats.org/drawingml/2006/main">
              <a:ext uri="{FF2B5EF4-FFF2-40B4-BE49-F238E27FC236}">
                <a16:creationId xmlns:a16="http://schemas.microsoft.com/office/drawing/2014/main" id="{A952F74E-E1DA-4FBC-ADD3-5866A323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94" y="8132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0" name="path-6528">
            <a:extLst xmlns:a="http://schemas.openxmlformats.org/drawingml/2006/main">
              <a:ext uri="{FF2B5EF4-FFF2-40B4-BE49-F238E27FC236}">
                <a16:creationId xmlns:a16="http://schemas.microsoft.com/office/drawing/2014/main" id="{264017C6-7900-4BAA-B676-21EAEB83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045" y="81414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1" name="path-6529">
            <a:extLst xmlns:a="http://schemas.openxmlformats.org/drawingml/2006/main">
              <a:ext uri="{FF2B5EF4-FFF2-40B4-BE49-F238E27FC236}">
                <a16:creationId xmlns:a16="http://schemas.microsoft.com/office/drawing/2014/main" id="{161C2C7F-CB6F-4611-8CFB-2B18CA4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891" y="8148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2" name="path-6530">
            <a:extLst xmlns:a="http://schemas.openxmlformats.org/drawingml/2006/main">
              <a:ext uri="{FF2B5EF4-FFF2-40B4-BE49-F238E27FC236}">
                <a16:creationId xmlns:a16="http://schemas.microsoft.com/office/drawing/2014/main" id="{E00B56E0-D5FB-469C-9B09-165CB21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187" y="81420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3" name="path-6531">
            <a:extLst xmlns:a="http://schemas.openxmlformats.org/drawingml/2006/main">
              <a:ext uri="{FF2B5EF4-FFF2-40B4-BE49-F238E27FC236}">
                <a16:creationId xmlns:a16="http://schemas.microsoft.com/office/drawing/2014/main" id="{20D2AB34-5B9C-47D4-B281-CACEA6D7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26" y="8130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4" name="path-6532">
            <a:extLst xmlns:a="http://schemas.openxmlformats.org/drawingml/2006/main">
              <a:ext uri="{FF2B5EF4-FFF2-40B4-BE49-F238E27FC236}">
                <a16:creationId xmlns:a16="http://schemas.microsoft.com/office/drawing/2014/main" id="{671FA39B-3019-4664-AA80-40A041E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331" y="8159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5" name="path-6533">
            <a:extLst xmlns:a="http://schemas.openxmlformats.org/drawingml/2006/main">
              <a:ext uri="{FF2B5EF4-FFF2-40B4-BE49-F238E27FC236}">
                <a16:creationId xmlns:a16="http://schemas.microsoft.com/office/drawing/2014/main" id="{09A89DCF-8847-412E-873D-ECA3E00D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458" y="81241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6" name="path-6534">
            <a:extLst xmlns:a="http://schemas.openxmlformats.org/drawingml/2006/main">
              <a:ext uri="{FF2B5EF4-FFF2-40B4-BE49-F238E27FC236}">
                <a16:creationId xmlns:a16="http://schemas.microsoft.com/office/drawing/2014/main" id="{6BA26A96-4520-48B3-B550-89EE427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850" y="8172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7" name="path-6535">
            <a:extLst xmlns:a="http://schemas.openxmlformats.org/drawingml/2006/main">
              <a:ext uri="{FF2B5EF4-FFF2-40B4-BE49-F238E27FC236}">
                <a16:creationId xmlns:a16="http://schemas.microsoft.com/office/drawing/2014/main" id="{B8D1C530-64AE-4366-9564-D748439D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582" y="81183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8" name="path-6536">
            <a:extLst xmlns:a="http://schemas.openxmlformats.org/drawingml/2006/main">
              <a:ext uri="{FF2B5EF4-FFF2-40B4-BE49-F238E27FC236}">
                <a16:creationId xmlns:a16="http://schemas.microsoft.com/office/drawing/2014/main" id="{23B09677-82BF-4498-B8B3-FBA42E8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13" y="81444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9" name="path-6537">
            <a:extLst xmlns:a="http://schemas.openxmlformats.org/drawingml/2006/main">
              <a:ext uri="{FF2B5EF4-FFF2-40B4-BE49-F238E27FC236}">
                <a16:creationId xmlns:a16="http://schemas.microsoft.com/office/drawing/2014/main" id="{3705A139-DADD-461E-8713-9BADA30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264" y="8143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0" name="path-6538">
            <a:extLst xmlns:a="http://schemas.openxmlformats.org/drawingml/2006/main">
              <a:ext uri="{FF2B5EF4-FFF2-40B4-BE49-F238E27FC236}">
                <a16:creationId xmlns:a16="http://schemas.microsoft.com/office/drawing/2014/main" id="{9472A35B-FAF9-44C8-B5FA-FD05B30D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751" y="8146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1" name="path-6539">
            <a:extLst xmlns:a="http://schemas.openxmlformats.org/drawingml/2006/main">
              <a:ext uri="{FF2B5EF4-FFF2-40B4-BE49-F238E27FC236}">
                <a16:creationId xmlns:a16="http://schemas.microsoft.com/office/drawing/2014/main" id="{343C32DB-9837-47E0-9698-A9D0EBBD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7" y="81371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2" name="path-6540">
            <a:extLst xmlns:a="http://schemas.openxmlformats.org/drawingml/2006/main">
              <a:ext uri="{FF2B5EF4-FFF2-40B4-BE49-F238E27FC236}">
                <a16:creationId xmlns:a16="http://schemas.microsoft.com/office/drawing/2014/main" id="{99998A2F-76D1-4E0F-BD9D-B44009F1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586" y="81516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3" name="path-6541">
            <a:extLst xmlns:a="http://schemas.openxmlformats.org/drawingml/2006/main">
              <a:ext uri="{FF2B5EF4-FFF2-40B4-BE49-F238E27FC236}">
                <a16:creationId xmlns:a16="http://schemas.microsoft.com/office/drawing/2014/main" id="{B693A288-0BCC-4D89-B53D-24FE4BDD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115" y="81151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4" name="path-6542">
            <a:extLst xmlns:a="http://schemas.openxmlformats.org/drawingml/2006/main">
              <a:ext uri="{FF2B5EF4-FFF2-40B4-BE49-F238E27FC236}">
                <a16:creationId xmlns:a16="http://schemas.microsoft.com/office/drawing/2014/main" id="{054901CA-3830-40E2-9436-CC3E89AB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12" y="81367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5" name="path-6543">
            <a:extLst xmlns:a="http://schemas.openxmlformats.org/drawingml/2006/main">
              <a:ext uri="{FF2B5EF4-FFF2-40B4-BE49-F238E27FC236}">
                <a16:creationId xmlns:a16="http://schemas.microsoft.com/office/drawing/2014/main" id="{4F9CF6C7-C4A6-4864-860C-167E266D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240" y="8191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6" name="path-6544">
            <a:extLst xmlns:a="http://schemas.openxmlformats.org/drawingml/2006/main">
              <a:ext uri="{FF2B5EF4-FFF2-40B4-BE49-F238E27FC236}">
                <a16:creationId xmlns:a16="http://schemas.microsoft.com/office/drawing/2014/main" id="{A3DC7A64-4A62-4689-A128-4E6829BA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816" y="8108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7" name="path-6545">
            <a:extLst xmlns:a="http://schemas.openxmlformats.org/drawingml/2006/main">
              <a:ext uri="{FF2B5EF4-FFF2-40B4-BE49-F238E27FC236}">
                <a16:creationId xmlns:a16="http://schemas.microsoft.com/office/drawing/2014/main" id="{5003725A-574C-42AF-A4BB-98E874AC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93" y="8182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8" name="path-6546">
            <a:extLst xmlns:a="http://schemas.openxmlformats.org/drawingml/2006/main">
              <a:ext uri="{FF2B5EF4-FFF2-40B4-BE49-F238E27FC236}">
                <a16:creationId xmlns:a16="http://schemas.microsoft.com/office/drawing/2014/main" id="{4D75A3FB-A554-46EB-A8C1-6B3E4440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528" y="8158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9" name="path-6547">
            <a:extLst xmlns:a="http://schemas.openxmlformats.org/drawingml/2006/main">
              <a:ext uri="{FF2B5EF4-FFF2-40B4-BE49-F238E27FC236}">
                <a16:creationId xmlns:a16="http://schemas.microsoft.com/office/drawing/2014/main" id="{BE458BD7-602F-4153-A844-FD5090C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785" y="81165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0" name="path-6548">
            <a:extLst xmlns:a="http://schemas.openxmlformats.org/drawingml/2006/main">
              <a:ext uri="{FF2B5EF4-FFF2-40B4-BE49-F238E27FC236}">
                <a16:creationId xmlns:a16="http://schemas.microsoft.com/office/drawing/2014/main" id="{05F00A80-17ED-4922-BFF9-F4D09C81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256" y="81326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1" name="path-6549">
            <a:extLst xmlns:a="http://schemas.openxmlformats.org/drawingml/2006/main">
              <a:ext uri="{FF2B5EF4-FFF2-40B4-BE49-F238E27FC236}">
                <a16:creationId xmlns:a16="http://schemas.microsoft.com/office/drawing/2014/main" id="{6E2EAC7A-F258-48B7-92EB-6439C35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835" y="81312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2" name="path-6550">
            <a:extLst xmlns:a="http://schemas.openxmlformats.org/drawingml/2006/main">
              <a:ext uri="{FF2B5EF4-FFF2-40B4-BE49-F238E27FC236}">
                <a16:creationId xmlns:a16="http://schemas.microsoft.com/office/drawing/2014/main" id="{FE2B6379-6662-40F1-A9CD-30786654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732" y="8155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3" name="path-6551">
            <a:extLst xmlns:a="http://schemas.openxmlformats.org/drawingml/2006/main">
              <a:ext uri="{FF2B5EF4-FFF2-40B4-BE49-F238E27FC236}">
                <a16:creationId xmlns:a16="http://schemas.microsoft.com/office/drawing/2014/main" id="{326FC0CD-E43F-4215-A703-EABA4BB6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567" y="81632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4" name="path-6552">
            <a:extLst xmlns:a="http://schemas.openxmlformats.org/drawingml/2006/main">
              <a:ext uri="{FF2B5EF4-FFF2-40B4-BE49-F238E27FC236}">
                <a16:creationId xmlns:a16="http://schemas.microsoft.com/office/drawing/2014/main" id="{26CC0992-4AE3-4D21-9759-0E2F645D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073" y="81377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5" name="path-6553">
            <a:extLst xmlns:a="http://schemas.openxmlformats.org/drawingml/2006/main">
              <a:ext uri="{FF2B5EF4-FFF2-40B4-BE49-F238E27FC236}">
                <a16:creationId xmlns:a16="http://schemas.microsoft.com/office/drawing/2014/main" id="{BF0E2C3C-A1E5-4D86-A049-720629C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453" y="81431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6" name="path-6554">
            <a:extLst xmlns:a="http://schemas.openxmlformats.org/drawingml/2006/main">
              <a:ext uri="{FF2B5EF4-FFF2-40B4-BE49-F238E27FC236}">
                <a16:creationId xmlns:a16="http://schemas.microsoft.com/office/drawing/2014/main" id="{62808826-FA46-4CEE-A4FB-3435A527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189" y="81431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7" name="path-6555">
            <a:extLst xmlns:a="http://schemas.openxmlformats.org/drawingml/2006/main">
              <a:ext uri="{FF2B5EF4-FFF2-40B4-BE49-F238E27FC236}">
                <a16:creationId xmlns:a16="http://schemas.microsoft.com/office/drawing/2014/main" id="{80790046-E287-48D5-9415-7F7AE4EC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72" y="8123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8" name="path-6556">
            <a:extLst xmlns:a="http://schemas.openxmlformats.org/drawingml/2006/main">
              <a:ext uri="{FF2B5EF4-FFF2-40B4-BE49-F238E27FC236}">
                <a16:creationId xmlns:a16="http://schemas.microsoft.com/office/drawing/2014/main" id="{5D2329BD-97D5-4EFD-9BB6-51ABDE9A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425" y="8127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9" name="path-6557">
            <a:extLst xmlns:a="http://schemas.openxmlformats.org/drawingml/2006/main">
              <a:ext uri="{FF2B5EF4-FFF2-40B4-BE49-F238E27FC236}">
                <a16:creationId xmlns:a16="http://schemas.microsoft.com/office/drawing/2014/main" id="{58C8F05B-0587-4CBE-87B2-1D310A1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660" y="81344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0" name="path-6558">
            <a:extLst xmlns:a="http://schemas.openxmlformats.org/drawingml/2006/main">
              <a:ext uri="{FF2B5EF4-FFF2-40B4-BE49-F238E27FC236}">
                <a16:creationId xmlns:a16="http://schemas.microsoft.com/office/drawing/2014/main" id="{060C4F60-E833-4F53-A7A2-F523CF33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069" y="8144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1" name="path-6559">
            <a:extLst xmlns:a="http://schemas.openxmlformats.org/drawingml/2006/main">
              <a:ext uri="{FF2B5EF4-FFF2-40B4-BE49-F238E27FC236}">
                <a16:creationId xmlns:a16="http://schemas.microsoft.com/office/drawing/2014/main" id="{5F0D7C11-AFAF-4F88-B9C8-2EDA549E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853" y="81491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2" name="path-6560">
            <a:extLst xmlns:a="http://schemas.openxmlformats.org/drawingml/2006/main">
              <a:ext uri="{FF2B5EF4-FFF2-40B4-BE49-F238E27FC236}">
                <a16:creationId xmlns:a16="http://schemas.microsoft.com/office/drawing/2014/main" id="{4C089A7C-0672-48B7-A370-39E2954B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877" y="81546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3" name="path-6561">
            <a:extLst xmlns:a="http://schemas.openxmlformats.org/drawingml/2006/main">
              <a:ext uri="{FF2B5EF4-FFF2-40B4-BE49-F238E27FC236}">
                <a16:creationId xmlns:a16="http://schemas.microsoft.com/office/drawing/2014/main" id="{8D6E7CD3-8106-41AA-A2A6-49136CC8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50" y="81598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4" name="path-6562">
            <a:extLst xmlns:a="http://schemas.openxmlformats.org/drawingml/2006/main">
              <a:ext uri="{FF2B5EF4-FFF2-40B4-BE49-F238E27FC236}">
                <a16:creationId xmlns:a16="http://schemas.microsoft.com/office/drawing/2014/main" id="{C4CA5C81-A7EF-472D-A255-A58E1B8F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48" y="81571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5" name="path-6563">
            <a:extLst xmlns:a="http://schemas.openxmlformats.org/drawingml/2006/main">
              <a:ext uri="{FF2B5EF4-FFF2-40B4-BE49-F238E27FC236}">
                <a16:creationId xmlns:a16="http://schemas.microsoft.com/office/drawing/2014/main" id="{4649227C-8CCB-4038-8857-59F2132A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586" y="81428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6" name="path-6564">
            <a:extLst xmlns:a="http://schemas.openxmlformats.org/drawingml/2006/main">
              <a:ext uri="{FF2B5EF4-FFF2-40B4-BE49-F238E27FC236}">
                <a16:creationId xmlns:a16="http://schemas.microsoft.com/office/drawing/2014/main" id="{7F580B85-329C-4D7A-A311-A3883B84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9691" y="81386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7" name="path-6565">
            <a:extLst xmlns:a="http://schemas.openxmlformats.org/drawingml/2006/main">
              <a:ext uri="{FF2B5EF4-FFF2-40B4-BE49-F238E27FC236}">
                <a16:creationId xmlns:a16="http://schemas.microsoft.com/office/drawing/2014/main" id="{3CCE1493-5DA7-4109-A2CE-C42D89CD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938" y="81272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8" name="path-6566">
            <a:extLst xmlns:a="http://schemas.openxmlformats.org/drawingml/2006/main">
              <a:ext uri="{FF2B5EF4-FFF2-40B4-BE49-F238E27FC236}">
                <a16:creationId xmlns:a16="http://schemas.microsoft.com/office/drawing/2014/main" id="{3B5889A1-5599-4619-A39B-6A4E1113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633" y="8144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9" name="path-6567">
            <a:extLst xmlns:a="http://schemas.openxmlformats.org/drawingml/2006/main">
              <a:ext uri="{FF2B5EF4-FFF2-40B4-BE49-F238E27FC236}">
                <a16:creationId xmlns:a16="http://schemas.microsoft.com/office/drawing/2014/main" id="{8A8C73C0-6063-4E12-8B47-97A04E51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343" y="81463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0" name="path-6568">
            <a:extLst xmlns:a="http://schemas.openxmlformats.org/drawingml/2006/main">
              <a:ext uri="{FF2B5EF4-FFF2-40B4-BE49-F238E27FC236}">
                <a16:creationId xmlns:a16="http://schemas.microsoft.com/office/drawing/2014/main" id="{A8E8663A-F3BC-445E-AEDC-E9E9B8D7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011" y="81577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1" name="path-6569">
            <a:extLst xmlns:a="http://schemas.openxmlformats.org/drawingml/2006/main">
              <a:ext uri="{FF2B5EF4-FFF2-40B4-BE49-F238E27FC236}">
                <a16:creationId xmlns:a16="http://schemas.microsoft.com/office/drawing/2014/main" id="{5D7B78A3-DB9B-40BF-8C3D-4517926F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187" y="81391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2" name="path-6570">
            <a:extLst xmlns:a="http://schemas.openxmlformats.org/drawingml/2006/main">
              <a:ext uri="{FF2B5EF4-FFF2-40B4-BE49-F238E27FC236}">
                <a16:creationId xmlns:a16="http://schemas.microsoft.com/office/drawing/2014/main" id="{3C7C1E22-89B3-4FF5-B3AE-7738CD0B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088" y="81525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3" name="path-6571">
            <a:extLst xmlns:a="http://schemas.openxmlformats.org/drawingml/2006/main">
              <a:ext uri="{FF2B5EF4-FFF2-40B4-BE49-F238E27FC236}">
                <a16:creationId xmlns:a16="http://schemas.microsoft.com/office/drawing/2014/main" id="{F47A0963-C19B-4BF9-836E-1FA8790B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113" y="8137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4" name="path-6572">
            <a:extLst xmlns:a="http://schemas.openxmlformats.org/drawingml/2006/main">
              <a:ext uri="{FF2B5EF4-FFF2-40B4-BE49-F238E27FC236}">
                <a16:creationId xmlns:a16="http://schemas.microsoft.com/office/drawing/2014/main" id="{A266AD10-01C9-47BA-B5EC-6FE8FDD9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730" y="8163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5" name="path-6573">
            <a:extLst xmlns:a="http://schemas.openxmlformats.org/drawingml/2006/main">
              <a:ext uri="{FF2B5EF4-FFF2-40B4-BE49-F238E27FC236}">
                <a16:creationId xmlns:a16="http://schemas.microsoft.com/office/drawing/2014/main" id="{DF754E20-744E-4CAC-88B7-D219E97F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803" y="8147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6" name="path-6574">
            <a:extLst xmlns:a="http://schemas.openxmlformats.org/drawingml/2006/main">
              <a:ext uri="{FF2B5EF4-FFF2-40B4-BE49-F238E27FC236}">
                <a16:creationId xmlns:a16="http://schemas.microsoft.com/office/drawing/2014/main" id="{32D7B2E8-C80B-4DF4-87F1-1617B494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24" y="81283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7" name="path-6575">
            <a:extLst xmlns:a="http://schemas.openxmlformats.org/drawingml/2006/main">
              <a:ext uri="{FF2B5EF4-FFF2-40B4-BE49-F238E27FC236}">
                <a16:creationId xmlns:a16="http://schemas.microsoft.com/office/drawing/2014/main" id="{4AB0FDF5-B1B6-4411-A03B-E6724FEF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133" y="81393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8" name="path-6576">
            <a:extLst xmlns:a="http://schemas.openxmlformats.org/drawingml/2006/main">
              <a:ext uri="{FF2B5EF4-FFF2-40B4-BE49-F238E27FC236}">
                <a16:creationId xmlns:a16="http://schemas.microsoft.com/office/drawing/2014/main" id="{C19C7FA0-A238-40CC-A487-4C8B7EBF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323" y="8149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9" name="path-6577">
            <a:extLst xmlns:a="http://schemas.openxmlformats.org/drawingml/2006/main">
              <a:ext uri="{FF2B5EF4-FFF2-40B4-BE49-F238E27FC236}">
                <a16:creationId xmlns:a16="http://schemas.microsoft.com/office/drawing/2014/main" id="{036B4A28-D53F-42D9-AA68-FE27AED2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109" y="8152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0" name="path-6578">
            <a:extLst xmlns:a="http://schemas.openxmlformats.org/drawingml/2006/main">
              <a:ext uri="{FF2B5EF4-FFF2-40B4-BE49-F238E27FC236}">
                <a16:creationId xmlns:a16="http://schemas.microsoft.com/office/drawing/2014/main" id="{3F44BFC2-C548-4A82-A7F2-85B48ED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672" y="81587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1" name="path-6579">
            <a:extLst xmlns:a="http://schemas.openxmlformats.org/drawingml/2006/main">
              <a:ext uri="{FF2B5EF4-FFF2-40B4-BE49-F238E27FC236}">
                <a16:creationId xmlns:a16="http://schemas.microsoft.com/office/drawing/2014/main" id="{40F8CA5D-709D-47A7-8563-2A8EC7FE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310" y="81506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2" name="path-6580">
            <a:extLst xmlns:a="http://schemas.openxmlformats.org/drawingml/2006/main">
              <a:ext uri="{FF2B5EF4-FFF2-40B4-BE49-F238E27FC236}">
                <a16:creationId xmlns:a16="http://schemas.microsoft.com/office/drawing/2014/main" id="{8B2E5C96-2AC4-4A81-96A0-3D1A54AB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529" y="81491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3" name="path-6581">
            <a:extLst xmlns:a="http://schemas.openxmlformats.org/drawingml/2006/main">
              <a:ext uri="{FF2B5EF4-FFF2-40B4-BE49-F238E27FC236}">
                <a16:creationId xmlns:a16="http://schemas.microsoft.com/office/drawing/2014/main" id="{C7CAFFA1-3E47-4C4D-A614-B7BF87DC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669" y="81062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4" name="path-6582">
            <a:extLst xmlns:a="http://schemas.openxmlformats.org/drawingml/2006/main">
              <a:ext uri="{FF2B5EF4-FFF2-40B4-BE49-F238E27FC236}">
                <a16:creationId xmlns:a16="http://schemas.microsoft.com/office/drawing/2014/main" id="{F2F4CB71-D377-4D16-A33F-3790A175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6706" y="81800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5" name="path-6583">
            <a:extLst xmlns:a="http://schemas.openxmlformats.org/drawingml/2006/main">
              <a:ext uri="{FF2B5EF4-FFF2-40B4-BE49-F238E27FC236}">
                <a16:creationId xmlns:a16="http://schemas.microsoft.com/office/drawing/2014/main" id="{7550FC47-52F3-4B5D-9B05-7407C91F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465" y="8143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6" name="path-6584">
            <a:extLst xmlns:a="http://schemas.openxmlformats.org/drawingml/2006/main">
              <a:ext uri="{FF2B5EF4-FFF2-40B4-BE49-F238E27FC236}">
                <a16:creationId xmlns:a16="http://schemas.microsoft.com/office/drawing/2014/main" id="{5FC5076C-A2C0-448A-AD3F-153609F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61" y="8160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7" name="path-6585">
            <a:extLst xmlns:a="http://schemas.openxmlformats.org/drawingml/2006/main">
              <a:ext uri="{FF2B5EF4-FFF2-40B4-BE49-F238E27FC236}">
                <a16:creationId xmlns:a16="http://schemas.microsoft.com/office/drawing/2014/main" id="{CFE219CB-7BC4-420E-B81E-08628F9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35" y="81138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8" name="path-6586">
            <a:extLst xmlns:a="http://schemas.openxmlformats.org/drawingml/2006/main">
              <a:ext uri="{FF2B5EF4-FFF2-40B4-BE49-F238E27FC236}">
                <a16:creationId xmlns:a16="http://schemas.microsoft.com/office/drawing/2014/main" id="{57CD169E-229D-422A-A647-F7982E03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0731" y="81433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9" name="path-6587">
            <a:extLst xmlns:a="http://schemas.openxmlformats.org/drawingml/2006/main">
              <a:ext uri="{FF2B5EF4-FFF2-40B4-BE49-F238E27FC236}">
                <a16:creationId xmlns:a16="http://schemas.microsoft.com/office/drawing/2014/main" id="{E9A9C35C-64D1-4D28-B849-AC580B99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904" y="8171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0" name="path-6588">
            <a:extLst xmlns:a="http://schemas.openxmlformats.org/drawingml/2006/main">
              <a:ext uri="{FF2B5EF4-FFF2-40B4-BE49-F238E27FC236}">
                <a16:creationId xmlns:a16="http://schemas.microsoft.com/office/drawing/2014/main" id="{D21ED129-3618-42CA-8B2A-DF607FDF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246" y="81630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1" name="path-6589">
            <a:extLst xmlns:a="http://schemas.openxmlformats.org/drawingml/2006/main">
              <a:ext uri="{FF2B5EF4-FFF2-40B4-BE49-F238E27FC236}">
                <a16:creationId xmlns:a16="http://schemas.microsoft.com/office/drawing/2014/main" id="{578831D0-262D-4DEC-ACB6-99BFEDE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335" y="81398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2" name="path-6590">
            <a:extLst xmlns:a="http://schemas.openxmlformats.org/drawingml/2006/main">
              <a:ext uri="{FF2B5EF4-FFF2-40B4-BE49-F238E27FC236}">
                <a16:creationId xmlns:a16="http://schemas.microsoft.com/office/drawing/2014/main" id="{BEB4075E-9A0B-4280-9646-3AF978E4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1" y="81174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3" name="path-6591">
            <a:extLst xmlns:a="http://schemas.openxmlformats.org/drawingml/2006/main">
              <a:ext uri="{FF2B5EF4-FFF2-40B4-BE49-F238E27FC236}">
                <a16:creationId xmlns:a16="http://schemas.microsoft.com/office/drawing/2014/main" id="{336B7FE0-C325-4CAD-BFC7-8BBE2236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81" y="81593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4" name="path-6592">
            <a:extLst xmlns:a="http://schemas.openxmlformats.org/drawingml/2006/main">
              <a:ext uri="{FF2B5EF4-FFF2-40B4-BE49-F238E27FC236}">
                <a16:creationId xmlns:a16="http://schemas.microsoft.com/office/drawing/2014/main" id="{F057776A-B57B-4A2B-82A1-51FD4FA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442" y="8093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5" name="path-6593">
            <a:extLst xmlns:a="http://schemas.openxmlformats.org/drawingml/2006/main">
              <a:ext uri="{FF2B5EF4-FFF2-40B4-BE49-F238E27FC236}">
                <a16:creationId xmlns:a16="http://schemas.microsoft.com/office/drawing/2014/main" id="{5F3F8DD4-BB7F-4900-A303-F5D8A370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966" y="81374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6" name="path-6594">
            <a:extLst xmlns:a="http://schemas.openxmlformats.org/drawingml/2006/main">
              <a:ext uri="{FF2B5EF4-FFF2-40B4-BE49-F238E27FC236}">
                <a16:creationId xmlns:a16="http://schemas.microsoft.com/office/drawing/2014/main" id="{DC95C09A-310C-40B0-9435-91CBC9E5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340" y="8138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7" name="path-6595">
            <a:extLst xmlns:a="http://schemas.openxmlformats.org/drawingml/2006/main">
              <a:ext uri="{FF2B5EF4-FFF2-40B4-BE49-F238E27FC236}">
                <a16:creationId xmlns:a16="http://schemas.microsoft.com/office/drawing/2014/main" id="{999A9B22-0052-4F59-849F-AB1FEEFB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4674" y="81752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8" name="path-6596">
            <a:extLst xmlns:a="http://schemas.openxmlformats.org/drawingml/2006/main">
              <a:ext uri="{FF2B5EF4-FFF2-40B4-BE49-F238E27FC236}">
                <a16:creationId xmlns:a16="http://schemas.microsoft.com/office/drawing/2014/main" id="{53F20CCC-9B0E-47D4-8059-C888D8E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5104" y="8156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9" name="path-6597">
            <a:extLst xmlns:a="http://schemas.openxmlformats.org/drawingml/2006/main">
              <a:ext uri="{FF2B5EF4-FFF2-40B4-BE49-F238E27FC236}">
                <a16:creationId xmlns:a16="http://schemas.microsoft.com/office/drawing/2014/main" id="{FD5FBD25-2F92-4B5F-8AC6-319CD34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32" y="81487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0" name="path-6598">
            <a:extLst xmlns:a="http://schemas.openxmlformats.org/drawingml/2006/main">
              <a:ext uri="{FF2B5EF4-FFF2-40B4-BE49-F238E27FC236}">
                <a16:creationId xmlns:a16="http://schemas.microsoft.com/office/drawing/2014/main" id="{F7654083-C794-4D21-B0BD-19F2232A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174" y="81726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1" name="path-6599">
            <a:extLst xmlns:a="http://schemas.openxmlformats.org/drawingml/2006/main">
              <a:ext uri="{FF2B5EF4-FFF2-40B4-BE49-F238E27FC236}">
                <a16:creationId xmlns:a16="http://schemas.microsoft.com/office/drawing/2014/main" id="{257B4D02-D611-4110-851D-15B9491A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116" y="81482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2" name="path-6600">
            <a:extLst xmlns:a="http://schemas.openxmlformats.org/drawingml/2006/main">
              <a:ext uri="{FF2B5EF4-FFF2-40B4-BE49-F238E27FC236}">
                <a16:creationId xmlns:a16="http://schemas.microsoft.com/office/drawing/2014/main" id="{14DCD32B-EB6A-4B7B-93C8-1CD458C0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176" y="81563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3" name="path-6601">
            <a:extLst xmlns:a="http://schemas.openxmlformats.org/drawingml/2006/main">
              <a:ext uri="{FF2B5EF4-FFF2-40B4-BE49-F238E27FC236}">
                <a16:creationId xmlns:a16="http://schemas.microsoft.com/office/drawing/2014/main" id="{AA6B1534-2B00-4704-A11A-C0907B0D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811" y="81162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4" name="path-6602">
            <a:extLst xmlns:a="http://schemas.openxmlformats.org/drawingml/2006/main">
              <a:ext uri="{FF2B5EF4-FFF2-40B4-BE49-F238E27FC236}">
                <a16:creationId xmlns:a16="http://schemas.microsoft.com/office/drawing/2014/main" id="{9B4D0D14-3C29-4035-907A-318A722D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96" y="8134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5" name="path-6603">
            <a:extLst xmlns:a="http://schemas.openxmlformats.org/drawingml/2006/main">
              <a:ext uri="{FF2B5EF4-FFF2-40B4-BE49-F238E27FC236}">
                <a16:creationId xmlns:a16="http://schemas.microsoft.com/office/drawing/2014/main" id="{BD2A26C2-F2AD-424A-9797-34FAFC3B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931" y="81519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6" name="path-6604">
            <a:extLst xmlns:a="http://schemas.openxmlformats.org/drawingml/2006/main">
              <a:ext uri="{FF2B5EF4-FFF2-40B4-BE49-F238E27FC236}">
                <a16:creationId xmlns:a16="http://schemas.microsoft.com/office/drawing/2014/main" id="{D19A8E0C-BADA-4B94-9C15-B5F0571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174" y="81680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7" name="path-6605">
            <a:extLst xmlns:a="http://schemas.openxmlformats.org/drawingml/2006/main">
              <a:ext uri="{FF2B5EF4-FFF2-40B4-BE49-F238E27FC236}">
                <a16:creationId xmlns:a16="http://schemas.microsoft.com/office/drawing/2014/main" id="{D427AFB7-B298-437A-9EA3-8184703B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47" y="81719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8" name="path-6606">
            <a:extLst xmlns:a="http://schemas.openxmlformats.org/drawingml/2006/main">
              <a:ext uri="{FF2B5EF4-FFF2-40B4-BE49-F238E27FC236}">
                <a16:creationId xmlns:a16="http://schemas.microsoft.com/office/drawing/2014/main" id="{7B508B34-919A-4520-9134-D51C883F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909" y="8134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9" name="path-6607">
            <a:extLst xmlns:a="http://schemas.openxmlformats.org/drawingml/2006/main">
              <a:ext uri="{FF2B5EF4-FFF2-40B4-BE49-F238E27FC236}">
                <a16:creationId xmlns:a16="http://schemas.microsoft.com/office/drawing/2014/main" id="{EEAEAF66-6EA5-4789-B10B-8AA5F599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76" y="81324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0" name="path-6608">
            <a:extLst xmlns:a="http://schemas.openxmlformats.org/drawingml/2006/main">
              <a:ext uri="{FF2B5EF4-FFF2-40B4-BE49-F238E27FC236}">
                <a16:creationId xmlns:a16="http://schemas.microsoft.com/office/drawing/2014/main" id="{042A87B3-39DE-4B33-B8CA-39EE36D2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12" y="81489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1" name="path-6609">
            <a:extLst xmlns:a="http://schemas.openxmlformats.org/drawingml/2006/main">
              <a:ext uri="{FF2B5EF4-FFF2-40B4-BE49-F238E27FC236}">
                <a16:creationId xmlns:a16="http://schemas.microsoft.com/office/drawing/2014/main" id="{E683B734-36F0-4387-B3A9-700A7741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765" y="8143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2" name="path-6610">
            <a:extLst xmlns:a="http://schemas.openxmlformats.org/drawingml/2006/main">
              <a:ext uri="{FF2B5EF4-FFF2-40B4-BE49-F238E27FC236}">
                <a16:creationId xmlns:a16="http://schemas.microsoft.com/office/drawing/2014/main" id="{515FC0CD-DB01-4481-A5B5-D1EAC1AA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506" y="8134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3" name="path-6611">
            <a:extLst xmlns:a="http://schemas.openxmlformats.org/drawingml/2006/main">
              <a:ext uri="{FF2B5EF4-FFF2-40B4-BE49-F238E27FC236}">
                <a16:creationId xmlns:a16="http://schemas.microsoft.com/office/drawing/2014/main" id="{4DD3421D-C5E7-4A75-B984-D69CC9F8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027" y="81615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4" name="path-6612">
            <a:extLst xmlns:a="http://schemas.openxmlformats.org/drawingml/2006/main">
              <a:ext uri="{FF2B5EF4-FFF2-40B4-BE49-F238E27FC236}">
                <a16:creationId xmlns:a16="http://schemas.microsoft.com/office/drawing/2014/main" id="{F2655B8E-4CBF-4DFB-8792-CFA71D52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916" y="81330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5" name="path-6613">
            <a:extLst xmlns:a="http://schemas.openxmlformats.org/drawingml/2006/main">
              <a:ext uri="{FF2B5EF4-FFF2-40B4-BE49-F238E27FC236}">
                <a16:creationId xmlns:a16="http://schemas.microsoft.com/office/drawing/2014/main" id="{659D1F97-D341-4F92-A86A-F01A9FA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5812" y="81597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6" name="path-6614">
            <a:extLst xmlns:a="http://schemas.openxmlformats.org/drawingml/2006/main">
              <a:ext uri="{FF2B5EF4-FFF2-40B4-BE49-F238E27FC236}">
                <a16:creationId xmlns:a16="http://schemas.microsoft.com/office/drawing/2014/main" id="{52747D06-CD0A-4514-9C30-4C01B18A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976" y="81220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7" name="path-6615">
            <a:extLst xmlns:a="http://schemas.openxmlformats.org/drawingml/2006/main">
              <a:ext uri="{FF2B5EF4-FFF2-40B4-BE49-F238E27FC236}">
                <a16:creationId xmlns:a16="http://schemas.microsoft.com/office/drawing/2014/main" id="{20E4D1E7-7413-483F-BE33-E4C5203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39" y="81317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8" name="path-6616">
            <a:extLst xmlns:a="http://schemas.openxmlformats.org/drawingml/2006/main">
              <a:ext uri="{FF2B5EF4-FFF2-40B4-BE49-F238E27FC236}">
                <a16:creationId xmlns:a16="http://schemas.microsoft.com/office/drawing/2014/main" id="{7698FE61-D159-457B-BF62-7A43860F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718" y="81464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9" name="path-6617">
            <a:extLst xmlns:a="http://schemas.openxmlformats.org/drawingml/2006/main">
              <a:ext uri="{FF2B5EF4-FFF2-40B4-BE49-F238E27FC236}">
                <a16:creationId xmlns:a16="http://schemas.microsoft.com/office/drawing/2014/main" id="{E030D6DC-3DD5-4F5F-B170-299C8775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578" y="81336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0" name="path-6618">
            <a:extLst xmlns:a="http://schemas.openxmlformats.org/drawingml/2006/main">
              <a:ext uri="{FF2B5EF4-FFF2-40B4-BE49-F238E27FC236}">
                <a16:creationId xmlns:a16="http://schemas.microsoft.com/office/drawing/2014/main" id="{31E21C60-6C33-4BB2-8726-B506FEA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070" y="8151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1" name="path-6619">
            <a:extLst xmlns:a="http://schemas.openxmlformats.org/drawingml/2006/main">
              <a:ext uri="{FF2B5EF4-FFF2-40B4-BE49-F238E27FC236}">
                <a16:creationId xmlns:a16="http://schemas.microsoft.com/office/drawing/2014/main" id="{A4913C4B-D9F4-4939-ABED-5E0468C8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709" y="81490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2" name="path-6620">
            <a:extLst xmlns:a="http://schemas.openxmlformats.org/drawingml/2006/main">
              <a:ext uri="{FF2B5EF4-FFF2-40B4-BE49-F238E27FC236}">
                <a16:creationId xmlns:a16="http://schemas.microsoft.com/office/drawing/2014/main" id="{3BE218A8-DA2F-4CF1-B09B-54A8DF46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7153" y="81209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3" name="path-6621">
            <a:extLst xmlns:a="http://schemas.openxmlformats.org/drawingml/2006/main">
              <a:ext uri="{FF2B5EF4-FFF2-40B4-BE49-F238E27FC236}">
                <a16:creationId xmlns:a16="http://schemas.microsoft.com/office/drawing/2014/main" id="{11D9C34D-815F-4EDE-95FC-D03921C0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250" y="8149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4" name="path-6622">
            <a:extLst xmlns:a="http://schemas.openxmlformats.org/drawingml/2006/main">
              <a:ext uri="{FF2B5EF4-FFF2-40B4-BE49-F238E27FC236}">
                <a16:creationId xmlns:a16="http://schemas.microsoft.com/office/drawing/2014/main" id="{4EAC0F9A-BEAB-4D45-B3CE-292813D2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826" y="81278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5" name="path-6623">
            <a:extLst xmlns:a="http://schemas.openxmlformats.org/drawingml/2006/main">
              <a:ext uri="{FF2B5EF4-FFF2-40B4-BE49-F238E27FC236}">
                <a16:creationId xmlns:a16="http://schemas.microsoft.com/office/drawing/2014/main" id="{F824492B-1622-4821-A6CA-9832E173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606" y="81360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6" name="path-6624">
            <a:extLst xmlns:a="http://schemas.openxmlformats.org/drawingml/2006/main">
              <a:ext uri="{FF2B5EF4-FFF2-40B4-BE49-F238E27FC236}">
                <a16:creationId xmlns:a16="http://schemas.microsoft.com/office/drawing/2014/main" id="{CDF9C53E-F42C-418D-B6F0-F405869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32" y="81511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7" name="path-6625">
            <a:extLst xmlns:a="http://schemas.openxmlformats.org/drawingml/2006/main">
              <a:ext uri="{FF2B5EF4-FFF2-40B4-BE49-F238E27FC236}">
                <a16:creationId xmlns:a16="http://schemas.microsoft.com/office/drawing/2014/main" id="{7D2EA4E3-88EE-4A81-9795-C22634B5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432" y="8140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8" name="path-6626">
            <a:extLst xmlns:a="http://schemas.openxmlformats.org/drawingml/2006/main">
              <a:ext uri="{FF2B5EF4-FFF2-40B4-BE49-F238E27FC236}">
                <a16:creationId xmlns:a16="http://schemas.microsoft.com/office/drawing/2014/main" id="{4D9190D3-43BF-471C-8E67-6A83D446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897" y="81416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9" name="path-6627">
            <a:extLst xmlns:a="http://schemas.openxmlformats.org/drawingml/2006/main">
              <a:ext uri="{FF2B5EF4-FFF2-40B4-BE49-F238E27FC236}">
                <a16:creationId xmlns:a16="http://schemas.microsoft.com/office/drawing/2014/main" id="{679F44A3-EB8F-4D0D-8A1E-DF780159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872" y="8140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0" name="path-6628">
            <a:extLst xmlns:a="http://schemas.openxmlformats.org/drawingml/2006/main">
              <a:ext uri="{FF2B5EF4-FFF2-40B4-BE49-F238E27FC236}">
                <a16:creationId xmlns:a16="http://schemas.microsoft.com/office/drawing/2014/main" id="{E01E9FA8-BB1D-4BDE-B671-0A0F1B98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933" y="81391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1" name="path-6629">
            <a:extLst xmlns:a="http://schemas.openxmlformats.org/drawingml/2006/main">
              <a:ext uri="{FF2B5EF4-FFF2-40B4-BE49-F238E27FC236}">
                <a16:creationId xmlns:a16="http://schemas.microsoft.com/office/drawing/2014/main" id="{692E64B2-B7EF-436D-99EE-2D97908C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369" y="81556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2" name="path-6630">
            <a:extLst xmlns:a="http://schemas.openxmlformats.org/drawingml/2006/main">
              <a:ext uri="{FF2B5EF4-FFF2-40B4-BE49-F238E27FC236}">
                <a16:creationId xmlns:a16="http://schemas.microsoft.com/office/drawing/2014/main" id="{3BD1B0E0-051B-4A26-8258-A4243555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9604" y="81151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3" name="path-6631">
            <a:extLst xmlns:a="http://schemas.openxmlformats.org/drawingml/2006/main">
              <a:ext uri="{FF2B5EF4-FFF2-40B4-BE49-F238E27FC236}">
                <a16:creationId xmlns:a16="http://schemas.microsoft.com/office/drawing/2014/main" id="{DC3AEF7C-E38E-446C-9F0E-E1F47D79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580" y="81530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4" name="path-6632">
            <a:extLst xmlns:a="http://schemas.openxmlformats.org/drawingml/2006/main">
              <a:ext uri="{FF2B5EF4-FFF2-40B4-BE49-F238E27FC236}">
                <a16:creationId xmlns:a16="http://schemas.microsoft.com/office/drawing/2014/main" id="{4A620A62-BE4F-49E1-A67F-AD437B35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783" y="8162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5" name="path-6633">
            <a:extLst xmlns:a="http://schemas.openxmlformats.org/drawingml/2006/main">
              <a:ext uri="{FF2B5EF4-FFF2-40B4-BE49-F238E27FC236}">
                <a16:creationId xmlns:a16="http://schemas.microsoft.com/office/drawing/2014/main" id="{F5E0C572-6435-427A-A565-BBB8F0A0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902" y="81193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6" name="path-6634">
            <a:extLst xmlns:a="http://schemas.openxmlformats.org/drawingml/2006/main">
              <a:ext uri="{FF2B5EF4-FFF2-40B4-BE49-F238E27FC236}">
                <a16:creationId xmlns:a16="http://schemas.microsoft.com/office/drawing/2014/main" id="{A35D211E-38A0-4243-9FA1-C3AC0B94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262" y="81321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7" name="path-6635">
            <a:extLst xmlns:a="http://schemas.openxmlformats.org/drawingml/2006/main">
              <a:ext uri="{FF2B5EF4-FFF2-40B4-BE49-F238E27FC236}">
                <a16:creationId xmlns:a16="http://schemas.microsoft.com/office/drawing/2014/main" id="{41FAF918-0CFE-41BE-9E6D-16D42E90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32" y="8172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8" name="path-6636">
            <a:extLst xmlns:a="http://schemas.openxmlformats.org/drawingml/2006/main">
              <a:ext uri="{FF2B5EF4-FFF2-40B4-BE49-F238E27FC236}">
                <a16:creationId xmlns:a16="http://schemas.microsoft.com/office/drawing/2014/main" id="{7B1BEEAC-0205-460C-B68F-130EC6B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629" y="81662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9" name="path-6637">
            <a:extLst xmlns:a="http://schemas.openxmlformats.org/drawingml/2006/main">
              <a:ext uri="{FF2B5EF4-FFF2-40B4-BE49-F238E27FC236}">
                <a16:creationId xmlns:a16="http://schemas.microsoft.com/office/drawing/2014/main" id="{A24B60AB-950A-45D7-8DAB-2E9FC7F3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287" y="81421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0" name="path-6638">
            <a:extLst xmlns:a="http://schemas.openxmlformats.org/drawingml/2006/main">
              <a:ext uri="{FF2B5EF4-FFF2-40B4-BE49-F238E27FC236}">
                <a16:creationId xmlns:a16="http://schemas.microsoft.com/office/drawing/2014/main" id="{DAC81B20-89CD-4735-94CB-E4B70695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590" y="81284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1" name="path-6639">
            <a:extLst xmlns:a="http://schemas.openxmlformats.org/drawingml/2006/main">
              <a:ext uri="{FF2B5EF4-FFF2-40B4-BE49-F238E27FC236}">
                <a16:creationId xmlns:a16="http://schemas.microsoft.com/office/drawing/2014/main" id="{07843B41-2FEC-4EF8-BE1E-E24AC729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928" y="81695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2" name="path-6640">
            <a:extLst xmlns:a="http://schemas.openxmlformats.org/drawingml/2006/main">
              <a:ext uri="{FF2B5EF4-FFF2-40B4-BE49-F238E27FC236}">
                <a16:creationId xmlns:a16="http://schemas.microsoft.com/office/drawing/2014/main" id="{4F485457-E891-410F-BA4C-7F51D3F2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66" y="81643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3" name="path-6641">
            <a:extLst xmlns:a="http://schemas.openxmlformats.org/drawingml/2006/main">
              <a:ext uri="{FF2B5EF4-FFF2-40B4-BE49-F238E27FC236}">
                <a16:creationId xmlns:a16="http://schemas.microsoft.com/office/drawing/2014/main" id="{BC17909C-6CA6-46AA-B4E1-1A526330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035" y="8145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4" name="path-6642">
            <a:extLst xmlns:a="http://schemas.openxmlformats.org/drawingml/2006/main">
              <a:ext uri="{FF2B5EF4-FFF2-40B4-BE49-F238E27FC236}">
                <a16:creationId xmlns:a16="http://schemas.microsoft.com/office/drawing/2014/main" id="{9DF862BB-6C57-4B08-9523-37B32A47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495" y="8131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5" name="path-6643">
            <a:extLst xmlns:a="http://schemas.openxmlformats.org/drawingml/2006/main">
              <a:ext uri="{FF2B5EF4-FFF2-40B4-BE49-F238E27FC236}">
                <a16:creationId xmlns:a16="http://schemas.microsoft.com/office/drawing/2014/main" id="{1137285A-0926-450C-8668-C55C928B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81" y="81614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6" name="path-6644">
            <a:extLst xmlns:a="http://schemas.openxmlformats.org/drawingml/2006/main">
              <a:ext uri="{FF2B5EF4-FFF2-40B4-BE49-F238E27FC236}">
                <a16:creationId xmlns:a16="http://schemas.microsoft.com/office/drawing/2014/main" id="{D39F0E87-C6BA-4595-947D-E028C8E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231" y="81637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7" name="path-6645">
            <a:extLst xmlns:a="http://schemas.openxmlformats.org/drawingml/2006/main">
              <a:ext uri="{FF2B5EF4-FFF2-40B4-BE49-F238E27FC236}">
                <a16:creationId xmlns:a16="http://schemas.microsoft.com/office/drawing/2014/main" id="{54C9D15F-5A8D-4D0B-A3EF-DE18B6A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167" y="8138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8" name="path-6646">
            <a:extLst xmlns:a="http://schemas.openxmlformats.org/drawingml/2006/main">
              <a:ext uri="{FF2B5EF4-FFF2-40B4-BE49-F238E27FC236}">
                <a16:creationId xmlns:a16="http://schemas.microsoft.com/office/drawing/2014/main" id="{9824E9AA-616F-4FFD-A48A-E37F41F1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389" y="8175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9" name="path-6647">
            <a:extLst xmlns:a="http://schemas.openxmlformats.org/drawingml/2006/main">
              <a:ext uri="{FF2B5EF4-FFF2-40B4-BE49-F238E27FC236}">
                <a16:creationId xmlns:a16="http://schemas.microsoft.com/office/drawing/2014/main" id="{4BEDEEBC-88FE-44EE-9FD1-D2EFEA1E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250" y="8126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0" name="path-6648">
            <a:extLst xmlns:a="http://schemas.openxmlformats.org/drawingml/2006/main">
              <a:ext uri="{FF2B5EF4-FFF2-40B4-BE49-F238E27FC236}">
                <a16:creationId xmlns:a16="http://schemas.microsoft.com/office/drawing/2014/main" id="{4EB84151-9EC2-49DA-9ADF-A26046DA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722" y="81582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1" name="path-6649">
            <a:extLst xmlns:a="http://schemas.openxmlformats.org/drawingml/2006/main">
              <a:ext uri="{FF2B5EF4-FFF2-40B4-BE49-F238E27FC236}">
                <a16:creationId xmlns:a16="http://schemas.microsoft.com/office/drawing/2014/main" id="{AF2E9340-3460-4221-9977-A12791D8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639" y="81547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2" name="path-6650">
            <a:extLst xmlns:a="http://schemas.openxmlformats.org/drawingml/2006/main">
              <a:ext uri="{FF2B5EF4-FFF2-40B4-BE49-F238E27FC236}">
                <a16:creationId xmlns:a16="http://schemas.microsoft.com/office/drawing/2014/main" id="{3960C5C8-05E3-49A3-BCA1-A0B354AB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786" y="8162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3" name="path-6651">
            <a:extLst xmlns:a="http://schemas.openxmlformats.org/drawingml/2006/main">
              <a:ext uri="{FF2B5EF4-FFF2-40B4-BE49-F238E27FC236}">
                <a16:creationId xmlns:a16="http://schemas.microsoft.com/office/drawing/2014/main" id="{B001FF09-02E0-43D2-9AF0-77E5192E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49" y="81582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4" name="path-6652">
            <a:extLst xmlns:a="http://schemas.openxmlformats.org/drawingml/2006/main">
              <a:ext uri="{FF2B5EF4-FFF2-40B4-BE49-F238E27FC236}">
                <a16:creationId xmlns:a16="http://schemas.microsoft.com/office/drawing/2014/main" id="{A2D44CB7-D7A1-4191-8F5B-BC335CCA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275" y="81160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5" name="path-6653">
            <a:extLst xmlns:a="http://schemas.openxmlformats.org/drawingml/2006/main">
              <a:ext uri="{FF2B5EF4-FFF2-40B4-BE49-F238E27FC236}">
                <a16:creationId xmlns:a16="http://schemas.microsoft.com/office/drawing/2014/main" id="{562E1C2E-1CFA-4045-908A-F693345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817" y="81069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6" name="path-6654">
            <a:extLst xmlns:a="http://schemas.openxmlformats.org/drawingml/2006/main">
              <a:ext uri="{FF2B5EF4-FFF2-40B4-BE49-F238E27FC236}">
                <a16:creationId xmlns:a16="http://schemas.microsoft.com/office/drawing/2014/main" id="{E320E264-C808-41FA-8290-C27FF92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397" y="81495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7" name="path-6655">
            <a:extLst xmlns:a="http://schemas.openxmlformats.org/drawingml/2006/main">
              <a:ext uri="{FF2B5EF4-FFF2-40B4-BE49-F238E27FC236}">
                <a16:creationId xmlns:a16="http://schemas.microsoft.com/office/drawing/2014/main" id="{C868E1E5-C7BF-423C-8321-B1C8DA2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962" y="81458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8" name="path-6656">
            <a:extLst xmlns:a="http://schemas.openxmlformats.org/drawingml/2006/main">
              <a:ext uri="{FF2B5EF4-FFF2-40B4-BE49-F238E27FC236}">
                <a16:creationId xmlns:a16="http://schemas.microsoft.com/office/drawing/2014/main" id="{FA97E871-16CB-4484-8ACF-D1D370BE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980" y="81357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9" name="path-6657">
            <a:extLst xmlns:a="http://schemas.openxmlformats.org/drawingml/2006/main">
              <a:ext uri="{FF2B5EF4-FFF2-40B4-BE49-F238E27FC236}">
                <a16:creationId xmlns:a16="http://schemas.microsoft.com/office/drawing/2014/main" id="{0A2E9957-789B-4C5A-9E04-1608FE0B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336" y="8154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0" name="path-6658">
            <a:extLst xmlns:a="http://schemas.openxmlformats.org/drawingml/2006/main">
              <a:ext uri="{FF2B5EF4-FFF2-40B4-BE49-F238E27FC236}">
                <a16:creationId xmlns:a16="http://schemas.microsoft.com/office/drawing/2014/main" id="{C6BDA285-DD54-427B-A769-77EC42B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47" y="8156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1" name="path-6659">
            <a:extLst xmlns:a="http://schemas.openxmlformats.org/drawingml/2006/main">
              <a:ext uri="{FF2B5EF4-FFF2-40B4-BE49-F238E27FC236}">
                <a16:creationId xmlns:a16="http://schemas.microsoft.com/office/drawing/2014/main" id="{C1F136C0-F937-4285-9720-8B1E2491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48" y="81439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2" name="path-6660">
            <a:extLst xmlns:a="http://schemas.openxmlformats.org/drawingml/2006/main">
              <a:ext uri="{FF2B5EF4-FFF2-40B4-BE49-F238E27FC236}">
                <a16:creationId xmlns:a16="http://schemas.microsoft.com/office/drawing/2014/main" id="{D9AFF1CF-7CED-4ADD-99BE-E5DEB7A2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356" y="81415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3" name="path-6661">
            <a:extLst xmlns:a="http://schemas.openxmlformats.org/drawingml/2006/main">
              <a:ext uri="{FF2B5EF4-FFF2-40B4-BE49-F238E27FC236}">
                <a16:creationId xmlns:a16="http://schemas.microsoft.com/office/drawing/2014/main" id="{3CA9663B-BA89-4363-8FD6-6AEC50B6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702" y="81582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4" name="path-6662">
            <a:extLst xmlns:a="http://schemas.openxmlformats.org/drawingml/2006/main">
              <a:ext uri="{FF2B5EF4-FFF2-40B4-BE49-F238E27FC236}">
                <a16:creationId xmlns:a16="http://schemas.microsoft.com/office/drawing/2014/main" id="{8A943FE1-0D72-42FC-9F48-D63D1E04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39" y="81541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5" name="path-6663">
            <a:extLst xmlns:a="http://schemas.openxmlformats.org/drawingml/2006/main">
              <a:ext uri="{FF2B5EF4-FFF2-40B4-BE49-F238E27FC236}">
                <a16:creationId xmlns:a16="http://schemas.microsoft.com/office/drawing/2014/main" id="{9793BC30-8ABF-4E67-AF8A-32ABE88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306" y="81614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6" name="path-6664">
            <a:extLst xmlns:a="http://schemas.openxmlformats.org/drawingml/2006/main">
              <a:ext uri="{FF2B5EF4-FFF2-40B4-BE49-F238E27FC236}">
                <a16:creationId xmlns:a16="http://schemas.microsoft.com/office/drawing/2014/main" id="{55F5306A-16DB-4FF7-94BB-9B8DB0CF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088" y="81442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7" name="path-6665">
            <a:extLst xmlns:a="http://schemas.openxmlformats.org/drawingml/2006/main">
              <a:ext uri="{FF2B5EF4-FFF2-40B4-BE49-F238E27FC236}">
                <a16:creationId xmlns:a16="http://schemas.microsoft.com/office/drawing/2014/main" id="{5090D0E6-6DF8-4ACB-8C07-D5B3860C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992" y="81203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8" name="path-6666">
            <a:extLst xmlns:a="http://schemas.openxmlformats.org/drawingml/2006/main">
              <a:ext uri="{FF2B5EF4-FFF2-40B4-BE49-F238E27FC236}">
                <a16:creationId xmlns:a16="http://schemas.microsoft.com/office/drawing/2014/main" id="{CF56764E-7C80-4AAA-9FCF-686B1874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586" y="81470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9" name="path-6667">
            <a:extLst xmlns:a="http://schemas.openxmlformats.org/drawingml/2006/main">
              <a:ext uri="{FF2B5EF4-FFF2-40B4-BE49-F238E27FC236}">
                <a16:creationId xmlns:a16="http://schemas.microsoft.com/office/drawing/2014/main" id="{34B4FE9E-085A-4B75-A5B1-2300896E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974" y="8135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0" name="path-6668">
            <a:extLst xmlns:a="http://schemas.openxmlformats.org/drawingml/2006/main">
              <a:ext uri="{FF2B5EF4-FFF2-40B4-BE49-F238E27FC236}">
                <a16:creationId xmlns:a16="http://schemas.microsoft.com/office/drawing/2014/main" id="{09216BE7-689A-41D8-B228-F65FE58D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339" y="8154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1" name="path-6669">
            <a:extLst xmlns:a="http://schemas.openxmlformats.org/drawingml/2006/main">
              <a:ext uri="{FF2B5EF4-FFF2-40B4-BE49-F238E27FC236}">
                <a16:creationId xmlns:a16="http://schemas.microsoft.com/office/drawing/2014/main" id="{5DC4C78A-4814-4621-A948-5DA2A7D8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31" y="81193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2" name="path-6670">
            <a:extLst xmlns:a="http://schemas.openxmlformats.org/drawingml/2006/main">
              <a:ext uri="{FF2B5EF4-FFF2-40B4-BE49-F238E27FC236}">
                <a16:creationId xmlns:a16="http://schemas.microsoft.com/office/drawing/2014/main" id="{4476CFF8-033C-4659-B245-FDEFE6D3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608" y="81637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3" name="path-6671">
            <a:extLst xmlns:a="http://schemas.openxmlformats.org/drawingml/2006/main">
              <a:ext uri="{FF2B5EF4-FFF2-40B4-BE49-F238E27FC236}">
                <a16:creationId xmlns:a16="http://schemas.microsoft.com/office/drawing/2014/main" id="{B06DEA0A-D342-4A43-8A86-9967B322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284" y="81209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4" name="path-6672">
            <a:extLst xmlns:a="http://schemas.openxmlformats.org/drawingml/2006/main">
              <a:ext uri="{FF2B5EF4-FFF2-40B4-BE49-F238E27FC236}">
                <a16:creationId xmlns:a16="http://schemas.microsoft.com/office/drawing/2014/main" id="{7347FE3D-E2F9-49F8-AAEC-631336A6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174" y="81247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5" name="path-6673">
            <a:extLst xmlns:a="http://schemas.openxmlformats.org/drawingml/2006/main">
              <a:ext uri="{FF2B5EF4-FFF2-40B4-BE49-F238E27FC236}">
                <a16:creationId xmlns:a16="http://schemas.microsoft.com/office/drawing/2014/main" id="{2DB24929-B5CC-4147-AF7A-8DF8D09F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100" y="81178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6" name="path-6674">
            <a:extLst xmlns:a="http://schemas.openxmlformats.org/drawingml/2006/main">
              <a:ext uri="{FF2B5EF4-FFF2-40B4-BE49-F238E27FC236}">
                <a16:creationId xmlns:a16="http://schemas.microsoft.com/office/drawing/2014/main" id="{7B5FE13E-0615-4F4D-A15F-CBC3570D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605" y="8165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7" name="path-6675">
            <a:extLst xmlns:a="http://schemas.openxmlformats.org/drawingml/2006/main">
              <a:ext uri="{FF2B5EF4-FFF2-40B4-BE49-F238E27FC236}">
                <a16:creationId xmlns:a16="http://schemas.microsoft.com/office/drawing/2014/main" id="{ACDDD9B3-499A-4B04-8A84-EC4F7920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887" y="81365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8" name="path-6676">
            <a:extLst xmlns:a="http://schemas.openxmlformats.org/drawingml/2006/main">
              <a:ext uri="{FF2B5EF4-FFF2-40B4-BE49-F238E27FC236}">
                <a16:creationId xmlns:a16="http://schemas.microsoft.com/office/drawing/2014/main" id="{2169BFED-2B03-4638-8511-8A860A7F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3115" y="81391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9" name="path-6677">
            <a:extLst xmlns:a="http://schemas.openxmlformats.org/drawingml/2006/main">
              <a:ext uri="{FF2B5EF4-FFF2-40B4-BE49-F238E27FC236}">
                <a16:creationId xmlns:a16="http://schemas.microsoft.com/office/drawing/2014/main" id="{98CE0147-8A7F-461B-B5C7-259A0BB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547" y="81438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0" name="path-6678">
            <a:extLst xmlns:a="http://schemas.openxmlformats.org/drawingml/2006/main">
              <a:ext uri="{FF2B5EF4-FFF2-40B4-BE49-F238E27FC236}">
                <a16:creationId xmlns:a16="http://schemas.microsoft.com/office/drawing/2014/main" id="{46C41037-BBC5-48BA-9F4A-87D4A90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61" y="81270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1" name="path-6679">
            <a:extLst xmlns:a="http://schemas.openxmlformats.org/drawingml/2006/main">
              <a:ext uri="{FF2B5EF4-FFF2-40B4-BE49-F238E27FC236}">
                <a16:creationId xmlns:a16="http://schemas.microsoft.com/office/drawing/2014/main" id="{89CD7FC9-8F9B-4120-A72B-DFA4B17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96" y="8117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2" name="path-6680">
            <a:extLst xmlns:a="http://schemas.openxmlformats.org/drawingml/2006/main">
              <a:ext uri="{FF2B5EF4-FFF2-40B4-BE49-F238E27FC236}">
                <a16:creationId xmlns:a16="http://schemas.microsoft.com/office/drawing/2014/main" id="{A68225E2-48F1-48A6-8ABE-4CDC9F28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524" y="81447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3" name="path-6681">
            <a:extLst xmlns:a="http://schemas.openxmlformats.org/drawingml/2006/main">
              <a:ext uri="{FF2B5EF4-FFF2-40B4-BE49-F238E27FC236}">
                <a16:creationId xmlns:a16="http://schemas.microsoft.com/office/drawing/2014/main" id="{0B248EB2-3CD5-4E1B-8E86-4AA62ECF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79" y="8168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4" name="path-6682">
            <a:extLst xmlns:a="http://schemas.openxmlformats.org/drawingml/2006/main">
              <a:ext uri="{FF2B5EF4-FFF2-40B4-BE49-F238E27FC236}">
                <a16:creationId xmlns:a16="http://schemas.microsoft.com/office/drawing/2014/main" id="{DFDC2A8D-B604-4014-95B9-7FBFFFD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5" y="81408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5" name="path-6683">
            <a:extLst xmlns:a="http://schemas.openxmlformats.org/drawingml/2006/main">
              <a:ext uri="{FF2B5EF4-FFF2-40B4-BE49-F238E27FC236}">
                <a16:creationId xmlns:a16="http://schemas.microsoft.com/office/drawing/2014/main" id="{9C7143A2-E6DC-43A6-B238-7CB35679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160" y="8132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6" name="path-6684">
            <a:extLst xmlns:a="http://schemas.openxmlformats.org/drawingml/2006/main">
              <a:ext uri="{FF2B5EF4-FFF2-40B4-BE49-F238E27FC236}">
                <a16:creationId xmlns:a16="http://schemas.microsoft.com/office/drawing/2014/main" id="{41399AA1-C8C2-4DFA-998A-8297F3C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933" y="81362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7" name="path-6685">
            <a:extLst xmlns:a="http://schemas.openxmlformats.org/drawingml/2006/main">
              <a:ext uri="{FF2B5EF4-FFF2-40B4-BE49-F238E27FC236}">
                <a16:creationId xmlns:a16="http://schemas.microsoft.com/office/drawing/2014/main" id="{6BF9E63E-1D36-46F6-98E8-48AB2F73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43" y="81534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8" name="path-6686">
            <a:extLst xmlns:a="http://schemas.openxmlformats.org/drawingml/2006/main">
              <a:ext uri="{FF2B5EF4-FFF2-40B4-BE49-F238E27FC236}">
                <a16:creationId xmlns:a16="http://schemas.microsoft.com/office/drawing/2014/main" id="{F9B1C8E8-00E7-4B4C-9B50-4A2186E2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641" y="8154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9" name="path-6687">
            <a:extLst xmlns:a="http://schemas.openxmlformats.org/drawingml/2006/main">
              <a:ext uri="{FF2B5EF4-FFF2-40B4-BE49-F238E27FC236}">
                <a16:creationId xmlns:a16="http://schemas.microsoft.com/office/drawing/2014/main" id="{97BF1C8D-BE75-4D25-BDB4-CB8BDDD6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348" y="81222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0" name="path-6688">
            <a:extLst xmlns:a="http://schemas.openxmlformats.org/drawingml/2006/main">
              <a:ext uri="{FF2B5EF4-FFF2-40B4-BE49-F238E27FC236}">
                <a16:creationId xmlns:a16="http://schemas.microsoft.com/office/drawing/2014/main" id="{BCF4E4F2-7B70-441C-99C8-F2903AAC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010" y="81700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1" name="path-6689">
            <a:extLst xmlns:a="http://schemas.openxmlformats.org/drawingml/2006/main">
              <a:ext uri="{FF2B5EF4-FFF2-40B4-BE49-F238E27FC236}">
                <a16:creationId xmlns:a16="http://schemas.microsoft.com/office/drawing/2014/main" id="{8FFD2AF5-2824-45C0-A4BA-CC708504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45" y="81489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2" name="path-6690">
            <a:extLst xmlns:a="http://schemas.openxmlformats.org/drawingml/2006/main">
              <a:ext uri="{FF2B5EF4-FFF2-40B4-BE49-F238E27FC236}">
                <a16:creationId xmlns:a16="http://schemas.microsoft.com/office/drawing/2014/main" id="{08B09C37-3EBA-4F4D-9CCA-3F3BB6C2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57" y="81369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3" name="path-6691">
            <a:extLst xmlns:a="http://schemas.openxmlformats.org/drawingml/2006/main">
              <a:ext uri="{FF2B5EF4-FFF2-40B4-BE49-F238E27FC236}">
                <a16:creationId xmlns:a16="http://schemas.microsoft.com/office/drawing/2014/main" id="{A2064902-9647-490B-9464-5973E586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393" y="81363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4" name="path-6692">
            <a:extLst xmlns:a="http://schemas.openxmlformats.org/drawingml/2006/main">
              <a:ext uri="{FF2B5EF4-FFF2-40B4-BE49-F238E27FC236}">
                <a16:creationId xmlns:a16="http://schemas.microsoft.com/office/drawing/2014/main" id="{194C1327-A28F-4CDF-A6CA-ECFDE35B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149" y="81410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5" name="path-6693">
            <a:extLst xmlns:a="http://schemas.openxmlformats.org/drawingml/2006/main">
              <a:ext uri="{FF2B5EF4-FFF2-40B4-BE49-F238E27FC236}">
                <a16:creationId xmlns:a16="http://schemas.microsoft.com/office/drawing/2014/main" id="{2577B69F-EE61-4BB8-B817-88E414D5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491" y="81092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6" name="path-6694">
            <a:extLst xmlns:a="http://schemas.openxmlformats.org/drawingml/2006/main">
              <a:ext uri="{FF2B5EF4-FFF2-40B4-BE49-F238E27FC236}">
                <a16:creationId xmlns:a16="http://schemas.microsoft.com/office/drawing/2014/main" id="{D9E6F912-305B-44A2-A7FA-F9BE2F4F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008" y="81256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7" name="path-6695">
            <a:extLst xmlns:a="http://schemas.openxmlformats.org/drawingml/2006/main">
              <a:ext uri="{FF2B5EF4-FFF2-40B4-BE49-F238E27FC236}">
                <a16:creationId xmlns:a16="http://schemas.microsoft.com/office/drawing/2014/main" id="{8D624F0C-8A25-4721-B348-FB8D795D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21" y="81574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8" name="path-6696">
            <a:extLst xmlns:a="http://schemas.openxmlformats.org/drawingml/2006/main">
              <a:ext uri="{FF2B5EF4-FFF2-40B4-BE49-F238E27FC236}">
                <a16:creationId xmlns:a16="http://schemas.microsoft.com/office/drawing/2014/main" id="{D7510FA5-BCFE-4406-9228-C60A110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022" y="81702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9" name="path-6697">
            <a:extLst xmlns:a="http://schemas.openxmlformats.org/drawingml/2006/main">
              <a:ext uri="{FF2B5EF4-FFF2-40B4-BE49-F238E27FC236}">
                <a16:creationId xmlns:a16="http://schemas.microsoft.com/office/drawing/2014/main" id="{1F53AB45-295F-4782-B8F9-9F73943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207" y="81107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0" name="path-6698">
            <a:extLst xmlns:a="http://schemas.openxmlformats.org/drawingml/2006/main">
              <a:ext uri="{FF2B5EF4-FFF2-40B4-BE49-F238E27FC236}">
                <a16:creationId xmlns:a16="http://schemas.microsoft.com/office/drawing/2014/main" id="{6CD8F883-B72F-453F-8B2B-B2EF03F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414" y="8143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1" name="path-6699">
            <a:extLst xmlns:a="http://schemas.openxmlformats.org/drawingml/2006/main">
              <a:ext uri="{FF2B5EF4-FFF2-40B4-BE49-F238E27FC236}">
                <a16:creationId xmlns:a16="http://schemas.microsoft.com/office/drawing/2014/main" id="{E060B932-CD8E-4D55-8F0A-13A09B63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50" y="81677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2" name="path-6700">
            <a:extLst xmlns:a="http://schemas.openxmlformats.org/drawingml/2006/main">
              <a:ext uri="{FF2B5EF4-FFF2-40B4-BE49-F238E27FC236}">
                <a16:creationId xmlns:a16="http://schemas.microsoft.com/office/drawing/2014/main" id="{BFF03494-76F0-4981-8F2B-5A767515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697" y="81309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3" name="path-6701">
            <a:extLst xmlns:a="http://schemas.openxmlformats.org/drawingml/2006/main">
              <a:ext uri="{FF2B5EF4-FFF2-40B4-BE49-F238E27FC236}">
                <a16:creationId xmlns:a16="http://schemas.microsoft.com/office/drawing/2014/main" id="{A83019E1-119D-4A3F-9BF8-9B93FD81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03" y="8141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4" name="path-6702">
            <a:extLst xmlns:a="http://schemas.openxmlformats.org/drawingml/2006/main">
              <a:ext uri="{FF2B5EF4-FFF2-40B4-BE49-F238E27FC236}">
                <a16:creationId xmlns:a16="http://schemas.microsoft.com/office/drawing/2014/main" id="{05F37D76-15AB-4986-BE60-014A385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602" y="81596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5" name="path-6703">
            <a:extLst xmlns:a="http://schemas.openxmlformats.org/drawingml/2006/main">
              <a:ext uri="{FF2B5EF4-FFF2-40B4-BE49-F238E27FC236}">
                <a16:creationId xmlns:a16="http://schemas.microsoft.com/office/drawing/2014/main" id="{1E3F1776-29C7-4263-BC2D-D68B3F00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26" y="80958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6" name="path-6704">
            <a:extLst xmlns:a="http://schemas.openxmlformats.org/drawingml/2006/main">
              <a:ext uri="{FF2B5EF4-FFF2-40B4-BE49-F238E27FC236}">
                <a16:creationId xmlns:a16="http://schemas.microsoft.com/office/drawing/2014/main" id="{EAFF29FA-26CA-44D7-9CC4-C5B171B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547" y="81641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7" name="path-6705">
            <a:extLst xmlns:a="http://schemas.openxmlformats.org/drawingml/2006/main">
              <a:ext uri="{FF2B5EF4-FFF2-40B4-BE49-F238E27FC236}">
                <a16:creationId xmlns:a16="http://schemas.microsoft.com/office/drawing/2014/main" id="{26F976C9-1943-4FDD-A40E-BBC68431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246" y="8140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8" name="path-6706">
            <a:extLst xmlns:a="http://schemas.openxmlformats.org/drawingml/2006/main">
              <a:ext uri="{FF2B5EF4-FFF2-40B4-BE49-F238E27FC236}">
                <a16:creationId xmlns:a16="http://schemas.microsoft.com/office/drawing/2014/main" id="{BD80DBFA-2FB4-4CC7-8EE5-B661562A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642" y="81212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9" name="path-6707">
            <a:extLst xmlns:a="http://schemas.openxmlformats.org/drawingml/2006/main">
              <a:ext uri="{FF2B5EF4-FFF2-40B4-BE49-F238E27FC236}">
                <a16:creationId xmlns:a16="http://schemas.microsoft.com/office/drawing/2014/main" id="{97E261B4-5A3F-40C9-BD67-2DC69C35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782" y="81628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0" name="path-6708">
            <a:extLst xmlns:a="http://schemas.openxmlformats.org/drawingml/2006/main">
              <a:ext uri="{FF2B5EF4-FFF2-40B4-BE49-F238E27FC236}">
                <a16:creationId xmlns:a16="http://schemas.microsoft.com/office/drawing/2014/main" id="{ADB6E2A2-9155-45F5-9CEB-9C173A32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970" y="81708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1" name="path-6709">
            <a:extLst xmlns:a="http://schemas.openxmlformats.org/drawingml/2006/main">
              <a:ext uri="{FF2B5EF4-FFF2-40B4-BE49-F238E27FC236}">
                <a16:creationId xmlns:a16="http://schemas.microsoft.com/office/drawing/2014/main" id="{40B1B4DA-6E61-4EDC-8B40-DAF2CDBC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627" y="81529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2" name="path-6710">
            <a:extLst xmlns:a="http://schemas.openxmlformats.org/drawingml/2006/main">
              <a:ext uri="{FF2B5EF4-FFF2-40B4-BE49-F238E27FC236}">
                <a16:creationId xmlns:a16="http://schemas.microsoft.com/office/drawing/2014/main" id="{FD8E1516-789A-4CBF-9C16-09C0C344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675" y="81441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3" name="path-6711">
            <a:extLst xmlns:a="http://schemas.openxmlformats.org/drawingml/2006/main">
              <a:ext uri="{FF2B5EF4-FFF2-40B4-BE49-F238E27FC236}">
                <a16:creationId xmlns:a16="http://schemas.microsoft.com/office/drawing/2014/main" id="{CBD4CC27-0871-4F66-8DBD-410F8EE7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300" y="81175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4" name="path-6712">
            <a:extLst xmlns:a="http://schemas.openxmlformats.org/drawingml/2006/main">
              <a:ext uri="{FF2B5EF4-FFF2-40B4-BE49-F238E27FC236}">
                <a16:creationId xmlns:a16="http://schemas.microsoft.com/office/drawing/2014/main" id="{B00A4435-3C19-475E-BDB7-B625C1A9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112" y="8161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5" name="path-6713">
            <a:extLst xmlns:a="http://schemas.openxmlformats.org/drawingml/2006/main">
              <a:ext uri="{FF2B5EF4-FFF2-40B4-BE49-F238E27FC236}">
                <a16:creationId xmlns:a16="http://schemas.microsoft.com/office/drawing/2014/main" id="{3CBA48A9-BFF3-465B-BC4B-FD4879F0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938" y="81474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6" name="path-6714">
            <a:extLst xmlns:a="http://schemas.openxmlformats.org/drawingml/2006/main">
              <a:ext uri="{FF2B5EF4-FFF2-40B4-BE49-F238E27FC236}">
                <a16:creationId xmlns:a16="http://schemas.microsoft.com/office/drawing/2014/main" id="{D44DA850-7C11-44D9-A7A1-740B7148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629" y="81204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7" name="path-6715">
            <a:extLst xmlns:a="http://schemas.openxmlformats.org/drawingml/2006/main">
              <a:ext uri="{FF2B5EF4-FFF2-40B4-BE49-F238E27FC236}">
                <a16:creationId xmlns:a16="http://schemas.microsoft.com/office/drawing/2014/main" id="{3498B7FE-BCE8-4B4A-9B0E-1D543E3A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122" y="81280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8" name="path-6716">
            <a:extLst xmlns:a="http://schemas.openxmlformats.org/drawingml/2006/main">
              <a:ext uri="{FF2B5EF4-FFF2-40B4-BE49-F238E27FC236}">
                <a16:creationId xmlns:a16="http://schemas.microsoft.com/office/drawing/2014/main" id="{D5CDBE2B-0727-487E-A913-403C6A7B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07" y="81193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9" name="path-6717">
            <a:extLst xmlns:a="http://schemas.openxmlformats.org/drawingml/2006/main">
              <a:ext uri="{FF2B5EF4-FFF2-40B4-BE49-F238E27FC236}">
                <a16:creationId xmlns:a16="http://schemas.microsoft.com/office/drawing/2014/main" id="{C78E9520-9B87-40E6-BEC7-0DA9F711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425" y="8125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0" name="path-6718">
            <a:extLst xmlns:a="http://schemas.openxmlformats.org/drawingml/2006/main">
              <a:ext uri="{FF2B5EF4-FFF2-40B4-BE49-F238E27FC236}">
                <a16:creationId xmlns:a16="http://schemas.microsoft.com/office/drawing/2014/main" id="{825E1AFA-F275-41BF-9B75-ADB01E91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44" y="81135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1" name="path-6719">
            <a:extLst xmlns:a="http://schemas.openxmlformats.org/drawingml/2006/main">
              <a:ext uri="{FF2B5EF4-FFF2-40B4-BE49-F238E27FC236}">
                <a16:creationId xmlns:a16="http://schemas.microsoft.com/office/drawing/2014/main" id="{67DFAE84-00E8-4EF9-B402-1E9EE3AF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88" y="81809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2" name="path-6720">
            <a:extLst xmlns:a="http://schemas.openxmlformats.org/drawingml/2006/main">
              <a:ext uri="{FF2B5EF4-FFF2-40B4-BE49-F238E27FC236}">
                <a16:creationId xmlns:a16="http://schemas.microsoft.com/office/drawing/2014/main" id="{83A5FBE5-A8D0-4701-99A8-1E288B9F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390" y="8142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3" name="path-6721">
            <a:extLst xmlns:a="http://schemas.openxmlformats.org/drawingml/2006/main">
              <a:ext uri="{FF2B5EF4-FFF2-40B4-BE49-F238E27FC236}">
                <a16:creationId xmlns:a16="http://schemas.microsoft.com/office/drawing/2014/main" id="{8A004032-105C-4C82-A7EF-B8954143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910" y="81693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4" name="path-6722">
            <a:extLst xmlns:a="http://schemas.openxmlformats.org/drawingml/2006/main">
              <a:ext uri="{FF2B5EF4-FFF2-40B4-BE49-F238E27FC236}">
                <a16:creationId xmlns:a16="http://schemas.microsoft.com/office/drawing/2014/main" id="{7BEE6B1C-CD3A-42F7-88D6-9AEE20B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800" y="81515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5" name="path-6723">
            <a:extLst xmlns:a="http://schemas.openxmlformats.org/drawingml/2006/main">
              <a:ext uri="{FF2B5EF4-FFF2-40B4-BE49-F238E27FC236}">
                <a16:creationId xmlns:a16="http://schemas.microsoft.com/office/drawing/2014/main" id="{B82C9F2C-80C3-4E58-A6D9-C6E82B4C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57" y="81602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6" name="path-6724">
            <a:extLst xmlns:a="http://schemas.openxmlformats.org/drawingml/2006/main">
              <a:ext uri="{FF2B5EF4-FFF2-40B4-BE49-F238E27FC236}">
                <a16:creationId xmlns:a16="http://schemas.microsoft.com/office/drawing/2014/main" id="{DCA31BE2-FCD8-4EF8-B368-1B8B433E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262" y="81641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7" name="path-6725">
            <a:extLst xmlns:a="http://schemas.openxmlformats.org/drawingml/2006/main">
              <a:ext uri="{FF2B5EF4-FFF2-40B4-BE49-F238E27FC236}">
                <a16:creationId xmlns:a16="http://schemas.microsoft.com/office/drawing/2014/main" id="{EA60AD35-1753-4859-9306-5F0BE100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31" y="8147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8" name="path-6726">
            <a:extLst xmlns:a="http://schemas.openxmlformats.org/drawingml/2006/main">
              <a:ext uri="{FF2B5EF4-FFF2-40B4-BE49-F238E27FC236}">
                <a16:creationId xmlns:a16="http://schemas.microsoft.com/office/drawing/2014/main" id="{1BFA49A1-5314-4668-8D11-8BDC8807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444" y="8162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9" name="path-6727">
            <a:extLst xmlns:a="http://schemas.openxmlformats.org/drawingml/2006/main">
              <a:ext uri="{FF2B5EF4-FFF2-40B4-BE49-F238E27FC236}">
                <a16:creationId xmlns:a16="http://schemas.microsoft.com/office/drawing/2014/main" id="{D0A8E2CA-B4FB-4076-ABB7-963B4272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1" y="8138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0" name="path-6728">
            <a:extLst xmlns:a="http://schemas.openxmlformats.org/drawingml/2006/main">
              <a:ext uri="{FF2B5EF4-FFF2-40B4-BE49-F238E27FC236}">
                <a16:creationId xmlns:a16="http://schemas.microsoft.com/office/drawing/2014/main" id="{B2D72647-86B9-4DBA-A9AC-E765B09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314" y="8152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1" name="path-6729">
            <a:extLst xmlns:a="http://schemas.openxmlformats.org/drawingml/2006/main">
              <a:ext uri="{FF2B5EF4-FFF2-40B4-BE49-F238E27FC236}">
                <a16:creationId xmlns:a16="http://schemas.microsoft.com/office/drawing/2014/main" id="{B262F125-24FA-4D8B-82FB-336701CF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253" y="81544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2" name="path-6730">
            <a:extLst xmlns:a="http://schemas.openxmlformats.org/drawingml/2006/main">
              <a:ext uri="{FF2B5EF4-FFF2-40B4-BE49-F238E27FC236}">
                <a16:creationId xmlns:a16="http://schemas.microsoft.com/office/drawing/2014/main" id="{35DCF374-C3DB-4D1D-A6A1-4FA16BB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87" y="81295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3" name="path-6731">
            <a:extLst xmlns:a="http://schemas.openxmlformats.org/drawingml/2006/main">
              <a:ext uri="{FF2B5EF4-FFF2-40B4-BE49-F238E27FC236}">
                <a16:creationId xmlns:a16="http://schemas.microsoft.com/office/drawing/2014/main" id="{FB05B385-9CE6-459A-AEFE-42C31B0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370" y="81057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4" name="path-6732">
            <a:extLst xmlns:a="http://schemas.openxmlformats.org/drawingml/2006/main">
              <a:ext uri="{FF2B5EF4-FFF2-40B4-BE49-F238E27FC236}">
                <a16:creationId xmlns:a16="http://schemas.microsoft.com/office/drawing/2014/main" id="{DEF83757-4ADF-4216-ABBA-334014E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95" y="81538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5" name="path-6733">
            <a:extLst xmlns:a="http://schemas.openxmlformats.org/drawingml/2006/main">
              <a:ext uri="{FF2B5EF4-FFF2-40B4-BE49-F238E27FC236}">
                <a16:creationId xmlns:a16="http://schemas.microsoft.com/office/drawing/2014/main" id="{6B251DFE-FD55-4CCE-8274-684A4FBA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920" y="8132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6" name="path-6734">
            <a:extLst xmlns:a="http://schemas.openxmlformats.org/drawingml/2006/main">
              <a:ext uri="{FF2B5EF4-FFF2-40B4-BE49-F238E27FC236}">
                <a16:creationId xmlns:a16="http://schemas.microsoft.com/office/drawing/2014/main" id="{0380ABAD-564C-4AE3-A07C-3D0D9910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04" y="81277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7" name="path-6735">
            <a:extLst xmlns:a="http://schemas.openxmlformats.org/drawingml/2006/main">
              <a:ext uri="{FF2B5EF4-FFF2-40B4-BE49-F238E27FC236}">
                <a16:creationId xmlns:a16="http://schemas.microsoft.com/office/drawing/2014/main" id="{6C608726-31C4-4305-9909-BCDB371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59" y="81230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8" name="path-6736">
            <a:extLst xmlns:a="http://schemas.openxmlformats.org/drawingml/2006/main">
              <a:ext uri="{FF2B5EF4-FFF2-40B4-BE49-F238E27FC236}">
                <a16:creationId xmlns:a16="http://schemas.microsoft.com/office/drawing/2014/main" id="{F92D91D0-A642-4FAC-8B37-6B248D1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369" y="81300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9" name="path-6737">
            <a:extLst xmlns:a="http://schemas.openxmlformats.org/drawingml/2006/main">
              <a:ext uri="{FF2B5EF4-FFF2-40B4-BE49-F238E27FC236}">
                <a16:creationId xmlns:a16="http://schemas.microsoft.com/office/drawing/2014/main" id="{E93494DD-29DC-473E-BABF-F944AD74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681" y="81528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0" name="path-6738">
            <a:extLst xmlns:a="http://schemas.openxmlformats.org/drawingml/2006/main">
              <a:ext uri="{FF2B5EF4-FFF2-40B4-BE49-F238E27FC236}">
                <a16:creationId xmlns:a16="http://schemas.microsoft.com/office/drawing/2014/main" id="{14FA77A9-B6A2-44D7-B7BD-5B31A62C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287" y="81730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1" name="path-6739">
            <a:extLst xmlns:a="http://schemas.openxmlformats.org/drawingml/2006/main">
              <a:ext uri="{FF2B5EF4-FFF2-40B4-BE49-F238E27FC236}">
                <a16:creationId xmlns:a16="http://schemas.microsoft.com/office/drawing/2014/main" id="{C8B45D49-5F55-4C6E-BF73-DEEEF6D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68" y="81294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2" name="path-6740">
            <a:extLst xmlns:a="http://schemas.openxmlformats.org/drawingml/2006/main">
              <a:ext uri="{FF2B5EF4-FFF2-40B4-BE49-F238E27FC236}">
                <a16:creationId xmlns:a16="http://schemas.microsoft.com/office/drawing/2014/main" id="{890399C4-8007-45E2-938C-64E9D808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747" y="81484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3" name="path-6741">
            <a:extLst xmlns:a="http://schemas.openxmlformats.org/drawingml/2006/main">
              <a:ext uri="{FF2B5EF4-FFF2-40B4-BE49-F238E27FC236}">
                <a16:creationId xmlns:a16="http://schemas.microsoft.com/office/drawing/2014/main" id="{4BF3654E-2FA1-40D7-BB1C-A08AE163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79" y="81487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4" name="path-6742">
            <a:extLst xmlns:a="http://schemas.openxmlformats.org/drawingml/2006/main">
              <a:ext uri="{FF2B5EF4-FFF2-40B4-BE49-F238E27FC236}">
                <a16:creationId xmlns:a16="http://schemas.microsoft.com/office/drawing/2014/main" id="{5C6D37BF-8247-4936-98A7-E52A2FEA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1343" y="81478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5" name="path-6743">
            <a:extLst xmlns:a="http://schemas.openxmlformats.org/drawingml/2006/main">
              <a:ext uri="{FF2B5EF4-FFF2-40B4-BE49-F238E27FC236}">
                <a16:creationId xmlns:a16="http://schemas.microsoft.com/office/drawing/2014/main" id="{AEFB1471-D31D-48E7-BFC5-96366A03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2" y="81371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6" name="path-6744">
            <a:extLst xmlns:a="http://schemas.openxmlformats.org/drawingml/2006/main">
              <a:ext uri="{FF2B5EF4-FFF2-40B4-BE49-F238E27FC236}">
                <a16:creationId xmlns:a16="http://schemas.microsoft.com/office/drawing/2014/main" id="{CA31AF76-1531-4DFB-896E-931F264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609" y="81606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7" name="path-6745">
            <a:extLst xmlns:a="http://schemas.openxmlformats.org/drawingml/2006/main">
              <a:ext uri="{FF2B5EF4-FFF2-40B4-BE49-F238E27FC236}">
                <a16:creationId xmlns:a16="http://schemas.microsoft.com/office/drawing/2014/main" id="{904DAEF5-1F8D-4638-91D7-4045C75E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892" y="8178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8" name="path-6746">
            <a:extLst xmlns:a="http://schemas.openxmlformats.org/drawingml/2006/main">
              <a:ext uri="{FF2B5EF4-FFF2-40B4-BE49-F238E27FC236}">
                <a16:creationId xmlns:a16="http://schemas.microsoft.com/office/drawing/2014/main" id="{AF00ECD2-0AF0-4172-ADA0-F1B23B00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4008" y="8137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9" name="path-6747">
            <a:extLst xmlns:a="http://schemas.openxmlformats.org/drawingml/2006/main">
              <a:ext uri="{FF2B5EF4-FFF2-40B4-BE49-F238E27FC236}">
                <a16:creationId xmlns:a16="http://schemas.microsoft.com/office/drawing/2014/main" id="{486C2993-33E0-468D-B3DF-B312C757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538" y="81759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0" name="path-6748">
            <a:extLst xmlns:a="http://schemas.openxmlformats.org/drawingml/2006/main">
              <a:ext uri="{FF2B5EF4-FFF2-40B4-BE49-F238E27FC236}">
                <a16:creationId xmlns:a16="http://schemas.microsoft.com/office/drawing/2014/main" id="{54331064-00B3-4F6B-848E-31F59D9D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218" y="8151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1" name="path-6749">
            <a:extLst xmlns:a="http://schemas.openxmlformats.org/drawingml/2006/main">
              <a:ext uri="{FF2B5EF4-FFF2-40B4-BE49-F238E27FC236}">
                <a16:creationId xmlns:a16="http://schemas.microsoft.com/office/drawing/2014/main" id="{BFCF525A-339B-45D5-905E-FA538105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590" y="8165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2" name="path-6750">
            <a:extLst xmlns:a="http://schemas.openxmlformats.org/drawingml/2006/main">
              <a:ext uri="{FF2B5EF4-FFF2-40B4-BE49-F238E27FC236}">
                <a16:creationId xmlns:a16="http://schemas.microsoft.com/office/drawing/2014/main" id="{D09B05D5-D04B-43C4-B0FC-A76EEEAE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769" y="81350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3" name="path-6751">
            <a:extLst xmlns:a="http://schemas.openxmlformats.org/drawingml/2006/main">
              <a:ext uri="{FF2B5EF4-FFF2-40B4-BE49-F238E27FC236}">
                <a16:creationId xmlns:a16="http://schemas.microsoft.com/office/drawing/2014/main" id="{1E33CC5C-6DE0-4899-8973-3444C86A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189" y="81528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4" name="path-6752">
            <a:extLst xmlns:a="http://schemas.openxmlformats.org/drawingml/2006/main">
              <a:ext uri="{FF2B5EF4-FFF2-40B4-BE49-F238E27FC236}">
                <a16:creationId xmlns:a16="http://schemas.microsoft.com/office/drawing/2014/main" id="{153C48FE-1FBA-4011-B531-8EDF0B71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2140" y="81752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5" name="path-6753">
            <a:extLst xmlns:a="http://schemas.openxmlformats.org/drawingml/2006/main">
              <a:ext uri="{FF2B5EF4-FFF2-40B4-BE49-F238E27FC236}">
                <a16:creationId xmlns:a16="http://schemas.microsoft.com/office/drawing/2014/main" id="{C70FAB29-2B9C-4854-817F-88FDACA0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14" y="81570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6" name="path-6754">
            <a:extLst xmlns:a="http://schemas.openxmlformats.org/drawingml/2006/main">
              <a:ext uri="{FF2B5EF4-FFF2-40B4-BE49-F238E27FC236}">
                <a16:creationId xmlns:a16="http://schemas.microsoft.com/office/drawing/2014/main" id="{F4DC29C2-0FC6-4AAB-85F4-8BBFD2E2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490" y="81429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7" name="path-6755">
            <a:extLst xmlns:a="http://schemas.openxmlformats.org/drawingml/2006/main">
              <a:ext uri="{FF2B5EF4-FFF2-40B4-BE49-F238E27FC236}">
                <a16:creationId xmlns:a16="http://schemas.microsoft.com/office/drawing/2014/main" id="{B61822EE-DCB6-4B2F-869D-6A6B3D3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542" y="81649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8" name="path-6756">
            <a:extLst xmlns:a="http://schemas.openxmlformats.org/drawingml/2006/main">
              <a:ext uri="{FF2B5EF4-FFF2-40B4-BE49-F238E27FC236}">
                <a16:creationId xmlns:a16="http://schemas.microsoft.com/office/drawing/2014/main" id="{334B8C64-71CF-4F30-BAE1-0798B327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841" y="81619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9" name="path-6757">
            <a:extLst xmlns:a="http://schemas.openxmlformats.org/drawingml/2006/main">
              <a:ext uri="{FF2B5EF4-FFF2-40B4-BE49-F238E27FC236}">
                <a16:creationId xmlns:a16="http://schemas.microsoft.com/office/drawing/2014/main" id="{F06868BC-73FF-48C4-A393-AFE40B66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42" y="81218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0" name="path-6758">
            <a:extLst xmlns:a="http://schemas.openxmlformats.org/drawingml/2006/main">
              <a:ext uri="{FF2B5EF4-FFF2-40B4-BE49-F238E27FC236}">
                <a16:creationId xmlns:a16="http://schemas.microsoft.com/office/drawing/2014/main" id="{312C74EF-D7B7-41BD-81C8-AE5E2A90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178" y="81271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1" name="path-6759">
            <a:extLst xmlns:a="http://schemas.openxmlformats.org/drawingml/2006/main">
              <a:ext uri="{FF2B5EF4-FFF2-40B4-BE49-F238E27FC236}">
                <a16:creationId xmlns:a16="http://schemas.microsoft.com/office/drawing/2014/main" id="{4DDEF2C3-8C4A-41B1-AB72-A3897913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3117" y="81509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2" name="path-6760">
            <a:extLst xmlns:a="http://schemas.openxmlformats.org/drawingml/2006/main">
              <a:ext uri="{FF2B5EF4-FFF2-40B4-BE49-F238E27FC236}">
                <a16:creationId xmlns:a16="http://schemas.microsoft.com/office/drawing/2014/main" id="{EA8E2647-03F8-4693-8BF8-28F6C5D2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46" y="81842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3" name="path-6761">
            <a:extLst xmlns:a="http://schemas.openxmlformats.org/drawingml/2006/main">
              <a:ext uri="{FF2B5EF4-FFF2-40B4-BE49-F238E27FC236}">
                <a16:creationId xmlns:a16="http://schemas.microsoft.com/office/drawing/2014/main" id="{1E6E3891-A301-4AF5-B604-9F92E433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810" y="8144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4" name="path-6762">
            <a:extLst xmlns:a="http://schemas.openxmlformats.org/drawingml/2006/main">
              <a:ext uri="{FF2B5EF4-FFF2-40B4-BE49-F238E27FC236}">
                <a16:creationId xmlns:a16="http://schemas.microsoft.com/office/drawing/2014/main" id="{5D033BED-8C0B-4734-8784-8F45C10A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064" y="8133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5" name="path-6763">
            <a:extLst xmlns:a="http://schemas.openxmlformats.org/drawingml/2006/main">
              <a:ext uri="{FF2B5EF4-FFF2-40B4-BE49-F238E27FC236}">
                <a16:creationId xmlns:a16="http://schemas.microsoft.com/office/drawing/2014/main" id="{CD373678-5036-4642-B385-10DAAE98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107" y="81528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6" name="path-6764">
            <a:extLst xmlns:a="http://schemas.openxmlformats.org/drawingml/2006/main">
              <a:ext uri="{FF2B5EF4-FFF2-40B4-BE49-F238E27FC236}">
                <a16:creationId xmlns:a16="http://schemas.microsoft.com/office/drawing/2014/main" id="{76A2DD79-F8D9-4A78-9D58-B3B2424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140" y="81114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7" name="path-6765">
            <a:extLst xmlns:a="http://schemas.openxmlformats.org/drawingml/2006/main">
              <a:ext uri="{FF2B5EF4-FFF2-40B4-BE49-F238E27FC236}">
                <a16:creationId xmlns:a16="http://schemas.microsoft.com/office/drawing/2014/main" id="{E0608E7A-502E-43D2-BEFB-BD7CDB97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272" y="81476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8" name="path-6766">
            <a:extLst xmlns:a="http://schemas.openxmlformats.org/drawingml/2006/main">
              <a:ext uri="{FF2B5EF4-FFF2-40B4-BE49-F238E27FC236}">
                <a16:creationId xmlns:a16="http://schemas.microsoft.com/office/drawing/2014/main" id="{18226E41-4D17-4BA9-B931-863B9C6B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417" y="81500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9" name="path-6767">
            <a:extLst xmlns:a="http://schemas.openxmlformats.org/drawingml/2006/main">
              <a:ext uri="{FF2B5EF4-FFF2-40B4-BE49-F238E27FC236}">
                <a16:creationId xmlns:a16="http://schemas.microsoft.com/office/drawing/2014/main" id="{8213694F-D2A1-418E-9F77-B1DA3B9F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478" y="81807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0" name="path-6768">
            <a:extLst xmlns:a="http://schemas.openxmlformats.org/drawingml/2006/main">
              <a:ext uri="{FF2B5EF4-FFF2-40B4-BE49-F238E27FC236}">
                <a16:creationId xmlns:a16="http://schemas.microsoft.com/office/drawing/2014/main" id="{A6C69D5A-DD7D-4F56-98EE-773B32B0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457" y="81450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1" name="path-6769">
            <a:extLst xmlns:a="http://schemas.openxmlformats.org/drawingml/2006/main">
              <a:ext uri="{FF2B5EF4-FFF2-40B4-BE49-F238E27FC236}">
                <a16:creationId xmlns:a16="http://schemas.microsoft.com/office/drawing/2014/main" id="{832396F0-C529-4089-BD81-F5FB1F2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818" y="8143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2" name="path-6770">
            <a:extLst xmlns:a="http://schemas.openxmlformats.org/drawingml/2006/main">
              <a:ext uri="{FF2B5EF4-FFF2-40B4-BE49-F238E27FC236}">
                <a16:creationId xmlns:a16="http://schemas.microsoft.com/office/drawing/2014/main" id="{79D84AAC-4DBD-457D-B113-95D954AD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087" y="81546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3" name="path-6771">
            <a:extLst xmlns:a="http://schemas.openxmlformats.org/drawingml/2006/main">
              <a:ext uri="{FF2B5EF4-FFF2-40B4-BE49-F238E27FC236}">
                <a16:creationId xmlns:a16="http://schemas.microsoft.com/office/drawing/2014/main" id="{59E30DAB-4115-4223-8AB4-05E6D50B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48" y="81241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4" name="path-6772">
            <a:extLst xmlns:a="http://schemas.openxmlformats.org/drawingml/2006/main">
              <a:ext uri="{FF2B5EF4-FFF2-40B4-BE49-F238E27FC236}">
                <a16:creationId xmlns:a16="http://schemas.microsoft.com/office/drawing/2014/main" id="{25C5B4DC-9AE6-444D-AF4A-ED9C24D1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674" y="81452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5" name="path-6773">
            <a:extLst xmlns:a="http://schemas.openxmlformats.org/drawingml/2006/main">
              <a:ext uri="{FF2B5EF4-FFF2-40B4-BE49-F238E27FC236}">
                <a16:creationId xmlns:a16="http://schemas.microsoft.com/office/drawing/2014/main" id="{114EDCDF-FD06-44C0-8013-AB0BA878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8884" y="81483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6" name="path-6774">
            <a:extLst xmlns:a="http://schemas.openxmlformats.org/drawingml/2006/main">
              <a:ext uri="{FF2B5EF4-FFF2-40B4-BE49-F238E27FC236}">
                <a16:creationId xmlns:a16="http://schemas.microsoft.com/office/drawing/2014/main" id="{87B90B75-8ECB-4009-86BE-610A7B70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7" y="81179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7" name="path-6775">
            <a:extLst xmlns:a="http://schemas.openxmlformats.org/drawingml/2006/main">
              <a:ext uri="{FF2B5EF4-FFF2-40B4-BE49-F238E27FC236}">
                <a16:creationId xmlns:a16="http://schemas.microsoft.com/office/drawing/2014/main" id="{48CE4019-3BEA-4DF8-BF00-AC1B5A4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862" y="81171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8" name="path-6776">
            <a:extLst xmlns:a="http://schemas.openxmlformats.org/drawingml/2006/main">
              <a:ext uri="{FF2B5EF4-FFF2-40B4-BE49-F238E27FC236}">
                <a16:creationId xmlns:a16="http://schemas.microsoft.com/office/drawing/2014/main" id="{0F1DC6A0-02DA-47CB-AB49-AB9895C1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115" y="81356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9" name="path-6777">
            <a:extLst xmlns:a="http://schemas.openxmlformats.org/drawingml/2006/main">
              <a:ext uri="{FF2B5EF4-FFF2-40B4-BE49-F238E27FC236}">
                <a16:creationId xmlns:a16="http://schemas.microsoft.com/office/drawing/2014/main" id="{6055CBEE-C802-43AA-B50F-54A660D6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501" y="81585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0" name="path-6778">
            <a:extLst xmlns:a="http://schemas.openxmlformats.org/drawingml/2006/main">
              <a:ext uri="{FF2B5EF4-FFF2-40B4-BE49-F238E27FC236}">
                <a16:creationId xmlns:a16="http://schemas.microsoft.com/office/drawing/2014/main" id="{5DB988C6-850F-42A9-B43C-156D71E3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8889" y="81331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1" name="path-6779">
            <a:extLst xmlns:a="http://schemas.openxmlformats.org/drawingml/2006/main">
              <a:ext uri="{FF2B5EF4-FFF2-40B4-BE49-F238E27FC236}">
                <a16:creationId xmlns:a16="http://schemas.microsoft.com/office/drawing/2014/main" id="{81521947-999F-4C4A-9F85-E6D64ACB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101" y="81595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2" name="path-6780">
            <a:extLst xmlns:a="http://schemas.openxmlformats.org/drawingml/2006/main">
              <a:ext uri="{FF2B5EF4-FFF2-40B4-BE49-F238E27FC236}">
                <a16:creationId xmlns:a16="http://schemas.microsoft.com/office/drawing/2014/main" id="{6FDFF876-468E-45DE-86B9-C453C61E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5" y="8123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3" name="path-6781">
            <a:extLst xmlns:a="http://schemas.openxmlformats.org/drawingml/2006/main">
              <a:ext uri="{FF2B5EF4-FFF2-40B4-BE49-F238E27FC236}">
                <a16:creationId xmlns:a16="http://schemas.microsoft.com/office/drawing/2014/main" id="{22DA4798-D3EE-40D5-A70F-3AA83D3B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820" y="81508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4" name="path-6782">
            <a:extLst xmlns:a="http://schemas.openxmlformats.org/drawingml/2006/main">
              <a:ext uri="{FF2B5EF4-FFF2-40B4-BE49-F238E27FC236}">
                <a16:creationId xmlns:a16="http://schemas.microsoft.com/office/drawing/2014/main" id="{9557A745-BB82-47DF-A5F8-812F3299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949" y="81302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5" name="path-6783">
            <a:extLst xmlns:a="http://schemas.openxmlformats.org/drawingml/2006/main">
              <a:ext uri="{FF2B5EF4-FFF2-40B4-BE49-F238E27FC236}">
                <a16:creationId xmlns:a16="http://schemas.microsoft.com/office/drawing/2014/main" id="{ED7DAE3A-61F9-4767-9410-58198C8B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515" y="8158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6" name="path-6784">
            <a:extLst xmlns:a="http://schemas.openxmlformats.org/drawingml/2006/main">
              <a:ext uri="{FF2B5EF4-FFF2-40B4-BE49-F238E27FC236}">
                <a16:creationId xmlns:a16="http://schemas.microsoft.com/office/drawing/2014/main" id="{4F1300B2-745C-4552-B735-7B3280B6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050" y="81403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7" name="path-6785">
            <a:extLst xmlns:a="http://schemas.openxmlformats.org/drawingml/2006/main">
              <a:ext uri="{FF2B5EF4-FFF2-40B4-BE49-F238E27FC236}">
                <a16:creationId xmlns:a16="http://schemas.microsoft.com/office/drawing/2014/main" id="{2037E4DE-18D0-491F-8509-14671740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63" y="8143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8" name="path-6786">
            <a:extLst xmlns:a="http://schemas.openxmlformats.org/drawingml/2006/main">
              <a:ext uri="{FF2B5EF4-FFF2-40B4-BE49-F238E27FC236}">
                <a16:creationId xmlns:a16="http://schemas.microsoft.com/office/drawing/2014/main" id="{15EE4747-1171-4A0E-B4BE-C4BB9D27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890" y="81384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9" name="path-6787">
            <a:extLst xmlns:a="http://schemas.openxmlformats.org/drawingml/2006/main">
              <a:ext uri="{FF2B5EF4-FFF2-40B4-BE49-F238E27FC236}">
                <a16:creationId xmlns:a16="http://schemas.microsoft.com/office/drawing/2014/main" id="{431D7DEE-0CBB-4A70-A70D-F427AE1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93" y="8138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0" name="path-6788">
            <a:extLst xmlns:a="http://schemas.openxmlformats.org/drawingml/2006/main">
              <a:ext uri="{FF2B5EF4-FFF2-40B4-BE49-F238E27FC236}">
                <a16:creationId xmlns:a16="http://schemas.microsoft.com/office/drawing/2014/main" id="{67DB89EC-413E-4708-9E10-7F7B040F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415" y="81299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1" name="path-6789">
            <a:extLst xmlns:a="http://schemas.openxmlformats.org/drawingml/2006/main">
              <a:ext uri="{FF2B5EF4-FFF2-40B4-BE49-F238E27FC236}">
                <a16:creationId xmlns:a16="http://schemas.microsoft.com/office/drawing/2014/main" id="{334D4C1A-BBB2-4FE1-A9FC-C3E9D993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124" y="81628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2" name="path-6790">
            <a:extLst xmlns:a="http://schemas.openxmlformats.org/drawingml/2006/main">
              <a:ext uri="{FF2B5EF4-FFF2-40B4-BE49-F238E27FC236}">
                <a16:creationId xmlns:a16="http://schemas.microsoft.com/office/drawing/2014/main" id="{E6DC24DE-B37E-4C64-826C-4C11444D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65" y="81679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3" name="path-6791">
            <a:extLst xmlns:a="http://schemas.openxmlformats.org/drawingml/2006/main">
              <a:ext uri="{FF2B5EF4-FFF2-40B4-BE49-F238E27FC236}">
                <a16:creationId xmlns:a16="http://schemas.microsoft.com/office/drawing/2014/main" id="{ED3EAB95-699C-46FD-A658-DB9C5571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84" y="81260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4" name="path-6792">
            <a:extLst xmlns:a="http://schemas.openxmlformats.org/drawingml/2006/main">
              <a:ext uri="{FF2B5EF4-FFF2-40B4-BE49-F238E27FC236}">
                <a16:creationId xmlns:a16="http://schemas.microsoft.com/office/drawing/2014/main" id="{F5011EF0-0085-4D6C-A83C-4CEB8BDF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616" y="81455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5" name="path-6793">
            <a:extLst xmlns:a="http://schemas.openxmlformats.org/drawingml/2006/main">
              <a:ext uri="{FF2B5EF4-FFF2-40B4-BE49-F238E27FC236}">
                <a16:creationId xmlns:a16="http://schemas.microsoft.com/office/drawing/2014/main" id="{DBEEAB6C-B9C0-436B-ABC2-E31F6B58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305" y="81574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6" name="path-6794">
            <a:extLst xmlns:a="http://schemas.openxmlformats.org/drawingml/2006/main">
              <a:ext uri="{FF2B5EF4-FFF2-40B4-BE49-F238E27FC236}">
                <a16:creationId xmlns:a16="http://schemas.microsoft.com/office/drawing/2014/main" id="{F8346AE1-8B0E-48CD-B16A-7466BC9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030" y="81355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7" name="path-6795">
            <a:extLst xmlns:a="http://schemas.openxmlformats.org/drawingml/2006/main">
              <a:ext uri="{FF2B5EF4-FFF2-40B4-BE49-F238E27FC236}">
                <a16:creationId xmlns:a16="http://schemas.microsoft.com/office/drawing/2014/main" id="{BA1BF273-7693-48A0-95B4-73BBE548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451" y="81255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8" name="path-6796">
            <a:extLst xmlns:a="http://schemas.openxmlformats.org/drawingml/2006/main">
              <a:ext uri="{FF2B5EF4-FFF2-40B4-BE49-F238E27FC236}">
                <a16:creationId xmlns:a16="http://schemas.microsoft.com/office/drawing/2014/main" id="{DB941CE0-7ACA-4EEA-BD22-7A7D1BA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466" y="80989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9" name="path-6797">
            <a:extLst xmlns:a="http://schemas.openxmlformats.org/drawingml/2006/main">
              <a:ext uri="{FF2B5EF4-FFF2-40B4-BE49-F238E27FC236}">
                <a16:creationId xmlns:a16="http://schemas.microsoft.com/office/drawing/2014/main" id="{CA36D362-C397-4055-AB62-C691B76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368" y="81364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0" name="path-6798">
            <a:extLst xmlns:a="http://schemas.openxmlformats.org/drawingml/2006/main">
              <a:ext uri="{FF2B5EF4-FFF2-40B4-BE49-F238E27FC236}">
                <a16:creationId xmlns:a16="http://schemas.microsoft.com/office/drawing/2014/main" id="{B4484D03-52CE-484D-8A30-3FDD6F6A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858" y="81249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1" name="path-6799">
            <a:extLst xmlns:a="http://schemas.openxmlformats.org/drawingml/2006/main">
              <a:ext uri="{FF2B5EF4-FFF2-40B4-BE49-F238E27FC236}">
                <a16:creationId xmlns:a16="http://schemas.microsoft.com/office/drawing/2014/main" id="{CBAB9827-B54C-4442-99B5-BC752FFD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681" y="8132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2" name="path-6800">
            <a:extLst xmlns:a="http://schemas.openxmlformats.org/drawingml/2006/main">
              <a:ext uri="{FF2B5EF4-FFF2-40B4-BE49-F238E27FC236}">
                <a16:creationId xmlns:a16="http://schemas.microsoft.com/office/drawing/2014/main" id="{09C1A52C-FDCE-46C7-AFE2-799DA4F8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521" y="8132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3" name="path-6801">
            <a:extLst xmlns:a="http://schemas.openxmlformats.org/drawingml/2006/main">
              <a:ext uri="{FF2B5EF4-FFF2-40B4-BE49-F238E27FC236}">
                <a16:creationId xmlns:a16="http://schemas.microsoft.com/office/drawing/2014/main" id="{A4A46161-0146-400D-99F1-FBE1FA34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794" y="81335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4" name="path-6802">
            <a:extLst xmlns:a="http://schemas.openxmlformats.org/drawingml/2006/main">
              <a:ext uri="{FF2B5EF4-FFF2-40B4-BE49-F238E27FC236}">
                <a16:creationId xmlns:a16="http://schemas.microsoft.com/office/drawing/2014/main" id="{FB8DBBEB-AD34-472B-BF95-F08E891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214" y="81701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5" name="path-6803">
            <a:extLst xmlns:a="http://schemas.openxmlformats.org/drawingml/2006/main">
              <a:ext uri="{FF2B5EF4-FFF2-40B4-BE49-F238E27FC236}">
                <a16:creationId xmlns:a16="http://schemas.microsoft.com/office/drawing/2014/main" id="{014F645E-AE12-44E6-B70D-E9E8E9C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990" y="81438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6" name="path-6804">
            <a:extLst xmlns:a="http://schemas.openxmlformats.org/drawingml/2006/main">
              <a:ext uri="{FF2B5EF4-FFF2-40B4-BE49-F238E27FC236}">
                <a16:creationId xmlns:a16="http://schemas.microsoft.com/office/drawing/2014/main" id="{FEDFDC94-B1A2-4F92-87B4-F54B2673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808" y="81581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7" name="path-6805">
            <a:extLst xmlns:a="http://schemas.openxmlformats.org/drawingml/2006/main">
              <a:ext uri="{FF2B5EF4-FFF2-40B4-BE49-F238E27FC236}">
                <a16:creationId xmlns:a16="http://schemas.microsoft.com/office/drawing/2014/main" id="{6B666E92-A5CF-41BA-9468-7DF80050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031" y="81343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8" name="path-6806">
            <a:extLst xmlns:a="http://schemas.openxmlformats.org/drawingml/2006/main">
              <a:ext uri="{FF2B5EF4-FFF2-40B4-BE49-F238E27FC236}">
                <a16:creationId xmlns:a16="http://schemas.microsoft.com/office/drawing/2014/main" id="{F34EE113-A93A-43BA-BAAA-A7956498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070" y="81712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9" name="path-6807">
            <a:extLst xmlns:a="http://schemas.openxmlformats.org/drawingml/2006/main">
              <a:ext uri="{FF2B5EF4-FFF2-40B4-BE49-F238E27FC236}">
                <a16:creationId xmlns:a16="http://schemas.microsoft.com/office/drawing/2014/main" id="{06BEFEDB-AC23-4374-99DE-B4468F03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8692" y="81399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0" name="path-6808">
            <a:extLst xmlns:a="http://schemas.openxmlformats.org/drawingml/2006/main">
              <a:ext uri="{FF2B5EF4-FFF2-40B4-BE49-F238E27FC236}">
                <a16:creationId xmlns:a16="http://schemas.microsoft.com/office/drawing/2014/main" id="{AA4AFC0F-52D5-4928-B2ED-98C3A703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933" y="81330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1" name="path-6809">
            <a:extLst xmlns:a="http://schemas.openxmlformats.org/drawingml/2006/main">
              <a:ext uri="{FF2B5EF4-FFF2-40B4-BE49-F238E27FC236}">
                <a16:creationId xmlns:a16="http://schemas.microsoft.com/office/drawing/2014/main" id="{4CF185E8-A8D1-4B35-988D-2BA54DA2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51" y="81345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2" name="path-6810">
            <a:extLst xmlns:a="http://schemas.openxmlformats.org/drawingml/2006/main">
              <a:ext uri="{FF2B5EF4-FFF2-40B4-BE49-F238E27FC236}">
                <a16:creationId xmlns:a16="http://schemas.microsoft.com/office/drawing/2014/main" id="{146001BC-7E62-4BAB-82E8-6D52E40C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22" y="8126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3" name="path-6811">
            <a:extLst xmlns:a="http://schemas.openxmlformats.org/drawingml/2006/main">
              <a:ext uri="{FF2B5EF4-FFF2-40B4-BE49-F238E27FC236}">
                <a16:creationId xmlns:a16="http://schemas.microsoft.com/office/drawing/2014/main" id="{D49CEF97-DB51-4AD6-823A-1CAF1AA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62" y="8149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4" name="path-6812">
            <a:extLst xmlns:a="http://schemas.openxmlformats.org/drawingml/2006/main">
              <a:ext uri="{FF2B5EF4-FFF2-40B4-BE49-F238E27FC236}">
                <a16:creationId xmlns:a16="http://schemas.microsoft.com/office/drawing/2014/main" id="{3BE1F937-0CB1-4CB9-9737-DF639599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431" y="8129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5" name="path-6813">
            <a:extLst xmlns:a="http://schemas.openxmlformats.org/drawingml/2006/main">
              <a:ext uri="{FF2B5EF4-FFF2-40B4-BE49-F238E27FC236}">
                <a16:creationId xmlns:a16="http://schemas.microsoft.com/office/drawing/2014/main" id="{038D397D-6410-411A-A067-D01454CB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407" y="8180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6" name="path-6814">
            <a:extLst xmlns:a="http://schemas.openxmlformats.org/drawingml/2006/main">
              <a:ext uri="{FF2B5EF4-FFF2-40B4-BE49-F238E27FC236}">
                <a16:creationId xmlns:a16="http://schemas.microsoft.com/office/drawing/2014/main" id="{6F762D97-5AAA-4BE7-92B3-E16E9CE0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272" y="81400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7" name="path-6815">
            <a:extLst xmlns:a="http://schemas.openxmlformats.org/drawingml/2006/main">
              <a:ext uri="{FF2B5EF4-FFF2-40B4-BE49-F238E27FC236}">
                <a16:creationId xmlns:a16="http://schemas.microsoft.com/office/drawing/2014/main" id="{B74E87C7-2212-47CF-ADA2-2E6355B3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8" y="81317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8" name="path-6816">
            <a:extLst xmlns:a="http://schemas.openxmlformats.org/drawingml/2006/main">
              <a:ext uri="{FF2B5EF4-FFF2-40B4-BE49-F238E27FC236}">
                <a16:creationId xmlns:a16="http://schemas.microsoft.com/office/drawing/2014/main" id="{3D480A40-7025-498F-A04C-CFC81D3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511" y="8137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9" name="path-6817">
            <a:extLst xmlns:a="http://schemas.openxmlformats.org/drawingml/2006/main">
              <a:ext uri="{FF2B5EF4-FFF2-40B4-BE49-F238E27FC236}">
                <a16:creationId xmlns:a16="http://schemas.microsoft.com/office/drawing/2014/main" id="{B27CA738-EB9D-40B0-A49B-64F1371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294" y="81673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0" name="path-6818">
            <a:extLst xmlns:a="http://schemas.openxmlformats.org/drawingml/2006/main">
              <a:ext uri="{FF2B5EF4-FFF2-40B4-BE49-F238E27FC236}">
                <a16:creationId xmlns:a16="http://schemas.microsoft.com/office/drawing/2014/main" id="{406F6F00-F4D9-4B1D-8A45-B3261979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13" y="81389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1" name="path-6819">
            <a:extLst xmlns:a="http://schemas.openxmlformats.org/drawingml/2006/main">
              <a:ext uri="{FF2B5EF4-FFF2-40B4-BE49-F238E27FC236}">
                <a16:creationId xmlns:a16="http://schemas.microsoft.com/office/drawing/2014/main" id="{4FAFFD9B-7AC3-49EB-88D8-430EBD2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092" y="8158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2" name="path-6820">
            <a:extLst xmlns:a="http://schemas.openxmlformats.org/drawingml/2006/main">
              <a:ext uri="{FF2B5EF4-FFF2-40B4-BE49-F238E27FC236}">
                <a16:creationId xmlns:a16="http://schemas.microsoft.com/office/drawing/2014/main" id="{04DB4764-71CE-4183-9DBB-3B8FCFEF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022" y="81241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3" name="path-6821">
            <a:extLst xmlns:a="http://schemas.openxmlformats.org/drawingml/2006/main">
              <a:ext uri="{FF2B5EF4-FFF2-40B4-BE49-F238E27FC236}">
                <a16:creationId xmlns:a16="http://schemas.microsoft.com/office/drawing/2014/main" id="{580D067A-71A8-420C-905A-7617A1EB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400" y="8119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4" name="path-6822">
            <a:extLst xmlns:a="http://schemas.openxmlformats.org/drawingml/2006/main">
              <a:ext uri="{FF2B5EF4-FFF2-40B4-BE49-F238E27FC236}">
                <a16:creationId xmlns:a16="http://schemas.microsoft.com/office/drawing/2014/main" id="{ED98617E-3513-4E81-BB09-398A7A2A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53" y="81522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5" name="path-6823">
            <a:extLst xmlns:a="http://schemas.openxmlformats.org/drawingml/2006/main">
              <a:ext uri="{FF2B5EF4-FFF2-40B4-BE49-F238E27FC236}">
                <a16:creationId xmlns:a16="http://schemas.microsoft.com/office/drawing/2014/main" id="{196F728F-8883-410D-9AC3-15A7DA86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747" y="81430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6" name="path-6824">
            <a:extLst xmlns:a="http://schemas.openxmlformats.org/drawingml/2006/main">
              <a:ext uri="{FF2B5EF4-FFF2-40B4-BE49-F238E27FC236}">
                <a16:creationId xmlns:a16="http://schemas.microsoft.com/office/drawing/2014/main" id="{60DC1FCB-2CE5-4E06-B939-113E4972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46" y="81576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7" name="path-6825">
            <a:extLst xmlns:a="http://schemas.openxmlformats.org/drawingml/2006/main">
              <a:ext uri="{FF2B5EF4-FFF2-40B4-BE49-F238E27FC236}">
                <a16:creationId xmlns:a16="http://schemas.microsoft.com/office/drawing/2014/main" id="{4D31EF7C-0049-45E7-9ED7-047D447B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218" y="81597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8" name="path-6826">
            <a:extLst xmlns:a="http://schemas.openxmlformats.org/drawingml/2006/main">
              <a:ext uri="{FF2B5EF4-FFF2-40B4-BE49-F238E27FC236}">
                <a16:creationId xmlns:a16="http://schemas.microsoft.com/office/drawing/2014/main" id="{330FF056-9E27-42BC-AF86-40DC88BA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065" y="81439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9" name="path-6827">
            <a:extLst xmlns:a="http://schemas.openxmlformats.org/drawingml/2006/main">
              <a:ext uri="{FF2B5EF4-FFF2-40B4-BE49-F238E27FC236}">
                <a16:creationId xmlns:a16="http://schemas.microsoft.com/office/drawing/2014/main" id="{0D97056F-4971-4F6A-BD5A-A75C2328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03" y="81496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0" name="path-6828">
            <a:extLst xmlns:a="http://schemas.openxmlformats.org/drawingml/2006/main">
              <a:ext uri="{FF2B5EF4-FFF2-40B4-BE49-F238E27FC236}">
                <a16:creationId xmlns:a16="http://schemas.microsoft.com/office/drawing/2014/main" id="{8ABA4CC4-9DAD-4CAD-9065-482A00C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855" y="81387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1" name="path-6829">
            <a:extLst xmlns:a="http://schemas.openxmlformats.org/drawingml/2006/main">
              <a:ext uri="{FF2B5EF4-FFF2-40B4-BE49-F238E27FC236}">
                <a16:creationId xmlns:a16="http://schemas.microsoft.com/office/drawing/2014/main" id="{3E47E3CC-2AFC-4205-B81D-E7BCA6D5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19" y="81280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2" name="path-6830">
            <a:extLst xmlns:a="http://schemas.openxmlformats.org/drawingml/2006/main">
              <a:ext uri="{FF2B5EF4-FFF2-40B4-BE49-F238E27FC236}">
                <a16:creationId xmlns:a16="http://schemas.microsoft.com/office/drawing/2014/main" id="{A276AD0F-38B1-47A3-8D03-279EB802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848" y="8099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3" name="path-6831">
            <a:extLst xmlns:a="http://schemas.openxmlformats.org/drawingml/2006/main">
              <a:ext uri="{FF2B5EF4-FFF2-40B4-BE49-F238E27FC236}">
                <a16:creationId xmlns:a16="http://schemas.microsoft.com/office/drawing/2014/main" id="{26E85A95-DAFD-485A-AA82-C3FA638C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699" y="81562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4" name="path-6832">
            <a:extLst xmlns:a="http://schemas.openxmlformats.org/drawingml/2006/main">
              <a:ext uri="{FF2B5EF4-FFF2-40B4-BE49-F238E27FC236}">
                <a16:creationId xmlns:a16="http://schemas.microsoft.com/office/drawing/2014/main" id="{8FF796E6-93BF-49F9-8232-C101947F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708" y="81820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5" name="path-6833">
            <a:extLst xmlns:a="http://schemas.openxmlformats.org/drawingml/2006/main">
              <a:ext uri="{FF2B5EF4-FFF2-40B4-BE49-F238E27FC236}">
                <a16:creationId xmlns:a16="http://schemas.microsoft.com/office/drawing/2014/main" id="{3F9A0007-FD47-4849-8559-E7BB9D2B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058" y="8143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6" name="path-6834">
            <a:extLst xmlns:a="http://schemas.openxmlformats.org/drawingml/2006/main">
              <a:ext uri="{FF2B5EF4-FFF2-40B4-BE49-F238E27FC236}">
                <a16:creationId xmlns:a16="http://schemas.microsoft.com/office/drawing/2014/main" id="{16456200-2384-4257-A7BD-C1B289D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367" y="8147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7" name="path-6835">
            <a:extLst xmlns:a="http://schemas.openxmlformats.org/drawingml/2006/main">
              <a:ext uri="{FF2B5EF4-FFF2-40B4-BE49-F238E27FC236}">
                <a16:creationId xmlns:a16="http://schemas.microsoft.com/office/drawing/2014/main" id="{98C3D173-DF30-4D9B-AECD-D224880D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704" y="8152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8" name="path-6836">
            <a:extLst xmlns:a="http://schemas.openxmlformats.org/drawingml/2006/main">
              <a:ext uri="{FF2B5EF4-FFF2-40B4-BE49-F238E27FC236}">
                <a16:creationId xmlns:a16="http://schemas.microsoft.com/office/drawing/2014/main" id="{E4E33880-4998-4532-B3D6-0FA01CEC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722" y="8145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9" name="path-6837">
            <a:extLst xmlns:a="http://schemas.openxmlformats.org/drawingml/2006/main">
              <a:ext uri="{FF2B5EF4-FFF2-40B4-BE49-F238E27FC236}">
                <a16:creationId xmlns:a16="http://schemas.microsoft.com/office/drawing/2014/main" id="{3C718D47-2722-4CDA-82F6-B94D2853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996" y="81414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0" name="path-6838">
            <a:extLst xmlns:a="http://schemas.openxmlformats.org/drawingml/2006/main">
              <a:ext uri="{FF2B5EF4-FFF2-40B4-BE49-F238E27FC236}">
                <a16:creationId xmlns:a16="http://schemas.microsoft.com/office/drawing/2014/main" id="{78502E52-003B-4D77-87AB-3CCA0762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661" y="8126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1" name="path-6839">
            <a:extLst xmlns:a="http://schemas.openxmlformats.org/drawingml/2006/main">
              <a:ext uri="{FF2B5EF4-FFF2-40B4-BE49-F238E27FC236}">
                <a16:creationId xmlns:a16="http://schemas.microsoft.com/office/drawing/2014/main" id="{CCAED4FA-2180-428B-9AF0-6D8967A7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23" y="8139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2" name="path-6840">
            <a:extLst xmlns:a="http://schemas.openxmlformats.org/drawingml/2006/main">
              <a:ext uri="{FF2B5EF4-FFF2-40B4-BE49-F238E27FC236}">
                <a16:creationId xmlns:a16="http://schemas.microsoft.com/office/drawing/2014/main" id="{E1319A97-E8F8-433B-A858-30F2D5A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37" y="81512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3" name="path-6841">
            <a:extLst xmlns:a="http://schemas.openxmlformats.org/drawingml/2006/main">
              <a:ext uri="{FF2B5EF4-FFF2-40B4-BE49-F238E27FC236}">
                <a16:creationId xmlns:a16="http://schemas.microsoft.com/office/drawing/2014/main" id="{974FFD60-FACD-4CED-8E77-C03E298D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313" y="81325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4" name="path-6842">
            <a:extLst xmlns:a="http://schemas.openxmlformats.org/drawingml/2006/main">
              <a:ext uri="{FF2B5EF4-FFF2-40B4-BE49-F238E27FC236}">
                <a16:creationId xmlns:a16="http://schemas.microsoft.com/office/drawing/2014/main" id="{E45116B1-899F-4FCF-A896-1D6B1664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14" y="81538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5" name="path-6843">
            <a:extLst xmlns:a="http://schemas.openxmlformats.org/drawingml/2006/main">
              <a:ext uri="{FF2B5EF4-FFF2-40B4-BE49-F238E27FC236}">
                <a16:creationId xmlns:a16="http://schemas.microsoft.com/office/drawing/2014/main" id="{FFCFCAD5-4309-4322-9F3D-771483DF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669" y="8125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6" name="path-6844">
            <a:extLst xmlns:a="http://schemas.openxmlformats.org/drawingml/2006/main">
              <a:ext uri="{FF2B5EF4-FFF2-40B4-BE49-F238E27FC236}">
                <a16:creationId xmlns:a16="http://schemas.microsoft.com/office/drawing/2014/main" id="{2FEE5372-364D-42AF-BC0B-2082EF9D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206" y="81366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7" name="path-6845">
            <a:extLst xmlns:a="http://schemas.openxmlformats.org/drawingml/2006/main">
              <a:ext uri="{FF2B5EF4-FFF2-40B4-BE49-F238E27FC236}">
                <a16:creationId xmlns:a16="http://schemas.microsoft.com/office/drawing/2014/main" id="{C576B8BE-8852-4E67-B98E-3FB9399F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02" y="81409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8" name="path-6846">
            <a:extLst xmlns:a="http://schemas.openxmlformats.org/drawingml/2006/main">
              <a:ext uri="{FF2B5EF4-FFF2-40B4-BE49-F238E27FC236}">
                <a16:creationId xmlns:a16="http://schemas.microsoft.com/office/drawing/2014/main" id="{380D03C2-06EB-444D-A8F1-D0C6E14E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270" y="81444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9" name="path-6847">
            <a:extLst xmlns:a="http://schemas.openxmlformats.org/drawingml/2006/main">
              <a:ext uri="{FF2B5EF4-FFF2-40B4-BE49-F238E27FC236}">
                <a16:creationId xmlns:a16="http://schemas.microsoft.com/office/drawing/2014/main" id="{3EC896FE-6A44-49DA-AF5E-97EC8B3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36" y="81372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0" name="path-6848">
            <a:extLst xmlns:a="http://schemas.openxmlformats.org/drawingml/2006/main">
              <a:ext uri="{FF2B5EF4-FFF2-40B4-BE49-F238E27FC236}">
                <a16:creationId xmlns:a16="http://schemas.microsoft.com/office/drawing/2014/main" id="{20D1BDA2-6D5D-4FC0-A403-F6CA6B9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343" y="81546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1" name="path-6849">
            <a:extLst xmlns:a="http://schemas.openxmlformats.org/drawingml/2006/main">
              <a:ext uri="{FF2B5EF4-FFF2-40B4-BE49-F238E27FC236}">
                <a16:creationId xmlns:a16="http://schemas.microsoft.com/office/drawing/2014/main" id="{CC583CDF-DC20-4D7A-B97C-316055B6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731" y="81745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2" name="path-6850">
            <a:extLst xmlns:a="http://schemas.openxmlformats.org/drawingml/2006/main">
              <a:ext uri="{FF2B5EF4-FFF2-40B4-BE49-F238E27FC236}">
                <a16:creationId xmlns:a16="http://schemas.microsoft.com/office/drawing/2014/main" id="{57E2347F-874E-46CF-9DA7-73691CA1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046" y="81539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3" name="path-6851">
            <a:extLst xmlns:a="http://schemas.openxmlformats.org/drawingml/2006/main">
              <a:ext uri="{FF2B5EF4-FFF2-40B4-BE49-F238E27FC236}">
                <a16:creationId xmlns:a16="http://schemas.microsoft.com/office/drawing/2014/main" id="{9256674C-64E9-4B07-8153-17294987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007" y="8157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4" name="path-6852">
            <a:extLst xmlns:a="http://schemas.openxmlformats.org/drawingml/2006/main">
              <a:ext uri="{FF2B5EF4-FFF2-40B4-BE49-F238E27FC236}">
                <a16:creationId xmlns:a16="http://schemas.microsoft.com/office/drawing/2014/main" id="{861382D2-DF84-4B3C-A7E9-53CED0DD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673" y="8126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5" name="path-6853">
            <a:extLst xmlns:a="http://schemas.openxmlformats.org/drawingml/2006/main">
              <a:ext uri="{FF2B5EF4-FFF2-40B4-BE49-F238E27FC236}">
                <a16:creationId xmlns:a16="http://schemas.microsoft.com/office/drawing/2014/main" id="{A96EF59D-DB83-4A08-8AD6-793BBA0B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137" y="81388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6" name="path-6854">
            <a:extLst xmlns:a="http://schemas.openxmlformats.org/drawingml/2006/main">
              <a:ext uri="{FF2B5EF4-FFF2-40B4-BE49-F238E27FC236}">
                <a16:creationId xmlns:a16="http://schemas.microsoft.com/office/drawing/2014/main" id="{F93B0C52-D428-4051-B9E8-2FC7F98D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944" y="8119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7" name="path-6855">
            <a:extLst xmlns:a="http://schemas.openxmlformats.org/drawingml/2006/main">
              <a:ext uri="{FF2B5EF4-FFF2-40B4-BE49-F238E27FC236}">
                <a16:creationId xmlns:a16="http://schemas.microsoft.com/office/drawing/2014/main" id="{5FD7E9FD-C75B-4F91-8C2B-D9ADDF30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4680" y="81356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8" name="path-6856">
            <a:extLst xmlns:a="http://schemas.openxmlformats.org/drawingml/2006/main">
              <a:ext uri="{FF2B5EF4-FFF2-40B4-BE49-F238E27FC236}">
                <a16:creationId xmlns:a16="http://schemas.microsoft.com/office/drawing/2014/main" id="{B4F169F3-21C6-4A89-9865-9493E5F6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74" y="8122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9" name="path-6857">
            <a:extLst xmlns:a="http://schemas.openxmlformats.org/drawingml/2006/main">
              <a:ext uri="{FF2B5EF4-FFF2-40B4-BE49-F238E27FC236}">
                <a16:creationId xmlns:a16="http://schemas.microsoft.com/office/drawing/2014/main" id="{24087170-D945-483A-9FA5-AF20EDAD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38" y="81483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0" name="path-6858">
            <a:extLst xmlns:a="http://schemas.openxmlformats.org/drawingml/2006/main">
              <a:ext uri="{FF2B5EF4-FFF2-40B4-BE49-F238E27FC236}">
                <a16:creationId xmlns:a16="http://schemas.microsoft.com/office/drawing/2014/main" id="{3893855E-4E8C-4F5E-B5EF-BEEE5CCB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139" y="81472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1" name="path-6859">
            <a:extLst xmlns:a="http://schemas.openxmlformats.org/drawingml/2006/main">
              <a:ext uri="{FF2B5EF4-FFF2-40B4-BE49-F238E27FC236}">
                <a16:creationId xmlns:a16="http://schemas.microsoft.com/office/drawing/2014/main" id="{6C7A62D2-F09B-4755-8CAC-4E7944B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88" y="81338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2" name="path-6860">
            <a:extLst xmlns:a="http://schemas.openxmlformats.org/drawingml/2006/main">
              <a:ext uri="{FF2B5EF4-FFF2-40B4-BE49-F238E27FC236}">
                <a16:creationId xmlns:a16="http://schemas.microsoft.com/office/drawing/2014/main" id="{D2539B04-44AE-41A7-AF59-FC808940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19" y="80880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3" name="path-6861">
            <a:extLst xmlns:a="http://schemas.openxmlformats.org/drawingml/2006/main">
              <a:ext uri="{FF2B5EF4-FFF2-40B4-BE49-F238E27FC236}">
                <a16:creationId xmlns:a16="http://schemas.microsoft.com/office/drawing/2014/main" id="{DD8C5887-129C-468E-8615-FC2BCDF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825" y="8165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4" name="path-6862">
            <a:extLst xmlns:a="http://schemas.openxmlformats.org/drawingml/2006/main">
              <a:ext uri="{FF2B5EF4-FFF2-40B4-BE49-F238E27FC236}">
                <a16:creationId xmlns:a16="http://schemas.microsoft.com/office/drawing/2014/main" id="{3E6B20B9-A96D-4E63-B431-C241CEA5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402" y="81528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5" name="path-6863">
            <a:extLst xmlns:a="http://schemas.openxmlformats.org/drawingml/2006/main">
              <a:ext uri="{FF2B5EF4-FFF2-40B4-BE49-F238E27FC236}">
                <a16:creationId xmlns:a16="http://schemas.microsoft.com/office/drawing/2014/main" id="{D9804AF2-7956-45B9-BC85-9345DE41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029" y="81313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6" name="path-6864">
            <a:extLst xmlns:a="http://schemas.openxmlformats.org/drawingml/2006/main">
              <a:ext uri="{FF2B5EF4-FFF2-40B4-BE49-F238E27FC236}">
                <a16:creationId xmlns:a16="http://schemas.microsoft.com/office/drawing/2014/main" id="{A6C1DD4B-CAFE-4337-AF16-71CB9E78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527" y="81605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7" name="path-6865">
            <a:extLst xmlns:a="http://schemas.openxmlformats.org/drawingml/2006/main">
              <a:ext uri="{FF2B5EF4-FFF2-40B4-BE49-F238E27FC236}">
                <a16:creationId xmlns:a16="http://schemas.microsoft.com/office/drawing/2014/main" id="{5FE10A43-97BB-4F29-94CF-925B5E88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653" y="81326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8" name="path-6866">
            <a:extLst xmlns:a="http://schemas.openxmlformats.org/drawingml/2006/main">
              <a:ext uri="{FF2B5EF4-FFF2-40B4-BE49-F238E27FC236}">
                <a16:creationId xmlns:a16="http://schemas.microsoft.com/office/drawing/2014/main" id="{68B634D3-8753-4D71-9B59-47824506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567" y="81541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9" name="path-6867">
            <a:extLst xmlns:a="http://schemas.openxmlformats.org/drawingml/2006/main">
              <a:ext uri="{FF2B5EF4-FFF2-40B4-BE49-F238E27FC236}">
                <a16:creationId xmlns:a16="http://schemas.microsoft.com/office/drawing/2014/main" id="{93EA0487-DF01-4F0C-8BC2-86FAFD2D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211" y="81642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0" name="path-6868">
            <a:extLst xmlns:a="http://schemas.openxmlformats.org/drawingml/2006/main">
              <a:ext uri="{FF2B5EF4-FFF2-40B4-BE49-F238E27FC236}">
                <a16:creationId xmlns:a16="http://schemas.microsoft.com/office/drawing/2014/main" id="{2546B0CF-746D-4EB0-8684-2023B70D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384" y="81543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1" name="path-6869">
            <a:extLst xmlns:a="http://schemas.openxmlformats.org/drawingml/2006/main">
              <a:ext uri="{FF2B5EF4-FFF2-40B4-BE49-F238E27FC236}">
                <a16:creationId xmlns:a16="http://schemas.microsoft.com/office/drawing/2014/main" id="{89D36093-54AD-4AC6-A510-CCF0CD3D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628" y="81363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2" name="path-6870">
            <a:extLst xmlns:a="http://schemas.openxmlformats.org/drawingml/2006/main">
              <a:ext uri="{FF2B5EF4-FFF2-40B4-BE49-F238E27FC236}">
                <a16:creationId xmlns:a16="http://schemas.microsoft.com/office/drawing/2014/main" id="{161869AF-3BC5-40F7-A6C8-923281F0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56" y="8175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3" name="path-6871">
            <a:extLst xmlns:a="http://schemas.openxmlformats.org/drawingml/2006/main">
              <a:ext uri="{FF2B5EF4-FFF2-40B4-BE49-F238E27FC236}">
                <a16:creationId xmlns:a16="http://schemas.microsoft.com/office/drawing/2014/main" id="{F7950E9E-648C-4661-9FC5-95D9E9BB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750" y="8143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4" name="path-6872">
            <a:extLst xmlns:a="http://schemas.openxmlformats.org/drawingml/2006/main">
              <a:ext uri="{FF2B5EF4-FFF2-40B4-BE49-F238E27FC236}">
                <a16:creationId xmlns:a16="http://schemas.microsoft.com/office/drawing/2014/main" id="{81BF251C-AB5C-44B3-BB55-A83DFC52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586" y="81415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5" name="path-6873">
            <a:extLst xmlns:a="http://schemas.openxmlformats.org/drawingml/2006/main">
              <a:ext uri="{FF2B5EF4-FFF2-40B4-BE49-F238E27FC236}">
                <a16:creationId xmlns:a16="http://schemas.microsoft.com/office/drawing/2014/main" id="{F3ABFACB-32FD-4825-9140-33EFFCC7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194" y="81361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6" name="path-6874">
            <a:extLst xmlns:a="http://schemas.openxmlformats.org/drawingml/2006/main">
              <a:ext uri="{FF2B5EF4-FFF2-40B4-BE49-F238E27FC236}">
                <a16:creationId xmlns:a16="http://schemas.microsoft.com/office/drawing/2014/main" id="{D7E6B033-AF47-4A75-BDAF-06C534A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466" y="81410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7" name="path-6875">
            <a:extLst xmlns:a="http://schemas.openxmlformats.org/drawingml/2006/main">
              <a:ext uri="{FF2B5EF4-FFF2-40B4-BE49-F238E27FC236}">
                <a16:creationId xmlns:a16="http://schemas.microsoft.com/office/drawing/2014/main" id="{731FCB00-54D3-4FFF-A33E-1A09A0D9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462" y="81295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8" name="path-6876">
            <a:extLst xmlns:a="http://schemas.openxmlformats.org/drawingml/2006/main">
              <a:ext uri="{FF2B5EF4-FFF2-40B4-BE49-F238E27FC236}">
                <a16:creationId xmlns:a16="http://schemas.microsoft.com/office/drawing/2014/main" id="{A41ACC14-C323-4E54-A6EF-2F65FEAE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8" y="81381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9" name="path-6877">
            <a:extLst xmlns:a="http://schemas.openxmlformats.org/drawingml/2006/main">
              <a:ext uri="{FF2B5EF4-FFF2-40B4-BE49-F238E27FC236}">
                <a16:creationId xmlns:a16="http://schemas.microsoft.com/office/drawing/2014/main" id="{EBB54153-688E-4AB8-8FDD-F1008130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151" y="81301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0" name="path-6878">
            <a:extLst xmlns:a="http://schemas.openxmlformats.org/drawingml/2006/main">
              <a:ext uri="{FF2B5EF4-FFF2-40B4-BE49-F238E27FC236}">
                <a16:creationId xmlns:a16="http://schemas.microsoft.com/office/drawing/2014/main" id="{0DD73362-F5F8-4202-B6A5-3FE3317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258" y="81542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1" name="path-6879">
            <a:extLst xmlns:a="http://schemas.openxmlformats.org/drawingml/2006/main">
              <a:ext uri="{FF2B5EF4-FFF2-40B4-BE49-F238E27FC236}">
                <a16:creationId xmlns:a16="http://schemas.microsoft.com/office/drawing/2014/main" id="{87D15B4B-94E5-4AD2-8A01-5550C640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41" y="81282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2" name="path-6880">
            <a:extLst xmlns:a="http://schemas.openxmlformats.org/drawingml/2006/main">
              <a:ext uri="{FF2B5EF4-FFF2-40B4-BE49-F238E27FC236}">
                <a16:creationId xmlns:a16="http://schemas.microsoft.com/office/drawing/2014/main" id="{3D4BABDA-0B0E-433A-A62E-73724661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052" y="81440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3" name="path-6881">
            <a:extLst xmlns:a="http://schemas.openxmlformats.org/drawingml/2006/main">
              <a:ext uri="{FF2B5EF4-FFF2-40B4-BE49-F238E27FC236}">
                <a16:creationId xmlns:a16="http://schemas.microsoft.com/office/drawing/2014/main" id="{36D6FFF7-00B2-4121-911C-B94AE26E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391" y="81598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4" name="path-6882">
            <a:extLst xmlns:a="http://schemas.openxmlformats.org/drawingml/2006/main">
              <a:ext uri="{FF2B5EF4-FFF2-40B4-BE49-F238E27FC236}">
                <a16:creationId xmlns:a16="http://schemas.microsoft.com/office/drawing/2014/main" id="{50BF3F35-7D51-45AF-B69B-B93EB81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69" y="81434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5" name="path-6883">
            <a:extLst xmlns:a="http://schemas.openxmlformats.org/drawingml/2006/main">
              <a:ext uri="{FF2B5EF4-FFF2-40B4-BE49-F238E27FC236}">
                <a16:creationId xmlns:a16="http://schemas.microsoft.com/office/drawing/2014/main" id="{BC0A20A3-1B12-42F3-9849-6C175C70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158" y="81564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6" name="path-6884">
            <a:extLst xmlns:a="http://schemas.openxmlformats.org/drawingml/2006/main">
              <a:ext uri="{FF2B5EF4-FFF2-40B4-BE49-F238E27FC236}">
                <a16:creationId xmlns:a16="http://schemas.microsoft.com/office/drawing/2014/main" id="{930EA60F-A772-41AA-A58D-32F39A0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258" y="81672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7" name="path-6885">
            <a:extLst xmlns:a="http://schemas.openxmlformats.org/drawingml/2006/main">
              <a:ext uri="{FF2B5EF4-FFF2-40B4-BE49-F238E27FC236}">
                <a16:creationId xmlns:a16="http://schemas.microsoft.com/office/drawing/2014/main" id="{7DE43CF4-EF7E-49FB-A189-7C0050D8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72" y="81299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8" name="path-6886">
            <a:extLst xmlns:a="http://schemas.openxmlformats.org/drawingml/2006/main">
              <a:ext uri="{FF2B5EF4-FFF2-40B4-BE49-F238E27FC236}">
                <a16:creationId xmlns:a16="http://schemas.microsoft.com/office/drawing/2014/main" id="{A4494995-4F68-415E-8B72-F60F18FD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164" y="81249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9" name="path-6887">
            <a:extLst xmlns:a="http://schemas.openxmlformats.org/drawingml/2006/main">
              <a:ext uri="{FF2B5EF4-FFF2-40B4-BE49-F238E27FC236}">
                <a16:creationId xmlns:a16="http://schemas.microsoft.com/office/drawing/2014/main" id="{F5F5A876-B40A-43BD-BCE2-E0D09610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40" y="81332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0" name="path-6888">
            <a:extLst xmlns:a="http://schemas.openxmlformats.org/drawingml/2006/main">
              <a:ext uri="{FF2B5EF4-FFF2-40B4-BE49-F238E27FC236}">
                <a16:creationId xmlns:a16="http://schemas.microsoft.com/office/drawing/2014/main" id="{F62A8199-C04B-4C33-A545-7A86F67C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158" y="81650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1" name="path-6889">
            <a:extLst xmlns:a="http://schemas.openxmlformats.org/drawingml/2006/main">
              <a:ext uri="{FF2B5EF4-FFF2-40B4-BE49-F238E27FC236}">
                <a16:creationId xmlns:a16="http://schemas.microsoft.com/office/drawing/2014/main" id="{61D6D708-43F0-4041-884D-AFAD5EA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419" y="81619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2" name="path-6890">
            <a:extLst xmlns:a="http://schemas.openxmlformats.org/drawingml/2006/main">
              <a:ext uri="{FF2B5EF4-FFF2-40B4-BE49-F238E27FC236}">
                <a16:creationId xmlns:a16="http://schemas.microsoft.com/office/drawing/2014/main" id="{FEA75D35-C8DD-4160-A9BC-BE55EACB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65" y="81645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3" name="path-6891">
            <a:extLst xmlns:a="http://schemas.openxmlformats.org/drawingml/2006/main">
              <a:ext uri="{FF2B5EF4-FFF2-40B4-BE49-F238E27FC236}">
                <a16:creationId xmlns:a16="http://schemas.microsoft.com/office/drawing/2014/main" id="{AF17E890-B8EB-42CE-8C5D-B461D593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787" y="81245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4" name="path-6892">
            <a:extLst xmlns:a="http://schemas.openxmlformats.org/drawingml/2006/main">
              <a:ext uri="{FF2B5EF4-FFF2-40B4-BE49-F238E27FC236}">
                <a16:creationId xmlns:a16="http://schemas.microsoft.com/office/drawing/2014/main" id="{5AB6621A-6A3B-4A3D-B088-6419D66A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969" y="81256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5" name="path-6893">
            <a:extLst xmlns:a="http://schemas.openxmlformats.org/drawingml/2006/main">
              <a:ext uri="{FF2B5EF4-FFF2-40B4-BE49-F238E27FC236}">
                <a16:creationId xmlns:a16="http://schemas.microsoft.com/office/drawing/2014/main" id="{279C05AB-9DDC-4CAC-A862-726A66F9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811" y="81645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6" name="path-6894">
            <a:extLst xmlns:a="http://schemas.openxmlformats.org/drawingml/2006/main">
              <a:ext uri="{FF2B5EF4-FFF2-40B4-BE49-F238E27FC236}">
                <a16:creationId xmlns:a16="http://schemas.microsoft.com/office/drawing/2014/main" id="{455CCB10-206A-4EBA-B341-9010E489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341" y="8167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7" name="path-6895">
            <a:extLst xmlns:a="http://schemas.openxmlformats.org/drawingml/2006/main">
              <a:ext uri="{FF2B5EF4-FFF2-40B4-BE49-F238E27FC236}">
                <a16:creationId xmlns:a16="http://schemas.microsoft.com/office/drawing/2014/main" id="{7819BF58-D8B3-46E7-9639-EB8879C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459" y="81339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8" name="path-6896">
            <a:extLst xmlns:a="http://schemas.openxmlformats.org/drawingml/2006/main">
              <a:ext uri="{FF2B5EF4-FFF2-40B4-BE49-F238E27FC236}">
                <a16:creationId xmlns:a16="http://schemas.microsoft.com/office/drawing/2014/main" id="{24973DB0-39CE-4478-B8C4-00901C0C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263" y="81363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9" name="path-6897">
            <a:extLst xmlns:a="http://schemas.openxmlformats.org/drawingml/2006/main">
              <a:ext uri="{FF2B5EF4-FFF2-40B4-BE49-F238E27FC236}">
                <a16:creationId xmlns:a16="http://schemas.microsoft.com/office/drawing/2014/main" id="{37425E22-3967-4BDF-9045-C14B2D99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384" y="81578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0" name="path-6898">
            <a:extLst xmlns:a="http://schemas.openxmlformats.org/drawingml/2006/main">
              <a:ext uri="{FF2B5EF4-FFF2-40B4-BE49-F238E27FC236}">
                <a16:creationId xmlns:a16="http://schemas.microsoft.com/office/drawing/2014/main" id="{950F55CF-95D6-4CB5-9F85-6507FF0D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109" y="81369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1" name="path-6899">
            <a:extLst xmlns:a="http://schemas.openxmlformats.org/drawingml/2006/main">
              <a:ext uri="{FF2B5EF4-FFF2-40B4-BE49-F238E27FC236}">
                <a16:creationId xmlns:a16="http://schemas.microsoft.com/office/drawing/2014/main" id="{6321AC8B-3EBC-45BD-821C-11FC05B7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984" y="81340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2" name="path-6900">
            <a:extLst xmlns:a="http://schemas.openxmlformats.org/drawingml/2006/main">
              <a:ext uri="{FF2B5EF4-FFF2-40B4-BE49-F238E27FC236}">
                <a16:creationId xmlns:a16="http://schemas.microsoft.com/office/drawing/2014/main" id="{894D0C47-8A74-472B-8845-565A5A83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258" y="81538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3" name="path-6901">
            <a:extLst xmlns:a="http://schemas.openxmlformats.org/drawingml/2006/main">
              <a:ext uri="{FF2B5EF4-FFF2-40B4-BE49-F238E27FC236}">
                <a16:creationId xmlns:a16="http://schemas.microsoft.com/office/drawing/2014/main" id="{134261EA-8208-4804-9039-EFBA91E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469" y="81540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4" name="path-6902">
            <a:extLst xmlns:a="http://schemas.openxmlformats.org/drawingml/2006/main">
              <a:ext uri="{FF2B5EF4-FFF2-40B4-BE49-F238E27FC236}">
                <a16:creationId xmlns:a16="http://schemas.microsoft.com/office/drawing/2014/main" id="{879963E4-74AD-4063-85B4-FBBA69A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770" y="81377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5" name="path-6903">
            <a:extLst xmlns:a="http://schemas.openxmlformats.org/drawingml/2006/main">
              <a:ext uri="{FF2B5EF4-FFF2-40B4-BE49-F238E27FC236}">
                <a16:creationId xmlns:a16="http://schemas.microsoft.com/office/drawing/2014/main" id="{5835BB62-5DEE-4F99-B1BC-E9D9535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33" y="81722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6" name="path-6904">
            <a:extLst xmlns:a="http://schemas.openxmlformats.org/drawingml/2006/main">
              <a:ext uri="{FF2B5EF4-FFF2-40B4-BE49-F238E27FC236}">
                <a16:creationId xmlns:a16="http://schemas.microsoft.com/office/drawing/2014/main" id="{D42B264E-7EC4-4C29-9DFF-65DF96E5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38" y="81311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7" name="path-6905">
            <a:extLst xmlns:a="http://schemas.openxmlformats.org/drawingml/2006/main">
              <a:ext uri="{FF2B5EF4-FFF2-40B4-BE49-F238E27FC236}">
                <a16:creationId xmlns:a16="http://schemas.microsoft.com/office/drawing/2014/main" id="{A8366771-3ABA-4E03-8287-16F0FF47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57" y="81701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8" name="path-6906">
            <a:extLst xmlns:a="http://schemas.openxmlformats.org/drawingml/2006/main">
              <a:ext uri="{FF2B5EF4-FFF2-40B4-BE49-F238E27FC236}">
                <a16:creationId xmlns:a16="http://schemas.microsoft.com/office/drawing/2014/main" id="{50A76E22-C903-4E65-A913-D6B9968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172" y="8128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9" name="path-6907">
            <a:extLst xmlns:a="http://schemas.openxmlformats.org/drawingml/2006/main">
              <a:ext uri="{FF2B5EF4-FFF2-40B4-BE49-F238E27FC236}">
                <a16:creationId xmlns:a16="http://schemas.microsoft.com/office/drawing/2014/main" id="{7C50E7AC-3394-46CD-98BE-F08FBE69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587" y="8151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0" name="path-6908">
            <a:extLst xmlns:a="http://schemas.openxmlformats.org/drawingml/2006/main">
              <a:ext uri="{FF2B5EF4-FFF2-40B4-BE49-F238E27FC236}">
                <a16:creationId xmlns:a16="http://schemas.microsoft.com/office/drawing/2014/main" id="{BF0797FC-1264-4AF6-8F8E-99B1ECF7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796" y="81488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1" name="path-6909">
            <a:extLst xmlns:a="http://schemas.openxmlformats.org/drawingml/2006/main">
              <a:ext uri="{FF2B5EF4-FFF2-40B4-BE49-F238E27FC236}">
                <a16:creationId xmlns:a16="http://schemas.microsoft.com/office/drawing/2014/main" id="{D832D6D0-836D-4B81-B62E-2EC03A2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620" y="8161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2" name="path-6910">
            <a:extLst xmlns:a="http://schemas.openxmlformats.org/drawingml/2006/main">
              <a:ext uri="{FF2B5EF4-FFF2-40B4-BE49-F238E27FC236}">
                <a16:creationId xmlns:a16="http://schemas.microsoft.com/office/drawing/2014/main" id="{99AE16A4-8267-47D2-BE1F-A8F890AB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9741" y="81274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3" name="path-6911">
            <a:extLst xmlns:a="http://schemas.openxmlformats.org/drawingml/2006/main">
              <a:ext uri="{FF2B5EF4-FFF2-40B4-BE49-F238E27FC236}">
                <a16:creationId xmlns:a16="http://schemas.microsoft.com/office/drawing/2014/main" id="{A754BA25-400D-400E-9915-D736F242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846" y="81383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4" name="path-6912">
            <a:extLst xmlns:a="http://schemas.openxmlformats.org/drawingml/2006/main">
              <a:ext uri="{FF2B5EF4-FFF2-40B4-BE49-F238E27FC236}">
                <a16:creationId xmlns:a16="http://schemas.microsoft.com/office/drawing/2014/main" id="{AE4F6893-EBD2-445C-A636-25EB8B1C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910" y="81586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5" name="path-6913">
            <a:extLst xmlns:a="http://schemas.openxmlformats.org/drawingml/2006/main">
              <a:ext uri="{FF2B5EF4-FFF2-40B4-BE49-F238E27FC236}">
                <a16:creationId xmlns:a16="http://schemas.microsoft.com/office/drawing/2014/main" id="{B006033B-D73B-4ADB-90A8-49C0D12D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010" y="81876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6" name="path-6914">
            <a:extLst xmlns:a="http://schemas.openxmlformats.org/drawingml/2006/main">
              <a:ext uri="{FF2B5EF4-FFF2-40B4-BE49-F238E27FC236}">
                <a16:creationId xmlns:a16="http://schemas.microsoft.com/office/drawing/2014/main" id="{BB4715E6-DE46-41D6-80BA-DC89787B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255" y="8153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7" name="path-6915">
            <a:extLst xmlns:a="http://schemas.openxmlformats.org/drawingml/2006/main">
              <a:ext uri="{FF2B5EF4-FFF2-40B4-BE49-F238E27FC236}">
                <a16:creationId xmlns:a16="http://schemas.microsoft.com/office/drawing/2014/main" id="{1522A0E0-D7C0-47AD-B234-9FFB151E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595" y="8143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8" name="path-6916">
            <a:extLst xmlns:a="http://schemas.openxmlformats.org/drawingml/2006/main">
              <a:ext uri="{FF2B5EF4-FFF2-40B4-BE49-F238E27FC236}">
                <a16:creationId xmlns:a16="http://schemas.microsoft.com/office/drawing/2014/main" id="{F35D21A6-9C19-4539-910B-A0758F73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315" y="81328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9" name="path-6917">
            <a:extLst xmlns:a="http://schemas.openxmlformats.org/drawingml/2006/main">
              <a:ext uri="{FF2B5EF4-FFF2-40B4-BE49-F238E27FC236}">
                <a16:creationId xmlns:a16="http://schemas.microsoft.com/office/drawing/2014/main" id="{F7C58419-B735-4473-87D8-AB52FBDB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957" y="81346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0" name="path-6918">
            <a:extLst xmlns:a="http://schemas.openxmlformats.org/drawingml/2006/main">
              <a:ext uri="{FF2B5EF4-FFF2-40B4-BE49-F238E27FC236}">
                <a16:creationId xmlns:a16="http://schemas.microsoft.com/office/drawing/2014/main" id="{88B84AB6-3DEF-4F83-9581-2D9F4972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553" y="81456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1" name="path-6919">
            <a:extLst xmlns:a="http://schemas.openxmlformats.org/drawingml/2006/main">
              <a:ext uri="{FF2B5EF4-FFF2-40B4-BE49-F238E27FC236}">
                <a16:creationId xmlns:a16="http://schemas.microsoft.com/office/drawing/2014/main" id="{C751F7EA-83B0-4AFB-B49C-028982D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786" y="81464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2" name="path-6920">
            <a:extLst xmlns:a="http://schemas.openxmlformats.org/drawingml/2006/main">
              <a:ext uri="{FF2B5EF4-FFF2-40B4-BE49-F238E27FC236}">
                <a16:creationId xmlns:a16="http://schemas.microsoft.com/office/drawing/2014/main" id="{D0651920-3F77-4582-9088-71CA4B2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1448" y="81441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3" name="path-6921">
            <a:extLst xmlns:a="http://schemas.openxmlformats.org/drawingml/2006/main">
              <a:ext uri="{FF2B5EF4-FFF2-40B4-BE49-F238E27FC236}">
                <a16:creationId xmlns:a16="http://schemas.microsoft.com/office/drawing/2014/main" id="{D9DA5FCA-C708-469B-A38E-BBA0486B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76" y="8139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4" name="path-6922">
            <a:extLst xmlns:a="http://schemas.openxmlformats.org/drawingml/2006/main">
              <a:ext uri="{FF2B5EF4-FFF2-40B4-BE49-F238E27FC236}">
                <a16:creationId xmlns:a16="http://schemas.microsoft.com/office/drawing/2014/main" id="{A6A77397-7BE5-4BFE-8F4E-C9E768D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744" y="8144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5" name="path-6923">
            <a:extLst xmlns:a="http://schemas.openxmlformats.org/drawingml/2006/main">
              <a:ext uri="{FF2B5EF4-FFF2-40B4-BE49-F238E27FC236}">
                <a16:creationId xmlns:a16="http://schemas.microsoft.com/office/drawing/2014/main" id="{922E8689-4DB2-4EEB-99BC-8158BC2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926" y="81420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6" name="path-6924">
            <a:extLst xmlns:a="http://schemas.openxmlformats.org/drawingml/2006/main">
              <a:ext uri="{FF2B5EF4-FFF2-40B4-BE49-F238E27FC236}">
                <a16:creationId xmlns:a16="http://schemas.microsoft.com/office/drawing/2014/main" id="{CF4E2358-7E41-41A3-9D04-F3F59749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293" y="81712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7" name="path-6925">
            <a:extLst xmlns:a="http://schemas.openxmlformats.org/drawingml/2006/main">
              <a:ext uri="{FF2B5EF4-FFF2-40B4-BE49-F238E27FC236}">
                <a16:creationId xmlns:a16="http://schemas.microsoft.com/office/drawing/2014/main" id="{0D20A79A-9487-4CC9-AF32-E2FF0A94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237" y="81705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8" name="path-6926">
            <a:extLst xmlns:a="http://schemas.openxmlformats.org/drawingml/2006/main">
              <a:ext uri="{FF2B5EF4-FFF2-40B4-BE49-F238E27FC236}">
                <a16:creationId xmlns:a16="http://schemas.microsoft.com/office/drawing/2014/main" id="{1E38BFE3-D6CF-4FA3-9E78-7E0DBD95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813" y="8157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9" name="path-6927">
            <a:extLst xmlns:a="http://schemas.openxmlformats.org/drawingml/2006/main">
              <a:ext uri="{FF2B5EF4-FFF2-40B4-BE49-F238E27FC236}">
                <a16:creationId xmlns:a16="http://schemas.microsoft.com/office/drawing/2014/main" id="{AC31C2C4-9CF7-4131-AA00-EBE50926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318" y="8147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0" name="path-6928">
            <a:extLst xmlns:a="http://schemas.openxmlformats.org/drawingml/2006/main">
              <a:ext uri="{FF2B5EF4-FFF2-40B4-BE49-F238E27FC236}">
                <a16:creationId xmlns:a16="http://schemas.microsoft.com/office/drawing/2014/main" id="{455F6F9A-43BC-4721-B57E-622CC891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557" y="81501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1" name="path-6929">
            <a:extLst xmlns:a="http://schemas.openxmlformats.org/drawingml/2006/main">
              <a:ext uri="{FF2B5EF4-FFF2-40B4-BE49-F238E27FC236}">
                <a16:creationId xmlns:a16="http://schemas.microsoft.com/office/drawing/2014/main" id="{DBA2FA2C-4BCF-4493-B32B-225113AD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434" y="81258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2" name="path-6930">
            <a:extLst xmlns:a="http://schemas.openxmlformats.org/drawingml/2006/main">
              <a:ext uri="{FF2B5EF4-FFF2-40B4-BE49-F238E27FC236}">
                <a16:creationId xmlns:a16="http://schemas.microsoft.com/office/drawing/2014/main" id="{F8BC0091-5C96-4C73-A9C3-BAB36B3C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13" y="8150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3" name="path-6931">
            <a:extLst xmlns:a="http://schemas.openxmlformats.org/drawingml/2006/main">
              <a:ext uri="{FF2B5EF4-FFF2-40B4-BE49-F238E27FC236}">
                <a16:creationId xmlns:a16="http://schemas.microsoft.com/office/drawing/2014/main" id="{8D87B7BA-F0D8-4C63-AA3E-1D16A69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78" y="81716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4" name="path-6932">
            <a:extLst xmlns:a="http://schemas.openxmlformats.org/drawingml/2006/main">
              <a:ext uri="{FF2B5EF4-FFF2-40B4-BE49-F238E27FC236}">
                <a16:creationId xmlns:a16="http://schemas.microsoft.com/office/drawing/2014/main" id="{614B3D4B-6569-4152-A9B4-BE6FBAA4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356" y="8146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5" name="path-6933">
            <a:extLst xmlns:a="http://schemas.openxmlformats.org/drawingml/2006/main">
              <a:ext uri="{FF2B5EF4-FFF2-40B4-BE49-F238E27FC236}">
                <a16:creationId xmlns:a16="http://schemas.microsoft.com/office/drawing/2014/main" id="{8ECDAB99-4D20-4BD9-8E69-4111235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347" y="81478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6" name="path-6934">
            <a:extLst xmlns:a="http://schemas.openxmlformats.org/drawingml/2006/main">
              <a:ext uri="{FF2B5EF4-FFF2-40B4-BE49-F238E27FC236}">
                <a16:creationId xmlns:a16="http://schemas.microsoft.com/office/drawing/2014/main" id="{96EBB222-8C00-4719-B2DF-59FC249B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30" y="81231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7" name="path-6935">
            <a:extLst xmlns:a="http://schemas.openxmlformats.org/drawingml/2006/main">
              <a:ext uri="{FF2B5EF4-FFF2-40B4-BE49-F238E27FC236}">
                <a16:creationId xmlns:a16="http://schemas.microsoft.com/office/drawing/2014/main" id="{531086A2-A51A-46F6-81A7-FACF3021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365" y="81318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8" name="path-6936">
            <a:extLst xmlns:a="http://schemas.openxmlformats.org/drawingml/2006/main">
              <a:ext uri="{FF2B5EF4-FFF2-40B4-BE49-F238E27FC236}">
                <a16:creationId xmlns:a16="http://schemas.microsoft.com/office/drawing/2014/main" id="{96CF8629-88BB-4C72-AE71-B88C1BE2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866" y="81613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9" name="path-6937">
            <a:extLst xmlns:a="http://schemas.openxmlformats.org/drawingml/2006/main">
              <a:ext uri="{FF2B5EF4-FFF2-40B4-BE49-F238E27FC236}">
                <a16:creationId xmlns:a16="http://schemas.microsoft.com/office/drawing/2014/main" id="{AE245EDF-B691-49DA-A535-56C99A17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1733" y="81191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0" name="path-6938">
            <a:extLst xmlns:a="http://schemas.openxmlformats.org/drawingml/2006/main">
              <a:ext uri="{FF2B5EF4-FFF2-40B4-BE49-F238E27FC236}">
                <a16:creationId xmlns:a16="http://schemas.microsoft.com/office/drawing/2014/main" id="{E8A8858A-CAE1-40E7-912E-F8283321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279" y="81505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1" name="path-6939">
            <a:extLst xmlns:a="http://schemas.openxmlformats.org/drawingml/2006/main">
              <a:ext uri="{FF2B5EF4-FFF2-40B4-BE49-F238E27FC236}">
                <a16:creationId xmlns:a16="http://schemas.microsoft.com/office/drawing/2014/main" id="{704936FC-C056-4BAE-8E22-75FC6F99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288" y="81643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2" name="path-6940">
            <a:extLst xmlns:a="http://schemas.openxmlformats.org/drawingml/2006/main">
              <a:ext uri="{FF2B5EF4-FFF2-40B4-BE49-F238E27FC236}">
                <a16:creationId xmlns:a16="http://schemas.microsoft.com/office/drawing/2014/main" id="{6C230A17-E7AD-4B77-A482-BDA5B616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24" y="81408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3" name="path-6941">
            <a:extLst xmlns:a="http://schemas.openxmlformats.org/drawingml/2006/main">
              <a:ext uri="{FF2B5EF4-FFF2-40B4-BE49-F238E27FC236}">
                <a16:creationId xmlns:a16="http://schemas.microsoft.com/office/drawing/2014/main" id="{E7C0FFE0-E899-40D8-B2FD-CCE75136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432" y="81445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4" name="path-6942">
            <a:extLst xmlns:a="http://schemas.openxmlformats.org/drawingml/2006/main">
              <a:ext uri="{FF2B5EF4-FFF2-40B4-BE49-F238E27FC236}">
                <a16:creationId xmlns:a16="http://schemas.microsoft.com/office/drawing/2014/main" id="{59BAAE54-3585-46A5-A307-A95150B4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820" y="81617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5" name="path-6943">
            <a:extLst xmlns:a="http://schemas.openxmlformats.org/drawingml/2006/main">
              <a:ext uri="{FF2B5EF4-FFF2-40B4-BE49-F238E27FC236}">
                <a16:creationId xmlns:a16="http://schemas.microsoft.com/office/drawing/2014/main" id="{FA8774DF-042B-4EC4-95FA-3F1FEAE9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774" y="81839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6" name="path-6944">
            <a:extLst xmlns:a="http://schemas.openxmlformats.org/drawingml/2006/main">
              <a:ext uri="{FF2B5EF4-FFF2-40B4-BE49-F238E27FC236}">
                <a16:creationId xmlns:a16="http://schemas.microsoft.com/office/drawing/2014/main" id="{847DB219-5C4F-4209-A634-BC07E278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565" y="81420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7" name="path-6945">
            <a:extLst xmlns:a="http://schemas.openxmlformats.org/drawingml/2006/main">
              <a:ext uri="{FF2B5EF4-FFF2-40B4-BE49-F238E27FC236}">
                <a16:creationId xmlns:a16="http://schemas.microsoft.com/office/drawing/2014/main" id="{7E8DFD78-15FD-4CB0-8ED0-06CECD38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928" y="81340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8" name="path-6946">
            <a:extLst xmlns:a="http://schemas.openxmlformats.org/drawingml/2006/main">
              <a:ext uri="{FF2B5EF4-FFF2-40B4-BE49-F238E27FC236}">
                <a16:creationId xmlns:a16="http://schemas.microsoft.com/office/drawing/2014/main" id="{9B2A10E1-3A99-4D44-BD6F-49475D0D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887" y="81571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9" name="path-6947">
            <a:extLst xmlns:a="http://schemas.openxmlformats.org/drawingml/2006/main">
              <a:ext uri="{FF2B5EF4-FFF2-40B4-BE49-F238E27FC236}">
                <a16:creationId xmlns:a16="http://schemas.microsoft.com/office/drawing/2014/main" id="{4AF725F3-A2E7-4B20-B78A-68A0D5AA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178" y="81478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0" name="path-6948">
            <a:extLst xmlns:a="http://schemas.openxmlformats.org/drawingml/2006/main">
              <a:ext uri="{FF2B5EF4-FFF2-40B4-BE49-F238E27FC236}">
                <a16:creationId xmlns:a16="http://schemas.microsoft.com/office/drawing/2014/main" id="{4292970C-A6C7-4C9A-AAD0-E1D0B01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518" y="81442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1" name="path-6949">
            <a:extLst xmlns:a="http://schemas.openxmlformats.org/drawingml/2006/main">
              <a:ext uri="{FF2B5EF4-FFF2-40B4-BE49-F238E27FC236}">
                <a16:creationId xmlns:a16="http://schemas.microsoft.com/office/drawing/2014/main" id="{5436BD38-7F16-4F7E-AD95-CCEF6662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797" y="81336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2" name="path-6950">
            <a:extLst xmlns:a="http://schemas.openxmlformats.org/drawingml/2006/main">
              <a:ext uri="{FF2B5EF4-FFF2-40B4-BE49-F238E27FC236}">
                <a16:creationId xmlns:a16="http://schemas.microsoft.com/office/drawing/2014/main" id="{E7426030-775F-4B2F-ABCB-D89778E3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849" y="8142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3" name="path-6951">
            <a:extLst xmlns:a="http://schemas.openxmlformats.org/drawingml/2006/main">
              <a:ext uri="{FF2B5EF4-FFF2-40B4-BE49-F238E27FC236}">
                <a16:creationId xmlns:a16="http://schemas.microsoft.com/office/drawing/2014/main" id="{9161DFDB-0B4C-4C1B-9FFA-B850715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382" y="81535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4" name="path-6952">
            <a:extLst xmlns:a="http://schemas.openxmlformats.org/drawingml/2006/main">
              <a:ext uri="{FF2B5EF4-FFF2-40B4-BE49-F238E27FC236}">
                <a16:creationId xmlns:a16="http://schemas.microsoft.com/office/drawing/2014/main" id="{641119D8-9EF7-4D81-98C6-2341B48A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077" y="81246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5" name="path-6953">
            <a:extLst xmlns:a="http://schemas.openxmlformats.org/drawingml/2006/main">
              <a:ext uri="{FF2B5EF4-FFF2-40B4-BE49-F238E27FC236}">
                <a16:creationId xmlns:a16="http://schemas.microsoft.com/office/drawing/2014/main" id="{474E2913-D201-48A6-A2FA-34776456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439" y="81325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6" name="path-6954">
            <a:extLst xmlns:a="http://schemas.openxmlformats.org/drawingml/2006/main">
              <a:ext uri="{FF2B5EF4-FFF2-40B4-BE49-F238E27FC236}">
                <a16:creationId xmlns:a16="http://schemas.microsoft.com/office/drawing/2014/main" id="{7260C659-E2D0-4E6D-8D65-42F6505A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90" y="8164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7" name="path-6955">
            <a:extLst xmlns:a="http://schemas.openxmlformats.org/drawingml/2006/main">
              <a:ext uri="{FF2B5EF4-FFF2-40B4-BE49-F238E27FC236}">
                <a16:creationId xmlns:a16="http://schemas.microsoft.com/office/drawing/2014/main" id="{9FCB72CD-464A-4966-B383-DB3D9B81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568" y="8145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8" name="path-6956">
            <a:extLst xmlns:a="http://schemas.openxmlformats.org/drawingml/2006/main">
              <a:ext uri="{FF2B5EF4-FFF2-40B4-BE49-F238E27FC236}">
                <a16:creationId xmlns:a16="http://schemas.microsoft.com/office/drawing/2014/main" id="{C15CF1D9-2B71-4CAA-80F6-46586C42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06" y="81710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9" name="path-6957">
            <a:extLst xmlns:a="http://schemas.openxmlformats.org/drawingml/2006/main">
              <a:ext uri="{FF2B5EF4-FFF2-40B4-BE49-F238E27FC236}">
                <a16:creationId xmlns:a16="http://schemas.microsoft.com/office/drawing/2014/main" id="{FE7FAB73-F238-4B98-B81D-7003D506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518" y="81809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0" name="path-6958">
            <a:extLst xmlns:a="http://schemas.openxmlformats.org/drawingml/2006/main">
              <a:ext uri="{FF2B5EF4-FFF2-40B4-BE49-F238E27FC236}">
                <a16:creationId xmlns:a16="http://schemas.microsoft.com/office/drawing/2014/main" id="{414CA486-F3A4-4B4B-9940-2FC0C70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522" y="81579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1" name="path-6959">
            <a:extLst xmlns:a="http://schemas.openxmlformats.org/drawingml/2006/main">
              <a:ext uri="{FF2B5EF4-FFF2-40B4-BE49-F238E27FC236}">
                <a16:creationId xmlns:a16="http://schemas.microsoft.com/office/drawing/2014/main" id="{95CBA639-583E-4D64-9944-2E5B934C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535" y="81402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2" name="path-6960">
            <a:extLst xmlns:a="http://schemas.openxmlformats.org/drawingml/2006/main">
              <a:ext uri="{FF2B5EF4-FFF2-40B4-BE49-F238E27FC236}">
                <a16:creationId xmlns:a16="http://schemas.microsoft.com/office/drawing/2014/main" id="{20689A47-58C7-465A-BF0A-E79A6224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155" y="81352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3" name="path-6961">
            <a:extLst xmlns:a="http://schemas.openxmlformats.org/drawingml/2006/main">
              <a:ext uri="{FF2B5EF4-FFF2-40B4-BE49-F238E27FC236}">
                <a16:creationId xmlns:a16="http://schemas.microsoft.com/office/drawing/2014/main" id="{01DF393E-3C19-43FB-AF11-357D92DA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488" y="81609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4" name="path-6962">
            <a:extLst xmlns:a="http://schemas.openxmlformats.org/drawingml/2006/main">
              <a:ext uri="{FF2B5EF4-FFF2-40B4-BE49-F238E27FC236}">
                <a16:creationId xmlns:a16="http://schemas.microsoft.com/office/drawing/2014/main" id="{B97ECC78-D138-45CA-8821-0625CBC6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933" y="81204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5" name="path-6963">
            <a:extLst xmlns:a="http://schemas.openxmlformats.org/drawingml/2006/main">
              <a:ext uri="{FF2B5EF4-FFF2-40B4-BE49-F238E27FC236}">
                <a16:creationId xmlns:a16="http://schemas.microsoft.com/office/drawing/2014/main" id="{7D7D7D76-F5D2-4B31-B741-A0BA713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0" y="81341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6" name="path-6964">
            <a:extLst xmlns:a="http://schemas.openxmlformats.org/drawingml/2006/main">
              <a:ext uri="{FF2B5EF4-FFF2-40B4-BE49-F238E27FC236}">
                <a16:creationId xmlns:a16="http://schemas.microsoft.com/office/drawing/2014/main" id="{ED6C024E-3417-4264-BB3B-78033628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503" y="8158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7" name="path-6965">
            <a:extLst xmlns:a="http://schemas.openxmlformats.org/drawingml/2006/main">
              <a:ext uri="{FF2B5EF4-FFF2-40B4-BE49-F238E27FC236}">
                <a16:creationId xmlns:a16="http://schemas.microsoft.com/office/drawing/2014/main" id="{FCFF6218-C152-45F3-AC67-9EF95BB4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608" y="81685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8" name="path-6966">
            <a:extLst xmlns:a="http://schemas.openxmlformats.org/drawingml/2006/main">
              <a:ext uri="{FF2B5EF4-FFF2-40B4-BE49-F238E27FC236}">
                <a16:creationId xmlns:a16="http://schemas.microsoft.com/office/drawing/2014/main" id="{47C588B2-2209-4827-BD0A-398AE625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29" y="8145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9" name="path-6967">
            <a:extLst xmlns:a="http://schemas.openxmlformats.org/drawingml/2006/main">
              <a:ext uri="{FF2B5EF4-FFF2-40B4-BE49-F238E27FC236}">
                <a16:creationId xmlns:a16="http://schemas.microsoft.com/office/drawing/2014/main" id="{71558BE6-A81F-45B9-B76E-F846ABFA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546" y="81756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0" name="path-6968">
            <a:extLst xmlns:a="http://schemas.openxmlformats.org/drawingml/2006/main">
              <a:ext uri="{FF2B5EF4-FFF2-40B4-BE49-F238E27FC236}">
                <a16:creationId xmlns:a16="http://schemas.microsoft.com/office/drawing/2014/main" id="{F0E9E9CE-92C4-4292-A253-E2CDF93E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186" y="8148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1" name="path-6969">
            <a:extLst xmlns:a="http://schemas.openxmlformats.org/drawingml/2006/main">
              <a:ext uri="{FF2B5EF4-FFF2-40B4-BE49-F238E27FC236}">
                <a16:creationId xmlns:a16="http://schemas.microsoft.com/office/drawing/2014/main" id="{538AFD7B-E17D-4103-9E8D-D110EA8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96" y="81289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2" name="path-6970">
            <a:extLst xmlns:a="http://schemas.openxmlformats.org/drawingml/2006/main">
              <a:ext uri="{FF2B5EF4-FFF2-40B4-BE49-F238E27FC236}">
                <a16:creationId xmlns:a16="http://schemas.microsoft.com/office/drawing/2014/main" id="{520340CA-04F9-4A4E-8963-A4E23D1A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89" y="81391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3" name="path-6971">
            <a:extLst xmlns:a="http://schemas.openxmlformats.org/drawingml/2006/main">
              <a:ext uri="{FF2B5EF4-FFF2-40B4-BE49-F238E27FC236}">
                <a16:creationId xmlns:a16="http://schemas.microsoft.com/office/drawing/2014/main" id="{24B12E40-3EE9-4CBA-B46E-A4BF45CF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611" y="81549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4" name="path-6972">
            <a:extLst xmlns:a="http://schemas.openxmlformats.org/drawingml/2006/main">
              <a:ext uri="{FF2B5EF4-FFF2-40B4-BE49-F238E27FC236}">
                <a16:creationId xmlns:a16="http://schemas.microsoft.com/office/drawing/2014/main" id="{38B97FC2-B9F6-4DF1-9EAA-1FEB5F0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72" y="81403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5" name="path-6973">
            <a:extLst xmlns:a="http://schemas.openxmlformats.org/drawingml/2006/main">
              <a:ext uri="{FF2B5EF4-FFF2-40B4-BE49-F238E27FC236}">
                <a16:creationId xmlns:a16="http://schemas.microsoft.com/office/drawing/2014/main" id="{02A195CD-F547-4CB0-8680-C81FFE8F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637" y="81520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6" name="path-6974">
            <a:extLst xmlns:a="http://schemas.openxmlformats.org/drawingml/2006/main">
              <a:ext uri="{FF2B5EF4-FFF2-40B4-BE49-F238E27FC236}">
                <a16:creationId xmlns:a16="http://schemas.microsoft.com/office/drawing/2014/main" id="{202A6B9B-4E1A-4399-95B4-7666BD91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427" y="81598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7" name="path-6975">
            <a:extLst xmlns:a="http://schemas.openxmlformats.org/drawingml/2006/main">
              <a:ext uri="{FF2B5EF4-FFF2-40B4-BE49-F238E27FC236}">
                <a16:creationId xmlns:a16="http://schemas.microsoft.com/office/drawing/2014/main" id="{8F487A61-00BF-4D6A-9871-3661AF6E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895" y="81522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8" name="path-6976">
            <a:extLst xmlns:a="http://schemas.openxmlformats.org/drawingml/2006/main">
              <a:ext uri="{FF2B5EF4-FFF2-40B4-BE49-F238E27FC236}">
                <a16:creationId xmlns:a16="http://schemas.microsoft.com/office/drawing/2014/main" id="{4D23E00A-950D-4C00-A3C2-6033A8AB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113" y="81587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9" name="path-6977">
            <a:extLst xmlns:a="http://schemas.openxmlformats.org/drawingml/2006/main">
              <a:ext uri="{FF2B5EF4-FFF2-40B4-BE49-F238E27FC236}">
                <a16:creationId xmlns:a16="http://schemas.microsoft.com/office/drawing/2014/main" id="{109E752D-00CA-4D9B-A11F-67923D56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227" y="81624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0" name="path-6978">
            <a:extLst xmlns:a="http://schemas.openxmlformats.org/drawingml/2006/main">
              <a:ext uri="{FF2B5EF4-FFF2-40B4-BE49-F238E27FC236}">
                <a16:creationId xmlns:a16="http://schemas.microsoft.com/office/drawing/2014/main" id="{79455E17-8393-4357-B98E-8EE62F3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985" y="81589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1" name="path-6979">
            <a:extLst xmlns:a="http://schemas.openxmlformats.org/drawingml/2006/main">
              <a:ext uri="{FF2B5EF4-FFF2-40B4-BE49-F238E27FC236}">
                <a16:creationId xmlns:a16="http://schemas.microsoft.com/office/drawing/2014/main" id="{3B7401AB-AE68-4515-90A7-EDD9BAB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362" y="81358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2" name="path-6980">
            <a:extLst xmlns:a="http://schemas.openxmlformats.org/drawingml/2006/main">
              <a:ext uri="{FF2B5EF4-FFF2-40B4-BE49-F238E27FC236}">
                <a16:creationId xmlns:a16="http://schemas.microsoft.com/office/drawing/2014/main" id="{7F861CF4-1F09-4022-8C81-9B5FA7D4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500" y="81519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3" name="path-6981">
            <a:extLst xmlns:a="http://schemas.openxmlformats.org/drawingml/2006/main">
              <a:ext uri="{FF2B5EF4-FFF2-40B4-BE49-F238E27FC236}">
                <a16:creationId xmlns:a16="http://schemas.microsoft.com/office/drawing/2014/main" id="{857E6CD1-A819-4135-BC27-2A2731E5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962" y="8173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4" name="path-6982">
            <a:extLst xmlns:a="http://schemas.openxmlformats.org/drawingml/2006/main">
              <a:ext uri="{FF2B5EF4-FFF2-40B4-BE49-F238E27FC236}">
                <a16:creationId xmlns:a16="http://schemas.microsoft.com/office/drawing/2014/main" id="{D5098A9F-E931-4682-A20B-272B540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463" y="8152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5" name="path-6983">
            <a:extLst xmlns:a="http://schemas.openxmlformats.org/drawingml/2006/main">
              <a:ext uri="{FF2B5EF4-FFF2-40B4-BE49-F238E27FC236}">
                <a16:creationId xmlns:a16="http://schemas.microsoft.com/office/drawing/2014/main" id="{E2AD7742-E8C2-4E10-B535-AB2CAC3B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839" y="81492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6" name="path-6984">
            <a:extLst xmlns:a="http://schemas.openxmlformats.org/drawingml/2006/main">
              <a:ext uri="{FF2B5EF4-FFF2-40B4-BE49-F238E27FC236}">
                <a16:creationId xmlns:a16="http://schemas.microsoft.com/office/drawing/2014/main" id="{98D9048D-8146-4DCA-B025-21DC7186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391" y="8183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7" name="path-6985">
            <a:extLst xmlns:a="http://schemas.openxmlformats.org/drawingml/2006/main">
              <a:ext uri="{FF2B5EF4-FFF2-40B4-BE49-F238E27FC236}">
                <a16:creationId xmlns:a16="http://schemas.microsoft.com/office/drawing/2014/main" id="{00D362B3-F822-4438-BB30-0EE5417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387" y="81042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8" name="path-6986">
            <a:extLst xmlns:a="http://schemas.openxmlformats.org/drawingml/2006/main">
              <a:ext uri="{FF2B5EF4-FFF2-40B4-BE49-F238E27FC236}">
                <a16:creationId xmlns:a16="http://schemas.microsoft.com/office/drawing/2014/main" id="{144F9E20-2804-41DD-9303-0882F651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35" y="8152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9" name="path-6987">
            <a:extLst xmlns:a="http://schemas.openxmlformats.org/drawingml/2006/main">
              <a:ext uri="{FF2B5EF4-FFF2-40B4-BE49-F238E27FC236}">
                <a16:creationId xmlns:a16="http://schemas.microsoft.com/office/drawing/2014/main" id="{D4BC4510-515B-433F-9202-394BD5E7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583" y="81279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0" name="path-6988">
            <a:extLst xmlns:a="http://schemas.openxmlformats.org/drawingml/2006/main">
              <a:ext uri="{FF2B5EF4-FFF2-40B4-BE49-F238E27FC236}">
                <a16:creationId xmlns:a16="http://schemas.microsoft.com/office/drawing/2014/main" id="{6F443163-D2BD-4C64-B61F-3A7E36E6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804" y="81374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1" name="path-6989">
            <a:extLst xmlns:a="http://schemas.openxmlformats.org/drawingml/2006/main">
              <a:ext uri="{FF2B5EF4-FFF2-40B4-BE49-F238E27FC236}">
                <a16:creationId xmlns:a16="http://schemas.microsoft.com/office/drawing/2014/main" id="{76E4E14C-1EFA-41F6-8CCF-76A00684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36" y="8186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2" name="path-6990">
            <a:extLst xmlns:a="http://schemas.openxmlformats.org/drawingml/2006/main">
              <a:ext uri="{FF2B5EF4-FFF2-40B4-BE49-F238E27FC236}">
                <a16:creationId xmlns:a16="http://schemas.microsoft.com/office/drawing/2014/main" id="{BBC38EEE-A1E3-4C8E-9943-73534692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623" y="81257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3" name="path-6991">
            <a:extLst xmlns:a="http://schemas.openxmlformats.org/drawingml/2006/main">
              <a:ext uri="{FF2B5EF4-FFF2-40B4-BE49-F238E27FC236}">
                <a16:creationId xmlns:a16="http://schemas.microsoft.com/office/drawing/2014/main" id="{120C3111-45AF-4D47-AAA6-26A6CCDA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4514" y="81620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4" name="path-6992">
            <a:extLst xmlns:a="http://schemas.openxmlformats.org/drawingml/2006/main">
              <a:ext uri="{FF2B5EF4-FFF2-40B4-BE49-F238E27FC236}">
                <a16:creationId xmlns:a16="http://schemas.microsoft.com/office/drawing/2014/main" id="{2A3176C2-FEF5-42EC-9DA0-4111E140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881" y="8137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5" name="path-6993">
            <a:extLst xmlns:a="http://schemas.openxmlformats.org/drawingml/2006/main">
              <a:ext uri="{FF2B5EF4-FFF2-40B4-BE49-F238E27FC236}">
                <a16:creationId xmlns:a16="http://schemas.microsoft.com/office/drawing/2014/main" id="{2F9C42BC-5050-49C8-B0EF-1817197F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685" y="81393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6" name="path-6994">
            <a:extLst xmlns:a="http://schemas.openxmlformats.org/drawingml/2006/main">
              <a:ext uri="{FF2B5EF4-FFF2-40B4-BE49-F238E27FC236}">
                <a16:creationId xmlns:a16="http://schemas.microsoft.com/office/drawing/2014/main" id="{2F489A01-6775-44B9-B608-A02C4BE1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045" y="81153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7" name="path-6995">
            <a:extLst xmlns:a="http://schemas.openxmlformats.org/drawingml/2006/main">
              <a:ext uri="{FF2B5EF4-FFF2-40B4-BE49-F238E27FC236}">
                <a16:creationId xmlns:a16="http://schemas.microsoft.com/office/drawing/2014/main" id="{5C7D5ADE-B0CB-46AD-87B5-4C5BF128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214" y="81514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8" name="path-6996">
            <a:extLst xmlns:a="http://schemas.openxmlformats.org/drawingml/2006/main">
              <a:ext uri="{FF2B5EF4-FFF2-40B4-BE49-F238E27FC236}">
                <a16:creationId xmlns:a16="http://schemas.microsoft.com/office/drawing/2014/main" id="{2F03EF6F-BD3C-4378-98D0-E04C02D1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928" y="8128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9" name="path-6997">
            <a:extLst xmlns:a="http://schemas.openxmlformats.org/drawingml/2006/main">
              <a:ext uri="{FF2B5EF4-FFF2-40B4-BE49-F238E27FC236}">
                <a16:creationId xmlns:a16="http://schemas.microsoft.com/office/drawing/2014/main" id="{E2DD6F2D-388A-48AE-96C4-56D942DC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455" y="81154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0" name="path-6998">
            <a:extLst xmlns:a="http://schemas.openxmlformats.org/drawingml/2006/main">
              <a:ext uri="{FF2B5EF4-FFF2-40B4-BE49-F238E27FC236}">
                <a16:creationId xmlns:a16="http://schemas.microsoft.com/office/drawing/2014/main" id="{8FF5BBFE-F6B8-414C-88C4-706A17D4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915" y="81468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1" name="path-6999">
            <a:extLst xmlns:a="http://schemas.openxmlformats.org/drawingml/2006/main">
              <a:ext uri="{FF2B5EF4-FFF2-40B4-BE49-F238E27FC236}">
                <a16:creationId xmlns:a16="http://schemas.microsoft.com/office/drawing/2014/main" id="{9BD84DA9-0647-4698-ADFF-7193954C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346" y="81365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2" name="path-7000">
            <a:extLst xmlns:a="http://schemas.openxmlformats.org/drawingml/2006/main">
              <a:ext uri="{FF2B5EF4-FFF2-40B4-BE49-F238E27FC236}">
                <a16:creationId xmlns:a16="http://schemas.microsoft.com/office/drawing/2014/main" id="{FEE77FBA-8586-4193-A79E-D3F09FF7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85" y="81474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3" name="path-7001">
            <a:extLst xmlns:a="http://schemas.openxmlformats.org/drawingml/2006/main">
              <a:ext uri="{FF2B5EF4-FFF2-40B4-BE49-F238E27FC236}">
                <a16:creationId xmlns:a16="http://schemas.microsoft.com/office/drawing/2014/main" id="{AE1FF6FC-91B8-4D0B-8E93-78C3D0F6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9171" y="81566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4" name="path-7002">
            <a:extLst xmlns:a="http://schemas.openxmlformats.org/drawingml/2006/main">
              <a:ext uri="{FF2B5EF4-FFF2-40B4-BE49-F238E27FC236}">
                <a16:creationId xmlns:a16="http://schemas.microsoft.com/office/drawing/2014/main" id="{A0FD8FD7-6686-41E6-BCFD-4C40A458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620" y="81661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5" name="path-7003">
            <a:extLst xmlns:a="http://schemas.openxmlformats.org/drawingml/2006/main">
              <a:ext uri="{FF2B5EF4-FFF2-40B4-BE49-F238E27FC236}">
                <a16:creationId xmlns:a16="http://schemas.microsoft.com/office/drawing/2014/main" id="{68DCE899-4932-4DA2-8EA8-767CD95D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096" y="81813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6" name="path-7004">
            <a:extLst xmlns:a="http://schemas.openxmlformats.org/drawingml/2006/main">
              <a:ext uri="{FF2B5EF4-FFF2-40B4-BE49-F238E27FC236}">
                <a16:creationId xmlns:a16="http://schemas.microsoft.com/office/drawing/2014/main" id="{3593E615-F9D4-49A1-B47E-B5619C6E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65" y="8102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7" name="path-7005">
            <a:extLst xmlns:a="http://schemas.openxmlformats.org/drawingml/2006/main">
              <a:ext uri="{FF2B5EF4-FFF2-40B4-BE49-F238E27FC236}">
                <a16:creationId xmlns:a16="http://schemas.microsoft.com/office/drawing/2014/main" id="{384D6A6A-0AE4-4E52-B443-CD4C9D8A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386" y="81345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8" name="path-7006">
            <a:extLst xmlns:a="http://schemas.openxmlformats.org/drawingml/2006/main">
              <a:ext uri="{FF2B5EF4-FFF2-40B4-BE49-F238E27FC236}">
                <a16:creationId xmlns:a16="http://schemas.microsoft.com/office/drawing/2014/main" id="{113630C2-3349-431F-A62C-77E2EAC9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343" y="8115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9" name="path-7007">
            <a:extLst xmlns:a="http://schemas.openxmlformats.org/drawingml/2006/main">
              <a:ext uri="{FF2B5EF4-FFF2-40B4-BE49-F238E27FC236}">
                <a16:creationId xmlns:a16="http://schemas.microsoft.com/office/drawing/2014/main" id="{7C4B756E-0D8A-47E3-B7CB-7C8AB595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167" y="81292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0" name="path-7008">
            <a:extLst xmlns:a="http://schemas.openxmlformats.org/drawingml/2006/main">
              <a:ext uri="{FF2B5EF4-FFF2-40B4-BE49-F238E27FC236}">
                <a16:creationId xmlns:a16="http://schemas.microsoft.com/office/drawing/2014/main" id="{09D3C1E2-02F4-4350-BF03-5273DF91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450" y="81141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1" name="path-7009">
            <a:extLst xmlns:a="http://schemas.openxmlformats.org/drawingml/2006/main">
              <a:ext uri="{FF2B5EF4-FFF2-40B4-BE49-F238E27FC236}">
                <a16:creationId xmlns:a16="http://schemas.microsoft.com/office/drawing/2014/main" id="{DF11E92D-D5BF-4E62-AF89-4C15158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940" y="8142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2" name="path-7010">
            <a:extLst xmlns:a="http://schemas.openxmlformats.org/drawingml/2006/main">
              <a:ext uri="{FF2B5EF4-FFF2-40B4-BE49-F238E27FC236}">
                <a16:creationId xmlns:a16="http://schemas.microsoft.com/office/drawing/2014/main" id="{A52889E2-642F-4856-B29A-5B0FB159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04" y="81698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3" name="path-7011">
            <a:extLst xmlns:a="http://schemas.openxmlformats.org/drawingml/2006/main">
              <a:ext uri="{FF2B5EF4-FFF2-40B4-BE49-F238E27FC236}">
                <a16:creationId xmlns:a16="http://schemas.microsoft.com/office/drawing/2014/main" id="{00AACA45-C65A-4106-9470-7C6AB06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006" y="81597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4" name="path-7012">
            <a:extLst xmlns:a="http://schemas.openxmlformats.org/drawingml/2006/main">
              <a:ext uri="{FF2B5EF4-FFF2-40B4-BE49-F238E27FC236}">
                <a16:creationId xmlns:a16="http://schemas.microsoft.com/office/drawing/2014/main" id="{B7DE17F1-596D-499E-9AD9-DAF10401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894" y="81419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5" name="path-7013">
            <a:extLst xmlns:a="http://schemas.openxmlformats.org/drawingml/2006/main">
              <a:ext uri="{FF2B5EF4-FFF2-40B4-BE49-F238E27FC236}">
                <a16:creationId xmlns:a16="http://schemas.microsoft.com/office/drawing/2014/main" id="{E84A8233-241B-4303-8445-66F3208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100" y="81211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6" name="path-7014">
            <a:extLst xmlns:a="http://schemas.openxmlformats.org/drawingml/2006/main">
              <a:ext uri="{FF2B5EF4-FFF2-40B4-BE49-F238E27FC236}">
                <a16:creationId xmlns:a16="http://schemas.microsoft.com/office/drawing/2014/main" id="{9909D92D-A440-421B-AA89-CEF9756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92" y="81580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7" name="path-7015">
            <a:extLst xmlns:a="http://schemas.openxmlformats.org/drawingml/2006/main">
              <a:ext uri="{FF2B5EF4-FFF2-40B4-BE49-F238E27FC236}">
                <a16:creationId xmlns:a16="http://schemas.microsoft.com/office/drawing/2014/main" id="{16CC5E37-D7AA-461B-A731-4B4D2EA7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434" y="81565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8" name="path-7016">
            <a:extLst xmlns:a="http://schemas.openxmlformats.org/drawingml/2006/main">
              <a:ext uri="{FF2B5EF4-FFF2-40B4-BE49-F238E27FC236}">
                <a16:creationId xmlns:a16="http://schemas.microsoft.com/office/drawing/2014/main" id="{CE6685FC-87C0-4C83-8EF3-A262A9DB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296" y="81444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9" name="path-7017">
            <a:extLst xmlns:a="http://schemas.openxmlformats.org/drawingml/2006/main">
              <a:ext uri="{FF2B5EF4-FFF2-40B4-BE49-F238E27FC236}">
                <a16:creationId xmlns:a16="http://schemas.microsoft.com/office/drawing/2014/main" id="{65CE90CF-C369-4521-BCA5-1E5733F0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033" y="81522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0" name="path-7018">
            <a:extLst xmlns:a="http://schemas.openxmlformats.org/drawingml/2006/main">
              <a:ext uri="{FF2B5EF4-FFF2-40B4-BE49-F238E27FC236}">
                <a16:creationId xmlns:a16="http://schemas.microsoft.com/office/drawing/2014/main" id="{54AD21EC-6D6E-4B6E-B97E-A25A4176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599" y="81418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1" name="path-7019">
            <a:extLst xmlns:a="http://schemas.openxmlformats.org/drawingml/2006/main">
              <a:ext uri="{FF2B5EF4-FFF2-40B4-BE49-F238E27FC236}">
                <a16:creationId xmlns:a16="http://schemas.microsoft.com/office/drawing/2014/main" id="{9325FDE1-126D-4199-A8FB-95F61939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5" y="81343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2" name="path-7020">
            <a:extLst xmlns:a="http://schemas.openxmlformats.org/drawingml/2006/main">
              <a:ext uri="{FF2B5EF4-FFF2-40B4-BE49-F238E27FC236}">
                <a16:creationId xmlns:a16="http://schemas.microsoft.com/office/drawing/2014/main" id="{C0A9DE0F-7853-42FB-80AE-3FFEA384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466" y="81265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3" name="path-7021">
            <a:extLst xmlns:a="http://schemas.openxmlformats.org/drawingml/2006/main">
              <a:ext uri="{FF2B5EF4-FFF2-40B4-BE49-F238E27FC236}">
                <a16:creationId xmlns:a16="http://schemas.microsoft.com/office/drawing/2014/main" id="{AD612EA2-2B33-456A-99C9-D539360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565" y="81412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4" name="path-7022">
            <a:extLst xmlns:a="http://schemas.openxmlformats.org/drawingml/2006/main">
              <a:ext uri="{FF2B5EF4-FFF2-40B4-BE49-F238E27FC236}">
                <a16:creationId xmlns:a16="http://schemas.microsoft.com/office/drawing/2014/main" id="{A41E2282-E417-4439-B9E2-2A1E24CF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72" y="81365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5" name="path-7023">
            <a:extLst xmlns:a="http://schemas.openxmlformats.org/drawingml/2006/main">
              <a:ext uri="{FF2B5EF4-FFF2-40B4-BE49-F238E27FC236}">
                <a16:creationId xmlns:a16="http://schemas.microsoft.com/office/drawing/2014/main" id="{8BE9E830-F63A-44D1-9636-7E5A4FFC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4350" y="81596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6" name="path-7024">
            <a:extLst xmlns:a="http://schemas.openxmlformats.org/drawingml/2006/main">
              <a:ext uri="{FF2B5EF4-FFF2-40B4-BE49-F238E27FC236}">
                <a16:creationId xmlns:a16="http://schemas.microsoft.com/office/drawing/2014/main" id="{6FBE7663-891B-4C94-87EB-DA2CBB1B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104" y="81395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7" name="path-7025">
            <a:extLst xmlns:a="http://schemas.openxmlformats.org/drawingml/2006/main">
              <a:ext uri="{FF2B5EF4-FFF2-40B4-BE49-F238E27FC236}">
                <a16:creationId xmlns:a16="http://schemas.microsoft.com/office/drawing/2014/main" id="{C28F274B-E389-487D-B893-0189E887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897" y="81494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8" name="path-7026">
            <a:extLst xmlns:a="http://schemas.openxmlformats.org/drawingml/2006/main">
              <a:ext uri="{FF2B5EF4-FFF2-40B4-BE49-F238E27FC236}">
                <a16:creationId xmlns:a16="http://schemas.microsoft.com/office/drawing/2014/main" id="{1B22E31E-AB02-4173-A6F7-BE20AF29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828" y="81516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9" name="path-7027">
            <a:extLst xmlns:a="http://schemas.openxmlformats.org/drawingml/2006/main">
              <a:ext uri="{FF2B5EF4-FFF2-40B4-BE49-F238E27FC236}">
                <a16:creationId xmlns:a16="http://schemas.microsoft.com/office/drawing/2014/main" id="{40BC21B4-41F4-4654-B8F2-6C99F4D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73" y="81531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0" name="path-7028">
            <a:extLst xmlns:a="http://schemas.openxmlformats.org/drawingml/2006/main">
              <a:ext uri="{FF2B5EF4-FFF2-40B4-BE49-F238E27FC236}">
                <a16:creationId xmlns:a16="http://schemas.microsoft.com/office/drawing/2014/main" id="{8D5B987B-A14F-4AFE-9BEE-CD56AB79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942" y="8140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1" name="path-7029">
            <a:extLst xmlns:a="http://schemas.openxmlformats.org/drawingml/2006/main">
              <a:ext uri="{FF2B5EF4-FFF2-40B4-BE49-F238E27FC236}">
                <a16:creationId xmlns:a16="http://schemas.microsoft.com/office/drawing/2014/main" id="{A466B901-5CE8-4967-A9F0-C965568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165" y="81247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2" name="path-7030">
            <a:extLst xmlns:a="http://schemas.openxmlformats.org/drawingml/2006/main">
              <a:ext uri="{FF2B5EF4-FFF2-40B4-BE49-F238E27FC236}">
                <a16:creationId xmlns:a16="http://schemas.microsoft.com/office/drawing/2014/main" id="{EF25B0D4-31BB-4B85-B772-A6E9124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59" y="81383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3" name="path-7031">
            <a:extLst xmlns:a="http://schemas.openxmlformats.org/drawingml/2006/main">
              <a:ext uri="{FF2B5EF4-FFF2-40B4-BE49-F238E27FC236}">
                <a16:creationId xmlns:a16="http://schemas.microsoft.com/office/drawing/2014/main" id="{3C22163C-8608-47CD-BEE1-18D760A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742" y="8167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4" name="path-7032">
            <a:extLst xmlns:a="http://schemas.openxmlformats.org/drawingml/2006/main">
              <a:ext uri="{FF2B5EF4-FFF2-40B4-BE49-F238E27FC236}">
                <a16:creationId xmlns:a16="http://schemas.microsoft.com/office/drawing/2014/main" id="{EE17029E-2289-4C40-87E4-585B7D0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983" y="81376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5" name="path-7033">
            <a:extLst xmlns:a="http://schemas.openxmlformats.org/drawingml/2006/main">
              <a:ext uri="{FF2B5EF4-FFF2-40B4-BE49-F238E27FC236}">
                <a16:creationId xmlns:a16="http://schemas.microsoft.com/office/drawing/2014/main" id="{0A2FE0AC-38EE-4363-BE92-F2DED24B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10" y="81241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6" name="path-7034">
            <a:extLst xmlns:a="http://schemas.openxmlformats.org/drawingml/2006/main">
              <a:ext uri="{FF2B5EF4-FFF2-40B4-BE49-F238E27FC236}">
                <a16:creationId xmlns:a16="http://schemas.microsoft.com/office/drawing/2014/main" id="{BAD8CE91-C55A-4CA9-A3A8-9693D8A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759" y="81503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7" name="path-7035">
            <a:extLst xmlns:a="http://schemas.openxmlformats.org/drawingml/2006/main">
              <a:ext uri="{FF2B5EF4-FFF2-40B4-BE49-F238E27FC236}">
                <a16:creationId xmlns:a16="http://schemas.microsoft.com/office/drawing/2014/main" id="{490072AC-E446-46A4-90E6-C0F7CF34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028" y="81398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8" name="path-7036">
            <a:extLst xmlns:a="http://schemas.openxmlformats.org/drawingml/2006/main">
              <a:ext uri="{FF2B5EF4-FFF2-40B4-BE49-F238E27FC236}">
                <a16:creationId xmlns:a16="http://schemas.microsoft.com/office/drawing/2014/main" id="{69D4745A-44B2-4FDD-98D5-267866EB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433" y="8132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9" name="path-7037">
            <a:extLst xmlns:a="http://schemas.openxmlformats.org/drawingml/2006/main">
              <a:ext uri="{FF2B5EF4-FFF2-40B4-BE49-F238E27FC236}">
                <a16:creationId xmlns:a16="http://schemas.microsoft.com/office/drawing/2014/main" id="{D30F8A29-154B-4730-B395-9D050D68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527" y="81459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0" name="path-7038">
            <a:extLst xmlns:a="http://schemas.openxmlformats.org/drawingml/2006/main">
              <a:ext uri="{FF2B5EF4-FFF2-40B4-BE49-F238E27FC236}">
                <a16:creationId xmlns:a16="http://schemas.microsoft.com/office/drawing/2014/main" id="{79F46506-D2C3-4F0E-8E0A-5698A08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620" y="8203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1" name="path-7039">
            <a:extLst xmlns:a="http://schemas.openxmlformats.org/drawingml/2006/main">
              <a:ext uri="{FF2B5EF4-FFF2-40B4-BE49-F238E27FC236}">
                <a16:creationId xmlns:a16="http://schemas.microsoft.com/office/drawing/2014/main" id="{8833869F-9399-4B1A-968B-B3DF9E15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480" y="81191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2" name="path-7040">
            <a:extLst xmlns:a="http://schemas.openxmlformats.org/drawingml/2006/main">
              <a:ext uri="{FF2B5EF4-FFF2-40B4-BE49-F238E27FC236}">
                <a16:creationId xmlns:a16="http://schemas.microsoft.com/office/drawing/2014/main" id="{8049BCD4-8F72-4AE6-8910-650480F4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16" y="81598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3" name="path-7041">
            <a:extLst xmlns:a="http://schemas.openxmlformats.org/drawingml/2006/main">
              <a:ext uri="{FF2B5EF4-FFF2-40B4-BE49-F238E27FC236}">
                <a16:creationId xmlns:a16="http://schemas.microsoft.com/office/drawing/2014/main" id="{7ECF4996-6ED6-4E7B-A3AD-E11EE337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981" y="8166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4" name="path-7042">
            <a:extLst xmlns:a="http://schemas.openxmlformats.org/drawingml/2006/main">
              <a:ext uri="{FF2B5EF4-FFF2-40B4-BE49-F238E27FC236}">
                <a16:creationId xmlns:a16="http://schemas.microsoft.com/office/drawing/2014/main" id="{29B3A5B9-699C-45DB-A1EF-5008B250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51" y="81388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5" name="path-7043">
            <a:extLst xmlns:a="http://schemas.openxmlformats.org/drawingml/2006/main">
              <a:ext uri="{FF2B5EF4-FFF2-40B4-BE49-F238E27FC236}">
                <a16:creationId xmlns:a16="http://schemas.microsoft.com/office/drawing/2014/main" id="{47676587-3077-4DB8-ACC6-F0A6763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5985" y="81400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6" name="path-7044">
            <a:extLst xmlns:a="http://schemas.openxmlformats.org/drawingml/2006/main">
              <a:ext uri="{FF2B5EF4-FFF2-40B4-BE49-F238E27FC236}">
                <a16:creationId xmlns:a16="http://schemas.microsoft.com/office/drawing/2014/main" id="{6C64F239-E6A1-4211-972F-D5CF9C3B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65" y="8133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7" name="path-7045">
            <a:extLst xmlns:a="http://schemas.openxmlformats.org/drawingml/2006/main">
              <a:ext uri="{FF2B5EF4-FFF2-40B4-BE49-F238E27FC236}">
                <a16:creationId xmlns:a16="http://schemas.microsoft.com/office/drawing/2014/main" id="{3F5B79D7-07FE-45F8-90AE-274F032A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61" y="81503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8" name="path-7046">
            <a:extLst xmlns:a="http://schemas.openxmlformats.org/drawingml/2006/main">
              <a:ext uri="{FF2B5EF4-FFF2-40B4-BE49-F238E27FC236}">
                <a16:creationId xmlns:a16="http://schemas.microsoft.com/office/drawing/2014/main" id="{9B44E097-E724-4E65-9FFD-6FD03333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464" y="81604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9" name="path-7047">
            <a:extLst xmlns:a="http://schemas.openxmlformats.org/drawingml/2006/main">
              <a:ext uri="{FF2B5EF4-FFF2-40B4-BE49-F238E27FC236}">
                <a16:creationId xmlns:a16="http://schemas.microsoft.com/office/drawing/2014/main" id="{ECD10912-DD79-42E7-9248-BCBB8525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134" y="81566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0" name="path-7048">
            <a:extLst xmlns:a="http://schemas.openxmlformats.org/drawingml/2006/main">
              <a:ext uri="{FF2B5EF4-FFF2-40B4-BE49-F238E27FC236}">
                <a16:creationId xmlns:a16="http://schemas.microsoft.com/office/drawing/2014/main" id="{3D27375A-DEB5-4A56-93CD-21B5AE4B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159" y="81347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1" name="path-7049">
            <a:extLst xmlns:a="http://schemas.openxmlformats.org/drawingml/2006/main">
              <a:ext uri="{FF2B5EF4-FFF2-40B4-BE49-F238E27FC236}">
                <a16:creationId xmlns:a16="http://schemas.microsoft.com/office/drawing/2014/main" id="{A7B7C377-62C5-457A-A5B6-4E5508D9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127" y="81416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2" name="path-7050">
            <a:extLst xmlns:a="http://schemas.openxmlformats.org/drawingml/2006/main">
              <a:ext uri="{FF2B5EF4-FFF2-40B4-BE49-F238E27FC236}">
                <a16:creationId xmlns:a16="http://schemas.microsoft.com/office/drawing/2014/main" id="{D08F5985-CC4E-4C87-9CBF-E638EBF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716" y="8157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3" name="path-7051">
            <a:extLst xmlns:a="http://schemas.openxmlformats.org/drawingml/2006/main">
              <a:ext uri="{FF2B5EF4-FFF2-40B4-BE49-F238E27FC236}">
                <a16:creationId xmlns:a16="http://schemas.microsoft.com/office/drawing/2014/main" id="{0DB935B2-6CEB-4242-9E6D-7DF476A5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36" y="81489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4" name="path-7052">
            <a:extLst xmlns:a="http://schemas.openxmlformats.org/drawingml/2006/main">
              <a:ext uri="{FF2B5EF4-FFF2-40B4-BE49-F238E27FC236}">
                <a16:creationId xmlns:a16="http://schemas.microsoft.com/office/drawing/2014/main" id="{046CDF4C-6066-463B-90F0-B7C49305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918" y="81401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5" name="path-7053">
            <a:extLst xmlns:a="http://schemas.openxmlformats.org/drawingml/2006/main">
              <a:ext uri="{FF2B5EF4-FFF2-40B4-BE49-F238E27FC236}">
                <a16:creationId xmlns:a16="http://schemas.microsoft.com/office/drawing/2014/main" id="{B4795ED9-AF57-478A-B71D-EEEAB2BC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678" y="81599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6" name="path-7054">
            <a:extLst xmlns:a="http://schemas.openxmlformats.org/drawingml/2006/main">
              <a:ext uri="{FF2B5EF4-FFF2-40B4-BE49-F238E27FC236}">
                <a16:creationId xmlns:a16="http://schemas.microsoft.com/office/drawing/2014/main" id="{0695C560-B7CD-4974-B0D5-DEE74415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705" y="81661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7" name="path-7055">
            <a:extLst xmlns:a="http://schemas.openxmlformats.org/drawingml/2006/main">
              <a:ext uri="{FF2B5EF4-FFF2-40B4-BE49-F238E27FC236}">
                <a16:creationId xmlns:a16="http://schemas.microsoft.com/office/drawing/2014/main" id="{47AFDD67-2C05-4834-B192-BDDA99A5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27" y="81421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8" name="path-7056">
            <a:extLst xmlns:a="http://schemas.openxmlformats.org/drawingml/2006/main">
              <a:ext uri="{FF2B5EF4-FFF2-40B4-BE49-F238E27FC236}">
                <a16:creationId xmlns:a16="http://schemas.microsoft.com/office/drawing/2014/main" id="{505C5633-5FC4-41CA-BE34-51C39533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575" y="81581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9" name="path-7057">
            <a:extLst xmlns:a="http://schemas.openxmlformats.org/drawingml/2006/main">
              <a:ext uri="{FF2B5EF4-FFF2-40B4-BE49-F238E27FC236}">
                <a16:creationId xmlns:a16="http://schemas.microsoft.com/office/drawing/2014/main" id="{DDFD5886-4F53-44E5-AB4C-CF43AFF0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065" y="81384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0" name="path-7058">
            <a:extLst xmlns:a="http://schemas.openxmlformats.org/drawingml/2006/main">
              <a:ext uri="{FF2B5EF4-FFF2-40B4-BE49-F238E27FC236}">
                <a16:creationId xmlns:a16="http://schemas.microsoft.com/office/drawing/2014/main" id="{816DBA0C-8A7B-48FB-9608-DC243969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977" y="81418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1" name="path-7059">
            <a:extLst xmlns:a="http://schemas.openxmlformats.org/drawingml/2006/main">
              <a:ext uri="{FF2B5EF4-FFF2-40B4-BE49-F238E27FC236}">
                <a16:creationId xmlns:a16="http://schemas.microsoft.com/office/drawing/2014/main" id="{AA46FF7E-9C47-4920-9E39-8162B36C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267" y="8150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2" name="path-7060">
            <a:extLst xmlns:a="http://schemas.openxmlformats.org/drawingml/2006/main">
              <a:ext uri="{FF2B5EF4-FFF2-40B4-BE49-F238E27FC236}">
                <a16:creationId xmlns:a16="http://schemas.microsoft.com/office/drawing/2014/main" id="{2CA9FB0D-12EB-49D4-BE29-98E8613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061" y="81669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3" name="path-7061">
            <a:extLst xmlns:a="http://schemas.openxmlformats.org/drawingml/2006/main">
              <a:ext uri="{FF2B5EF4-FFF2-40B4-BE49-F238E27FC236}">
                <a16:creationId xmlns:a16="http://schemas.microsoft.com/office/drawing/2014/main" id="{9C82F346-2AC3-4C6F-AE99-938F3F7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088" y="81229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4" name="path-7062">
            <a:extLst xmlns:a="http://schemas.openxmlformats.org/drawingml/2006/main">
              <a:ext uri="{FF2B5EF4-FFF2-40B4-BE49-F238E27FC236}">
                <a16:creationId xmlns:a16="http://schemas.microsoft.com/office/drawing/2014/main" id="{A6C1418D-873D-485E-B0C4-06AF9D11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691" y="81538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5" name="path-7063">
            <a:extLst xmlns:a="http://schemas.openxmlformats.org/drawingml/2006/main">
              <a:ext uri="{FF2B5EF4-FFF2-40B4-BE49-F238E27FC236}">
                <a16:creationId xmlns:a16="http://schemas.microsoft.com/office/drawing/2014/main" id="{512D6EF9-325E-44EE-975F-B58310D7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374" y="81427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6" name="path-7064">
            <a:extLst xmlns:a="http://schemas.openxmlformats.org/drawingml/2006/main">
              <a:ext uri="{FF2B5EF4-FFF2-40B4-BE49-F238E27FC236}">
                <a16:creationId xmlns:a16="http://schemas.microsoft.com/office/drawing/2014/main" id="{6B50F881-1F46-416C-92DE-1FEB264B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775" y="81658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7" name="path-7065">
            <a:extLst xmlns:a="http://schemas.openxmlformats.org/drawingml/2006/main">
              <a:ext uri="{FF2B5EF4-FFF2-40B4-BE49-F238E27FC236}">
                <a16:creationId xmlns:a16="http://schemas.microsoft.com/office/drawing/2014/main" id="{757AD81A-9C8F-459C-8731-5BD456F5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005" y="81794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8" name="path-7066">
            <a:extLst xmlns:a="http://schemas.openxmlformats.org/drawingml/2006/main">
              <a:ext uri="{FF2B5EF4-FFF2-40B4-BE49-F238E27FC236}">
                <a16:creationId xmlns:a16="http://schemas.microsoft.com/office/drawing/2014/main" id="{674D2FA4-CDA9-4FA8-84F3-E47C0071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89" y="81643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9" name="path-7067">
            <a:extLst xmlns:a="http://schemas.openxmlformats.org/drawingml/2006/main">
              <a:ext uri="{FF2B5EF4-FFF2-40B4-BE49-F238E27FC236}">
                <a16:creationId xmlns:a16="http://schemas.microsoft.com/office/drawing/2014/main" id="{46523523-082C-4350-8EB7-EB28C7B2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83" y="8135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0" name="path-7068">
            <a:extLst xmlns:a="http://schemas.openxmlformats.org/drawingml/2006/main">
              <a:ext uri="{FF2B5EF4-FFF2-40B4-BE49-F238E27FC236}">
                <a16:creationId xmlns:a16="http://schemas.microsoft.com/office/drawing/2014/main" id="{1A8744AC-5A09-4D10-AEAA-99576FC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976" y="81414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1" name="path-7069">
            <a:extLst xmlns:a="http://schemas.openxmlformats.org/drawingml/2006/main">
              <a:ext uri="{FF2B5EF4-FFF2-40B4-BE49-F238E27FC236}">
                <a16:creationId xmlns:a16="http://schemas.microsoft.com/office/drawing/2014/main" id="{1D6F4EF0-C080-45CA-AA76-90B8DF92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867" y="81654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2" name="path-7070">
            <a:extLst xmlns:a="http://schemas.openxmlformats.org/drawingml/2006/main">
              <a:ext uri="{FF2B5EF4-FFF2-40B4-BE49-F238E27FC236}">
                <a16:creationId xmlns:a16="http://schemas.microsoft.com/office/drawing/2014/main" id="{006832FD-5980-4B13-AD0A-1B358AF0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113" y="81298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3" name="path-7071">
            <a:extLst xmlns:a="http://schemas.openxmlformats.org/drawingml/2006/main">
              <a:ext uri="{FF2B5EF4-FFF2-40B4-BE49-F238E27FC236}">
                <a16:creationId xmlns:a16="http://schemas.microsoft.com/office/drawing/2014/main" id="{A96E747B-9DDC-4622-AA36-163FB74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11" y="81420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4" name="path-7072">
            <a:extLst xmlns:a="http://schemas.openxmlformats.org/drawingml/2006/main">
              <a:ext uri="{FF2B5EF4-FFF2-40B4-BE49-F238E27FC236}">
                <a16:creationId xmlns:a16="http://schemas.microsoft.com/office/drawing/2014/main" id="{BE61AE95-964A-41D7-97E8-5C70F00D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361" y="81765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5" name="path-7073">
            <a:extLst xmlns:a="http://schemas.openxmlformats.org/drawingml/2006/main">
              <a:ext uri="{FF2B5EF4-FFF2-40B4-BE49-F238E27FC236}">
                <a16:creationId xmlns:a16="http://schemas.microsoft.com/office/drawing/2014/main" id="{88B0768E-9313-4BBE-979A-31ECDF58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731" y="81307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6" name="path-7074">
            <a:extLst xmlns:a="http://schemas.openxmlformats.org/drawingml/2006/main">
              <a:ext uri="{FF2B5EF4-FFF2-40B4-BE49-F238E27FC236}">
                <a16:creationId xmlns:a16="http://schemas.microsoft.com/office/drawing/2014/main" id="{F98ECADF-756E-42C7-A4A8-4971F4CE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611" y="81243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7" name="path-7075">
            <a:extLst xmlns:a="http://schemas.openxmlformats.org/drawingml/2006/main">
              <a:ext uri="{FF2B5EF4-FFF2-40B4-BE49-F238E27FC236}">
                <a16:creationId xmlns:a16="http://schemas.microsoft.com/office/drawing/2014/main" id="{BBE3C275-4205-418E-8F67-07AF5255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043" y="81087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8" name="path-7076">
            <a:extLst xmlns:a="http://schemas.openxmlformats.org/drawingml/2006/main">
              <a:ext uri="{FF2B5EF4-FFF2-40B4-BE49-F238E27FC236}">
                <a16:creationId xmlns:a16="http://schemas.microsoft.com/office/drawing/2014/main" id="{A02BE705-F264-43D3-8E11-97AC260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865" y="81569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9" name="path-7077">
            <a:extLst xmlns:a="http://schemas.openxmlformats.org/drawingml/2006/main">
              <a:ext uri="{FF2B5EF4-FFF2-40B4-BE49-F238E27FC236}">
                <a16:creationId xmlns:a16="http://schemas.microsoft.com/office/drawing/2014/main" id="{98DE315A-AC51-420B-BAF7-1B08E336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037" y="81226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0" name="path-7078">
            <a:extLst xmlns:a="http://schemas.openxmlformats.org/drawingml/2006/main">
              <a:ext uri="{FF2B5EF4-FFF2-40B4-BE49-F238E27FC236}">
                <a16:creationId xmlns:a16="http://schemas.microsoft.com/office/drawing/2014/main" id="{FFDC1209-A958-4EB9-B46B-D6DFCC7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303" y="81568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1" name="path-7079">
            <a:extLst xmlns:a="http://schemas.openxmlformats.org/drawingml/2006/main">
              <a:ext uri="{FF2B5EF4-FFF2-40B4-BE49-F238E27FC236}">
                <a16:creationId xmlns:a16="http://schemas.microsoft.com/office/drawing/2014/main" id="{AE5B1F9A-C686-4589-87FB-A1E78C11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815" y="8150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2" name="path-7080">
            <a:extLst xmlns:a="http://schemas.openxmlformats.org/drawingml/2006/main">
              <a:ext uri="{FF2B5EF4-FFF2-40B4-BE49-F238E27FC236}">
                <a16:creationId xmlns:a16="http://schemas.microsoft.com/office/drawing/2014/main" id="{C4E9C6A3-F443-4A2D-AE91-95B7C53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289" y="81016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3" name="path-7081">
            <a:extLst xmlns:a="http://schemas.openxmlformats.org/drawingml/2006/main">
              <a:ext uri="{FF2B5EF4-FFF2-40B4-BE49-F238E27FC236}">
                <a16:creationId xmlns:a16="http://schemas.microsoft.com/office/drawing/2014/main" id="{348F9F09-E4C7-4C47-B4BF-B5EEC5B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592" y="81358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4" name="path-7082">
            <a:extLst xmlns:a="http://schemas.openxmlformats.org/drawingml/2006/main">
              <a:ext uri="{FF2B5EF4-FFF2-40B4-BE49-F238E27FC236}">
                <a16:creationId xmlns:a16="http://schemas.microsoft.com/office/drawing/2014/main" id="{A02103F5-D870-4E53-9969-629F306B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86" y="81407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5" name="path-7083">
            <a:extLst xmlns:a="http://schemas.openxmlformats.org/drawingml/2006/main">
              <a:ext uri="{FF2B5EF4-FFF2-40B4-BE49-F238E27FC236}">
                <a16:creationId xmlns:a16="http://schemas.microsoft.com/office/drawing/2014/main" id="{4731F605-1597-41B6-887C-01059BF6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109" y="81415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6" name="path-7084">
            <a:extLst xmlns:a="http://schemas.openxmlformats.org/drawingml/2006/main">
              <a:ext uri="{FF2B5EF4-FFF2-40B4-BE49-F238E27FC236}">
                <a16:creationId xmlns:a16="http://schemas.microsoft.com/office/drawing/2014/main" id="{6838FF6E-8C60-4986-9235-D8EDB142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24" y="81576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7" name="path-7085">
            <a:extLst xmlns:a="http://schemas.openxmlformats.org/drawingml/2006/main">
              <a:ext uri="{FF2B5EF4-FFF2-40B4-BE49-F238E27FC236}">
                <a16:creationId xmlns:a16="http://schemas.microsoft.com/office/drawing/2014/main" id="{461A9ACC-B13D-4F95-AA50-AC9F90BD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47" y="8148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8" name="path-7086">
            <a:extLst xmlns:a="http://schemas.openxmlformats.org/drawingml/2006/main">
              <a:ext uri="{FF2B5EF4-FFF2-40B4-BE49-F238E27FC236}">
                <a16:creationId xmlns:a16="http://schemas.microsoft.com/office/drawing/2014/main" id="{B3E74CC1-9C07-4FFF-8B9C-82EE0249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612" y="81781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9" name="path-7087">
            <a:extLst xmlns:a="http://schemas.openxmlformats.org/drawingml/2006/main">
              <a:ext uri="{FF2B5EF4-FFF2-40B4-BE49-F238E27FC236}">
                <a16:creationId xmlns:a16="http://schemas.microsoft.com/office/drawing/2014/main" id="{6B348710-84CB-45D6-9366-E0BBB78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09" y="8150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0" name="path-7088">
            <a:extLst xmlns:a="http://schemas.openxmlformats.org/drawingml/2006/main">
              <a:ext uri="{FF2B5EF4-FFF2-40B4-BE49-F238E27FC236}">
                <a16:creationId xmlns:a16="http://schemas.microsoft.com/office/drawing/2014/main" id="{962DB1A3-43EE-4CCF-A62E-EA6E5CB7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2962" y="81442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1" name="path-7089">
            <a:extLst xmlns:a="http://schemas.openxmlformats.org/drawingml/2006/main">
              <a:ext uri="{FF2B5EF4-FFF2-40B4-BE49-F238E27FC236}">
                <a16:creationId xmlns:a16="http://schemas.microsoft.com/office/drawing/2014/main" id="{CF285309-A4C8-41D9-8F63-26E282E5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981" y="8150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2" name="path-7090">
            <a:extLst xmlns:a="http://schemas.openxmlformats.org/drawingml/2006/main">
              <a:ext uri="{FF2B5EF4-FFF2-40B4-BE49-F238E27FC236}">
                <a16:creationId xmlns:a16="http://schemas.microsoft.com/office/drawing/2014/main" id="{E395A8CD-3AE8-4774-9D45-3AC7D3D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136" y="8146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3" name="path-7091">
            <a:extLst xmlns:a="http://schemas.openxmlformats.org/drawingml/2006/main">
              <a:ext uri="{FF2B5EF4-FFF2-40B4-BE49-F238E27FC236}">
                <a16:creationId xmlns:a16="http://schemas.microsoft.com/office/drawing/2014/main" id="{64AE4AA0-79CD-4382-B6A9-FA53FE28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700" y="81530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4" name="path-7092">
            <a:extLst xmlns:a="http://schemas.openxmlformats.org/drawingml/2006/main">
              <a:ext uri="{FF2B5EF4-FFF2-40B4-BE49-F238E27FC236}">
                <a16:creationId xmlns:a16="http://schemas.microsoft.com/office/drawing/2014/main" id="{6E1CA96E-3E31-4905-8522-B5C7E1E0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404" y="81656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5" name="path-7093">
            <a:extLst xmlns:a="http://schemas.openxmlformats.org/drawingml/2006/main">
              <a:ext uri="{FF2B5EF4-FFF2-40B4-BE49-F238E27FC236}">
                <a16:creationId xmlns:a16="http://schemas.microsoft.com/office/drawing/2014/main" id="{3E0EFE80-48C6-44DC-9FB9-EF14090D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869" y="8156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6" name="path-7094">
            <a:extLst xmlns:a="http://schemas.openxmlformats.org/drawingml/2006/main">
              <a:ext uri="{FF2B5EF4-FFF2-40B4-BE49-F238E27FC236}">
                <a16:creationId xmlns:a16="http://schemas.microsoft.com/office/drawing/2014/main" id="{F66DDEB4-783B-44DF-B0C0-0C44F97D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699" y="81482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7" name="path-7095">
            <a:extLst xmlns:a="http://schemas.openxmlformats.org/drawingml/2006/main">
              <a:ext uri="{FF2B5EF4-FFF2-40B4-BE49-F238E27FC236}">
                <a16:creationId xmlns:a16="http://schemas.microsoft.com/office/drawing/2014/main" id="{47068532-9452-409A-9B67-04AC9C57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285" y="81095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8" name="path-7096">
            <a:extLst xmlns:a="http://schemas.openxmlformats.org/drawingml/2006/main">
              <a:ext uri="{FF2B5EF4-FFF2-40B4-BE49-F238E27FC236}">
                <a16:creationId xmlns:a16="http://schemas.microsoft.com/office/drawing/2014/main" id="{571CBA5C-A39B-432E-B056-D986367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869" y="81285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9" name="path-7097">
            <a:extLst xmlns:a="http://schemas.openxmlformats.org/drawingml/2006/main">
              <a:ext uri="{FF2B5EF4-FFF2-40B4-BE49-F238E27FC236}">
                <a16:creationId xmlns:a16="http://schemas.microsoft.com/office/drawing/2014/main" id="{DE560A36-3F12-4D4C-BBBD-7DABADFD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07" y="81446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0" name="path-7098">
            <a:extLst xmlns:a="http://schemas.openxmlformats.org/drawingml/2006/main">
              <a:ext uri="{FF2B5EF4-FFF2-40B4-BE49-F238E27FC236}">
                <a16:creationId xmlns:a16="http://schemas.microsoft.com/office/drawing/2014/main" id="{253F6FA9-8B41-453B-87CC-D1670E8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481" y="81613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1" name="path-7099">
            <a:extLst xmlns:a="http://schemas.openxmlformats.org/drawingml/2006/main">
              <a:ext uri="{FF2B5EF4-FFF2-40B4-BE49-F238E27FC236}">
                <a16:creationId xmlns:a16="http://schemas.microsoft.com/office/drawing/2014/main" id="{E20F981D-EDE3-40AD-B420-4458537F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645" y="81402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2" name="path-7100">
            <a:extLst xmlns:a="http://schemas.openxmlformats.org/drawingml/2006/main">
              <a:ext uri="{FF2B5EF4-FFF2-40B4-BE49-F238E27FC236}">
                <a16:creationId xmlns:a16="http://schemas.microsoft.com/office/drawing/2014/main" id="{430F09FB-B049-4CF3-93A7-50BC21D2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646" y="8113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3" name="path-7101">
            <a:extLst xmlns:a="http://schemas.openxmlformats.org/drawingml/2006/main">
              <a:ext uri="{FF2B5EF4-FFF2-40B4-BE49-F238E27FC236}">
                <a16:creationId xmlns:a16="http://schemas.microsoft.com/office/drawing/2014/main" id="{32A55BF4-7D30-4149-A13A-0C3361F6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063" y="81552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4" name="path-7102">
            <a:extLst xmlns:a="http://schemas.openxmlformats.org/drawingml/2006/main">
              <a:ext uri="{FF2B5EF4-FFF2-40B4-BE49-F238E27FC236}">
                <a16:creationId xmlns:a16="http://schemas.microsoft.com/office/drawing/2014/main" id="{C0B1F66D-7388-4033-8727-784CFCBE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6627" y="81097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5" name="path-7103">
            <a:extLst xmlns:a="http://schemas.openxmlformats.org/drawingml/2006/main">
              <a:ext uri="{FF2B5EF4-FFF2-40B4-BE49-F238E27FC236}">
                <a16:creationId xmlns:a16="http://schemas.microsoft.com/office/drawing/2014/main" id="{E5E1EC5B-3E66-4ED4-B371-98E3842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752" y="81424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6" name="path-7104">
            <a:extLst xmlns:a="http://schemas.openxmlformats.org/drawingml/2006/main">
              <a:ext uri="{FF2B5EF4-FFF2-40B4-BE49-F238E27FC236}">
                <a16:creationId xmlns:a16="http://schemas.microsoft.com/office/drawing/2014/main" id="{07F390D2-2500-449C-977A-CCE6715B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167" y="8118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7" name="path-7105">
            <a:extLst xmlns:a="http://schemas.openxmlformats.org/drawingml/2006/main">
              <a:ext uri="{FF2B5EF4-FFF2-40B4-BE49-F238E27FC236}">
                <a16:creationId xmlns:a16="http://schemas.microsoft.com/office/drawing/2014/main" id="{5196E4C5-3C53-4C06-959E-C616EB88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956" y="81231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8" name="path-7106">
            <a:extLst xmlns:a="http://schemas.openxmlformats.org/drawingml/2006/main">
              <a:ext uri="{FF2B5EF4-FFF2-40B4-BE49-F238E27FC236}">
                <a16:creationId xmlns:a16="http://schemas.microsoft.com/office/drawing/2014/main" id="{5A3C872D-178E-4287-BF5D-B1347ABF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513" y="81655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9" name="path-7107">
            <a:extLst xmlns:a="http://schemas.openxmlformats.org/drawingml/2006/main">
              <a:ext uri="{FF2B5EF4-FFF2-40B4-BE49-F238E27FC236}">
                <a16:creationId xmlns:a16="http://schemas.microsoft.com/office/drawing/2014/main" id="{D3E8941F-F6CA-467C-9BBC-42BB2F8D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232" y="8125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0" name="path-7108">
            <a:extLst xmlns:a="http://schemas.openxmlformats.org/drawingml/2006/main">
              <a:ext uri="{FF2B5EF4-FFF2-40B4-BE49-F238E27FC236}">
                <a16:creationId xmlns:a16="http://schemas.microsoft.com/office/drawing/2014/main" id="{0827268D-0338-4679-9122-8B898229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260" y="8168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1" name="path-7109">
            <a:extLst xmlns:a="http://schemas.openxmlformats.org/drawingml/2006/main">
              <a:ext uri="{FF2B5EF4-FFF2-40B4-BE49-F238E27FC236}">
                <a16:creationId xmlns:a16="http://schemas.microsoft.com/office/drawing/2014/main" id="{0AA0793A-2913-452B-BDA4-6048EF2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607" y="8120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2" name="path-7110">
            <a:extLst xmlns:a="http://schemas.openxmlformats.org/drawingml/2006/main">
              <a:ext uri="{FF2B5EF4-FFF2-40B4-BE49-F238E27FC236}">
                <a16:creationId xmlns:a16="http://schemas.microsoft.com/office/drawing/2014/main" id="{5C417E9B-8509-429B-9068-689DE1F0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703" y="81287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3" name="path-7111">
            <a:extLst xmlns:a="http://schemas.openxmlformats.org/drawingml/2006/main">
              <a:ext uri="{FF2B5EF4-FFF2-40B4-BE49-F238E27FC236}">
                <a16:creationId xmlns:a16="http://schemas.microsoft.com/office/drawing/2014/main" id="{7854C62D-E701-444E-BD15-6AF184BC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95" y="81443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4" name="path-7112">
            <a:extLst xmlns:a="http://schemas.openxmlformats.org/drawingml/2006/main">
              <a:ext uri="{FF2B5EF4-FFF2-40B4-BE49-F238E27FC236}">
                <a16:creationId xmlns:a16="http://schemas.microsoft.com/office/drawing/2014/main" id="{72F9474D-6C65-4698-A613-A471CCD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025" y="81272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5" name="path-7113">
            <a:extLst xmlns:a="http://schemas.openxmlformats.org/drawingml/2006/main">
              <a:ext uri="{FF2B5EF4-FFF2-40B4-BE49-F238E27FC236}">
                <a16:creationId xmlns:a16="http://schemas.microsoft.com/office/drawing/2014/main" id="{40C00F92-B83E-48B7-8478-283F68B6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754" y="8178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6" name="path-7114">
            <a:extLst xmlns:a="http://schemas.openxmlformats.org/drawingml/2006/main">
              <a:ext uri="{FF2B5EF4-FFF2-40B4-BE49-F238E27FC236}">
                <a16:creationId xmlns:a16="http://schemas.microsoft.com/office/drawing/2014/main" id="{101C7FA2-113B-422D-A41C-F0ED7FA1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249" y="81487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7" name="path-7115">
            <a:extLst xmlns:a="http://schemas.openxmlformats.org/drawingml/2006/main">
              <a:ext uri="{FF2B5EF4-FFF2-40B4-BE49-F238E27FC236}">
                <a16:creationId xmlns:a16="http://schemas.microsoft.com/office/drawing/2014/main" id="{D4803BF9-ABE0-4FB7-923A-83DBB289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256" y="81531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8" name="path-7116">
            <a:extLst xmlns:a="http://schemas.openxmlformats.org/drawingml/2006/main">
              <a:ext uri="{FF2B5EF4-FFF2-40B4-BE49-F238E27FC236}">
                <a16:creationId xmlns:a16="http://schemas.microsoft.com/office/drawing/2014/main" id="{FF25C8A8-9BF8-4AF1-AD8C-6AC161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06" y="81363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9" name="path-7117">
            <a:extLst xmlns:a="http://schemas.openxmlformats.org/drawingml/2006/main">
              <a:ext uri="{FF2B5EF4-FFF2-40B4-BE49-F238E27FC236}">
                <a16:creationId xmlns:a16="http://schemas.microsoft.com/office/drawing/2014/main" id="{42450C40-4C64-4F0F-89DE-CE6828EF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097" y="81548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0" name="path-7118">
            <a:extLst xmlns:a="http://schemas.openxmlformats.org/drawingml/2006/main">
              <a:ext uri="{FF2B5EF4-FFF2-40B4-BE49-F238E27FC236}">
                <a16:creationId xmlns:a16="http://schemas.microsoft.com/office/drawing/2014/main" id="{8EE93CBC-7345-44EF-B51D-08F5ECBF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226" y="8167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1" name="path-7119">
            <a:extLst xmlns:a="http://schemas.openxmlformats.org/drawingml/2006/main">
              <a:ext uri="{FF2B5EF4-FFF2-40B4-BE49-F238E27FC236}">
                <a16:creationId xmlns:a16="http://schemas.microsoft.com/office/drawing/2014/main" id="{390F673E-6DC3-447B-93B3-E90A3661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37" y="81722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2" name="path-7120">
            <a:extLst xmlns:a="http://schemas.openxmlformats.org/drawingml/2006/main">
              <a:ext uri="{FF2B5EF4-FFF2-40B4-BE49-F238E27FC236}">
                <a16:creationId xmlns:a16="http://schemas.microsoft.com/office/drawing/2014/main" id="{63DA1521-0A8A-487F-8DE0-41222ECB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53" y="81224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3" name="path-7121">
            <a:extLst xmlns:a="http://schemas.openxmlformats.org/drawingml/2006/main">
              <a:ext uri="{FF2B5EF4-FFF2-40B4-BE49-F238E27FC236}">
                <a16:creationId xmlns:a16="http://schemas.microsoft.com/office/drawing/2014/main" id="{108A7E88-D1A5-415A-AE9F-F5290E26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472" y="8138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4" name="path-7122">
            <a:extLst xmlns:a="http://schemas.openxmlformats.org/drawingml/2006/main">
              <a:ext uri="{FF2B5EF4-FFF2-40B4-BE49-F238E27FC236}">
                <a16:creationId xmlns:a16="http://schemas.microsoft.com/office/drawing/2014/main" id="{32D81621-9218-4C4D-8AC5-2FE974F8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317" y="8124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5" name="path-7123">
            <a:extLst xmlns:a="http://schemas.openxmlformats.org/drawingml/2006/main">
              <a:ext uri="{FF2B5EF4-FFF2-40B4-BE49-F238E27FC236}">
                <a16:creationId xmlns:a16="http://schemas.microsoft.com/office/drawing/2014/main" id="{948816DB-D853-443C-8C57-6D9B7EE0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468" y="8168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6" name="path-7124">
            <a:extLst xmlns:a="http://schemas.openxmlformats.org/drawingml/2006/main">
              <a:ext uri="{FF2B5EF4-FFF2-40B4-BE49-F238E27FC236}">
                <a16:creationId xmlns:a16="http://schemas.microsoft.com/office/drawing/2014/main" id="{7B63790A-FF5E-4D32-B39B-7789527E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52" y="81686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7" name="path-7125">
            <a:extLst xmlns:a="http://schemas.openxmlformats.org/drawingml/2006/main">
              <a:ext uri="{FF2B5EF4-FFF2-40B4-BE49-F238E27FC236}">
                <a16:creationId xmlns:a16="http://schemas.microsoft.com/office/drawing/2014/main" id="{95E3D10E-0244-4F70-B4A7-C960AF93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888" y="81236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8" name="path-7126">
            <a:extLst xmlns:a="http://schemas.openxmlformats.org/drawingml/2006/main">
              <a:ext uri="{FF2B5EF4-FFF2-40B4-BE49-F238E27FC236}">
                <a16:creationId xmlns:a16="http://schemas.microsoft.com/office/drawing/2014/main" id="{06A024ED-453B-4194-A548-B239E3D1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551" y="8151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9" name="path-7127">
            <a:extLst xmlns:a="http://schemas.openxmlformats.org/drawingml/2006/main">
              <a:ext uri="{FF2B5EF4-FFF2-40B4-BE49-F238E27FC236}">
                <a16:creationId xmlns:a16="http://schemas.microsoft.com/office/drawing/2014/main" id="{F62806C0-B95A-40A8-A1B9-352D7691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654" y="81500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0" name="path-7128">
            <a:extLst xmlns:a="http://schemas.openxmlformats.org/drawingml/2006/main">
              <a:ext uri="{FF2B5EF4-FFF2-40B4-BE49-F238E27FC236}">
                <a16:creationId xmlns:a16="http://schemas.microsoft.com/office/drawing/2014/main" id="{F00DCB50-4FDF-477D-B959-BB9E70D7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14" y="81582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1" name="path-7129">
            <a:extLst xmlns:a="http://schemas.openxmlformats.org/drawingml/2006/main">
              <a:ext uri="{FF2B5EF4-FFF2-40B4-BE49-F238E27FC236}">
                <a16:creationId xmlns:a16="http://schemas.microsoft.com/office/drawing/2014/main" id="{CAD661FE-2D40-409A-8720-BD273063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5" y="81369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2" name="path-7130">
            <a:extLst xmlns:a="http://schemas.openxmlformats.org/drawingml/2006/main">
              <a:ext uri="{FF2B5EF4-FFF2-40B4-BE49-F238E27FC236}">
                <a16:creationId xmlns:a16="http://schemas.microsoft.com/office/drawing/2014/main" id="{67063F04-E0BE-4C31-80AD-55FCA994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908" y="8135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3" name="path-7131">
            <a:extLst xmlns:a="http://schemas.openxmlformats.org/drawingml/2006/main">
              <a:ext uri="{FF2B5EF4-FFF2-40B4-BE49-F238E27FC236}">
                <a16:creationId xmlns:a16="http://schemas.microsoft.com/office/drawing/2014/main" id="{7E30A87A-EDE0-4DA5-9262-D23B56D7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446" y="81176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4" name="path-7132">
            <a:extLst xmlns:a="http://schemas.openxmlformats.org/drawingml/2006/main">
              <a:ext uri="{FF2B5EF4-FFF2-40B4-BE49-F238E27FC236}">
                <a16:creationId xmlns:a16="http://schemas.microsoft.com/office/drawing/2014/main" id="{FE109224-BEDC-4472-8C97-FEBC834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960" y="81482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5" name="path-7133">
            <a:extLst xmlns:a="http://schemas.openxmlformats.org/drawingml/2006/main">
              <a:ext uri="{FF2B5EF4-FFF2-40B4-BE49-F238E27FC236}">
                <a16:creationId xmlns:a16="http://schemas.microsoft.com/office/drawing/2014/main" id="{4DC8C1D9-F471-4453-A779-37BB1341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876" y="8164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6" name="path-7134">
            <a:extLst xmlns:a="http://schemas.openxmlformats.org/drawingml/2006/main">
              <a:ext uri="{FF2B5EF4-FFF2-40B4-BE49-F238E27FC236}">
                <a16:creationId xmlns:a16="http://schemas.microsoft.com/office/drawing/2014/main" id="{F4E370E2-A52A-4050-9573-8C80E82E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984" y="81418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7" name="path-7135">
            <a:extLst xmlns:a="http://schemas.openxmlformats.org/drawingml/2006/main">
              <a:ext uri="{FF2B5EF4-FFF2-40B4-BE49-F238E27FC236}">
                <a16:creationId xmlns:a16="http://schemas.microsoft.com/office/drawing/2014/main" id="{C83C3959-B1FC-48CC-8586-14F84508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895" y="8161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8" name="path-7136">
            <a:extLst xmlns:a="http://schemas.openxmlformats.org/drawingml/2006/main">
              <a:ext uri="{FF2B5EF4-FFF2-40B4-BE49-F238E27FC236}">
                <a16:creationId xmlns:a16="http://schemas.microsoft.com/office/drawing/2014/main" id="{F03C3ABC-46A2-4610-BFB9-28CA635F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401" y="81484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9" name="path-7137">
            <a:extLst xmlns:a="http://schemas.openxmlformats.org/drawingml/2006/main">
              <a:ext uri="{FF2B5EF4-FFF2-40B4-BE49-F238E27FC236}">
                <a16:creationId xmlns:a16="http://schemas.microsoft.com/office/drawing/2014/main" id="{E688E913-8F1F-4716-8282-6EF06647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5803" y="81324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0" name="path-7138">
            <a:extLst xmlns:a="http://schemas.openxmlformats.org/drawingml/2006/main">
              <a:ext uri="{FF2B5EF4-FFF2-40B4-BE49-F238E27FC236}">
                <a16:creationId xmlns:a16="http://schemas.microsoft.com/office/drawing/2014/main" id="{AD96B763-3E84-438A-87C3-D4B8FEC3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552" y="81452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1" name="path-7139">
            <a:extLst xmlns:a="http://schemas.openxmlformats.org/drawingml/2006/main">
              <a:ext uri="{FF2B5EF4-FFF2-40B4-BE49-F238E27FC236}">
                <a16:creationId xmlns:a16="http://schemas.microsoft.com/office/drawing/2014/main" id="{8F464841-1118-4A2D-B84E-F20DF88F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353" y="81350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2" name="path-7140">
            <a:extLst xmlns:a="http://schemas.openxmlformats.org/drawingml/2006/main">
              <a:ext uri="{FF2B5EF4-FFF2-40B4-BE49-F238E27FC236}">
                <a16:creationId xmlns:a16="http://schemas.microsoft.com/office/drawing/2014/main" id="{80AC1F21-A6FF-4218-9328-63040D72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141" y="81467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3" name="path-7141">
            <a:extLst xmlns:a="http://schemas.openxmlformats.org/drawingml/2006/main">
              <a:ext uri="{FF2B5EF4-FFF2-40B4-BE49-F238E27FC236}">
                <a16:creationId xmlns:a16="http://schemas.microsoft.com/office/drawing/2014/main" id="{64027B6A-2F8A-4864-B780-5F003BF1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195" y="81265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4" name="path-7142">
            <a:extLst xmlns:a="http://schemas.openxmlformats.org/drawingml/2006/main">
              <a:ext uri="{FF2B5EF4-FFF2-40B4-BE49-F238E27FC236}">
                <a16:creationId xmlns:a16="http://schemas.microsoft.com/office/drawing/2014/main" id="{24BD9B76-20DC-4148-928C-1934DCB5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968" y="81623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5" name="path-7143">
            <a:extLst xmlns:a="http://schemas.openxmlformats.org/drawingml/2006/main">
              <a:ext uri="{FF2B5EF4-FFF2-40B4-BE49-F238E27FC236}">
                <a16:creationId xmlns:a16="http://schemas.microsoft.com/office/drawing/2014/main" id="{7820F43B-98CB-427E-81E7-CFA7D6EF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420" y="81277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6" name="path-7144">
            <a:extLst xmlns:a="http://schemas.openxmlformats.org/drawingml/2006/main">
              <a:ext uri="{FF2B5EF4-FFF2-40B4-BE49-F238E27FC236}">
                <a16:creationId xmlns:a16="http://schemas.microsoft.com/office/drawing/2014/main" id="{87209005-63D1-4749-9088-404F91BB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59" y="81391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7" name="path-7145">
            <a:extLst xmlns:a="http://schemas.openxmlformats.org/drawingml/2006/main">
              <a:ext uri="{FF2B5EF4-FFF2-40B4-BE49-F238E27FC236}">
                <a16:creationId xmlns:a16="http://schemas.microsoft.com/office/drawing/2014/main" id="{8DC28A30-2E8D-4FAC-98DF-2BD81071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234" y="81602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8" name="path-7146">
            <a:extLst xmlns:a="http://schemas.openxmlformats.org/drawingml/2006/main">
              <a:ext uri="{FF2B5EF4-FFF2-40B4-BE49-F238E27FC236}">
                <a16:creationId xmlns:a16="http://schemas.microsoft.com/office/drawing/2014/main" id="{8DA137C7-835B-421F-8ED5-95F9EA36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246" y="8172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9" name="path-7147">
            <a:extLst xmlns:a="http://schemas.openxmlformats.org/drawingml/2006/main">
              <a:ext uri="{FF2B5EF4-FFF2-40B4-BE49-F238E27FC236}">
                <a16:creationId xmlns:a16="http://schemas.microsoft.com/office/drawing/2014/main" id="{E75B1F78-D203-4F42-8B1F-4CD8FA9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86" y="81195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0" name="path-7148">
            <a:extLst xmlns:a="http://schemas.openxmlformats.org/drawingml/2006/main">
              <a:ext uri="{FF2B5EF4-FFF2-40B4-BE49-F238E27FC236}">
                <a16:creationId xmlns:a16="http://schemas.microsoft.com/office/drawing/2014/main" id="{92230E09-8B78-47C9-87BA-4705E0C7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044" y="81583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1" name="path-7149">
            <a:extLst xmlns:a="http://schemas.openxmlformats.org/drawingml/2006/main">
              <a:ext uri="{FF2B5EF4-FFF2-40B4-BE49-F238E27FC236}">
                <a16:creationId xmlns:a16="http://schemas.microsoft.com/office/drawing/2014/main" id="{248F7E5C-AFA0-43C3-83F7-702F5AF7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318" y="8149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2" name="path-7150">
            <a:extLst xmlns:a="http://schemas.openxmlformats.org/drawingml/2006/main">
              <a:ext uri="{FF2B5EF4-FFF2-40B4-BE49-F238E27FC236}">
                <a16:creationId xmlns:a16="http://schemas.microsoft.com/office/drawing/2014/main" id="{C843EE7E-6D2F-4914-9E98-52F4ED99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0" y="81450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3" name="path-7151">
            <a:extLst xmlns:a="http://schemas.openxmlformats.org/drawingml/2006/main">
              <a:ext uri="{FF2B5EF4-FFF2-40B4-BE49-F238E27FC236}">
                <a16:creationId xmlns:a16="http://schemas.microsoft.com/office/drawing/2014/main" id="{E98A4685-879B-4C5A-BB02-622953F7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129" y="81580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4" name="path-7152">
            <a:extLst xmlns:a="http://schemas.openxmlformats.org/drawingml/2006/main">
              <a:ext uri="{FF2B5EF4-FFF2-40B4-BE49-F238E27FC236}">
                <a16:creationId xmlns:a16="http://schemas.microsoft.com/office/drawing/2014/main" id="{E5289F30-94A4-4200-BDD4-1F07ADE4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05" y="81526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5" name="path-7153">
            <a:extLst xmlns:a="http://schemas.openxmlformats.org/drawingml/2006/main">
              <a:ext uri="{FF2B5EF4-FFF2-40B4-BE49-F238E27FC236}">
                <a16:creationId xmlns:a16="http://schemas.microsoft.com/office/drawing/2014/main" id="{7536260E-AC68-40A8-B08B-A8BF65E8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382" y="81252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6" name="path-7154">
            <a:extLst xmlns:a="http://schemas.openxmlformats.org/drawingml/2006/main">
              <a:ext uri="{FF2B5EF4-FFF2-40B4-BE49-F238E27FC236}">
                <a16:creationId xmlns:a16="http://schemas.microsoft.com/office/drawing/2014/main" id="{408E0972-390C-41BA-B6E2-77806E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08" y="81537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7" name="path-7155">
            <a:extLst xmlns:a="http://schemas.openxmlformats.org/drawingml/2006/main">
              <a:ext uri="{FF2B5EF4-FFF2-40B4-BE49-F238E27FC236}">
                <a16:creationId xmlns:a16="http://schemas.microsoft.com/office/drawing/2014/main" id="{3C7CA1D5-DBC2-4E85-961D-3F5C2EDE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703" y="81250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8" name="path-7156">
            <a:extLst xmlns:a="http://schemas.openxmlformats.org/drawingml/2006/main">
              <a:ext uri="{FF2B5EF4-FFF2-40B4-BE49-F238E27FC236}">
                <a16:creationId xmlns:a16="http://schemas.microsoft.com/office/drawing/2014/main" id="{CE3E4E68-CDEA-4C7C-8FE5-30337E2C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12" y="81789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9" name="path-7157">
            <a:extLst xmlns:a="http://schemas.openxmlformats.org/drawingml/2006/main">
              <a:ext uri="{FF2B5EF4-FFF2-40B4-BE49-F238E27FC236}">
                <a16:creationId xmlns:a16="http://schemas.microsoft.com/office/drawing/2014/main" id="{85254615-B274-4EA9-8FFE-81EDF3BB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392" y="81566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0" name="path-7158">
            <a:extLst xmlns:a="http://schemas.openxmlformats.org/drawingml/2006/main">
              <a:ext uri="{FF2B5EF4-FFF2-40B4-BE49-F238E27FC236}">
                <a16:creationId xmlns:a16="http://schemas.microsoft.com/office/drawing/2014/main" id="{1D950F6F-EA64-42D8-9EC5-3D14604D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288" y="81748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1" name="path-7159">
            <a:extLst xmlns:a="http://schemas.openxmlformats.org/drawingml/2006/main">
              <a:ext uri="{FF2B5EF4-FFF2-40B4-BE49-F238E27FC236}">
                <a16:creationId xmlns:a16="http://schemas.microsoft.com/office/drawing/2014/main" id="{38A8C760-44E6-40FB-9D64-6BC64CC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079" y="81347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2" name="path-7160">
            <a:extLst xmlns:a="http://schemas.openxmlformats.org/drawingml/2006/main">
              <a:ext uri="{FF2B5EF4-FFF2-40B4-BE49-F238E27FC236}">
                <a16:creationId xmlns:a16="http://schemas.microsoft.com/office/drawing/2014/main" id="{CA26A33D-FACB-40C5-9ED3-6B0CF12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629" y="81309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3" name="path-7161">
            <a:extLst xmlns:a="http://schemas.openxmlformats.org/drawingml/2006/main">
              <a:ext uri="{FF2B5EF4-FFF2-40B4-BE49-F238E27FC236}">
                <a16:creationId xmlns:a16="http://schemas.microsoft.com/office/drawing/2014/main" id="{B9A8A26C-DE82-43B2-ADAA-BDEF1154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136" y="8156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4" name="path-7162">
            <a:extLst xmlns:a="http://schemas.openxmlformats.org/drawingml/2006/main">
              <a:ext uri="{FF2B5EF4-FFF2-40B4-BE49-F238E27FC236}">
                <a16:creationId xmlns:a16="http://schemas.microsoft.com/office/drawing/2014/main" id="{33610301-63A7-4F15-BC8E-54CE2FB5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59" y="81330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5" name="path-7163">
            <a:extLst xmlns:a="http://schemas.openxmlformats.org/drawingml/2006/main">
              <a:ext uri="{FF2B5EF4-FFF2-40B4-BE49-F238E27FC236}">
                <a16:creationId xmlns:a16="http://schemas.microsoft.com/office/drawing/2014/main" id="{EE430132-F228-457B-BC57-5D7BF3CD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346" y="8171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6" name="path-7164">
            <a:extLst xmlns:a="http://schemas.openxmlformats.org/drawingml/2006/main">
              <a:ext uri="{FF2B5EF4-FFF2-40B4-BE49-F238E27FC236}">
                <a16:creationId xmlns:a16="http://schemas.microsoft.com/office/drawing/2014/main" id="{E6E92C3C-6009-4B40-A67C-AF835F79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183" y="8147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7" name="path-7165">
            <a:extLst xmlns:a="http://schemas.openxmlformats.org/drawingml/2006/main">
              <a:ext uri="{FF2B5EF4-FFF2-40B4-BE49-F238E27FC236}">
                <a16:creationId xmlns:a16="http://schemas.microsoft.com/office/drawing/2014/main" id="{C0FE9A2E-51ED-4D61-858A-6A9402FE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922" y="81636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8" name="path-7166">
            <a:extLst xmlns:a="http://schemas.openxmlformats.org/drawingml/2006/main">
              <a:ext uri="{FF2B5EF4-FFF2-40B4-BE49-F238E27FC236}">
                <a16:creationId xmlns:a16="http://schemas.microsoft.com/office/drawing/2014/main" id="{2D7D5EB1-1995-4F0F-88FF-3DA1A7E7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473" y="81636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9" name="path-7167">
            <a:extLst xmlns:a="http://schemas.openxmlformats.org/drawingml/2006/main">
              <a:ext uri="{FF2B5EF4-FFF2-40B4-BE49-F238E27FC236}">
                <a16:creationId xmlns:a16="http://schemas.microsoft.com/office/drawing/2014/main" id="{ABDAFE25-913C-47C1-9CEB-F385108D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548" y="8140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0" name="path-7168">
            <a:extLst xmlns:a="http://schemas.openxmlformats.org/drawingml/2006/main">
              <a:ext uri="{FF2B5EF4-FFF2-40B4-BE49-F238E27FC236}">
                <a16:creationId xmlns:a16="http://schemas.microsoft.com/office/drawing/2014/main" id="{3C545EC2-D982-40F2-86E1-6FFE83A6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217" y="81418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1" name="path-7169">
            <a:extLst xmlns:a="http://schemas.openxmlformats.org/drawingml/2006/main">
              <a:ext uri="{FF2B5EF4-FFF2-40B4-BE49-F238E27FC236}">
                <a16:creationId xmlns:a16="http://schemas.microsoft.com/office/drawing/2014/main" id="{FF68072C-F038-4C0C-910E-1AE3EC3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93" y="8146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2" name="path-7170">
            <a:extLst xmlns:a="http://schemas.openxmlformats.org/drawingml/2006/main">
              <a:ext uri="{FF2B5EF4-FFF2-40B4-BE49-F238E27FC236}">
                <a16:creationId xmlns:a16="http://schemas.microsoft.com/office/drawing/2014/main" id="{C4691D74-660C-4288-A1C0-7C70015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443" y="81604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3" name="path-7171">
            <a:extLst xmlns:a="http://schemas.openxmlformats.org/drawingml/2006/main">
              <a:ext uri="{FF2B5EF4-FFF2-40B4-BE49-F238E27FC236}">
                <a16:creationId xmlns:a16="http://schemas.microsoft.com/office/drawing/2014/main" id="{0F97BDB1-9CA4-4AF8-B284-86ABF6BB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863" y="8137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4" name="path-7172">
            <a:extLst xmlns:a="http://schemas.openxmlformats.org/drawingml/2006/main">
              <a:ext uri="{FF2B5EF4-FFF2-40B4-BE49-F238E27FC236}">
                <a16:creationId xmlns:a16="http://schemas.microsoft.com/office/drawing/2014/main" id="{194F628C-5066-4ED3-A170-BBC00257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63" y="8134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5" name="path-7173">
            <a:extLst xmlns:a="http://schemas.openxmlformats.org/drawingml/2006/main">
              <a:ext uri="{FF2B5EF4-FFF2-40B4-BE49-F238E27FC236}">
                <a16:creationId xmlns:a16="http://schemas.microsoft.com/office/drawing/2014/main" id="{65BF5D93-C67E-47A3-BD31-7CAE3F7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92" y="81313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6" name="path-7174">
            <a:extLst xmlns:a="http://schemas.openxmlformats.org/drawingml/2006/main">
              <a:ext uri="{FF2B5EF4-FFF2-40B4-BE49-F238E27FC236}">
                <a16:creationId xmlns:a16="http://schemas.microsoft.com/office/drawing/2014/main" id="{8F32AAD8-1F66-4E51-9729-74BC005D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589" y="81461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7" name="path-7175">
            <a:extLst xmlns:a="http://schemas.openxmlformats.org/drawingml/2006/main">
              <a:ext uri="{FF2B5EF4-FFF2-40B4-BE49-F238E27FC236}">
                <a16:creationId xmlns:a16="http://schemas.microsoft.com/office/drawing/2014/main" id="{17D799D5-153F-4F0E-964C-707FE258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145" y="81440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8" name="path-7176">
            <a:extLst xmlns:a="http://schemas.openxmlformats.org/drawingml/2006/main">
              <a:ext uri="{FF2B5EF4-FFF2-40B4-BE49-F238E27FC236}">
                <a16:creationId xmlns:a16="http://schemas.microsoft.com/office/drawing/2014/main" id="{B46163E1-38FC-436E-B9DD-93456334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35" y="81437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9" name="path-7177">
            <a:extLst xmlns:a="http://schemas.openxmlformats.org/drawingml/2006/main">
              <a:ext uri="{FF2B5EF4-FFF2-40B4-BE49-F238E27FC236}">
                <a16:creationId xmlns:a16="http://schemas.microsoft.com/office/drawing/2014/main" id="{DB69E67A-56D6-408F-B5CD-D3E9573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527" y="8153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0" name="path-7178">
            <a:extLst xmlns:a="http://schemas.openxmlformats.org/drawingml/2006/main">
              <a:ext uri="{FF2B5EF4-FFF2-40B4-BE49-F238E27FC236}">
                <a16:creationId xmlns:a16="http://schemas.microsoft.com/office/drawing/2014/main" id="{79952D55-414D-40D6-8045-D699962B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640" y="81692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1" name="path-7179">
            <a:extLst xmlns:a="http://schemas.openxmlformats.org/drawingml/2006/main">
              <a:ext uri="{FF2B5EF4-FFF2-40B4-BE49-F238E27FC236}">
                <a16:creationId xmlns:a16="http://schemas.microsoft.com/office/drawing/2014/main" id="{0DE30318-A799-4B33-B065-8B5FE6A6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713" y="81228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2" name="path-7180">
            <a:extLst xmlns:a="http://schemas.openxmlformats.org/drawingml/2006/main">
              <a:ext uri="{FF2B5EF4-FFF2-40B4-BE49-F238E27FC236}">
                <a16:creationId xmlns:a16="http://schemas.microsoft.com/office/drawing/2014/main" id="{A2FCDB39-B28A-4697-AD73-44263047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40" y="8141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3" name="path-7181">
            <a:extLst xmlns:a="http://schemas.openxmlformats.org/drawingml/2006/main">
              <a:ext uri="{FF2B5EF4-FFF2-40B4-BE49-F238E27FC236}">
                <a16:creationId xmlns:a16="http://schemas.microsoft.com/office/drawing/2014/main" id="{3D59936C-40F3-45C6-A4FD-33F7E5A7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42" y="8168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4" name="path-7182">
            <a:extLst xmlns:a="http://schemas.openxmlformats.org/drawingml/2006/main">
              <a:ext uri="{FF2B5EF4-FFF2-40B4-BE49-F238E27FC236}">
                <a16:creationId xmlns:a16="http://schemas.microsoft.com/office/drawing/2014/main" id="{8FEA8E46-BB07-4FFE-B536-8AA78373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20" y="81236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5" name="path-7183">
            <a:extLst xmlns:a="http://schemas.openxmlformats.org/drawingml/2006/main">
              <a:ext uri="{FF2B5EF4-FFF2-40B4-BE49-F238E27FC236}">
                <a16:creationId xmlns:a16="http://schemas.microsoft.com/office/drawing/2014/main" id="{DF19513B-BB8B-40BE-98D7-A9C4C866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872" y="81499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6" name="path-7184">
            <a:extLst xmlns:a="http://schemas.openxmlformats.org/drawingml/2006/main">
              <a:ext uri="{FF2B5EF4-FFF2-40B4-BE49-F238E27FC236}">
                <a16:creationId xmlns:a16="http://schemas.microsoft.com/office/drawing/2014/main" id="{1DD69F56-37DB-401F-9DA9-14BA5F89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93" y="8153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7" name="path-7185">
            <a:extLst xmlns:a="http://schemas.openxmlformats.org/drawingml/2006/main">
              <a:ext uri="{FF2B5EF4-FFF2-40B4-BE49-F238E27FC236}">
                <a16:creationId xmlns:a16="http://schemas.microsoft.com/office/drawing/2014/main" id="{98E76E34-1B19-4856-A0D7-21FE31BE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900" y="81410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8" name="path-7186">
            <a:extLst xmlns:a="http://schemas.openxmlformats.org/drawingml/2006/main">
              <a:ext uri="{FF2B5EF4-FFF2-40B4-BE49-F238E27FC236}">
                <a16:creationId xmlns:a16="http://schemas.microsoft.com/office/drawing/2014/main" id="{97E18691-5598-40EC-B1FF-51F51A07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7" y="81406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9" name="path-7187">
            <a:extLst xmlns:a="http://schemas.openxmlformats.org/drawingml/2006/main">
              <a:ext uri="{FF2B5EF4-FFF2-40B4-BE49-F238E27FC236}">
                <a16:creationId xmlns:a16="http://schemas.microsoft.com/office/drawing/2014/main" id="{F00AD2C0-62FD-49EB-9CCD-0BACB34C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935" y="81218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0" name="path-7188">
            <a:extLst xmlns:a="http://schemas.openxmlformats.org/drawingml/2006/main">
              <a:ext uri="{FF2B5EF4-FFF2-40B4-BE49-F238E27FC236}">
                <a16:creationId xmlns:a16="http://schemas.microsoft.com/office/drawing/2014/main" id="{ACB97841-9B2B-46DF-AECF-4A2DACF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41" y="8131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1" name="path-7189">
            <a:extLst xmlns:a="http://schemas.openxmlformats.org/drawingml/2006/main">
              <a:ext uri="{FF2B5EF4-FFF2-40B4-BE49-F238E27FC236}">
                <a16:creationId xmlns:a16="http://schemas.microsoft.com/office/drawing/2014/main" id="{7EEDB396-E2DD-4D56-B603-EED76BDD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033" y="81521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2" name="path-7190">
            <a:extLst xmlns:a="http://schemas.openxmlformats.org/drawingml/2006/main">
              <a:ext uri="{FF2B5EF4-FFF2-40B4-BE49-F238E27FC236}">
                <a16:creationId xmlns:a16="http://schemas.microsoft.com/office/drawing/2014/main" id="{148F404B-2C56-4553-B58D-1D76A0E9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926" y="81418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3" name="path-7191">
            <a:extLst xmlns:a="http://schemas.openxmlformats.org/drawingml/2006/main">
              <a:ext uri="{FF2B5EF4-FFF2-40B4-BE49-F238E27FC236}">
                <a16:creationId xmlns:a16="http://schemas.microsoft.com/office/drawing/2014/main" id="{1B28BE26-F90D-4C39-B342-B7A07EA5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381" y="8144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4" name="path-7192">
            <a:extLst xmlns:a="http://schemas.openxmlformats.org/drawingml/2006/main">
              <a:ext uri="{FF2B5EF4-FFF2-40B4-BE49-F238E27FC236}">
                <a16:creationId xmlns:a16="http://schemas.microsoft.com/office/drawing/2014/main" id="{0223AEA2-DB33-4637-A038-296F4D7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098" y="8155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5" name="path-7193">
            <a:extLst xmlns:a="http://schemas.openxmlformats.org/drawingml/2006/main">
              <a:ext uri="{FF2B5EF4-FFF2-40B4-BE49-F238E27FC236}">
                <a16:creationId xmlns:a16="http://schemas.microsoft.com/office/drawing/2014/main" id="{DCE8761E-26AF-4A9F-A9CC-CBDCE849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23" y="81303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6" name="path-7194">
            <a:extLst xmlns:a="http://schemas.openxmlformats.org/drawingml/2006/main">
              <a:ext uri="{FF2B5EF4-FFF2-40B4-BE49-F238E27FC236}">
                <a16:creationId xmlns:a16="http://schemas.microsoft.com/office/drawing/2014/main" id="{86903F87-D60E-445E-87F9-2ECF9AC3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01" y="81293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7" name="path-7195">
            <a:extLst xmlns:a="http://schemas.openxmlformats.org/drawingml/2006/main">
              <a:ext uri="{FF2B5EF4-FFF2-40B4-BE49-F238E27FC236}">
                <a16:creationId xmlns:a16="http://schemas.microsoft.com/office/drawing/2014/main" id="{51616589-BD05-4BB4-BE97-6E9F5BA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080" y="81674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8" name="path-7196">
            <a:extLst xmlns:a="http://schemas.openxmlformats.org/drawingml/2006/main">
              <a:ext uri="{FF2B5EF4-FFF2-40B4-BE49-F238E27FC236}">
                <a16:creationId xmlns:a16="http://schemas.microsoft.com/office/drawing/2014/main" id="{9F1DD2DA-FA22-42E4-87A3-A9A7C377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420" y="81732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9" name="path-7197">
            <a:extLst xmlns:a="http://schemas.openxmlformats.org/drawingml/2006/main">
              <a:ext uri="{FF2B5EF4-FFF2-40B4-BE49-F238E27FC236}">
                <a16:creationId xmlns:a16="http://schemas.microsoft.com/office/drawing/2014/main" id="{3A872B3A-09BE-4B8E-BF74-AA4C5A6C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73" y="8142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0" name="path-7198">
            <a:extLst xmlns:a="http://schemas.openxmlformats.org/drawingml/2006/main">
              <a:ext uri="{FF2B5EF4-FFF2-40B4-BE49-F238E27FC236}">
                <a16:creationId xmlns:a16="http://schemas.microsoft.com/office/drawing/2014/main" id="{E9E9F047-9F28-408A-8697-B5365CB3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559" y="81447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1" name="path-7199">
            <a:extLst xmlns:a="http://schemas.openxmlformats.org/drawingml/2006/main">
              <a:ext uri="{FF2B5EF4-FFF2-40B4-BE49-F238E27FC236}">
                <a16:creationId xmlns:a16="http://schemas.microsoft.com/office/drawing/2014/main" id="{3F8CC710-54F4-46F4-ADAE-8A29953B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998" y="8124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2" name="path-7200">
            <a:extLst xmlns:a="http://schemas.openxmlformats.org/drawingml/2006/main">
              <a:ext uri="{FF2B5EF4-FFF2-40B4-BE49-F238E27FC236}">
                <a16:creationId xmlns:a16="http://schemas.microsoft.com/office/drawing/2014/main" id="{93791AC4-7913-4A73-97AD-455B6639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748" y="81411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3" name="path-7201">
            <a:extLst xmlns:a="http://schemas.openxmlformats.org/drawingml/2006/main">
              <a:ext uri="{FF2B5EF4-FFF2-40B4-BE49-F238E27FC236}">
                <a16:creationId xmlns:a16="http://schemas.microsoft.com/office/drawing/2014/main" id="{D7C90E5B-E0AB-48A4-812B-F03B021C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303" y="81343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4" name="path-7202">
            <a:extLst xmlns:a="http://schemas.openxmlformats.org/drawingml/2006/main">
              <a:ext uri="{FF2B5EF4-FFF2-40B4-BE49-F238E27FC236}">
                <a16:creationId xmlns:a16="http://schemas.microsoft.com/office/drawing/2014/main" id="{D96E3D3C-F6F5-4144-BB0C-10DD84BB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452" y="81543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5" name="path-7203">
            <a:extLst xmlns:a="http://schemas.openxmlformats.org/drawingml/2006/main">
              <a:ext uri="{FF2B5EF4-FFF2-40B4-BE49-F238E27FC236}">
                <a16:creationId xmlns:a16="http://schemas.microsoft.com/office/drawing/2014/main" id="{D579BE39-1818-48BA-A063-25ED766A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418" y="81196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6" name="path-7204">
            <a:extLst xmlns:a="http://schemas.openxmlformats.org/drawingml/2006/main">
              <a:ext uri="{FF2B5EF4-FFF2-40B4-BE49-F238E27FC236}">
                <a16:creationId xmlns:a16="http://schemas.microsoft.com/office/drawing/2014/main" id="{4BF6DC97-1AD8-40A8-8842-ED187D1A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776" y="81303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7" name="path-7205">
            <a:extLst xmlns:a="http://schemas.openxmlformats.org/drawingml/2006/main">
              <a:ext uri="{FF2B5EF4-FFF2-40B4-BE49-F238E27FC236}">
                <a16:creationId xmlns:a16="http://schemas.microsoft.com/office/drawing/2014/main" id="{3F2F6BD9-0A03-4CFA-A315-653759F3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22" y="81590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8" name="path-7206">
            <a:extLst xmlns:a="http://schemas.openxmlformats.org/drawingml/2006/main">
              <a:ext uri="{FF2B5EF4-FFF2-40B4-BE49-F238E27FC236}">
                <a16:creationId xmlns:a16="http://schemas.microsoft.com/office/drawing/2014/main" id="{23C0EF2F-43EA-41FD-A4DE-025171E0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772" y="81242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9" name="path-7207">
            <a:extLst xmlns:a="http://schemas.openxmlformats.org/drawingml/2006/main">
              <a:ext uri="{FF2B5EF4-FFF2-40B4-BE49-F238E27FC236}">
                <a16:creationId xmlns:a16="http://schemas.microsoft.com/office/drawing/2014/main" id="{A60DAF1E-8BA7-49A0-9B99-46BC092D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285" y="81397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0" name="path-7208">
            <a:extLst xmlns:a="http://schemas.openxmlformats.org/drawingml/2006/main">
              <a:ext uri="{FF2B5EF4-FFF2-40B4-BE49-F238E27FC236}">
                <a16:creationId xmlns:a16="http://schemas.microsoft.com/office/drawing/2014/main" id="{CC2EB2EE-DCEB-484D-BD5D-A14AB6E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640" y="81379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1" name="path-7209">
            <a:extLst xmlns:a="http://schemas.openxmlformats.org/drawingml/2006/main">
              <a:ext uri="{FF2B5EF4-FFF2-40B4-BE49-F238E27FC236}">
                <a16:creationId xmlns:a16="http://schemas.microsoft.com/office/drawing/2014/main" id="{54D64D01-B147-4BDB-A31D-F24694C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493" y="81520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2" name="path-7210">
            <a:extLst xmlns:a="http://schemas.openxmlformats.org/drawingml/2006/main">
              <a:ext uri="{FF2B5EF4-FFF2-40B4-BE49-F238E27FC236}">
                <a16:creationId xmlns:a16="http://schemas.microsoft.com/office/drawing/2014/main" id="{E9B7AF95-1C32-4706-B67B-12F1DF1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912" y="8158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3" name="path-7211">
            <a:extLst xmlns:a="http://schemas.openxmlformats.org/drawingml/2006/main">
              <a:ext uri="{FF2B5EF4-FFF2-40B4-BE49-F238E27FC236}">
                <a16:creationId xmlns:a16="http://schemas.microsoft.com/office/drawing/2014/main" id="{0183857B-48C4-4195-89A9-CB373076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026" y="81645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4" name="path-7212">
            <a:extLst xmlns:a="http://schemas.openxmlformats.org/drawingml/2006/main">
              <a:ext uri="{FF2B5EF4-FFF2-40B4-BE49-F238E27FC236}">
                <a16:creationId xmlns:a16="http://schemas.microsoft.com/office/drawing/2014/main" id="{D5C5FB9B-5751-4234-9CAD-00DF6916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452" y="81660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5" name="path-7213">
            <a:extLst xmlns:a="http://schemas.openxmlformats.org/drawingml/2006/main">
              <a:ext uri="{FF2B5EF4-FFF2-40B4-BE49-F238E27FC236}">
                <a16:creationId xmlns:a16="http://schemas.microsoft.com/office/drawing/2014/main" id="{38284E9B-C0FC-47FE-BBF2-C03B7C17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197" y="81499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6" name="path-7214">
            <a:extLst xmlns:a="http://schemas.openxmlformats.org/drawingml/2006/main">
              <a:ext uri="{FF2B5EF4-FFF2-40B4-BE49-F238E27FC236}">
                <a16:creationId xmlns:a16="http://schemas.microsoft.com/office/drawing/2014/main" id="{F77E62D0-2CA6-451E-98F5-B7F8744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069" y="81678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7" name="path-7215">
            <a:extLst xmlns:a="http://schemas.openxmlformats.org/drawingml/2006/main">
              <a:ext uri="{FF2B5EF4-FFF2-40B4-BE49-F238E27FC236}">
                <a16:creationId xmlns:a16="http://schemas.microsoft.com/office/drawing/2014/main" id="{04CA86E9-A19E-4321-A26D-998EAB5B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080" y="81609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8" name="path-7216">
            <a:extLst xmlns:a="http://schemas.openxmlformats.org/drawingml/2006/main">
              <a:ext uri="{FF2B5EF4-FFF2-40B4-BE49-F238E27FC236}">
                <a16:creationId xmlns:a16="http://schemas.microsoft.com/office/drawing/2014/main" id="{47DAC4C2-E0FB-4D6C-96C0-B878263A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698" y="8159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9" name="path-7217">
            <a:extLst xmlns:a="http://schemas.openxmlformats.org/drawingml/2006/main">
              <a:ext uri="{FF2B5EF4-FFF2-40B4-BE49-F238E27FC236}">
                <a16:creationId xmlns:a16="http://schemas.microsoft.com/office/drawing/2014/main" id="{532DCF0F-C4E7-4374-B2D9-60B89ACB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104" y="81629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0" name="path-7218">
            <a:extLst xmlns:a="http://schemas.openxmlformats.org/drawingml/2006/main">
              <a:ext uri="{FF2B5EF4-FFF2-40B4-BE49-F238E27FC236}">
                <a16:creationId xmlns:a16="http://schemas.microsoft.com/office/drawing/2014/main" id="{504358F6-7388-4FE5-8416-36517818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433" y="81590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1" name="path-7219">
            <a:extLst xmlns:a="http://schemas.openxmlformats.org/drawingml/2006/main">
              <a:ext uri="{FF2B5EF4-FFF2-40B4-BE49-F238E27FC236}">
                <a16:creationId xmlns:a16="http://schemas.microsoft.com/office/drawing/2014/main" id="{F8BA642E-E510-43EB-A361-29D95578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788" y="81240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2" name="path-7220">
            <a:extLst xmlns:a="http://schemas.openxmlformats.org/drawingml/2006/main">
              <a:ext uri="{FF2B5EF4-FFF2-40B4-BE49-F238E27FC236}">
                <a16:creationId xmlns:a16="http://schemas.microsoft.com/office/drawing/2014/main" id="{FBB9A988-0E91-404F-9A03-A11B2851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105" y="81291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3" name="path-7221">
            <a:extLst xmlns:a="http://schemas.openxmlformats.org/drawingml/2006/main">
              <a:ext uri="{FF2B5EF4-FFF2-40B4-BE49-F238E27FC236}">
                <a16:creationId xmlns:a16="http://schemas.microsoft.com/office/drawing/2014/main" id="{E68C26FE-E594-4048-AB43-9791C615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475" y="8130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4" name="path-7222">
            <a:extLst xmlns:a="http://schemas.openxmlformats.org/drawingml/2006/main">
              <a:ext uri="{FF2B5EF4-FFF2-40B4-BE49-F238E27FC236}">
                <a16:creationId xmlns:a16="http://schemas.microsoft.com/office/drawing/2014/main" id="{D7256C8E-706C-454A-AEA3-46EE54D2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236" y="8147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5" name="path-7223">
            <a:extLst xmlns:a="http://schemas.openxmlformats.org/drawingml/2006/main">
              <a:ext uri="{FF2B5EF4-FFF2-40B4-BE49-F238E27FC236}">
                <a16:creationId xmlns:a16="http://schemas.microsoft.com/office/drawing/2014/main" id="{D06B3247-B125-4ADE-8A3B-BFE0B3FA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231" y="81243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6" name="path-7224">
            <a:extLst xmlns:a="http://schemas.openxmlformats.org/drawingml/2006/main">
              <a:ext uri="{FF2B5EF4-FFF2-40B4-BE49-F238E27FC236}">
                <a16:creationId xmlns:a16="http://schemas.microsoft.com/office/drawing/2014/main" id="{675BADFD-2BA6-42AC-A410-7B672635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441" y="81260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7" name="path-7225">
            <a:extLst xmlns:a="http://schemas.openxmlformats.org/drawingml/2006/main">
              <a:ext uri="{FF2B5EF4-FFF2-40B4-BE49-F238E27FC236}">
                <a16:creationId xmlns:a16="http://schemas.microsoft.com/office/drawing/2014/main" id="{34C94C48-B149-4D3C-ACA3-E9579BFC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065" y="81304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8" name="path-7226">
            <a:extLst xmlns:a="http://schemas.openxmlformats.org/drawingml/2006/main">
              <a:ext uri="{FF2B5EF4-FFF2-40B4-BE49-F238E27FC236}">
                <a16:creationId xmlns:a16="http://schemas.microsoft.com/office/drawing/2014/main" id="{EA1DD091-C87F-4543-A25E-9EBE3A42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724" y="8135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9" name="path-7227">
            <a:extLst xmlns:a="http://schemas.openxmlformats.org/drawingml/2006/main">
              <a:ext uri="{FF2B5EF4-FFF2-40B4-BE49-F238E27FC236}">
                <a16:creationId xmlns:a16="http://schemas.microsoft.com/office/drawing/2014/main" id="{85394C0B-6AFB-44EC-BCBC-4E13890D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736" y="81384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0" name="path-7228">
            <a:extLst xmlns:a="http://schemas.openxmlformats.org/drawingml/2006/main">
              <a:ext uri="{FF2B5EF4-FFF2-40B4-BE49-F238E27FC236}">
                <a16:creationId xmlns:a16="http://schemas.microsoft.com/office/drawing/2014/main" id="{0C1BA453-76AA-4365-8213-BE87F05D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04" y="8149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1" name="path-7229">
            <a:extLst xmlns:a="http://schemas.openxmlformats.org/drawingml/2006/main">
              <a:ext uri="{FF2B5EF4-FFF2-40B4-BE49-F238E27FC236}">
                <a16:creationId xmlns:a16="http://schemas.microsoft.com/office/drawing/2014/main" id="{45A960E8-714E-462E-9E16-AE5BBF5B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383" y="81475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2" name="path-7230">
            <a:extLst xmlns:a="http://schemas.openxmlformats.org/drawingml/2006/main">
              <a:ext uri="{FF2B5EF4-FFF2-40B4-BE49-F238E27FC236}">
                <a16:creationId xmlns:a16="http://schemas.microsoft.com/office/drawing/2014/main" id="{410F507A-8B56-4951-8CE2-CAFDF31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112" y="8143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3" name="path-7231">
            <a:extLst xmlns:a="http://schemas.openxmlformats.org/drawingml/2006/main">
              <a:ext uri="{FF2B5EF4-FFF2-40B4-BE49-F238E27FC236}">
                <a16:creationId xmlns:a16="http://schemas.microsoft.com/office/drawing/2014/main" id="{6539571A-5315-483B-9867-8C51B1E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970" y="8133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4" name="path-7232">
            <a:extLst xmlns:a="http://schemas.openxmlformats.org/drawingml/2006/main">
              <a:ext uri="{FF2B5EF4-FFF2-40B4-BE49-F238E27FC236}">
                <a16:creationId xmlns:a16="http://schemas.microsoft.com/office/drawing/2014/main" id="{3D499099-C4FD-4A0D-9DB9-5A206CBB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223" y="8161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5" name="path-7233">
            <a:extLst xmlns:a="http://schemas.openxmlformats.org/drawingml/2006/main">
              <a:ext uri="{FF2B5EF4-FFF2-40B4-BE49-F238E27FC236}">
                <a16:creationId xmlns:a16="http://schemas.microsoft.com/office/drawing/2014/main" id="{5E0A6B5A-598D-499F-9741-36070E50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648" y="81302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6" name="path-7234">
            <a:extLst xmlns:a="http://schemas.openxmlformats.org/drawingml/2006/main">
              <a:ext uri="{FF2B5EF4-FFF2-40B4-BE49-F238E27FC236}">
                <a16:creationId xmlns:a16="http://schemas.microsoft.com/office/drawing/2014/main" id="{9982BAEE-2410-4FE1-A443-A4D36E5E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890" y="81249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7" name="path-7235">
            <a:extLst xmlns:a="http://schemas.openxmlformats.org/drawingml/2006/main">
              <a:ext uri="{FF2B5EF4-FFF2-40B4-BE49-F238E27FC236}">
                <a16:creationId xmlns:a16="http://schemas.microsoft.com/office/drawing/2014/main" id="{E8C731E3-F19E-4102-BF04-20BA287F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795" y="81403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8" name="path-7236">
            <a:extLst xmlns:a="http://schemas.openxmlformats.org/drawingml/2006/main">
              <a:ext uri="{FF2B5EF4-FFF2-40B4-BE49-F238E27FC236}">
                <a16:creationId xmlns:a16="http://schemas.microsoft.com/office/drawing/2014/main" id="{D8FEE92D-E7F7-456D-AE09-93243AF5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444" y="81279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9" name="path-7237">
            <a:extLst xmlns:a="http://schemas.openxmlformats.org/drawingml/2006/main">
              <a:ext uri="{FF2B5EF4-FFF2-40B4-BE49-F238E27FC236}">
                <a16:creationId xmlns:a16="http://schemas.microsoft.com/office/drawing/2014/main" id="{C72073EC-8BBC-4343-A192-FDF747B5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181" y="8148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0" name="path-7238">
            <a:extLst xmlns:a="http://schemas.openxmlformats.org/drawingml/2006/main">
              <a:ext uri="{FF2B5EF4-FFF2-40B4-BE49-F238E27FC236}">
                <a16:creationId xmlns:a16="http://schemas.microsoft.com/office/drawing/2014/main" id="{D5397BA2-019E-4885-AC1F-2D590090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630" y="81244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1" name="path-7239">
            <a:extLst xmlns:a="http://schemas.openxmlformats.org/drawingml/2006/main">
              <a:ext uri="{FF2B5EF4-FFF2-40B4-BE49-F238E27FC236}">
                <a16:creationId xmlns:a16="http://schemas.microsoft.com/office/drawing/2014/main" id="{2798EF13-349A-40F1-913B-15EA4CEB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3" y="81431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2" name="path-7240">
            <a:extLst xmlns:a="http://schemas.openxmlformats.org/drawingml/2006/main">
              <a:ext uri="{FF2B5EF4-FFF2-40B4-BE49-F238E27FC236}">
                <a16:creationId xmlns:a16="http://schemas.microsoft.com/office/drawing/2014/main" id="{71F5CBCC-95FC-4464-8FF3-3FC2B4E6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433" y="81330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3" name="path-7241">
            <a:extLst xmlns:a="http://schemas.openxmlformats.org/drawingml/2006/main">
              <a:ext uri="{FF2B5EF4-FFF2-40B4-BE49-F238E27FC236}">
                <a16:creationId xmlns:a16="http://schemas.microsoft.com/office/drawing/2014/main" id="{951B0918-9109-49A5-82EC-FDF0ABA1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361" y="81199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4" name="path-7242">
            <a:extLst xmlns:a="http://schemas.openxmlformats.org/drawingml/2006/main">
              <a:ext uri="{FF2B5EF4-FFF2-40B4-BE49-F238E27FC236}">
                <a16:creationId xmlns:a16="http://schemas.microsoft.com/office/drawing/2014/main" id="{D93E93BD-A35B-406B-8115-581D5B7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382" y="81475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5" name="path-7243">
            <a:extLst xmlns:a="http://schemas.openxmlformats.org/drawingml/2006/main">
              <a:ext uri="{FF2B5EF4-FFF2-40B4-BE49-F238E27FC236}">
                <a16:creationId xmlns:a16="http://schemas.microsoft.com/office/drawing/2014/main" id="{C2B83231-2518-402B-B822-73B87656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147" y="81156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6" name="path-7244">
            <a:extLst xmlns:a="http://schemas.openxmlformats.org/drawingml/2006/main">
              <a:ext uri="{FF2B5EF4-FFF2-40B4-BE49-F238E27FC236}">
                <a16:creationId xmlns:a16="http://schemas.microsoft.com/office/drawing/2014/main" id="{F0948D24-C207-493C-9B4E-6CA0E850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751" y="81544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7" name="path-7245">
            <a:extLst xmlns:a="http://schemas.openxmlformats.org/drawingml/2006/main">
              <a:ext uri="{FF2B5EF4-FFF2-40B4-BE49-F238E27FC236}">
                <a16:creationId xmlns:a16="http://schemas.microsoft.com/office/drawing/2014/main" id="{5FFA4642-A99C-4806-B953-9C9ED33B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665" y="8126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8" name="path-7246">
            <a:extLst xmlns:a="http://schemas.openxmlformats.org/drawingml/2006/main">
              <a:ext uri="{FF2B5EF4-FFF2-40B4-BE49-F238E27FC236}">
                <a16:creationId xmlns:a16="http://schemas.microsoft.com/office/drawing/2014/main" id="{09F493B5-14EF-41B1-AC56-5813C1CE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342" y="81661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9" name="path-7247">
            <a:extLst xmlns:a="http://schemas.openxmlformats.org/drawingml/2006/main">
              <a:ext uri="{FF2B5EF4-FFF2-40B4-BE49-F238E27FC236}">
                <a16:creationId xmlns:a16="http://schemas.microsoft.com/office/drawing/2014/main" id="{4D881E48-23EC-4255-A911-6F1A54E6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776" y="81498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0" name="path-7248">
            <a:extLst xmlns:a="http://schemas.openxmlformats.org/drawingml/2006/main">
              <a:ext uri="{FF2B5EF4-FFF2-40B4-BE49-F238E27FC236}">
                <a16:creationId xmlns:a16="http://schemas.microsoft.com/office/drawing/2014/main" id="{AF53E174-6B44-4729-A821-DAC8CD4A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305" y="8160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1" name="path-7249">
            <a:extLst xmlns:a="http://schemas.openxmlformats.org/drawingml/2006/main">
              <a:ext uri="{FF2B5EF4-FFF2-40B4-BE49-F238E27FC236}">
                <a16:creationId xmlns:a16="http://schemas.microsoft.com/office/drawing/2014/main" id="{678D5248-E50A-4F21-AC4F-49693584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676" y="81379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2" name="path-7250">
            <a:extLst xmlns:a="http://schemas.openxmlformats.org/drawingml/2006/main">
              <a:ext uri="{FF2B5EF4-FFF2-40B4-BE49-F238E27FC236}">
                <a16:creationId xmlns:a16="http://schemas.microsoft.com/office/drawing/2014/main" id="{953BDC1C-527D-47C2-94F6-74EF23CA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644" y="81472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3" name="path-7251">
            <a:extLst xmlns:a="http://schemas.openxmlformats.org/drawingml/2006/main">
              <a:ext uri="{FF2B5EF4-FFF2-40B4-BE49-F238E27FC236}">
                <a16:creationId xmlns:a16="http://schemas.microsoft.com/office/drawing/2014/main" id="{B0E6F462-52C2-45B7-8DD8-3C4366D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64" y="81348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4" name="path-7252">
            <a:extLst xmlns:a="http://schemas.openxmlformats.org/drawingml/2006/main">
              <a:ext uri="{FF2B5EF4-FFF2-40B4-BE49-F238E27FC236}">
                <a16:creationId xmlns:a16="http://schemas.microsoft.com/office/drawing/2014/main" id="{63F54252-3CAB-4198-903D-23FE01C6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11" y="8137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5" name="path-7253">
            <a:extLst xmlns:a="http://schemas.openxmlformats.org/drawingml/2006/main">
              <a:ext uri="{FF2B5EF4-FFF2-40B4-BE49-F238E27FC236}">
                <a16:creationId xmlns:a16="http://schemas.microsoft.com/office/drawing/2014/main" id="{4B9A6D81-00FA-4BE8-BE28-CDC8179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554" y="81538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6" name="path-7254">
            <a:extLst xmlns:a="http://schemas.openxmlformats.org/drawingml/2006/main">
              <a:ext uri="{FF2B5EF4-FFF2-40B4-BE49-F238E27FC236}">
                <a16:creationId xmlns:a16="http://schemas.microsoft.com/office/drawing/2014/main" id="{B13ED0E8-0A3A-40AD-983A-68A152DD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537" y="81376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7" name="path-7255">
            <a:extLst xmlns:a="http://schemas.openxmlformats.org/drawingml/2006/main">
              <a:ext uri="{FF2B5EF4-FFF2-40B4-BE49-F238E27FC236}">
                <a16:creationId xmlns:a16="http://schemas.microsoft.com/office/drawing/2014/main" id="{2BE97BA3-11FE-4954-A588-2E6D7430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406" y="8123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8" name="path-7256">
            <a:extLst xmlns:a="http://schemas.openxmlformats.org/drawingml/2006/main">
              <a:ext uri="{FF2B5EF4-FFF2-40B4-BE49-F238E27FC236}">
                <a16:creationId xmlns:a16="http://schemas.microsoft.com/office/drawing/2014/main" id="{177D8A98-E828-4227-A35F-7406D846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890" y="8162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9" name="path-7257">
            <a:extLst xmlns:a="http://schemas.openxmlformats.org/drawingml/2006/main">
              <a:ext uri="{FF2B5EF4-FFF2-40B4-BE49-F238E27FC236}">
                <a16:creationId xmlns:a16="http://schemas.microsoft.com/office/drawing/2014/main" id="{FF27FF64-18FB-4526-B5FD-91EC285E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3192" y="81283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0" name="path-7258">
            <a:extLst xmlns:a="http://schemas.openxmlformats.org/drawingml/2006/main">
              <a:ext uri="{FF2B5EF4-FFF2-40B4-BE49-F238E27FC236}">
                <a16:creationId xmlns:a16="http://schemas.microsoft.com/office/drawing/2014/main" id="{5322FB95-1B82-402E-8EEF-5A484C14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4652" y="81437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1" name="path-7259">
            <a:extLst xmlns:a="http://schemas.openxmlformats.org/drawingml/2006/main">
              <a:ext uri="{FF2B5EF4-FFF2-40B4-BE49-F238E27FC236}">
                <a16:creationId xmlns:a16="http://schemas.microsoft.com/office/drawing/2014/main" id="{54E5AE3F-F19E-457F-BB04-02AFD08F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287" y="81699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2" name="path-7260">
            <a:extLst xmlns:a="http://schemas.openxmlformats.org/drawingml/2006/main">
              <a:ext uri="{FF2B5EF4-FFF2-40B4-BE49-F238E27FC236}">
                <a16:creationId xmlns:a16="http://schemas.microsoft.com/office/drawing/2014/main" id="{29617CD8-9339-41FC-B8BA-71490724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19" y="81493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3" name="path-7261">
            <a:extLst xmlns:a="http://schemas.openxmlformats.org/drawingml/2006/main">
              <a:ext uri="{FF2B5EF4-FFF2-40B4-BE49-F238E27FC236}">
                <a16:creationId xmlns:a16="http://schemas.microsoft.com/office/drawing/2014/main" id="{589EA795-A74D-4CE7-B5CE-11D6F5D2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757" y="8137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4" name="path-7262">
            <a:extLst xmlns:a="http://schemas.openxmlformats.org/drawingml/2006/main">
              <a:ext uri="{FF2B5EF4-FFF2-40B4-BE49-F238E27FC236}">
                <a16:creationId xmlns:a16="http://schemas.microsoft.com/office/drawing/2014/main" id="{7DC1A576-E0C7-4480-A4CE-96DEDA75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2504" y="8128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5" name="path-7263">
            <a:extLst xmlns:a="http://schemas.openxmlformats.org/drawingml/2006/main">
              <a:ext uri="{FF2B5EF4-FFF2-40B4-BE49-F238E27FC236}">
                <a16:creationId xmlns:a16="http://schemas.microsoft.com/office/drawing/2014/main" id="{7AB4AF8F-B859-498B-A6BA-18FE39C4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919" y="81166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6" name="path-7264">
            <a:extLst xmlns:a="http://schemas.openxmlformats.org/drawingml/2006/main">
              <a:ext uri="{FF2B5EF4-FFF2-40B4-BE49-F238E27FC236}">
                <a16:creationId xmlns:a16="http://schemas.microsoft.com/office/drawing/2014/main" id="{633EB3B8-3B65-4EFD-9BDA-D77719BD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983" y="8133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7" name="path-7265">
            <a:extLst xmlns:a="http://schemas.openxmlformats.org/drawingml/2006/main">
              <a:ext uri="{FF2B5EF4-FFF2-40B4-BE49-F238E27FC236}">
                <a16:creationId xmlns:a16="http://schemas.microsoft.com/office/drawing/2014/main" id="{ACF6B01D-0B83-4901-B95E-3A1478C0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6" y="81338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8" name="path-7266">
            <a:extLst xmlns:a="http://schemas.openxmlformats.org/drawingml/2006/main">
              <a:ext uri="{FF2B5EF4-FFF2-40B4-BE49-F238E27FC236}">
                <a16:creationId xmlns:a16="http://schemas.microsoft.com/office/drawing/2014/main" id="{7428A4F5-206C-44DC-9DD3-A1533BD9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6230" y="81192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9" name="path-7267">
            <a:extLst xmlns:a="http://schemas.openxmlformats.org/drawingml/2006/main">
              <a:ext uri="{FF2B5EF4-FFF2-40B4-BE49-F238E27FC236}">
                <a16:creationId xmlns:a16="http://schemas.microsoft.com/office/drawing/2014/main" id="{962750C1-4CB7-469C-BD0C-291D14A8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314" y="81270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0" name="path-7268">
            <a:extLst xmlns:a="http://schemas.openxmlformats.org/drawingml/2006/main">
              <a:ext uri="{FF2B5EF4-FFF2-40B4-BE49-F238E27FC236}">
                <a16:creationId xmlns:a16="http://schemas.microsoft.com/office/drawing/2014/main" id="{DE095538-109A-423F-B402-B5678EEE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965" y="81626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1" name="path-7269">
            <a:extLst xmlns:a="http://schemas.openxmlformats.org/drawingml/2006/main">
              <a:ext uri="{FF2B5EF4-FFF2-40B4-BE49-F238E27FC236}">
                <a16:creationId xmlns:a16="http://schemas.microsoft.com/office/drawing/2014/main" id="{A33B58A9-AA46-4CAC-B334-6489655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61" y="81690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2" name="path-7270">
            <a:extLst xmlns:a="http://schemas.openxmlformats.org/drawingml/2006/main">
              <a:ext uri="{FF2B5EF4-FFF2-40B4-BE49-F238E27FC236}">
                <a16:creationId xmlns:a16="http://schemas.microsoft.com/office/drawing/2014/main" id="{627B3324-BD3C-4ACB-A004-7F0D06FB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17" y="8150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3" name="path-7271">
            <a:extLst xmlns:a="http://schemas.openxmlformats.org/drawingml/2006/main">
              <a:ext uri="{FF2B5EF4-FFF2-40B4-BE49-F238E27FC236}">
                <a16:creationId xmlns:a16="http://schemas.microsoft.com/office/drawing/2014/main" id="{D3425D7D-9561-4306-BD4B-D6A7B108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79" y="81379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4" name="path-7272">
            <a:extLst xmlns:a="http://schemas.openxmlformats.org/drawingml/2006/main">
              <a:ext uri="{FF2B5EF4-FFF2-40B4-BE49-F238E27FC236}">
                <a16:creationId xmlns:a16="http://schemas.microsoft.com/office/drawing/2014/main" id="{99A1FB8E-CF55-4535-9FEE-D0B1F38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8553" y="81015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5" name="path-7273">
            <a:extLst xmlns:a="http://schemas.openxmlformats.org/drawingml/2006/main">
              <a:ext uri="{FF2B5EF4-FFF2-40B4-BE49-F238E27FC236}">
                <a16:creationId xmlns:a16="http://schemas.microsoft.com/office/drawing/2014/main" id="{CF42DACE-7F8B-4E07-B87D-7D0EA8D7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171" y="81732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6" name="path-7274">
            <a:extLst xmlns:a="http://schemas.openxmlformats.org/drawingml/2006/main">
              <a:ext uri="{FF2B5EF4-FFF2-40B4-BE49-F238E27FC236}">
                <a16:creationId xmlns:a16="http://schemas.microsoft.com/office/drawing/2014/main" id="{5E7C0C69-81BD-4949-B977-D4BA7CD3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02" y="8141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7" name="path-7275">
            <a:extLst xmlns:a="http://schemas.openxmlformats.org/drawingml/2006/main">
              <a:ext uri="{FF2B5EF4-FFF2-40B4-BE49-F238E27FC236}">
                <a16:creationId xmlns:a16="http://schemas.microsoft.com/office/drawing/2014/main" id="{DBDA1528-8390-4813-85A7-4F4BA67E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479" y="81705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8" name="path-7276">
            <a:extLst xmlns:a="http://schemas.openxmlformats.org/drawingml/2006/main">
              <a:ext uri="{FF2B5EF4-FFF2-40B4-BE49-F238E27FC236}">
                <a16:creationId xmlns:a16="http://schemas.microsoft.com/office/drawing/2014/main" id="{B56DF58E-FDE8-49C5-93D5-0B669AB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1444" y="81651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9" name="path-7277">
            <a:extLst xmlns:a="http://schemas.openxmlformats.org/drawingml/2006/main">
              <a:ext uri="{FF2B5EF4-FFF2-40B4-BE49-F238E27FC236}">
                <a16:creationId xmlns:a16="http://schemas.microsoft.com/office/drawing/2014/main" id="{E13B5853-20BE-4AD5-8B21-B3A45DE3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970" y="8158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0" name="path-7278">
            <a:extLst xmlns:a="http://schemas.openxmlformats.org/drawingml/2006/main">
              <a:ext uri="{FF2B5EF4-FFF2-40B4-BE49-F238E27FC236}">
                <a16:creationId xmlns:a16="http://schemas.microsoft.com/office/drawing/2014/main" id="{C04C3653-6335-49E2-BB1E-376D513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04" y="8148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1" name="path-7279">
            <a:extLst xmlns:a="http://schemas.openxmlformats.org/drawingml/2006/main">
              <a:ext uri="{FF2B5EF4-FFF2-40B4-BE49-F238E27FC236}">
                <a16:creationId xmlns:a16="http://schemas.microsoft.com/office/drawing/2014/main" id="{47A3E741-DAE3-428E-8447-686E8026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134" y="81403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2" name="path-7280">
            <a:extLst xmlns:a="http://schemas.openxmlformats.org/drawingml/2006/main">
              <a:ext uri="{FF2B5EF4-FFF2-40B4-BE49-F238E27FC236}">
                <a16:creationId xmlns:a16="http://schemas.microsoft.com/office/drawing/2014/main" id="{FC007470-F6FF-473E-8C45-3AB5A887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374" y="81179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3" name="path-7281">
            <a:extLst xmlns:a="http://schemas.openxmlformats.org/drawingml/2006/main">
              <a:ext uri="{FF2B5EF4-FFF2-40B4-BE49-F238E27FC236}">
                <a16:creationId xmlns:a16="http://schemas.microsoft.com/office/drawing/2014/main" id="{A5529681-4D82-4855-9E7A-4F3BE669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682" y="81476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4" name="path-7282">
            <a:extLst xmlns:a="http://schemas.openxmlformats.org/drawingml/2006/main">
              <a:ext uri="{FF2B5EF4-FFF2-40B4-BE49-F238E27FC236}">
                <a16:creationId xmlns:a16="http://schemas.microsoft.com/office/drawing/2014/main" id="{B9BA70D9-6D6A-4E2C-9046-83754CD3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48" y="81446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5" name="path-7283">
            <a:extLst xmlns:a="http://schemas.openxmlformats.org/drawingml/2006/main">
              <a:ext uri="{FF2B5EF4-FFF2-40B4-BE49-F238E27FC236}">
                <a16:creationId xmlns:a16="http://schemas.microsoft.com/office/drawing/2014/main" id="{6E4F688F-3CE9-4987-B4BB-3AE3ABA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293" y="81217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6" name="path-7284">
            <a:extLst xmlns:a="http://schemas.openxmlformats.org/drawingml/2006/main">
              <a:ext uri="{FF2B5EF4-FFF2-40B4-BE49-F238E27FC236}">
                <a16:creationId xmlns:a16="http://schemas.microsoft.com/office/drawing/2014/main" id="{9C42E2BC-D2D5-4130-9C35-3FC4439A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147" y="81504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7" name="path-7285">
            <a:extLst xmlns:a="http://schemas.openxmlformats.org/drawingml/2006/main">
              <a:ext uri="{FF2B5EF4-FFF2-40B4-BE49-F238E27FC236}">
                <a16:creationId xmlns:a16="http://schemas.microsoft.com/office/drawing/2014/main" id="{A472EC59-6C8B-4FC9-9B8E-1EE795C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898" y="8098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8" name="path-7286">
            <a:extLst xmlns:a="http://schemas.openxmlformats.org/drawingml/2006/main">
              <a:ext uri="{FF2B5EF4-FFF2-40B4-BE49-F238E27FC236}">
                <a16:creationId xmlns:a16="http://schemas.microsoft.com/office/drawing/2014/main" id="{D3F6E6D7-3A43-48B0-BB0A-7BE9976B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92" y="81586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9" name="path-7287">
            <a:extLst xmlns:a="http://schemas.openxmlformats.org/drawingml/2006/main">
              <a:ext uri="{FF2B5EF4-FFF2-40B4-BE49-F238E27FC236}">
                <a16:creationId xmlns:a16="http://schemas.microsoft.com/office/drawing/2014/main" id="{68A3C6DF-B098-4655-8037-6CE07818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478" y="81444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0" name="path-7288">
            <a:extLst xmlns:a="http://schemas.openxmlformats.org/drawingml/2006/main">
              <a:ext uri="{FF2B5EF4-FFF2-40B4-BE49-F238E27FC236}">
                <a16:creationId xmlns:a16="http://schemas.microsoft.com/office/drawing/2014/main" id="{4F0F39A2-1C6B-47FE-BB6E-B3BA70E8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863" y="81727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1" name="path-7289">
            <a:extLst xmlns:a="http://schemas.openxmlformats.org/drawingml/2006/main">
              <a:ext uri="{FF2B5EF4-FFF2-40B4-BE49-F238E27FC236}">
                <a16:creationId xmlns:a16="http://schemas.microsoft.com/office/drawing/2014/main" id="{3B5FAEFF-11E9-439D-8057-B433E523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266" y="81442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2" name="path-7290">
            <a:extLst xmlns:a="http://schemas.openxmlformats.org/drawingml/2006/main">
              <a:ext uri="{FF2B5EF4-FFF2-40B4-BE49-F238E27FC236}">
                <a16:creationId xmlns:a16="http://schemas.microsoft.com/office/drawing/2014/main" id="{BCB40D06-AD9B-42DE-8716-C73CD9C6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869" y="81684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3" name="path-7291">
            <a:extLst xmlns:a="http://schemas.openxmlformats.org/drawingml/2006/main">
              <a:ext uri="{FF2B5EF4-FFF2-40B4-BE49-F238E27FC236}">
                <a16:creationId xmlns:a16="http://schemas.microsoft.com/office/drawing/2014/main" id="{61E036D2-59E0-4DD4-8B5A-E5ACD0E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593" y="81460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4" name="path-7292">
            <a:extLst xmlns:a="http://schemas.openxmlformats.org/drawingml/2006/main">
              <a:ext uri="{FF2B5EF4-FFF2-40B4-BE49-F238E27FC236}">
                <a16:creationId xmlns:a16="http://schemas.microsoft.com/office/drawing/2014/main" id="{6A7CD2DE-EAE6-4646-A6D6-FE9F7EE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200" y="81390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5" name="path-7293">
            <a:extLst xmlns:a="http://schemas.openxmlformats.org/drawingml/2006/main">
              <a:ext uri="{FF2B5EF4-FFF2-40B4-BE49-F238E27FC236}">
                <a16:creationId xmlns:a16="http://schemas.microsoft.com/office/drawing/2014/main" id="{1B2E801A-4106-4878-BA48-22924A2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999" y="81398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6" name="path-7294">
            <a:extLst xmlns:a="http://schemas.openxmlformats.org/drawingml/2006/main">
              <a:ext uri="{FF2B5EF4-FFF2-40B4-BE49-F238E27FC236}">
                <a16:creationId xmlns:a16="http://schemas.microsoft.com/office/drawing/2014/main" id="{9556B1E4-3296-4596-B478-605F944E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928" y="81322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7" name="path-7295">
            <a:extLst xmlns:a="http://schemas.openxmlformats.org/drawingml/2006/main">
              <a:ext uri="{FF2B5EF4-FFF2-40B4-BE49-F238E27FC236}">
                <a16:creationId xmlns:a16="http://schemas.microsoft.com/office/drawing/2014/main" id="{1ED02C90-1FDD-46B4-9F3E-61931ACE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87" y="81632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8" name="path-7296">
            <a:extLst xmlns:a="http://schemas.openxmlformats.org/drawingml/2006/main">
              <a:ext uri="{FF2B5EF4-FFF2-40B4-BE49-F238E27FC236}">
                <a16:creationId xmlns:a16="http://schemas.microsoft.com/office/drawing/2014/main" id="{08CB4DCA-5B4B-4DDD-89BB-7D78AE66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053" y="81487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9" name="path-7297">
            <a:extLst xmlns:a="http://schemas.openxmlformats.org/drawingml/2006/main">
              <a:ext uri="{FF2B5EF4-FFF2-40B4-BE49-F238E27FC236}">
                <a16:creationId xmlns:a16="http://schemas.microsoft.com/office/drawing/2014/main" id="{8CEB41AD-29A7-4C7F-AAB3-249FFBC9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063" y="8138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0" name="path-7298">
            <a:extLst xmlns:a="http://schemas.openxmlformats.org/drawingml/2006/main">
              <a:ext uri="{FF2B5EF4-FFF2-40B4-BE49-F238E27FC236}">
                <a16:creationId xmlns:a16="http://schemas.microsoft.com/office/drawing/2014/main" id="{833A8BC7-0641-46E5-AF5E-20D37141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162" y="8165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1" name="path-7299">
            <a:extLst xmlns:a="http://schemas.openxmlformats.org/drawingml/2006/main">
              <a:ext uri="{FF2B5EF4-FFF2-40B4-BE49-F238E27FC236}">
                <a16:creationId xmlns:a16="http://schemas.microsoft.com/office/drawing/2014/main" id="{D8C3DBA3-8523-483E-84C9-90C12A53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738" y="81431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2" name="path-7300">
            <a:extLst xmlns:a="http://schemas.openxmlformats.org/drawingml/2006/main">
              <a:ext uri="{FF2B5EF4-FFF2-40B4-BE49-F238E27FC236}">
                <a16:creationId xmlns:a16="http://schemas.microsoft.com/office/drawing/2014/main" id="{2BABA9F8-0691-42F6-B5BD-979516BC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832" y="81324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3" name="path-7301">
            <a:extLst xmlns:a="http://schemas.openxmlformats.org/drawingml/2006/main">
              <a:ext uri="{FF2B5EF4-FFF2-40B4-BE49-F238E27FC236}">
                <a16:creationId xmlns:a16="http://schemas.microsoft.com/office/drawing/2014/main" id="{17AA9D79-5830-4782-ABDE-12CF4247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021" y="81427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4" name="path-7302">
            <a:extLst xmlns:a="http://schemas.openxmlformats.org/drawingml/2006/main">
              <a:ext uri="{FF2B5EF4-FFF2-40B4-BE49-F238E27FC236}">
                <a16:creationId xmlns:a16="http://schemas.microsoft.com/office/drawing/2014/main" id="{7A635E5C-DAA5-471C-A6B1-0EC0F11D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286" y="81241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5" name="path-7303">
            <a:extLst xmlns:a="http://schemas.openxmlformats.org/drawingml/2006/main">
              <a:ext uri="{FF2B5EF4-FFF2-40B4-BE49-F238E27FC236}">
                <a16:creationId xmlns:a16="http://schemas.microsoft.com/office/drawing/2014/main" id="{9DEE6FBB-ED01-4791-A976-E5FEEF3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99" y="81837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6" name="path-7304">
            <a:extLst xmlns:a="http://schemas.openxmlformats.org/drawingml/2006/main">
              <a:ext uri="{FF2B5EF4-FFF2-40B4-BE49-F238E27FC236}">
                <a16:creationId xmlns:a16="http://schemas.microsoft.com/office/drawing/2014/main" id="{B96F3B5B-B881-47FA-9C4F-8995F353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825" y="81184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7" name="path-7305">
            <a:extLst xmlns:a="http://schemas.openxmlformats.org/drawingml/2006/main">
              <a:ext uri="{FF2B5EF4-FFF2-40B4-BE49-F238E27FC236}">
                <a16:creationId xmlns:a16="http://schemas.microsoft.com/office/drawing/2014/main" id="{F8F028D3-2D3E-4B79-95D7-D01E05A8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95" y="81293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8" name="path-7306">
            <a:extLst xmlns:a="http://schemas.openxmlformats.org/drawingml/2006/main">
              <a:ext uri="{FF2B5EF4-FFF2-40B4-BE49-F238E27FC236}">
                <a16:creationId xmlns:a16="http://schemas.microsoft.com/office/drawing/2014/main" id="{9B2B99F6-7460-42C7-8CA6-D8ED5B7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768" y="81230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9" name="path-7307">
            <a:extLst xmlns:a="http://schemas.openxmlformats.org/drawingml/2006/main">
              <a:ext uri="{FF2B5EF4-FFF2-40B4-BE49-F238E27FC236}">
                <a16:creationId xmlns:a16="http://schemas.microsoft.com/office/drawing/2014/main" id="{623FAC88-BF32-4DA3-9EAC-0F9FE61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118" y="81330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0" name="path-7308">
            <a:extLst xmlns:a="http://schemas.openxmlformats.org/drawingml/2006/main">
              <a:ext uri="{FF2B5EF4-FFF2-40B4-BE49-F238E27FC236}">
                <a16:creationId xmlns:a16="http://schemas.microsoft.com/office/drawing/2014/main" id="{EDE25879-4262-4E9B-A564-6575DB8A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591" y="81029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1" name="path-7309">
            <a:extLst xmlns:a="http://schemas.openxmlformats.org/drawingml/2006/main">
              <a:ext uri="{FF2B5EF4-FFF2-40B4-BE49-F238E27FC236}">
                <a16:creationId xmlns:a16="http://schemas.microsoft.com/office/drawing/2014/main" id="{34D4D1CD-AC14-422E-9500-90AECDB7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655" y="8125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2" name="path-7310">
            <a:extLst xmlns:a="http://schemas.openxmlformats.org/drawingml/2006/main">
              <a:ext uri="{FF2B5EF4-FFF2-40B4-BE49-F238E27FC236}">
                <a16:creationId xmlns:a16="http://schemas.microsoft.com/office/drawing/2014/main" id="{30A7D36C-3BB8-400A-8BDD-C2217B35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863" y="81598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3" name="path-7311">
            <a:extLst xmlns:a="http://schemas.openxmlformats.org/drawingml/2006/main">
              <a:ext uri="{FF2B5EF4-FFF2-40B4-BE49-F238E27FC236}">
                <a16:creationId xmlns:a16="http://schemas.microsoft.com/office/drawing/2014/main" id="{0A0A2658-F431-4BD9-8392-5A6BAF83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47" y="81509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4" name="path-7312">
            <a:extLst xmlns:a="http://schemas.openxmlformats.org/drawingml/2006/main">
              <a:ext uri="{FF2B5EF4-FFF2-40B4-BE49-F238E27FC236}">
                <a16:creationId xmlns:a16="http://schemas.microsoft.com/office/drawing/2014/main" id="{7A0DB824-E97D-4B16-A65D-B61E143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695" y="81212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5" name="path-7313">
            <a:extLst xmlns:a="http://schemas.openxmlformats.org/drawingml/2006/main">
              <a:ext uri="{FF2B5EF4-FFF2-40B4-BE49-F238E27FC236}">
                <a16:creationId xmlns:a16="http://schemas.microsoft.com/office/drawing/2014/main" id="{B3AC3C4F-2934-49AB-92F7-690BC2EE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843" y="81544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6" name="path-7314">
            <a:extLst xmlns:a="http://schemas.openxmlformats.org/drawingml/2006/main">
              <a:ext uri="{FF2B5EF4-FFF2-40B4-BE49-F238E27FC236}">
                <a16:creationId xmlns:a16="http://schemas.microsoft.com/office/drawing/2014/main" id="{B40228AB-1D8A-4120-A1E7-3C610B08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34" y="80934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7" name="path-7315">
            <a:extLst xmlns:a="http://schemas.openxmlformats.org/drawingml/2006/main">
              <a:ext uri="{FF2B5EF4-FFF2-40B4-BE49-F238E27FC236}">
                <a16:creationId xmlns:a16="http://schemas.microsoft.com/office/drawing/2014/main" id="{FC17B855-59A1-455F-BA0E-AD415FD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756" y="81431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8" name="path-7316">
            <a:extLst xmlns:a="http://schemas.openxmlformats.org/drawingml/2006/main">
              <a:ext uri="{FF2B5EF4-FFF2-40B4-BE49-F238E27FC236}">
                <a16:creationId xmlns:a16="http://schemas.microsoft.com/office/drawing/2014/main" id="{8FDEC194-C05E-4243-A5E8-25F364B4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82" y="8095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9" name="path-7317">
            <a:extLst xmlns:a="http://schemas.openxmlformats.org/drawingml/2006/main">
              <a:ext uri="{FF2B5EF4-FFF2-40B4-BE49-F238E27FC236}">
                <a16:creationId xmlns:a16="http://schemas.microsoft.com/office/drawing/2014/main" id="{3B68B25A-08C4-48EC-8298-87BF6528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471" y="8118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0" name="path-7318">
            <a:extLst xmlns:a="http://schemas.openxmlformats.org/drawingml/2006/main">
              <a:ext uri="{FF2B5EF4-FFF2-40B4-BE49-F238E27FC236}">
                <a16:creationId xmlns:a16="http://schemas.microsoft.com/office/drawing/2014/main" id="{6E27D888-9762-42D4-B7F4-3B1C7654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969" y="81289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1" name="path-7319">
            <a:extLst xmlns:a="http://schemas.openxmlformats.org/drawingml/2006/main">
              <a:ext uri="{FF2B5EF4-FFF2-40B4-BE49-F238E27FC236}">
                <a16:creationId xmlns:a16="http://schemas.microsoft.com/office/drawing/2014/main" id="{16EE8120-95F6-4240-BC69-F8F72078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30" y="81139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2" name="path-7320">
            <a:extLst xmlns:a="http://schemas.openxmlformats.org/drawingml/2006/main">
              <a:ext uri="{FF2B5EF4-FFF2-40B4-BE49-F238E27FC236}">
                <a16:creationId xmlns:a16="http://schemas.microsoft.com/office/drawing/2014/main" id="{1F36A7F1-C70E-4972-A4A0-23BAEB0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379" y="81343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3" name="path-7321">
            <a:extLst xmlns:a="http://schemas.openxmlformats.org/drawingml/2006/main">
              <a:ext uri="{FF2B5EF4-FFF2-40B4-BE49-F238E27FC236}">
                <a16:creationId xmlns:a16="http://schemas.microsoft.com/office/drawing/2014/main" id="{D97E2045-49E9-4A4B-9DBC-80EB334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776" y="81642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4" name="path-7322">
            <a:extLst xmlns:a="http://schemas.openxmlformats.org/drawingml/2006/main">
              <a:ext uri="{FF2B5EF4-FFF2-40B4-BE49-F238E27FC236}">
                <a16:creationId xmlns:a16="http://schemas.microsoft.com/office/drawing/2014/main" id="{D7ED47AB-0EEB-40A5-85F5-E437EB41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184" y="81391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5" name="path-7323">
            <a:extLst xmlns:a="http://schemas.openxmlformats.org/drawingml/2006/main">
              <a:ext uri="{FF2B5EF4-FFF2-40B4-BE49-F238E27FC236}">
                <a16:creationId xmlns:a16="http://schemas.microsoft.com/office/drawing/2014/main" id="{7585AE5F-7575-4F03-8B43-8C8A91D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269" y="8154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6" name="path-7324">
            <a:extLst xmlns:a="http://schemas.openxmlformats.org/drawingml/2006/main">
              <a:ext uri="{FF2B5EF4-FFF2-40B4-BE49-F238E27FC236}">
                <a16:creationId xmlns:a16="http://schemas.microsoft.com/office/drawing/2014/main" id="{CBC1C762-A9B3-4995-998C-62CE4BA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595" y="81422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7" name="path-7325">
            <a:extLst xmlns:a="http://schemas.openxmlformats.org/drawingml/2006/main">
              <a:ext uri="{FF2B5EF4-FFF2-40B4-BE49-F238E27FC236}">
                <a16:creationId xmlns:a16="http://schemas.microsoft.com/office/drawing/2014/main" id="{A219FD01-3284-4811-B736-B077513F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727" y="81249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8" name="path-7326">
            <a:extLst xmlns:a="http://schemas.openxmlformats.org/drawingml/2006/main">
              <a:ext uri="{FF2B5EF4-FFF2-40B4-BE49-F238E27FC236}">
                <a16:creationId xmlns:a16="http://schemas.microsoft.com/office/drawing/2014/main" id="{1F7814D8-538C-4C85-937D-EAFB19D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652" y="8133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9" name="path-7327">
            <a:extLst xmlns:a="http://schemas.openxmlformats.org/drawingml/2006/main">
              <a:ext uri="{FF2B5EF4-FFF2-40B4-BE49-F238E27FC236}">
                <a16:creationId xmlns:a16="http://schemas.microsoft.com/office/drawing/2014/main" id="{BF99D0F3-2ADE-4297-A7FC-E3FB25B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36" y="81678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0" name="path-7328">
            <a:extLst xmlns:a="http://schemas.openxmlformats.org/drawingml/2006/main">
              <a:ext uri="{FF2B5EF4-FFF2-40B4-BE49-F238E27FC236}">
                <a16:creationId xmlns:a16="http://schemas.microsoft.com/office/drawing/2014/main" id="{EAC24C6D-CB00-4C8F-BA17-7624214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840" y="81752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1" name="path-7329">
            <a:extLst xmlns:a="http://schemas.openxmlformats.org/drawingml/2006/main">
              <a:ext uri="{FF2B5EF4-FFF2-40B4-BE49-F238E27FC236}">
                <a16:creationId xmlns:a16="http://schemas.microsoft.com/office/drawing/2014/main" id="{F5480A4B-6132-4448-A199-2EB7529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281" y="8152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2" name="path-7330">
            <a:extLst xmlns:a="http://schemas.openxmlformats.org/drawingml/2006/main">
              <a:ext uri="{FF2B5EF4-FFF2-40B4-BE49-F238E27FC236}">
                <a16:creationId xmlns:a16="http://schemas.microsoft.com/office/drawing/2014/main" id="{7063833A-FDB5-4680-8270-7514C01D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079" y="81257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3" name="path-7331">
            <a:extLst xmlns:a="http://schemas.openxmlformats.org/drawingml/2006/main">
              <a:ext uri="{FF2B5EF4-FFF2-40B4-BE49-F238E27FC236}">
                <a16:creationId xmlns:a16="http://schemas.microsoft.com/office/drawing/2014/main" id="{5065A57F-6E40-4AFC-B50C-A58837F1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136" y="81273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4" name="path-7332">
            <a:extLst xmlns:a="http://schemas.openxmlformats.org/drawingml/2006/main">
              <a:ext uri="{FF2B5EF4-FFF2-40B4-BE49-F238E27FC236}">
                <a16:creationId xmlns:a16="http://schemas.microsoft.com/office/drawing/2014/main" id="{439F6FE0-9A64-49B9-9CC0-787B7CB3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522" y="81376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5" name="path-7333">
            <a:extLst xmlns:a="http://schemas.openxmlformats.org/drawingml/2006/main">
              <a:ext uri="{FF2B5EF4-FFF2-40B4-BE49-F238E27FC236}">
                <a16:creationId xmlns:a16="http://schemas.microsoft.com/office/drawing/2014/main" id="{E32B9F57-16C6-4835-88A0-7EB87D2A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969" y="81383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6" name="path-7334">
            <a:extLst xmlns:a="http://schemas.openxmlformats.org/drawingml/2006/main">
              <a:ext uri="{FF2B5EF4-FFF2-40B4-BE49-F238E27FC236}">
                <a16:creationId xmlns:a16="http://schemas.microsoft.com/office/drawing/2014/main" id="{9CA01FAC-0BBE-4DAD-B6D7-0EEA7240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641" y="81644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7" name="path-7335">
            <a:extLst xmlns:a="http://schemas.openxmlformats.org/drawingml/2006/main">
              <a:ext uri="{FF2B5EF4-FFF2-40B4-BE49-F238E27FC236}">
                <a16:creationId xmlns:a16="http://schemas.microsoft.com/office/drawing/2014/main" id="{3C3AC732-F736-4116-A2B9-A006FC69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152" y="8160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8" name="path-7336">
            <a:extLst xmlns:a="http://schemas.openxmlformats.org/drawingml/2006/main">
              <a:ext uri="{FF2B5EF4-FFF2-40B4-BE49-F238E27FC236}">
                <a16:creationId xmlns:a16="http://schemas.microsoft.com/office/drawing/2014/main" id="{BAFF566F-8638-4CA1-A6B2-C03C78FD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490" y="81665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9" name="path-7337">
            <a:extLst xmlns:a="http://schemas.openxmlformats.org/drawingml/2006/main">
              <a:ext uri="{FF2B5EF4-FFF2-40B4-BE49-F238E27FC236}">
                <a16:creationId xmlns:a16="http://schemas.microsoft.com/office/drawing/2014/main" id="{E60782A6-5F67-4446-A0FC-7AD241B5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523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0" name="path-7338">
            <a:extLst xmlns:a="http://schemas.openxmlformats.org/drawingml/2006/main">
              <a:ext uri="{FF2B5EF4-FFF2-40B4-BE49-F238E27FC236}">
                <a16:creationId xmlns:a16="http://schemas.microsoft.com/office/drawing/2014/main" id="{0422160A-7B52-48EA-B77E-82B7B891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157" y="8066032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1" name="path-7339">
            <a:extLst xmlns:a="http://schemas.openxmlformats.org/drawingml/2006/main">
              <a:ext uri="{FF2B5EF4-FFF2-40B4-BE49-F238E27FC236}">
                <a16:creationId xmlns:a16="http://schemas.microsoft.com/office/drawing/2014/main" id="{98809768-57D7-4259-B791-8C94E47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654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2" name="path-7340">
            <a:extLst xmlns:a="http://schemas.openxmlformats.org/drawingml/2006/main">
              <a:ext uri="{FF2B5EF4-FFF2-40B4-BE49-F238E27FC236}">
                <a16:creationId xmlns:a16="http://schemas.microsoft.com/office/drawing/2014/main" id="{604DECB1-3FAC-4654-BA90-59DF17F7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5288" y="8066032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3" name="path-7341">
            <a:extLst xmlns:a="http://schemas.openxmlformats.org/drawingml/2006/main">
              <a:ext uri="{FF2B5EF4-FFF2-40B4-BE49-F238E27FC236}">
                <a16:creationId xmlns:a16="http://schemas.microsoft.com/office/drawing/2014/main" id="{7F66B942-9B4F-47C3-A06C-71131AAB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956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4" name="path-7342">
            <a:extLst xmlns:a="http://schemas.openxmlformats.org/drawingml/2006/main">
              <a:ext uri="{FF2B5EF4-FFF2-40B4-BE49-F238E27FC236}">
                <a16:creationId xmlns:a16="http://schemas.microsoft.com/office/drawing/2014/main" id="{77F2E8E2-28A1-45CE-9694-836819A6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7711" y="8048275"/>
            <a:ext cx="264360" cy="264360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5" name="path-7343">
            <a:extLst xmlns:a="http://schemas.openxmlformats.org/drawingml/2006/main">
              <a:ext uri="{FF2B5EF4-FFF2-40B4-BE49-F238E27FC236}">
                <a16:creationId xmlns:a16="http://schemas.microsoft.com/office/drawing/2014/main" id="{8A57EC84-6C90-4ED4-BE0E-2E76B580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25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6" name="path-7344">
            <a:extLst xmlns:a="http://schemas.openxmlformats.org/drawingml/2006/main">
              <a:ext uri="{FF2B5EF4-FFF2-40B4-BE49-F238E27FC236}">
                <a16:creationId xmlns:a16="http://schemas.microsoft.com/office/drawing/2014/main" id="{3383FAC9-E2D9-46BB-9E51-51499376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580" y="8048275"/>
            <a:ext cx="264360" cy="264360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7" name="path-7345">
            <a:extLst xmlns:a="http://schemas.openxmlformats.org/drawingml/2006/main">
              <a:ext uri="{FF2B5EF4-FFF2-40B4-BE49-F238E27FC236}">
                <a16:creationId xmlns:a16="http://schemas.microsoft.com/office/drawing/2014/main" id="{E7D65FE0-AEEC-402B-9743-A7D40A8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8415595"/>
            <a:ext cx="106398" cy="118519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9" y="90508"/>
                </a:lnTo>
                <a:lnTo>
                  <a:pt x="22497" y="98402"/>
                </a:lnTo>
                <a:lnTo>
                  <a:pt x="36836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8" name="path-7346">
            <a:extLst xmlns:a="http://schemas.openxmlformats.org/drawingml/2006/main">
              <a:ext uri="{FF2B5EF4-FFF2-40B4-BE49-F238E27FC236}">
                <a16:creationId xmlns:a16="http://schemas.microsoft.com/office/drawing/2014/main" id="{8E78B0ED-A114-4305-B376-C66D39F9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8113910"/>
            <a:ext cx="21548" cy="15084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9" name="path-7347">
            <a:extLst xmlns:a="http://schemas.openxmlformats.org/drawingml/2006/main">
              <a:ext uri="{FF2B5EF4-FFF2-40B4-BE49-F238E27FC236}">
                <a16:creationId xmlns:a16="http://schemas.microsoft.com/office/drawing/2014/main" id="{19D94891-8E4A-41D3-9DC1-7F36E80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7844548"/>
            <a:ext cx="106398" cy="118519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0" name="path-7348">
            <a:extLst xmlns:a="http://schemas.openxmlformats.org/drawingml/2006/main">
              <a:ext uri="{FF2B5EF4-FFF2-40B4-BE49-F238E27FC236}">
                <a16:creationId xmlns:a16="http://schemas.microsoft.com/office/drawing/2014/main" id="{C02E3475-1DA4-43F6-BFB6-0650A4A8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97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1" name="path-7349">
            <a:extLst xmlns:a="http://schemas.openxmlformats.org/drawingml/2006/main">
              <a:ext uri="{FF2B5EF4-FFF2-40B4-BE49-F238E27FC236}">
                <a16:creationId xmlns:a16="http://schemas.microsoft.com/office/drawing/2014/main" id="{5216ECFE-BDEA-4751-B80C-2366C172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175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2" name="path-7350">
            <a:extLst xmlns:a="http://schemas.openxmlformats.org/drawingml/2006/main">
              <a:ext uri="{FF2B5EF4-FFF2-40B4-BE49-F238E27FC236}">
                <a16:creationId xmlns:a16="http://schemas.microsoft.com/office/drawing/2014/main" id="{7CB89AF4-793E-47AE-9278-A46F33BB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375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3" name="path-7351">
            <a:extLst xmlns:a="http://schemas.openxmlformats.org/drawingml/2006/main">
              <a:ext uri="{FF2B5EF4-FFF2-40B4-BE49-F238E27FC236}">
                <a16:creationId xmlns:a16="http://schemas.microsoft.com/office/drawing/2014/main" id="{37579A14-3EE6-4477-A3B3-0F07F86C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575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4" name="path-7352">
            <a:extLst xmlns:a="http://schemas.openxmlformats.org/drawingml/2006/main">
              <a:ext uri="{FF2B5EF4-FFF2-40B4-BE49-F238E27FC236}">
                <a16:creationId xmlns:a16="http://schemas.microsoft.com/office/drawing/2014/main" id="{DAE3B55B-8DD7-45FB-AF23-9C7F80D3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775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5" name="path-7353">
            <a:extLst xmlns:a="http://schemas.openxmlformats.org/drawingml/2006/main">
              <a:ext uri="{FF2B5EF4-FFF2-40B4-BE49-F238E27FC236}">
                <a16:creationId xmlns:a16="http://schemas.microsoft.com/office/drawing/2014/main" id="{4693953F-1C18-4138-BC44-4D5CC812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97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6" name="path-7354">
            <a:extLst xmlns:a="http://schemas.openxmlformats.org/drawingml/2006/main">
              <a:ext uri="{FF2B5EF4-FFF2-40B4-BE49-F238E27FC236}">
                <a16:creationId xmlns:a16="http://schemas.microsoft.com/office/drawing/2014/main" id="{6355E076-6B32-428C-BE7C-76936345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175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7" name="path-7355">
            <a:extLst xmlns:a="http://schemas.openxmlformats.org/drawingml/2006/main">
              <a:ext uri="{FF2B5EF4-FFF2-40B4-BE49-F238E27FC236}">
                <a16:creationId xmlns:a16="http://schemas.microsoft.com/office/drawing/2014/main" id="{BC1A38F1-B121-4116-9442-08C4243C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37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8" name="path-7356">
            <a:extLst xmlns:a="http://schemas.openxmlformats.org/drawingml/2006/main">
              <a:ext uri="{FF2B5EF4-FFF2-40B4-BE49-F238E27FC236}">
                <a16:creationId xmlns:a16="http://schemas.microsoft.com/office/drawing/2014/main" id="{4140808B-BD47-4A3C-877C-A1995ED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57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9" name="path-7357">
            <a:extLst xmlns:a="http://schemas.openxmlformats.org/drawingml/2006/main">
              <a:ext uri="{FF2B5EF4-FFF2-40B4-BE49-F238E27FC236}">
                <a16:creationId xmlns:a16="http://schemas.microsoft.com/office/drawing/2014/main" id="{97F98294-52E4-4EC4-B829-B190C820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775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0" name="path-7358">
            <a:extLst xmlns:a="http://schemas.openxmlformats.org/drawingml/2006/main">
              <a:ext uri="{FF2B5EF4-FFF2-40B4-BE49-F238E27FC236}">
                <a16:creationId xmlns:a16="http://schemas.microsoft.com/office/drawing/2014/main" id="{F889A44E-2B39-4D58-B3D1-A3CEFA7F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97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1" name="path-7359">
            <a:extLst xmlns:a="http://schemas.openxmlformats.org/drawingml/2006/main">
              <a:ext uri="{FF2B5EF4-FFF2-40B4-BE49-F238E27FC236}">
                <a16:creationId xmlns:a16="http://schemas.microsoft.com/office/drawing/2014/main" id="{04950177-CA5C-4279-BAFB-755AA861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4175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2" name="path-7360">
            <a:extLst xmlns:a="http://schemas.openxmlformats.org/drawingml/2006/main">
              <a:ext uri="{FF2B5EF4-FFF2-40B4-BE49-F238E27FC236}">
                <a16:creationId xmlns:a16="http://schemas.microsoft.com/office/drawing/2014/main" id="{69DFE3A8-0947-4E9E-A9A4-48D7F7D8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37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3" name="path-7361">
            <a:extLst xmlns:a="http://schemas.openxmlformats.org/drawingml/2006/main">
              <a:ext uri="{FF2B5EF4-FFF2-40B4-BE49-F238E27FC236}">
                <a16:creationId xmlns:a16="http://schemas.microsoft.com/office/drawing/2014/main" id="{6390F5A7-8873-4C6C-B8E2-C743B1F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575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4" name="path-7362">
            <a:extLst xmlns:a="http://schemas.openxmlformats.org/drawingml/2006/main">
              <a:ext uri="{FF2B5EF4-FFF2-40B4-BE49-F238E27FC236}">
                <a16:creationId xmlns:a16="http://schemas.microsoft.com/office/drawing/2014/main" id="{892EFF16-2F04-41F5-AB8B-4B94A30F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775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5" name="path-7363">
            <a:extLst xmlns:a="http://schemas.openxmlformats.org/drawingml/2006/main">
              <a:ext uri="{FF2B5EF4-FFF2-40B4-BE49-F238E27FC236}">
                <a16:creationId xmlns:a16="http://schemas.microsoft.com/office/drawing/2014/main" id="{349C6035-FF20-4E90-BD4B-5FF120A4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974" y="7844548"/>
            <a:ext cx="106398" cy="118519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9" y="10789"/>
                </a:lnTo>
                <a:lnTo>
                  <a:pt x="68440" y="2895"/>
                </a:lnTo>
                <a:lnTo>
                  <a:pt x="54102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6" name="path-7364">
            <a:extLst xmlns:a="http://schemas.openxmlformats.org/drawingml/2006/main">
              <a:ext uri="{FF2B5EF4-FFF2-40B4-BE49-F238E27FC236}">
                <a16:creationId xmlns:a16="http://schemas.microsoft.com/office/drawing/2014/main" id="{1A870951-D149-4BD9-839D-1B5A8FEA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1823" y="8113910"/>
            <a:ext cx="21550" cy="15084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7" name="path-7365">
            <a:extLst xmlns:a="http://schemas.openxmlformats.org/drawingml/2006/main">
              <a:ext uri="{FF2B5EF4-FFF2-40B4-BE49-F238E27FC236}">
                <a16:creationId xmlns:a16="http://schemas.microsoft.com/office/drawing/2014/main" id="{DEA64543-9341-414C-B235-6971F065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974" y="8415595"/>
            <a:ext cx="106398" cy="118519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2" y="101297"/>
                </a:lnTo>
                <a:lnTo>
                  <a:pt x="68440" y="98402"/>
                </a:lnTo>
                <a:lnTo>
                  <a:pt x="80149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8" name="path-7366">
            <a:extLst xmlns:a="http://schemas.openxmlformats.org/drawingml/2006/main">
              <a:ext uri="{FF2B5EF4-FFF2-40B4-BE49-F238E27FC236}">
                <a16:creationId xmlns:a16="http://schemas.microsoft.com/office/drawing/2014/main" id="{6D1EA060-A463-47F8-ACC4-5E8D242A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775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9" name="path-7367">
            <a:extLst xmlns:a="http://schemas.openxmlformats.org/drawingml/2006/main">
              <a:ext uri="{FF2B5EF4-FFF2-40B4-BE49-F238E27FC236}">
                <a16:creationId xmlns:a16="http://schemas.microsoft.com/office/drawing/2014/main" id="{DF28A9F1-D8F1-4DD8-9499-229AF6F2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575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0" name="path-7368">
            <a:extLst xmlns:a="http://schemas.openxmlformats.org/drawingml/2006/main">
              <a:ext uri="{FF2B5EF4-FFF2-40B4-BE49-F238E27FC236}">
                <a16:creationId xmlns:a16="http://schemas.microsoft.com/office/drawing/2014/main" id="{57966117-ADDD-484A-AD48-8BE9BB4A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37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1" name="path-7369">
            <a:extLst xmlns:a="http://schemas.openxmlformats.org/drawingml/2006/main">
              <a:ext uri="{FF2B5EF4-FFF2-40B4-BE49-F238E27FC236}">
                <a16:creationId xmlns:a16="http://schemas.microsoft.com/office/drawing/2014/main" id="{F55C529A-CF0B-48A3-A5CF-A7DABD68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4175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2" name="path-7370">
            <a:extLst xmlns:a="http://schemas.openxmlformats.org/drawingml/2006/main">
              <a:ext uri="{FF2B5EF4-FFF2-40B4-BE49-F238E27FC236}">
                <a16:creationId xmlns:a16="http://schemas.microsoft.com/office/drawing/2014/main" id="{8047288C-D511-4741-90F8-578C1C1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97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3" name="path-7371">
            <a:extLst xmlns:a="http://schemas.openxmlformats.org/drawingml/2006/main">
              <a:ext uri="{FF2B5EF4-FFF2-40B4-BE49-F238E27FC236}">
                <a16:creationId xmlns:a16="http://schemas.microsoft.com/office/drawing/2014/main" id="{72F2AC38-E29B-491A-B775-56B05B49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775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4" name="path-7372">
            <a:extLst xmlns:a="http://schemas.openxmlformats.org/drawingml/2006/main">
              <a:ext uri="{FF2B5EF4-FFF2-40B4-BE49-F238E27FC236}">
                <a16:creationId xmlns:a16="http://schemas.microsoft.com/office/drawing/2014/main" id="{B5EF78B7-752E-48F3-93FD-E7B357AE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57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5" name="path-7373">
            <a:extLst xmlns:a="http://schemas.openxmlformats.org/drawingml/2006/main">
              <a:ext uri="{FF2B5EF4-FFF2-40B4-BE49-F238E27FC236}">
                <a16:creationId xmlns:a16="http://schemas.microsoft.com/office/drawing/2014/main" id="{0558E669-113C-43D0-9D77-E497806C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37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6" name="path-7374">
            <a:extLst xmlns:a="http://schemas.openxmlformats.org/drawingml/2006/main">
              <a:ext uri="{FF2B5EF4-FFF2-40B4-BE49-F238E27FC236}">
                <a16:creationId xmlns:a16="http://schemas.microsoft.com/office/drawing/2014/main" id="{8FB5A6F9-5C70-4820-8743-EA2DDEBE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175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7" name="path-7375">
            <a:extLst xmlns:a="http://schemas.openxmlformats.org/drawingml/2006/main">
              <a:ext uri="{FF2B5EF4-FFF2-40B4-BE49-F238E27FC236}">
                <a16:creationId xmlns:a16="http://schemas.microsoft.com/office/drawing/2014/main" id="{A55DB650-4B3A-4C9C-B5C7-322D1D92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97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8" name="path-7376">
            <a:extLst xmlns:a="http://schemas.openxmlformats.org/drawingml/2006/main">
              <a:ext uri="{FF2B5EF4-FFF2-40B4-BE49-F238E27FC236}">
                <a16:creationId xmlns:a16="http://schemas.microsoft.com/office/drawing/2014/main" id="{D8E0B26C-1198-4A9E-B8CC-4A488085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775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9" name="path-7377">
            <a:extLst xmlns:a="http://schemas.openxmlformats.org/drawingml/2006/main">
              <a:ext uri="{FF2B5EF4-FFF2-40B4-BE49-F238E27FC236}">
                <a16:creationId xmlns:a16="http://schemas.microsoft.com/office/drawing/2014/main" id="{DE1898CF-157B-4D1A-BA1E-F2F84C8B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575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0" name="path-7378">
            <a:extLst xmlns:a="http://schemas.openxmlformats.org/drawingml/2006/main">
              <a:ext uri="{FF2B5EF4-FFF2-40B4-BE49-F238E27FC236}">
                <a16:creationId xmlns:a16="http://schemas.microsoft.com/office/drawing/2014/main" id="{7A7B938D-54AB-4172-B332-83A799CD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375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1" name="path-7379">
            <a:extLst xmlns:a="http://schemas.openxmlformats.org/drawingml/2006/main">
              <a:ext uri="{FF2B5EF4-FFF2-40B4-BE49-F238E27FC236}">
                <a16:creationId xmlns:a16="http://schemas.microsoft.com/office/drawing/2014/main" id="{5F354746-2FB4-4CB1-9AD3-932A3E4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175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2" name="path-7380">
            <a:extLst xmlns:a="http://schemas.openxmlformats.org/drawingml/2006/main">
              <a:ext uri="{FF2B5EF4-FFF2-40B4-BE49-F238E27FC236}">
                <a16:creationId xmlns:a16="http://schemas.microsoft.com/office/drawing/2014/main" id="{5E33698E-9AB2-442A-AC9D-16CF5C48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97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3" name="path-7381">
            <a:extLst xmlns:a="http://schemas.openxmlformats.org/drawingml/2006/main">
              <a:ext uri="{FF2B5EF4-FFF2-40B4-BE49-F238E27FC236}">
                <a16:creationId xmlns:a16="http://schemas.microsoft.com/office/drawing/2014/main" id="{B3D88C86-82F2-4EE8-98B0-F4AF0806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197" y="5401596"/>
            <a:ext cx="3467758" cy="283482"/>
          </a:xfrm>
          <a:custGeom xmlns:a="http://schemas.openxmlformats.org/drawingml/2006/main">
            <a:pathLst>
              <a:path w="2963849" h="242289">
                <a:moveTo>
                  <a:pt x="45621" y="242289"/>
                </a:moveTo>
                <a:lnTo>
                  <a:pt x="61342" y="44084"/>
                </a:lnTo>
                <a:cubicBezTo>
                  <a:pt x="61797" y="38274"/>
                  <a:pt x="62024" y="33490"/>
                  <a:pt x="62024" y="29731"/>
                </a:cubicBezTo>
                <a:cubicBezTo>
                  <a:pt x="62024" y="23694"/>
                  <a:pt x="60601" y="19251"/>
                  <a:pt x="57753" y="16403"/>
                </a:cubicBezTo>
                <a:cubicBezTo>
                  <a:pt x="55020" y="13555"/>
                  <a:pt x="50121" y="11961"/>
                  <a:pt x="43058" y="11619"/>
                </a:cubicBezTo>
                <a:lnTo>
                  <a:pt x="45621" y="5297"/>
                </a:lnTo>
                <a:lnTo>
                  <a:pt x="139257" y="5297"/>
                </a:lnTo>
                <a:lnTo>
                  <a:pt x="137377" y="11619"/>
                </a:lnTo>
                <a:lnTo>
                  <a:pt x="132763" y="11619"/>
                </a:lnTo>
                <a:cubicBezTo>
                  <a:pt x="126613" y="11619"/>
                  <a:pt x="121600" y="13669"/>
                  <a:pt x="117728" y="17770"/>
                </a:cubicBezTo>
                <a:cubicBezTo>
                  <a:pt x="113968" y="21757"/>
                  <a:pt x="111689" y="29275"/>
                  <a:pt x="110892" y="40325"/>
                </a:cubicBezTo>
                <a:lnTo>
                  <a:pt x="101837" y="157881"/>
                </a:lnTo>
                <a:lnTo>
                  <a:pt x="171721" y="62367"/>
                </a:lnTo>
                <a:lnTo>
                  <a:pt x="173430" y="40325"/>
                </a:lnTo>
                <a:cubicBezTo>
                  <a:pt x="173885" y="35768"/>
                  <a:pt x="174113" y="32123"/>
                  <a:pt x="174113" y="29389"/>
                </a:cubicBezTo>
                <a:cubicBezTo>
                  <a:pt x="174113" y="23808"/>
                  <a:pt x="172576" y="19536"/>
                  <a:pt x="169499" y="16574"/>
                </a:cubicBezTo>
                <a:cubicBezTo>
                  <a:pt x="166538" y="13613"/>
                  <a:pt x="161583" y="11961"/>
                  <a:pt x="154634" y="11619"/>
                </a:cubicBezTo>
                <a:lnTo>
                  <a:pt x="156343" y="5297"/>
                </a:lnTo>
                <a:lnTo>
                  <a:pt x="250661" y="5297"/>
                </a:lnTo>
                <a:lnTo>
                  <a:pt x="248782" y="11619"/>
                </a:lnTo>
                <a:cubicBezTo>
                  <a:pt x="240467" y="11619"/>
                  <a:pt x="234315" y="13669"/>
                  <a:pt x="230328" y="17770"/>
                </a:cubicBezTo>
                <a:cubicBezTo>
                  <a:pt x="226342" y="21757"/>
                  <a:pt x="223892" y="29275"/>
                  <a:pt x="222980" y="40325"/>
                </a:cubicBezTo>
                <a:lnTo>
                  <a:pt x="214095" y="157881"/>
                </a:lnTo>
                <a:lnTo>
                  <a:pt x="281417" y="65271"/>
                </a:lnTo>
                <a:cubicBezTo>
                  <a:pt x="292922" y="49438"/>
                  <a:pt x="300041" y="38673"/>
                  <a:pt x="302776" y="32977"/>
                </a:cubicBezTo>
                <a:cubicBezTo>
                  <a:pt x="304712" y="29104"/>
                  <a:pt x="305681" y="25801"/>
                  <a:pt x="305681" y="23067"/>
                </a:cubicBezTo>
                <a:cubicBezTo>
                  <a:pt x="305681" y="20447"/>
                  <a:pt x="304370" y="18112"/>
                  <a:pt x="301750" y="16062"/>
                </a:cubicBezTo>
                <a:cubicBezTo>
                  <a:pt x="299244" y="13897"/>
                  <a:pt x="294346" y="12416"/>
                  <a:pt x="287055" y="11619"/>
                </a:cubicBezTo>
                <a:lnTo>
                  <a:pt x="288765" y="5297"/>
                </a:lnTo>
                <a:lnTo>
                  <a:pt x="350618" y="5297"/>
                </a:lnTo>
                <a:lnTo>
                  <a:pt x="349081" y="11619"/>
                </a:lnTo>
                <a:cubicBezTo>
                  <a:pt x="343499" y="12644"/>
                  <a:pt x="338885" y="14581"/>
                  <a:pt x="335240" y="17428"/>
                </a:cubicBezTo>
                <a:cubicBezTo>
                  <a:pt x="330114" y="21416"/>
                  <a:pt x="323450" y="29047"/>
                  <a:pt x="315248" y="40325"/>
                </a:cubicBezTo>
                <a:lnTo>
                  <a:pt x="168133" y="242289"/>
                </a:lnTo>
                <a:lnTo>
                  <a:pt x="158051" y="242289"/>
                </a:lnTo>
                <a:lnTo>
                  <a:pt x="169841" y="85946"/>
                </a:lnTo>
                <a:lnTo>
                  <a:pt x="55874" y="242289"/>
                </a:lnTo>
                <a:lnTo>
                  <a:pt x="45621" y="242289"/>
                </a:lnTo>
                <a:moveTo>
                  <a:pt x="340024" y="172917"/>
                </a:moveTo>
                <a:cubicBezTo>
                  <a:pt x="338999" y="180321"/>
                  <a:pt x="338487" y="186416"/>
                  <a:pt x="338487" y="191200"/>
                </a:cubicBezTo>
                <a:cubicBezTo>
                  <a:pt x="338487" y="199743"/>
                  <a:pt x="340936" y="206578"/>
                  <a:pt x="345834" y="211704"/>
                </a:cubicBezTo>
                <a:cubicBezTo>
                  <a:pt x="350846" y="216830"/>
                  <a:pt x="357509" y="219393"/>
                  <a:pt x="365826" y="219393"/>
                </a:cubicBezTo>
                <a:cubicBezTo>
                  <a:pt x="373799" y="219393"/>
                  <a:pt x="381773" y="217456"/>
                  <a:pt x="389746" y="213583"/>
                </a:cubicBezTo>
                <a:cubicBezTo>
                  <a:pt x="397834" y="209710"/>
                  <a:pt x="407175" y="202933"/>
                  <a:pt x="417769" y="193250"/>
                </a:cubicBezTo>
                <a:lnTo>
                  <a:pt x="422895" y="197864"/>
                </a:lnTo>
                <a:cubicBezTo>
                  <a:pt x="409795" y="213697"/>
                  <a:pt x="397037" y="224974"/>
                  <a:pt x="384620" y="231695"/>
                </a:cubicBezTo>
                <a:cubicBezTo>
                  <a:pt x="372204" y="238416"/>
                  <a:pt x="358478" y="241776"/>
                  <a:pt x="343441" y="241776"/>
                </a:cubicBezTo>
                <a:cubicBezTo>
                  <a:pt x="324419" y="241776"/>
                  <a:pt x="311262" y="237220"/>
                  <a:pt x="303972" y="228107"/>
                </a:cubicBezTo>
                <a:cubicBezTo>
                  <a:pt x="296681" y="218994"/>
                  <a:pt x="293036" y="208457"/>
                  <a:pt x="293036" y="196497"/>
                </a:cubicBezTo>
                <a:cubicBezTo>
                  <a:pt x="293036" y="177815"/>
                  <a:pt x="298447" y="159134"/>
                  <a:pt x="309268" y="140452"/>
                </a:cubicBezTo>
                <a:cubicBezTo>
                  <a:pt x="320204" y="121771"/>
                  <a:pt x="335013" y="106792"/>
                  <a:pt x="353694" y="95514"/>
                </a:cubicBezTo>
                <a:cubicBezTo>
                  <a:pt x="372489" y="84238"/>
                  <a:pt x="391342" y="78599"/>
                  <a:pt x="410251" y="78599"/>
                </a:cubicBezTo>
                <a:cubicBezTo>
                  <a:pt x="419819" y="78599"/>
                  <a:pt x="427053" y="80877"/>
                  <a:pt x="431951" y="85433"/>
                </a:cubicBezTo>
                <a:cubicBezTo>
                  <a:pt x="436848" y="89990"/>
                  <a:pt x="439298" y="95743"/>
                  <a:pt x="439298" y="102691"/>
                </a:cubicBezTo>
                <a:cubicBezTo>
                  <a:pt x="439298" y="111006"/>
                  <a:pt x="436905" y="119094"/>
                  <a:pt x="432121" y="126954"/>
                </a:cubicBezTo>
                <a:cubicBezTo>
                  <a:pt x="425515" y="137662"/>
                  <a:pt x="417199" y="146319"/>
                  <a:pt x="407175" y="152926"/>
                </a:cubicBezTo>
                <a:cubicBezTo>
                  <a:pt x="397151" y="159418"/>
                  <a:pt x="385931" y="164374"/>
                  <a:pt x="373514" y="167791"/>
                </a:cubicBezTo>
                <a:cubicBezTo>
                  <a:pt x="365199" y="170069"/>
                  <a:pt x="354036" y="171778"/>
                  <a:pt x="340024" y="172917"/>
                </a:cubicBezTo>
                <a:moveTo>
                  <a:pt x="341562" y="164032"/>
                </a:moveTo>
                <a:cubicBezTo>
                  <a:pt x="351586" y="162551"/>
                  <a:pt x="359332" y="160558"/>
                  <a:pt x="364800" y="158052"/>
                </a:cubicBezTo>
                <a:cubicBezTo>
                  <a:pt x="370382" y="155432"/>
                  <a:pt x="375793" y="151331"/>
                  <a:pt x="381033" y="145749"/>
                </a:cubicBezTo>
                <a:cubicBezTo>
                  <a:pt x="386386" y="140054"/>
                  <a:pt x="391000" y="132934"/>
                  <a:pt x="394872" y="124391"/>
                </a:cubicBezTo>
                <a:cubicBezTo>
                  <a:pt x="398745" y="115734"/>
                  <a:pt x="400682" y="107646"/>
                  <a:pt x="400682" y="100128"/>
                </a:cubicBezTo>
                <a:cubicBezTo>
                  <a:pt x="400682" y="96938"/>
                  <a:pt x="399770" y="94433"/>
                  <a:pt x="397948" y="92610"/>
                </a:cubicBezTo>
                <a:cubicBezTo>
                  <a:pt x="396240" y="90787"/>
                  <a:pt x="394019" y="89876"/>
                  <a:pt x="391284" y="89876"/>
                </a:cubicBezTo>
                <a:cubicBezTo>
                  <a:pt x="385817" y="89876"/>
                  <a:pt x="379665" y="93692"/>
                  <a:pt x="372831" y="101324"/>
                </a:cubicBezTo>
                <a:cubicBezTo>
                  <a:pt x="360301" y="115221"/>
                  <a:pt x="349878" y="136123"/>
                  <a:pt x="341562" y="164032"/>
                </a:cubicBezTo>
                <a:moveTo>
                  <a:pt x="608456" y="80991"/>
                </a:moveTo>
                <a:lnTo>
                  <a:pt x="575308" y="194617"/>
                </a:lnTo>
                <a:lnTo>
                  <a:pt x="571890" y="208457"/>
                </a:lnTo>
                <a:cubicBezTo>
                  <a:pt x="571548" y="210166"/>
                  <a:pt x="571378" y="211419"/>
                  <a:pt x="571378" y="212216"/>
                </a:cubicBezTo>
                <a:cubicBezTo>
                  <a:pt x="571378" y="213583"/>
                  <a:pt x="571833" y="214779"/>
                  <a:pt x="572745" y="215804"/>
                </a:cubicBezTo>
                <a:cubicBezTo>
                  <a:pt x="573769" y="216830"/>
                  <a:pt x="574795" y="217343"/>
                  <a:pt x="575820" y="217343"/>
                </a:cubicBezTo>
                <a:cubicBezTo>
                  <a:pt x="578212" y="217343"/>
                  <a:pt x="581515" y="215520"/>
                  <a:pt x="585731" y="211875"/>
                </a:cubicBezTo>
                <a:cubicBezTo>
                  <a:pt x="587439" y="210394"/>
                  <a:pt x="591539" y="205154"/>
                  <a:pt x="598033" y="196155"/>
                </a:cubicBezTo>
                <a:lnTo>
                  <a:pt x="604013" y="199231"/>
                </a:lnTo>
                <a:cubicBezTo>
                  <a:pt x="595925" y="214039"/>
                  <a:pt x="587268" y="224860"/>
                  <a:pt x="578041" y="231695"/>
                </a:cubicBezTo>
                <a:cubicBezTo>
                  <a:pt x="568928" y="238416"/>
                  <a:pt x="559075" y="241776"/>
                  <a:pt x="548481" y="241776"/>
                </a:cubicBezTo>
                <a:cubicBezTo>
                  <a:pt x="541989" y="241776"/>
                  <a:pt x="537033" y="240124"/>
                  <a:pt x="533616" y="236821"/>
                </a:cubicBezTo>
                <a:cubicBezTo>
                  <a:pt x="530199" y="233404"/>
                  <a:pt x="528490" y="229132"/>
                  <a:pt x="528490" y="224006"/>
                </a:cubicBezTo>
                <a:cubicBezTo>
                  <a:pt x="528490" y="219564"/>
                  <a:pt x="530312" y="211305"/>
                  <a:pt x="533958" y="199231"/>
                </a:cubicBezTo>
                <a:lnTo>
                  <a:pt x="538058" y="185390"/>
                </a:lnTo>
                <a:cubicBezTo>
                  <a:pt x="524845" y="208058"/>
                  <a:pt x="512144" y="224120"/>
                  <a:pt x="499955" y="233575"/>
                </a:cubicBezTo>
                <a:cubicBezTo>
                  <a:pt x="492892" y="239043"/>
                  <a:pt x="485375" y="241776"/>
                  <a:pt x="477401" y="241776"/>
                </a:cubicBezTo>
                <a:cubicBezTo>
                  <a:pt x="466921" y="241776"/>
                  <a:pt x="459346" y="237504"/>
                  <a:pt x="454675" y="228961"/>
                </a:cubicBezTo>
                <a:cubicBezTo>
                  <a:pt x="450006" y="220304"/>
                  <a:pt x="447670" y="210565"/>
                  <a:pt x="447670" y="199743"/>
                </a:cubicBezTo>
                <a:cubicBezTo>
                  <a:pt x="447670" y="183682"/>
                  <a:pt x="452569" y="165285"/>
                  <a:pt x="462365" y="144553"/>
                </a:cubicBezTo>
                <a:cubicBezTo>
                  <a:pt x="472161" y="123708"/>
                  <a:pt x="485033" y="106962"/>
                  <a:pt x="500980" y="94318"/>
                </a:cubicBezTo>
                <a:cubicBezTo>
                  <a:pt x="514081" y="83838"/>
                  <a:pt x="526383" y="78599"/>
                  <a:pt x="537888" y="78599"/>
                </a:cubicBezTo>
                <a:cubicBezTo>
                  <a:pt x="544267" y="78599"/>
                  <a:pt x="549393" y="80478"/>
                  <a:pt x="553265" y="84238"/>
                </a:cubicBezTo>
                <a:cubicBezTo>
                  <a:pt x="557139" y="87882"/>
                  <a:pt x="559986" y="94603"/>
                  <a:pt x="561809" y="104399"/>
                </a:cubicBezTo>
                <a:lnTo>
                  <a:pt x="567960" y="83383"/>
                </a:lnTo>
                <a:lnTo>
                  <a:pt x="608456" y="80991"/>
                </a:lnTo>
                <a:moveTo>
                  <a:pt x="553779" y="113455"/>
                </a:moveTo>
                <a:cubicBezTo>
                  <a:pt x="553779" y="104228"/>
                  <a:pt x="552355" y="97565"/>
                  <a:pt x="549507" y="93464"/>
                </a:cubicBezTo>
                <a:cubicBezTo>
                  <a:pt x="547457" y="90616"/>
                  <a:pt x="544665" y="89192"/>
                  <a:pt x="541134" y="89192"/>
                </a:cubicBezTo>
                <a:cubicBezTo>
                  <a:pt x="537603" y="89192"/>
                  <a:pt x="533958" y="90901"/>
                  <a:pt x="530199" y="94318"/>
                </a:cubicBezTo>
                <a:cubicBezTo>
                  <a:pt x="522566" y="101381"/>
                  <a:pt x="514308" y="115734"/>
                  <a:pt x="505423" y="137377"/>
                </a:cubicBezTo>
                <a:cubicBezTo>
                  <a:pt x="496651" y="158906"/>
                  <a:pt x="492267" y="177531"/>
                  <a:pt x="492267" y="193250"/>
                </a:cubicBezTo>
                <a:cubicBezTo>
                  <a:pt x="492267" y="199287"/>
                  <a:pt x="493234" y="203673"/>
                  <a:pt x="495171" y="206407"/>
                </a:cubicBezTo>
                <a:cubicBezTo>
                  <a:pt x="497221" y="209027"/>
                  <a:pt x="499443" y="210337"/>
                  <a:pt x="501834" y="210337"/>
                </a:cubicBezTo>
                <a:cubicBezTo>
                  <a:pt x="506961" y="210337"/>
                  <a:pt x="512144" y="207375"/>
                  <a:pt x="517383" y="201452"/>
                </a:cubicBezTo>
                <a:cubicBezTo>
                  <a:pt x="524902" y="193022"/>
                  <a:pt x="531680" y="182713"/>
                  <a:pt x="537717" y="170525"/>
                </a:cubicBezTo>
                <a:cubicBezTo>
                  <a:pt x="548424" y="149110"/>
                  <a:pt x="553779" y="130087"/>
                  <a:pt x="553779" y="113455"/>
                </a:cubicBezTo>
                <a:moveTo>
                  <a:pt x="729771" y="0"/>
                </a:moveTo>
                <a:lnTo>
                  <a:pt x="682612" y="161640"/>
                </a:lnTo>
                <a:lnTo>
                  <a:pt x="721741" y="125416"/>
                </a:lnTo>
                <a:lnTo>
                  <a:pt x="734726" y="113797"/>
                </a:lnTo>
                <a:cubicBezTo>
                  <a:pt x="738485" y="109924"/>
                  <a:pt x="741105" y="106621"/>
                  <a:pt x="742586" y="103887"/>
                </a:cubicBezTo>
                <a:cubicBezTo>
                  <a:pt x="743497" y="102178"/>
                  <a:pt x="743952" y="100584"/>
                  <a:pt x="743952" y="99103"/>
                </a:cubicBezTo>
                <a:cubicBezTo>
                  <a:pt x="743952" y="96711"/>
                  <a:pt x="742813" y="94717"/>
                  <a:pt x="740535" y="93123"/>
                </a:cubicBezTo>
                <a:cubicBezTo>
                  <a:pt x="738257" y="91528"/>
                  <a:pt x="732732" y="90445"/>
                  <a:pt x="723962" y="89876"/>
                </a:cubicBezTo>
                <a:lnTo>
                  <a:pt x="725841" y="83383"/>
                </a:lnTo>
                <a:lnTo>
                  <a:pt x="795383" y="83383"/>
                </a:lnTo>
                <a:lnTo>
                  <a:pt x="793675" y="89876"/>
                </a:lnTo>
                <a:cubicBezTo>
                  <a:pt x="785473" y="91812"/>
                  <a:pt x="778809" y="94033"/>
                  <a:pt x="773684" y="96540"/>
                </a:cubicBezTo>
                <a:cubicBezTo>
                  <a:pt x="769697" y="98476"/>
                  <a:pt x="764799" y="101666"/>
                  <a:pt x="758989" y="106108"/>
                </a:cubicBezTo>
                <a:cubicBezTo>
                  <a:pt x="750332" y="112829"/>
                  <a:pt x="744124" y="118012"/>
                  <a:pt x="740365" y="121657"/>
                </a:cubicBezTo>
                <a:lnTo>
                  <a:pt x="732847" y="128662"/>
                </a:lnTo>
                <a:lnTo>
                  <a:pt x="743270" y="175822"/>
                </a:lnTo>
                <a:cubicBezTo>
                  <a:pt x="747256" y="194048"/>
                  <a:pt x="750217" y="204584"/>
                  <a:pt x="752155" y="207432"/>
                </a:cubicBezTo>
                <a:cubicBezTo>
                  <a:pt x="753407" y="209141"/>
                  <a:pt x="754888" y="209995"/>
                  <a:pt x="756597" y="209995"/>
                </a:cubicBezTo>
                <a:cubicBezTo>
                  <a:pt x="760583" y="209995"/>
                  <a:pt x="765311" y="205325"/>
                  <a:pt x="770779" y="195984"/>
                </a:cubicBezTo>
                <a:cubicBezTo>
                  <a:pt x="771576" y="194731"/>
                  <a:pt x="772658" y="192965"/>
                  <a:pt x="774026" y="190687"/>
                </a:cubicBezTo>
                <a:lnTo>
                  <a:pt x="780348" y="194617"/>
                </a:lnTo>
                <a:cubicBezTo>
                  <a:pt x="771804" y="210565"/>
                  <a:pt x="762179" y="222696"/>
                  <a:pt x="751471" y="231011"/>
                </a:cubicBezTo>
                <a:cubicBezTo>
                  <a:pt x="744294" y="236593"/>
                  <a:pt x="737802" y="239384"/>
                  <a:pt x="731992" y="239384"/>
                </a:cubicBezTo>
                <a:cubicBezTo>
                  <a:pt x="726183" y="239384"/>
                  <a:pt x="721341" y="237333"/>
                  <a:pt x="717468" y="233233"/>
                </a:cubicBezTo>
                <a:cubicBezTo>
                  <a:pt x="713596" y="229018"/>
                  <a:pt x="709722" y="218083"/>
                  <a:pt x="705850" y="200426"/>
                </a:cubicBezTo>
                <a:lnTo>
                  <a:pt x="697307" y="161640"/>
                </a:lnTo>
                <a:lnTo>
                  <a:pt x="678511" y="178384"/>
                </a:lnTo>
                <a:lnTo>
                  <a:pt x="661424" y="236992"/>
                </a:lnTo>
                <a:lnTo>
                  <a:pt x="617853" y="236992"/>
                </a:lnTo>
                <a:lnTo>
                  <a:pt x="674580" y="44084"/>
                </a:lnTo>
                <a:cubicBezTo>
                  <a:pt x="676973" y="35882"/>
                  <a:pt x="678169" y="30357"/>
                  <a:pt x="678169" y="27510"/>
                </a:cubicBezTo>
                <a:cubicBezTo>
                  <a:pt x="678169" y="24890"/>
                  <a:pt x="677599" y="22782"/>
                  <a:pt x="676460" y="21188"/>
                </a:cubicBezTo>
                <a:cubicBezTo>
                  <a:pt x="675321" y="19479"/>
                  <a:pt x="673727" y="18226"/>
                  <a:pt x="671677" y="17428"/>
                </a:cubicBezTo>
                <a:cubicBezTo>
                  <a:pt x="669739" y="16631"/>
                  <a:pt x="665810" y="16233"/>
                  <a:pt x="659887" y="16233"/>
                </a:cubicBezTo>
                <a:lnTo>
                  <a:pt x="661424" y="9911"/>
                </a:lnTo>
                <a:lnTo>
                  <a:pt x="719519" y="0"/>
                </a:lnTo>
                <a:lnTo>
                  <a:pt x="729771" y="0"/>
                </a:lnTo>
                <a:moveTo>
                  <a:pt x="926609" y="11619"/>
                </a:moveTo>
                <a:lnTo>
                  <a:pt x="928488" y="5297"/>
                </a:lnTo>
                <a:lnTo>
                  <a:pt x="1041602" y="5297"/>
                </a:lnTo>
                <a:lnTo>
                  <a:pt x="1039381" y="11619"/>
                </a:lnTo>
                <a:cubicBezTo>
                  <a:pt x="1029128" y="11619"/>
                  <a:pt x="1021269" y="13897"/>
                  <a:pt x="1015802" y="18454"/>
                </a:cubicBezTo>
                <a:cubicBezTo>
                  <a:pt x="1010447" y="23010"/>
                  <a:pt x="1005720" y="32522"/>
                  <a:pt x="1001619" y="46989"/>
                </a:cubicBezTo>
                <a:lnTo>
                  <a:pt x="959244" y="195301"/>
                </a:lnTo>
                <a:cubicBezTo>
                  <a:pt x="956169" y="205780"/>
                  <a:pt x="954631" y="212786"/>
                  <a:pt x="954631" y="216317"/>
                </a:cubicBezTo>
                <a:cubicBezTo>
                  <a:pt x="954631" y="220418"/>
                  <a:pt x="956226" y="223607"/>
                  <a:pt x="959415" y="225886"/>
                </a:cubicBezTo>
                <a:cubicBezTo>
                  <a:pt x="963517" y="228848"/>
                  <a:pt x="971261" y="230442"/>
                  <a:pt x="982653" y="230670"/>
                </a:cubicBezTo>
                <a:lnTo>
                  <a:pt x="980945" y="236992"/>
                </a:lnTo>
                <a:lnTo>
                  <a:pt x="865951" y="236992"/>
                </a:lnTo>
                <a:lnTo>
                  <a:pt x="867831" y="230670"/>
                </a:lnTo>
                <a:cubicBezTo>
                  <a:pt x="879336" y="230670"/>
                  <a:pt x="887765" y="228506"/>
                  <a:pt x="893119" y="224177"/>
                </a:cubicBezTo>
                <a:cubicBezTo>
                  <a:pt x="898473" y="219734"/>
                  <a:pt x="903314" y="210109"/>
                  <a:pt x="907643" y="195301"/>
                </a:cubicBezTo>
                <a:lnTo>
                  <a:pt x="950359" y="46989"/>
                </a:lnTo>
                <a:cubicBezTo>
                  <a:pt x="952979" y="37876"/>
                  <a:pt x="954290" y="30984"/>
                  <a:pt x="954290" y="26313"/>
                </a:cubicBezTo>
                <a:cubicBezTo>
                  <a:pt x="954290" y="22099"/>
                  <a:pt x="952694" y="18796"/>
                  <a:pt x="949505" y="16403"/>
                </a:cubicBezTo>
                <a:cubicBezTo>
                  <a:pt x="946315" y="14011"/>
                  <a:pt x="938684" y="12416"/>
                  <a:pt x="926609" y="11619"/>
                </a:cubicBezTo>
                <a:moveTo>
                  <a:pt x="1108069" y="78599"/>
                </a:moveTo>
                <a:lnTo>
                  <a:pt x="1086881" y="151901"/>
                </a:lnTo>
                <a:cubicBezTo>
                  <a:pt x="1101121" y="130485"/>
                  <a:pt x="1111772" y="115848"/>
                  <a:pt x="1118833" y="107988"/>
                </a:cubicBezTo>
                <a:cubicBezTo>
                  <a:pt x="1129199" y="96596"/>
                  <a:pt x="1138141" y="88851"/>
                  <a:pt x="1145660" y="84750"/>
                </a:cubicBezTo>
                <a:cubicBezTo>
                  <a:pt x="1153178" y="80649"/>
                  <a:pt x="1160240" y="78599"/>
                  <a:pt x="1166847" y="78599"/>
                </a:cubicBezTo>
                <a:cubicBezTo>
                  <a:pt x="1172771" y="78599"/>
                  <a:pt x="1177840" y="80820"/>
                  <a:pt x="1182054" y="85262"/>
                </a:cubicBezTo>
                <a:cubicBezTo>
                  <a:pt x="1186269" y="89591"/>
                  <a:pt x="1188376" y="95287"/>
                  <a:pt x="1188376" y="102349"/>
                </a:cubicBezTo>
                <a:cubicBezTo>
                  <a:pt x="1188376" y="108728"/>
                  <a:pt x="1187009" y="116474"/>
                  <a:pt x="1184276" y="125587"/>
                </a:cubicBezTo>
                <a:lnTo>
                  <a:pt x="1162405" y="198547"/>
                </a:lnTo>
                <a:cubicBezTo>
                  <a:pt x="1160582" y="204926"/>
                  <a:pt x="1159671" y="209084"/>
                  <a:pt x="1159671" y="211020"/>
                </a:cubicBezTo>
                <a:cubicBezTo>
                  <a:pt x="1159671" y="212160"/>
                  <a:pt x="1160070" y="213184"/>
                  <a:pt x="1160867" y="214096"/>
                </a:cubicBezTo>
                <a:cubicBezTo>
                  <a:pt x="1161778" y="215007"/>
                  <a:pt x="1162690" y="215463"/>
                  <a:pt x="1163600" y="215463"/>
                </a:cubicBezTo>
                <a:cubicBezTo>
                  <a:pt x="1164740" y="215463"/>
                  <a:pt x="1165937" y="215007"/>
                  <a:pt x="1167189" y="214096"/>
                </a:cubicBezTo>
                <a:cubicBezTo>
                  <a:pt x="1171176" y="210792"/>
                  <a:pt x="1175219" y="206122"/>
                  <a:pt x="1179321" y="200085"/>
                </a:cubicBezTo>
                <a:cubicBezTo>
                  <a:pt x="1180345" y="198490"/>
                  <a:pt x="1181998" y="196098"/>
                  <a:pt x="1184276" y="192909"/>
                </a:cubicBezTo>
                <a:lnTo>
                  <a:pt x="1190768" y="196838"/>
                </a:lnTo>
                <a:cubicBezTo>
                  <a:pt x="1174023" y="224974"/>
                  <a:pt x="1156425" y="239043"/>
                  <a:pt x="1137971" y="239043"/>
                </a:cubicBezTo>
                <a:cubicBezTo>
                  <a:pt x="1130908" y="239043"/>
                  <a:pt x="1125383" y="237220"/>
                  <a:pt x="1121396" y="233575"/>
                </a:cubicBezTo>
                <a:cubicBezTo>
                  <a:pt x="1117410" y="229929"/>
                  <a:pt x="1115416" y="225373"/>
                  <a:pt x="1115416" y="219905"/>
                </a:cubicBezTo>
                <a:cubicBezTo>
                  <a:pt x="1115416" y="215121"/>
                  <a:pt x="1116783" y="208001"/>
                  <a:pt x="1119517" y="198547"/>
                </a:cubicBezTo>
                <a:lnTo>
                  <a:pt x="1140876" y="125587"/>
                </a:lnTo>
                <a:cubicBezTo>
                  <a:pt x="1142356" y="120803"/>
                  <a:pt x="1143097" y="117272"/>
                  <a:pt x="1143097" y="114994"/>
                </a:cubicBezTo>
                <a:cubicBezTo>
                  <a:pt x="1143097" y="113740"/>
                  <a:pt x="1142584" y="112658"/>
                  <a:pt x="1141559" y="111747"/>
                </a:cubicBezTo>
                <a:cubicBezTo>
                  <a:pt x="1140534" y="110721"/>
                  <a:pt x="1139338" y="110209"/>
                  <a:pt x="1137971" y="110209"/>
                </a:cubicBezTo>
                <a:cubicBezTo>
                  <a:pt x="1133642" y="110209"/>
                  <a:pt x="1128402" y="113171"/>
                  <a:pt x="1122251" y="119094"/>
                </a:cubicBezTo>
                <a:cubicBezTo>
                  <a:pt x="1106531" y="134130"/>
                  <a:pt x="1091324" y="156514"/>
                  <a:pt x="1076630" y="186245"/>
                </a:cubicBezTo>
                <a:lnTo>
                  <a:pt x="1062619" y="236992"/>
                </a:lnTo>
                <a:lnTo>
                  <a:pt x="1019047" y="236992"/>
                </a:lnTo>
                <a:lnTo>
                  <a:pt x="1051000" y="127296"/>
                </a:lnTo>
                <a:cubicBezTo>
                  <a:pt x="1054076" y="116474"/>
                  <a:pt x="1055613" y="108785"/>
                  <a:pt x="1055613" y="104228"/>
                </a:cubicBezTo>
                <a:cubicBezTo>
                  <a:pt x="1055613" y="102292"/>
                  <a:pt x="1055158" y="100697"/>
                  <a:pt x="1054246" y="99445"/>
                </a:cubicBezTo>
                <a:cubicBezTo>
                  <a:pt x="1053335" y="98077"/>
                  <a:pt x="1051854" y="97052"/>
                  <a:pt x="1049803" y="96369"/>
                </a:cubicBezTo>
                <a:cubicBezTo>
                  <a:pt x="1047754" y="95572"/>
                  <a:pt x="1043880" y="95173"/>
                  <a:pt x="1038185" y="95173"/>
                </a:cubicBezTo>
                <a:lnTo>
                  <a:pt x="1040064" y="88680"/>
                </a:lnTo>
                <a:lnTo>
                  <a:pt x="1097646" y="78599"/>
                </a:lnTo>
                <a:lnTo>
                  <a:pt x="1108069" y="78599"/>
                </a:lnTo>
                <a:moveTo>
                  <a:pt x="1400250" y="0"/>
                </a:moveTo>
                <a:lnTo>
                  <a:pt x="1344720" y="191200"/>
                </a:lnTo>
                <a:cubicBezTo>
                  <a:pt x="1341188" y="203160"/>
                  <a:pt x="1339422" y="210394"/>
                  <a:pt x="1339422" y="212900"/>
                </a:cubicBezTo>
                <a:cubicBezTo>
                  <a:pt x="1339422" y="214153"/>
                  <a:pt x="1339878" y="215235"/>
                  <a:pt x="1340789" y="216146"/>
                </a:cubicBezTo>
                <a:cubicBezTo>
                  <a:pt x="1341701" y="217058"/>
                  <a:pt x="1342669" y="217513"/>
                  <a:pt x="1343694" y="217513"/>
                </a:cubicBezTo>
                <a:cubicBezTo>
                  <a:pt x="1345630" y="217513"/>
                  <a:pt x="1347852" y="216545"/>
                  <a:pt x="1350358" y="214609"/>
                </a:cubicBezTo>
                <a:cubicBezTo>
                  <a:pt x="1354572" y="211419"/>
                  <a:pt x="1359698" y="205382"/>
                  <a:pt x="1365735" y="196497"/>
                </a:cubicBezTo>
                <a:lnTo>
                  <a:pt x="1371887" y="199743"/>
                </a:lnTo>
                <a:cubicBezTo>
                  <a:pt x="1355826" y="227765"/>
                  <a:pt x="1338169" y="241776"/>
                  <a:pt x="1318918" y="241776"/>
                </a:cubicBezTo>
                <a:cubicBezTo>
                  <a:pt x="1312084" y="241776"/>
                  <a:pt x="1306786" y="240011"/>
                  <a:pt x="1303028" y="236479"/>
                </a:cubicBezTo>
                <a:cubicBezTo>
                  <a:pt x="1299382" y="232834"/>
                  <a:pt x="1297559" y="228221"/>
                  <a:pt x="1297559" y="222639"/>
                </a:cubicBezTo>
                <a:cubicBezTo>
                  <a:pt x="1297559" y="217285"/>
                  <a:pt x="1299040" y="209653"/>
                  <a:pt x="1302002" y="199743"/>
                </a:cubicBezTo>
                <a:lnTo>
                  <a:pt x="1307128" y="182315"/>
                </a:lnTo>
                <a:cubicBezTo>
                  <a:pt x="1292890" y="207489"/>
                  <a:pt x="1280530" y="224234"/>
                  <a:pt x="1270050" y="232550"/>
                </a:cubicBezTo>
                <a:cubicBezTo>
                  <a:pt x="1262077" y="238701"/>
                  <a:pt x="1254331" y="241776"/>
                  <a:pt x="1246813" y="241776"/>
                </a:cubicBezTo>
                <a:cubicBezTo>
                  <a:pt x="1238269" y="241776"/>
                  <a:pt x="1231036" y="238302"/>
                  <a:pt x="1225113" y="231353"/>
                </a:cubicBezTo>
                <a:cubicBezTo>
                  <a:pt x="1219303" y="224405"/>
                  <a:pt x="1216399" y="214267"/>
                  <a:pt x="1216399" y="200939"/>
                </a:cubicBezTo>
                <a:cubicBezTo>
                  <a:pt x="1216399" y="183967"/>
                  <a:pt x="1220158" y="167221"/>
                  <a:pt x="1227676" y="150704"/>
                </a:cubicBezTo>
                <a:cubicBezTo>
                  <a:pt x="1235193" y="134187"/>
                  <a:pt x="1243851" y="120404"/>
                  <a:pt x="1253647" y="109355"/>
                </a:cubicBezTo>
                <a:cubicBezTo>
                  <a:pt x="1263558" y="98306"/>
                  <a:pt x="1272955" y="90445"/>
                  <a:pt x="1281840" y="85775"/>
                </a:cubicBezTo>
                <a:cubicBezTo>
                  <a:pt x="1290839" y="80991"/>
                  <a:pt x="1299667" y="78599"/>
                  <a:pt x="1308325" y="78599"/>
                </a:cubicBezTo>
                <a:cubicBezTo>
                  <a:pt x="1312768" y="78599"/>
                  <a:pt x="1316697" y="79510"/>
                  <a:pt x="1320114" y="81333"/>
                </a:cubicBezTo>
                <a:cubicBezTo>
                  <a:pt x="1323646" y="83155"/>
                  <a:pt x="1327633" y="86572"/>
                  <a:pt x="1332076" y="91584"/>
                </a:cubicBezTo>
                <a:lnTo>
                  <a:pt x="1344720" y="49039"/>
                </a:lnTo>
                <a:cubicBezTo>
                  <a:pt x="1347795" y="38559"/>
                  <a:pt x="1349332" y="31041"/>
                  <a:pt x="1349332" y="26484"/>
                </a:cubicBezTo>
                <a:cubicBezTo>
                  <a:pt x="1349332" y="23750"/>
                  <a:pt x="1348307" y="21416"/>
                  <a:pt x="1346257" y="19479"/>
                </a:cubicBezTo>
                <a:cubicBezTo>
                  <a:pt x="1344206" y="17543"/>
                  <a:pt x="1341473" y="16574"/>
                  <a:pt x="1338056" y="16574"/>
                </a:cubicBezTo>
                <a:cubicBezTo>
                  <a:pt x="1336460" y="16574"/>
                  <a:pt x="1334467" y="16745"/>
                  <a:pt x="1332076" y="17087"/>
                </a:cubicBezTo>
                <a:lnTo>
                  <a:pt x="1333784" y="10423"/>
                </a:lnTo>
                <a:lnTo>
                  <a:pt x="1389999" y="0"/>
                </a:lnTo>
                <a:lnTo>
                  <a:pt x="1400250" y="0"/>
                </a:lnTo>
                <a:moveTo>
                  <a:pt x="1325070" y="108330"/>
                </a:moveTo>
                <a:cubicBezTo>
                  <a:pt x="1325070" y="101381"/>
                  <a:pt x="1323703" y="96312"/>
                  <a:pt x="1320969" y="93123"/>
                </a:cubicBezTo>
                <a:cubicBezTo>
                  <a:pt x="1318235" y="89933"/>
                  <a:pt x="1315046" y="88338"/>
                  <a:pt x="1311400" y="88338"/>
                </a:cubicBezTo>
                <a:cubicBezTo>
                  <a:pt x="1307755" y="88338"/>
                  <a:pt x="1303825" y="90218"/>
                  <a:pt x="1299610" y="93977"/>
                </a:cubicBezTo>
                <a:cubicBezTo>
                  <a:pt x="1291523" y="101267"/>
                  <a:pt x="1283036" y="115962"/>
                  <a:pt x="1274151" y="138060"/>
                </a:cubicBezTo>
                <a:cubicBezTo>
                  <a:pt x="1265381" y="160045"/>
                  <a:pt x="1260995" y="178555"/>
                  <a:pt x="1260995" y="193592"/>
                </a:cubicBezTo>
                <a:cubicBezTo>
                  <a:pt x="1260995" y="199060"/>
                  <a:pt x="1261962" y="203104"/>
                  <a:pt x="1263900" y="205723"/>
                </a:cubicBezTo>
                <a:cubicBezTo>
                  <a:pt x="1265836" y="208343"/>
                  <a:pt x="1268000" y="209653"/>
                  <a:pt x="1270392" y="209653"/>
                </a:cubicBezTo>
                <a:cubicBezTo>
                  <a:pt x="1274379" y="209653"/>
                  <a:pt x="1278366" y="207831"/>
                  <a:pt x="1282352" y="204186"/>
                </a:cubicBezTo>
                <a:cubicBezTo>
                  <a:pt x="1292036" y="195528"/>
                  <a:pt x="1301547" y="180663"/>
                  <a:pt x="1310887" y="159589"/>
                </a:cubicBezTo>
                <a:cubicBezTo>
                  <a:pt x="1320342" y="138402"/>
                  <a:pt x="1325070" y="121316"/>
                  <a:pt x="1325070" y="108330"/>
                </a:cubicBezTo>
                <a:moveTo>
                  <a:pt x="1477311" y="78599"/>
                </a:moveTo>
                <a:lnTo>
                  <a:pt x="1444164" y="194788"/>
                </a:lnTo>
                <a:cubicBezTo>
                  <a:pt x="1442569" y="200142"/>
                  <a:pt x="1441771" y="203844"/>
                  <a:pt x="1441771" y="205894"/>
                </a:cubicBezTo>
                <a:cubicBezTo>
                  <a:pt x="1441771" y="206919"/>
                  <a:pt x="1442169" y="207717"/>
                  <a:pt x="1442968" y="208287"/>
                </a:cubicBezTo>
                <a:cubicBezTo>
                  <a:pt x="1443879" y="209198"/>
                  <a:pt x="1444961" y="209653"/>
                  <a:pt x="1446213" y="209653"/>
                </a:cubicBezTo>
                <a:cubicBezTo>
                  <a:pt x="1451454" y="209653"/>
                  <a:pt x="1458459" y="204983"/>
                  <a:pt x="1467230" y="195643"/>
                </a:cubicBezTo>
                <a:cubicBezTo>
                  <a:pt x="1479761" y="182087"/>
                  <a:pt x="1492917" y="162608"/>
                  <a:pt x="1506700" y="137206"/>
                </a:cubicBezTo>
                <a:lnTo>
                  <a:pt x="1522249" y="84921"/>
                </a:lnTo>
                <a:lnTo>
                  <a:pt x="1565479" y="83383"/>
                </a:lnTo>
                <a:lnTo>
                  <a:pt x="1532672" y="196155"/>
                </a:lnTo>
                <a:cubicBezTo>
                  <a:pt x="1529938" y="205723"/>
                  <a:pt x="1528572" y="211191"/>
                  <a:pt x="1528572" y="212558"/>
                </a:cubicBezTo>
                <a:cubicBezTo>
                  <a:pt x="1528572" y="213470"/>
                  <a:pt x="1528970" y="214438"/>
                  <a:pt x="1529768" y="215463"/>
                </a:cubicBezTo>
                <a:cubicBezTo>
                  <a:pt x="1530679" y="216374"/>
                  <a:pt x="1531591" y="216830"/>
                  <a:pt x="1532501" y="216830"/>
                </a:cubicBezTo>
                <a:cubicBezTo>
                  <a:pt x="1534096" y="216830"/>
                  <a:pt x="1535633" y="216146"/>
                  <a:pt x="1537114" y="214779"/>
                </a:cubicBezTo>
                <a:cubicBezTo>
                  <a:pt x="1541216" y="211476"/>
                  <a:pt x="1546626" y="204812"/>
                  <a:pt x="1553347" y="194788"/>
                </a:cubicBezTo>
                <a:lnTo>
                  <a:pt x="1559157" y="198889"/>
                </a:lnTo>
                <a:cubicBezTo>
                  <a:pt x="1543323" y="227480"/>
                  <a:pt x="1525894" y="241776"/>
                  <a:pt x="1506872" y="241776"/>
                </a:cubicBezTo>
                <a:cubicBezTo>
                  <a:pt x="1499809" y="241776"/>
                  <a:pt x="1494228" y="240011"/>
                  <a:pt x="1490127" y="236479"/>
                </a:cubicBezTo>
                <a:cubicBezTo>
                  <a:pt x="1486140" y="232834"/>
                  <a:pt x="1484147" y="228107"/>
                  <a:pt x="1484147" y="222297"/>
                </a:cubicBezTo>
                <a:cubicBezTo>
                  <a:pt x="1484147" y="216146"/>
                  <a:pt x="1485569" y="208343"/>
                  <a:pt x="1488418" y="198889"/>
                </a:cubicBezTo>
                <a:lnTo>
                  <a:pt x="1496791" y="170012"/>
                </a:lnTo>
                <a:cubicBezTo>
                  <a:pt x="1481982" y="191541"/>
                  <a:pt x="1471218" y="206065"/>
                  <a:pt x="1464497" y="213583"/>
                </a:cubicBezTo>
                <a:cubicBezTo>
                  <a:pt x="1454245" y="224860"/>
                  <a:pt x="1445588" y="232379"/>
                  <a:pt x="1438525" y="236138"/>
                </a:cubicBezTo>
                <a:cubicBezTo>
                  <a:pt x="1431576" y="239897"/>
                  <a:pt x="1424913" y="241776"/>
                  <a:pt x="1418534" y="241776"/>
                </a:cubicBezTo>
                <a:cubicBezTo>
                  <a:pt x="1412496" y="241776"/>
                  <a:pt x="1407256" y="239555"/>
                  <a:pt x="1402813" y="235112"/>
                </a:cubicBezTo>
                <a:cubicBezTo>
                  <a:pt x="1398486" y="230670"/>
                  <a:pt x="1396321" y="225031"/>
                  <a:pt x="1396321" y="218197"/>
                </a:cubicBezTo>
                <a:cubicBezTo>
                  <a:pt x="1396321" y="212387"/>
                  <a:pt x="1397745" y="204584"/>
                  <a:pt x="1400592" y="194788"/>
                </a:cubicBezTo>
                <a:lnTo>
                  <a:pt x="1419900" y="126441"/>
                </a:lnTo>
                <a:cubicBezTo>
                  <a:pt x="1423090" y="115278"/>
                  <a:pt x="1424684" y="107760"/>
                  <a:pt x="1424684" y="103887"/>
                </a:cubicBezTo>
                <a:cubicBezTo>
                  <a:pt x="1424684" y="102178"/>
                  <a:pt x="1424229" y="100697"/>
                  <a:pt x="1423318" y="99445"/>
                </a:cubicBezTo>
                <a:cubicBezTo>
                  <a:pt x="1422406" y="98077"/>
                  <a:pt x="1420869" y="97052"/>
                  <a:pt x="1418704" y="96369"/>
                </a:cubicBezTo>
                <a:cubicBezTo>
                  <a:pt x="1416654" y="95572"/>
                  <a:pt x="1412781" y="95173"/>
                  <a:pt x="1407086" y="95173"/>
                </a:cubicBezTo>
                <a:lnTo>
                  <a:pt x="1408794" y="88680"/>
                </a:lnTo>
                <a:lnTo>
                  <a:pt x="1467060" y="78599"/>
                </a:lnTo>
                <a:lnTo>
                  <a:pt x="1477311" y="78599"/>
                </a:lnTo>
                <a:moveTo>
                  <a:pt x="1710544" y="195813"/>
                </a:moveTo>
                <a:lnTo>
                  <a:pt x="1715670" y="200426"/>
                </a:lnTo>
                <a:cubicBezTo>
                  <a:pt x="1704621" y="213640"/>
                  <a:pt x="1693742" y="223323"/>
                  <a:pt x="1683035" y="229474"/>
                </a:cubicBezTo>
                <a:cubicBezTo>
                  <a:pt x="1668796" y="237675"/>
                  <a:pt x="1654045" y="241776"/>
                  <a:pt x="1638781" y="241776"/>
                </a:cubicBezTo>
                <a:cubicBezTo>
                  <a:pt x="1628528" y="241776"/>
                  <a:pt x="1619415" y="239612"/>
                  <a:pt x="1611442" y="235283"/>
                </a:cubicBezTo>
                <a:cubicBezTo>
                  <a:pt x="1603582" y="230841"/>
                  <a:pt x="1597772" y="224689"/>
                  <a:pt x="1594013" y="216830"/>
                </a:cubicBezTo>
                <a:cubicBezTo>
                  <a:pt x="1590254" y="208856"/>
                  <a:pt x="1588375" y="200711"/>
                  <a:pt x="1588375" y="192396"/>
                </a:cubicBezTo>
                <a:cubicBezTo>
                  <a:pt x="1588375" y="173714"/>
                  <a:pt x="1593443" y="155375"/>
                  <a:pt x="1603582" y="137377"/>
                </a:cubicBezTo>
                <a:cubicBezTo>
                  <a:pt x="1613720" y="119265"/>
                  <a:pt x="1627104" y="104969"/>
                  <a:pt x="1643735" y="94489"/>
                </a:cubicBezTo>
                <a:cubicBezTo>
                  <a:pt x="1660367" y="83896"/>
                  <a:pt x="1676713" y="78599"/>
                  <a:pt x="1692774" y="78599"/>
                </a:cubicBezTo>
                <a:cubicBezTo>
                  <a:pt x="1705646" y="78599"/>
                  <a:pt x="1715328" y="81447"/>
                  <a:pt x="1721822" y="87142"/>
                </a:cubicBezTo>
                <a:cubicBezTo>
                  <a:pt x="1728314" y="92838"/>
                  <a:pt x="1731561" y="99900"/>
                  <a:pt x="1731561" y="108330"/>
                </a:cubicBezTo>
                <a:cubicBezTo>
                  <a:pt x="1731561" y="115962"/>
                  <a:pt x="1729111" y="122455"/>
                  <a:pt x="1724213" y="127808"/>
                </a:cubicBezTo>
                <a:cubicBezTo>
                  <a:pt x="1719316" y="133162"/>
                  <a:pt x="1713848" y="135839"/>
                  <a:pt x="1707811" y="135839"/>
                </a:cubicBezTo>
                <a:cubicBezTo>
                  <a:pt x="1702571" y="135839"/>
                  <a:pt x="1698185" y="134130"/>
                  <a:pt x="1694653" y="130713"/>
                </a:cubicBezTo>
                <a:cubicBezTo>
                  <a:pt x="1691236" y="127296"/>
                  <a:pt x="1689528" y="123252"/>
                  <a:pt x="1689528" y="118582"/>
                </a:cubicBezTo>
                <a:cubicBezTo>
                  <a:pt x="1689528" y="112430"/>
                  <a:pt x="1692603" y="107077"/>
                  <a:pt x="1698754" y="102520"/>
                </a:cubicBezTo>
                <a:cubicBezTo>
                  <a:pt x="1702969" y="99331"/>
                  <a:pt x="1705077" y="96540"/>
                  <a:pt x="1705077" y="94148"/>
                </a:cubicBezTo>
                <a:cubicBezTo>
                  <a:pt x="1705077" y="92097"/>
                  <a:pt x="1704222" y="90445"/>
                  <a:pt x="1702513" y="89192"/>
                </a:cubicBezTo>
                <a:cubicBezTo>
                  <a:pt x="1700235" y="87370"/>
                  <a:pt x="1697273" y="86459"/>
                  <a:pt x="1693629" y="86459"/>
                </a:cubicBezTo>
                <a:cubicBezTo>
                  <a:pt x="1684060" y="86459"/>
                  <a:pt x="1675060" y="90332"/>
                  <a:pt x="1666632" y="98077"/>
                </a:cubicBezTo>
                <a:cubicBezTo>
                  <a:pt x="1655469" y="108330"/>
                  <a:pt x="1646925" y="121316"/>
                  <a:pt x="1641002" y="137035"/>
                </a:cubicBezTo>
                <a:cubicBezTo>
                  <a:pt x="1635079" y="152755"/>
                  <a:pt x="1632117" y="167677"/>
                  <a:pt x="1632117" y="181802"/>
                </a:cubicBezTo>
                <a:cubicBezTo>
                  <a:pt x="1632117" y="192965"/>
                  <a:pt x="1635135" y="201907"/>
                  <a:pt x="1641172" y="208628"/>
                </a:cubicBezTo>
                <a:cubicBezTo>
                  <a:pt x="1647209" y="215235"/>
                  <a:pt x="1654386" y="218538"/>
                  <a:pt x="1662701" y="218538"/>
                </a:cubicBezTo>
                <a:cubicBezTo>
                  <a:pt x="1669992" y="218538"/>
                  <a:pt x="1677852" y="216659"/>
                  <a:pt x="1686281" y="212900"/>
                </a:cubicBezTo>
                <a:cubicBezTo>
                  <a:pt x="1694825" y="209141"/>
                  <a:pt x="1702913" y="203445"/>
                  <a:pt x="1710544" y="195813"/>
                </a:cubicBezTo>
                <a:moveTo>
                  <a:pt x="1834935" y="36907"/>
                </a:moveTo>
                <a:lnTo>
                  <a:pt x="1821266" y="83383"/>
                </a:lnTo>
                <a:lnTo>
                  <a:pt x="1843649" y="83383"/>
                </a:lnTo>
                <a:lnTo>
                  <a:pt x="1837669" y="103033"/>
                </a:lnTo>
                <a:lnTo>
                  <a:pt x="1815628" y="103033"/>
                </a:lnTo>
                <a:lnTo>
                  <a:pt x="1787093" y="202135"/>
                </a:lnTo>
                <a:cubicBezTo>
                  <a:pt x="1785270" y="208287"/>
                  <a:pt x="1784358" y="212957"/>
                  <a:pt x="1784358" y="216146"/>
                </a:cubicBezTo>
                <a:cubicBezTo>
                  <a:pt x="1784358" y="217627"/>
                  <a:pt x="1784872" y="218937"/>
                  <a:pt x="1785896" y="220076"/>
                </a:cubicBezTo>
                <a:cubicBezTo>
                  <a:pt x="1786921" y="221101"/>
                  <a:pt x="1788060" y="221614"/>
                  <a:pt x="1789314" y="221614"/>
                </a:cubicBezTo>
                <a:cubicBezTo>
                  <a:pt x="1791250" y="221614"/>
                  <a:pt x="1793243" y="220816"/>
                  <a:pt x="1795294" y="219222"/>
                </a:cubicBezTo>
                <a:cubicBezTo>
                  <a:pt x="1800534" y="215235"/>
                  <a:pt x="1806628" y="208287"/>
                  <a:pt x="1813577" y="198376"/>
                </a:cubicBezTo>
                <a:lnTo>
                  <a:pt x="1819557" y="202135"/>
                </a:lnTo>
                <a:cubicBezTo>
                  <a:pt x="1811697" y="215804"/>
                  <a:pt x="1803040" y="225828"/>
                  <a:pt x="1793585" y="232208"/>
                </a:cubicBezTo>
                <a:cubicBezTo>
                  <a:pt x="1784131" y="238587"/>
                  <a:pt x="1774847" y="241776"/>
                  <a:pt x="1765734" y="241776"/>
                </a:cubicBezTo>
                <a:cubicBezTo>
                  <a:pt x="1757988" y="241776"/>
                  <a:pt x="1751951" y="239840"/>
                  <a:pt x="1747622" y="235967"/>
                </a:cubicBezTo>
                <a:cubicBezTo>
                  <a:pt x="1743408" y="231980"/>
                  <a:pt x="1741300" y="226967"/>
                  <a:pt x="1741300" y="220931"/>
                </a:cubicBezTo>
                <a:cubicBezTo>
                  <a:pt x="1741300" y="214323"/>
                  <a:pt x="1742781" y="205837"/>
                  <a:pt x="1745743" y="195472"/>
                </a:cubicBezTo>
                <a:lnTo>
                  <a:pt x="1772740" y="103033"/>
                </a:lnTo>
                <a:lnTo>
                  <a:pt x="1749501" y="103033"/>
                </a:lnTo>
                <a:lnTo>
                  <a:pt x="1752919" y="90389"/>
                </a:lnTo>
                <a:cubicBezTo>
                  <a:pt x="1767500" y="85035"/>
                  <a:pt x="1779802" y="78770"/>
                  <a:pt x="1789826" y="71593"/>
                </a:cubicBezTo>
                <a:cubicBezTo>
                  <a:pt x="1799850" y="64417"/>
                  <a:pt x="1811925" y="52855"/>
                  <a:pt x="1826050" y="36907"/>
                </a:cubicBezTo>
                <a:lnTo>
                  <a:pt x="1834935" y="36907"/>
                </a:lnTo>
                <a:moveTo>
                  <a:pt x="1910629" y="0"/>
                </a:moveTo>
                <a:cubicBezTo>
                  <a:pt x="1917692" y="0"/>
                  <a:pt x="1923615" y="2449"/>
                  <a:pt x="1928399" y="7347"/>
                </a:cubicBezTo>
                <a:cubicBezTo>
                  <a:pt x="1933297" y="12245"/>
                  <a:pt x="1935747" y="18169"/>
                  <a:pt x="1935747" y="25118"/>
                </a:cubicBezTo>
                <a:cubicBezTo>
                  <a:pt x="1935747" y="32066"/>
                  <a:pt x="1933297" y="37989"/>
                  <a:pt x="1928399" y="42888"/>
                </a:cubicBezTo>
                <a:cubicBezTo>
                  <a:pt x="1923500" y="47786"/>
                  <a:pt x="1917578" y="50235"/>
                  <a:pt x="1910629" y="50235"/>
                </a:cubicBezTo>
                <a:cubicBezTo>
                  <a:pt x="1903794" y="50235"/>
                  <a:pt x="1897928" y="47786"/>
                  <a:pt x="1893029" y="42888"/>
                </a:cubicBezTo>
                <a:cubicBezTo>
                  <a:pt x="1888131" y="37989"/>
                  <a:pt x="1885682" y="32066"/>
                  <a:pt x="1885682" y="25118"/>
                </a:cubicBezTo>
                <a:cubicBezTo>
                  <a:pt x="1885682" y="18169"/>
                  <a:pt x="1888075" y="12245"/>
                  <a:pt x="1892859" y="7347"/>
                </a:cubicBezTo>
                <a:cubicBezTo>
                  <a:pt x="1897757" y="2449"/>
                  <a:pt x="1903680" y="0"/>
                  <a:pt x="1910629" y="0"/>
                </a:cubicBezTo>
                <a:moveTo>
                  <a:pt x="1921222" y="78599"/>
                </a:moveTo>
                <a:lnTo>
                  <a:pt x="1886195" y="200085"/>
                </a:lnTo>
                <a:cubicBezTo>
                  <a:pt x="1884259" y="207033"/>
                  <a:pt x="1883290" y="211590"/>
                  <a:pt x="1883290" y="213754"/>
                </a:cubicBezTo>
                <a:cubicBezTo>
                  <a:pt x="1883290" y="215007"/>
                  <a:pt x="1883803" y="216203"/>
                  <a:pt x="1884828" y="217343"/>
                </a:cubicBezTo>
                <a:cubicBezTo>
                  <a:pt x="1885853" y="218367"/>
                  <a:pt x="1886935" y="218880"/>
                  <a:pt x="1888075" y="218880"/>
                </a:cubicBezTo>
                <a:cubicBezTo>
                  <a:pt x="1890011" y="218880"/>
                  <a:pt x="1891948" y="218026"/>
                  <a:pt x="1893884" y="216317"/>
                </a:cubicBezTo>
                <a:cubicBezTo>
                  <a:pt x="1899009" y="212102"/>
                  <a:pt x="1905161" y="204470"/>
                  <a:pt x="1912337" y="193421"/>
                </a:cubicBezTo>
                <a:lnTo>
                  <a:pt x="1918147" y="196838"/>
                </a:lnTo>
                <a:cubicBezTo>
                  <a:pt x="1900947" y="226797"/>
                  <a:pt x="1882663" y="241776"/>
                  <a:pt x="1863299" y="241776"/>
                </a:cubicBezTo>
                <a:cubicBezTo>
                  <a:pt x="1855894" y="241776"/>
                  <a:pt x="1849971" y="239726"/>
                  <a:pt x="1845528" y="235625"/>
                </a:cubicBezTo>
                <a:cubicBezTo>
                  <a:pt x="1841201" y="231410"/>
                  <a:pt x="1839036" y="226114"/>
                  <a:pt x="1839036" y="219734"/>
                </a:cubicBezTo>
                <a:cubicBezTo>
                  <a:pt x="1839036" y="215520"/>
                  <a:pt x="1840004" y="210166"/>
                  <a:pt x="1841940" y="203673"/>
                </a:cubicBezTo>
                <a:lnTo>
                  <a:pt x="1865691" y="121999"/>
                </a:lnTo>
                <a:cubicBezTo>
                  <a:pt x="1867969" y="114139"/>
                  <a:pt x="1869109" y="108216"/>
                  <a:pt x="1869109" y="104228"/>
                </a:cubicBezTo>
                <a:cubicBezTo>
                  <a:pt x="1869109" y="101723"/>
                  <a:pt x="1868026" y="99501"/>
                  <a:pt x="1865862" y="97565"/>
                </a:cubicBezTo>
                <a:cubicBezTo>
                  <a:pt x="1863697" y="95628"/>
                  <a:pt x="1860736" y="94660"/>
                  <a:pt x="1856977" y="94660"/>
                </a:cubicBezTo>
                <a:cubicBezTo>
                  <a:pt x="1855268" y="94660"/>
                  <a:pt x="1853218" y="94717"/>
                  <a:pt x="1850825" y="94831"/>
                </a:cubicBezTo>
                <a:lnTo>
                  <a:pt x="1853046" y="87996"/>
                </a:lnTo>
                <a:lnTo>
                  <a:pt x="1910971" y="78599"/>
                </a:lnTo>
                <a:lnTo>
                  <a:pt x="1921222" y="78599"/>
                </a:lnTo>
                <a:moveTo>
                  <a:pt x="1977608" y="241776"/>
                </a:moveTo>
                <a:lnTo>
                  <a:pt x="1971457" y="241776"/>
                </a:lnTo>
                <a:cubicBezTo>
                  <a:pt x="1971799" y="232436"/>
                  <a:pt x="1971970" y="225373"/>
                  <a:pt x="1971970" y="220589"/>
                </a:cubicBezTo>
                <a:cubicBezTo>
                  <a:pt x="1971970" y="207603"/>
                  <a:pt x="1970944" y="188865"/>
                  <a:pt x="1968894" y="164374"/>
                </a:cubicBezTo>
                <a:cubicBezTo>
                  <a:pt x="1966958" y="139769"/>
                  <a:pt x="1964737" y="123366"/>
                  <a:pt x="1962231" y="115164"/>
                </a:cubicBezTo>
                <a:cubicBezTo>
                  <a:pt x="1960294" y="109127"/>
                  <a:pt x="1957731" y="104741"/>
                  <a:pt x="1954541" y="102007"/>
                </a:cubicBezTo>
                <a:cubicBezTo>
                  <a:pt x="1952377" y="100185"/>
                  <a:pt x="1949587" y="99274"/>
                  <a:pt x="1946169" y="99274"/>
                </a:cubicBezTo>
                <a:cubicBezTo>
                  <a:pt x="1944232" y="99274"/>
                  <a:pt x="1941897" y="99501"/>
                  <a:pt x="1939164" y="99957"/>
                </a:cubicBezTo>
                <a:lnTo>
                  <a:pt x="1939164" y="93806"/>
                </a:lnTo>
                <a:lnTo>
                  <a:pt x="1996062" y="78599"/>
                </a:lnTo>
                <a:cubicBezTo>
                  <a:pt x="2007453" y="109696"/>
                  <a:pt x="2012978" y="149509"/>
                  <a:pt x="2012636" y="198034"/>
                </a:cubicBezTo>
                <a:cubicBezTo>
                  <a:pt x="2029381" y="182087"/>
                  <a:pt x="2040886" y="169158"/>
                  <a:pt x="2047151" y="159248"/>
                </a:cubicBezTo>
                <a:cubicBezTo>
                  <a:pt x="2053530" y="149338"/>
                  <a:pt x="2056720" y="141079"/>
                  <a:pt x="2056720" y="134472"/>
                </a:cubicBezTo>
                <a:cubicBezTo>
                  <a:pt x="2056720" y="129232"/>
                  <a:pt x="2054726" y="123935"/>
                  <a:pt x="2050740" y="118582"/>
                </a:cubicBezTo>
                <a:cubicBezTo>
                  <a:pt x="2046866" y="113114"/>
                  <a:pt x="2044418" y="109240"/>
                  <a:pt x="2043392" y="106962"/>
                </a:cubicBezTo>
                <a:cubicBezTo>
                  <a:pt x="2042480" y="104684"/>
                  <a:pt x="2042025" y="102178"/>
                  <a:pt x="2042025" y="99445"/>
                </a:cubicBezTo>
                <a:cubicBezTo>
                  <a:pt x="2042025" y="93521"/>
                  <a:pt x="2043961" y="88566"/>
                  <a:pt x="2047835" y="84579"/>
                </a:cubicBezTo>
                <a:cubicBezTo>
                  <a:pt x="2051707" y="80592"/>
                  <a:pt x="2056605" y="78599"/>
                  <a:pt x="2062530" y="78599"/>
                </a:cubicBezTo>
                <a:cubicBezTo>
                  <a:pt x="2068794" y="78599"/>
                  <a:pt x="2073635" y="80592"/>
                  <a:pt x="2077053" y="84579"/>
                </a:cubicBezTo>
                <a:cubicBezTo>
                  <a:pt x="2081838" y="90161"/>
                  <a:pt x="2084229" y="96767"/>
                  <a:pt x="2084229" y="104399"/>
                </a:cubicBezTo>
                <a:cubicBezTo>
                  <a:pt x="2084229" y="112260"/>
                  <a:pt x="2082805" y="120006"/>
                  <a:pt x="2079957" y="127638"/>
                </a:cubicBezTo>
                <a:cubicBezTo>
                  <a:pt x="2077224" y="135155"/>
                  <a:pt x="2072439" y="144098"/>
                  <a:pt x="2065605" y="154463"/>
                </a:cubicBezTo>
                <a:cubicBezTo>
                  <a:pt x="2058884" y="164716"/>
                  <a:pt x="2051365" y="174056"/>
                  <a:pt x="2043050" y="182486"/>
                </a:cubicBezTo>
                <a:cubicBezTo>
                  <a:pt x="2027787" y="197977"/>
                  <a:pt x="2005972" y="217741"/>
                  <a:pt x="1977608" y="241776"/>
                </a:cubicBezTo>
                <a:moveTo>
                  <a:pt x="2139590" y="172917"/>
                </a:moveTo>
                <a:cubicBezTo>
                  <a:pt x="2138564" y="180321"/>
                  <a:pt x="2138052" y="186416"/>
                  <a:pt x="2138052" y="191200"/>
                </a:cubicBezTo>
                <a:cubicBezTo>
                  <a:pt x="2138052" y="199743"/>
                  <a:pt x="2140502" y="206578"/>
                  <a:pt x="2145399" y="211704"/>
                </a:cubicBezTo>
                <a:cubicBezTo>
                  <a:pt x="2150411" y="216830"/>
                  <a:pt x="2157075" y="219393"/>
                  <a:pt x="2165391" y="219393"/>
                </a:cubicBezTo>
                <a:cubicBezTo>
                  <a:pt x="2173364" y="219393"/>
                  <a:pt x="2181338" y="217456"/>
                  <a:pt x="2189312" y="213583"/>
                </a:cubicBezTo>
                <a:cubicBezTo>
                  <a:pt x="2197400" y="209710"/>
                  <a:pt x="2206740" y="202933"/>
                  <a:pt x="2217334" y="193250"/>
                </a:cubicBezTo>
                <a:lnTo>
                  <a:pt x="2222460" y="197864"/>
                </a:lnTo>
                <a:cubicBezTo>
                  <a:pt x="2209361" y="213697"/>
                  <a:pt x="2196602" y="224974"/>
                  <a:pt x="2184187" y="231695"/>
                </a:cubicBezTo>
                <a:cubicBezTo>
                  <a:pt x="2171770" y="238416"/>
                  <a:pt x="2158043" y="241776"/>
                  <a:pt x="2143007" y="241776"/>
                </a:cubicBezTo>
                <a:cubicBezTo>
                  <a:pt x="2123984" y="241776"/>
                  <a:pt x="2110828" y="237220"/>
                  <a:pt x="2103537" y="228107"/>
                </a:cubicBezTo>
                <a:cubicBezTo>
                  <a:pt x="2096246" y="218994"/>
                  <a:pt x="2092601" y="208457"/>
                  <a:pt x="2092601" y="196497"/>
                </a:cubicBezTo>
                <a:cubicBezTo>
                  <a:pt x="2092601" y="177815"/>
                  <a:pt x="2098012" y="159134"/>
                  <a:pt x="2108834" y="140452"/>
                </a:cubicBezTo>
                <a:cubicBezTo>
                  <a:pt x="2119770" y="121771"/>
                  <a:pt x="2134578" y="106792"/>
                  <a:pt x="2153259" y="95514"/>
                </a:cubicBezTo>
                <a:cubicBezTo>
                  <a:pt x="2172055" y="84238"/>
                  <a:pt x="2190907" y="78599"/>
                  <a:pt x="2209816" y="78599"/>
                </a:cubicBezTo>
                <a:cubicBezTo>
                  <a:pt x="2219384" y="78599"/>
                  <a:pt x="2226618" y="80877"/>
                  <a:pt x="2231516" y="85433"/>
                </a:cubicBezTo>
                <a:cubicBezTo>
                  <a:pt x="2236414" y="89990"/>
                  <a:pt x="2238863" y="95743"/>
                  <a:pt x="2238863" y="102691"/>
                </a:cubicBezTo>
                <a:cubicBezTo>
                  <a:pt x="2238863" y="111006"/>
                  <a:pt x="2236471" y="119094"/>
                  <a:pt x="2231687" y="126954"/>
                </a:cubicBezTo>
                <a:cubicBezTo>
                  <a:pt x="2225080" y="137662"/>
                  <a:pt x="2216764" y="146319"/>
                  <a:pt x="2206740" y="152926"/>
                </a:cubicBezTo>
                <a:cubicBezTo>
                  <a:pt x="2196716" y="159418"/>
                  <a:pt x="2185496" y="164374"/>
                  <a:pt x="2173080" y="167791"/>
                </a:cubicBezTo>
                <a:cubicBezTo>
                  <a:pt x="2164764" y="170069"/>
                  <a:pt x="2153601" y="171778"/>
                  <a:pt x="2139590" y="172917"/>
                </a:cubicBezTo>
                <a:moveTo>
                  <a:pt x="2141127" y="164032"/>
                </a:moveTo>
                <a:cubicBezTo>
                  <a:pt x="2151151" y="162551"/>
                  <a:pt x="2158897" y="160558"/>
                  <a:pt x="2164365" y="158052"/>
                </a:cubicBezTo>
                <a:cubicBezTo>
                  <a:pt x="2169947" y="155432"/>
                  <a:pt x="2175358" y="151331"/>
                  <a:pt x="2180598" y="145749"/>
                </a:cubicBezTo>
                <a:cubicBezTo>
                  <a:pt x="2185951" y="140054"/>
                  <a:pt x="2190565" y="132934"/>
                  <a:pt x="2194438" y="124391"/>
                </a:cubicBezTo>
                <a:cubicBezTo>
                  <a:pt x="2198311" y="115734"/>
                  <a:pt x="2200248" y="107646"/>
                  <a:pt x="2200248" y="100128"/>
                </a:cubicBezTo>
                <a:cubicBezTo>
                  <a:pt x="2200248" y="96938"/>
                  <a:pt x="2199336" y="94433"/>
                  <a:pt x="2197514" y="92610"/>
                </a:cubicBezTo>
                <a:cubicBezTo>
                  <a:pt x="2195805" y="90787"/>
                  <a:pt x="2193584" y="89876"/>
                  <a:pt x="2190850" y="89876"/>
                </a:cubicBezTo>
                <a:cubicBezTo>
                  <a:pt x="2185382" y="89876"/>
                  <a:pt x="2179231" y="93692"/>
                  <a:pt x="2172397" y="101324"/>
                </a:cubicBezTo>
                <a:cubicBezTo>
                  <a:pt x="2159866" y="115221"/>
                  <a:pt x="2149443" y="136123"/>
                  <a:pt x="2141127" y="164032"/>
                </a:cubicBezTo>
                <a:moveTo>
                  <a:pt x="2382049" y="5297"/>
                </a:moveTo>
                <a:lnTo>
                  <a:pt x="2473634" y="5297"/>
                </a:lnTo>
                <a:cubicBezTo>
                  <a:pt x="2494024" y="5297"/>
                  <a:pt x="2508604" y="6379"/>
                  <a:pt x="2517376" y="8543"/>
                </a:cubicBezTo>
                <a:cubicBezTo>
                  <a:pt x="2528880" y="11277"/>
                  <a:pt x="2537766" y="16631"/>
                  <a:pt x="2544031" y="24605"/>
                </a:cubicBezTo>
                <a:cubicBezTo>
                  <a:pt x="2550410" y="32465"/>
                  <a:pt x="2553600" y="41407"/>
                  <a:pt x="2553600" y="51431"/>
                </a:cubicBezTo>
                <a:cubicBezTo>
                  <a:pt x="2553600" y="59633"/>
                  <a:pt x="2551093" y="68005"/>
                  <a:pt x="2546082" y="76548"/>
                </a:cubicBezTo>
                <a:cubicBezTo>
                  <a:pt x="2541069" y="85092"/>
                  <a:pt x="2533551" y="92154"/>
                  <a:pt x="2523527" y="97736"/>
                </a:cubicBezTo>
                <a:cubicBezTo>
                  <a:pt x="2513617" y="103204"/>
                  <a:pt x="2498353" y="108272"/>
                  <a:pt x="2477734" y="112943"/>
                </a:cubicBezTo>
                <a:cubicBezTo>
                  <a:pt x="2499150" y="118980"/>
                  <a:pt x="2514015" y="126726"/>
                  <a:pt x="2522331" y="136181"/>
                </a:cubicBezTo>
                <a:cubicBezTo>
                  <a:pt x="2530646" y="145635"/>
                  <a:pt x="2534804" y="156628"/>
                  <a:pt x="2534804" y="169158"/>
                </a:cubicBezTo>
                <a:cubicBezTo>
                  <a:pt x="2534804" y="180891"/>
                  <a:pt x="2530703" y="192510"/>
                  <a:pt x="2522502" y="204015"/>
                </a:cubicBezTo>
                <a:cubicBezTo>
                  <a:pt x="2514300" y="215406"/>
                  <a:pt x="2503421" y="223778"/>
                  <a:pt x="2489866" y="229132"/>
                </a:cubicBezTo>
                <a:cubicBezTo>
                  <a:pt x="2476310" y="234372"/>
                  <a:pt x="2451478" y="236992"/>
                  <a:pt x="2415368" y="236992"/>
                </a:cubicBezTo>
                <a:lnTo>
                  <a:pt x="2319000" y="236992"/>
                </a:lnTo>
                <a:lnTo>
                  <a:pt x="2321221" y="230670"/>
                </a:lnTo>
                <a:cubicBezTo>
                  <a:pt x="2330561" y="230670"/>
                  <a:pt x="2337225" y="229816"/>
                  <a:pt x="2341212" y="228107"/>
                </a:cubicBezTo>
                <a:cubicBezTo>
                  <a:pt x="2345313" y="226398"/>
                  <a:pt x="2348560" y="223778"/>
                  <a:pt x="2350951" y="220247"/>
                </a:cubicBezTo>
                <a:cubicBezTo>
                  <a:pt x="2353458" y="216602"/>
                  <a:pt x="2356363" y="209084"/>
                  <a:pt x="2359666" y="197693"/>
                </a:cubicBezTo>
                <a:lnTo>
                  <a:pt x="2401015" y="55190"/>
                </a:lnTo>
                <a:cubicBezTo>
                  <a:pt x="2405231" y="40723"/>
                  <a:pt x="2407337" y="31041"/>
                  <a:pt x="2407337" y="26143"/>
                </a:cubicBezTo>
                <a:cubicBezTo>
                  <a:pt x="2407337" y="22156"/>
                  <a:pt x="2405629" y="18852"/>
                  <a:pt x="2402212" y="16233"/>
                </a:cubicBezTo>
                <a:cubicBezTo>
                  <a:pt x="2398907" y="13613"/>
                  <a:pt x="2391618" y="12074"/>
                  <a:pt x="2380340" y="11619"/>
                </a:cubicBezTo>
                <a:lnTo>
                  <a:pt x="2382049" y="5297"/>
                </a:lnTo>
                <a:moveTo>
                  <a:pt x="2434505" y="107646"/>
                </a:moveTo>
                <a:cubicBezTo>
                  <a:pt x="2449997" y="107418"/>
                  <a:pt x="2462185" y="104969"/>
                  <a:pt x="2471071" y="100299"/>
                </a:cubicBezTo>
                <a:cubicBezTo>
                  <a:pt x="2480070" y="95628"/>
                  <a:pt x="2487246" y="87996"/>
                  <a:pt x="2492600" y="77403"/>
                </a:cubicBezTo>
                <a:cubicBezTo>
                  <a:pt x="2498068" y="66695"/>
                  <a:pt x="2500802" y="56614"/>
                  <a:pt x="2500802" y="47160"/>
                </a:cubicBezTo>
                <a:cubicBezTo>
                  <a:pt x="2500802" y="38274"/>
                  <a:pt x="2498011" y="31041"/>
                  <a:pt x="2492429" y="25460"/>
                </a:cubicBezTo>
                <a:cubicBezTo>
                  <a:pt x="2486848" y="19877"/>
                  <a:pt x="2479387" y="17201"/>
                  <a:pt x="2470045" y="17428"/>
                </a:cubicBezTo>
                <a:lnTo>
                  <a:pt x="2460648" y="17770"/>
                </a:lnTo>
                <a:lnTo>
                  <a:pt x="2434505" y="107646"/>
                </a:lnTo>
                <a:moveTo>
                  <a:pt x="2430405" y="120461"/>
                </a:moveTo>
                <a:lnTo>
                  <a:pt x="2400845" y="223494"/>
                </a:lnTo>
                <a:cubicBezTo>
                  <a:pt x="2406540" y="223721"/>
                  <a:pt x="2410812" y="223835"/>
                  <a:pt x="2413659" y="223835"/>
                </a:cubicBezTo>
                <a:cubicBezTo>
                  <a:pt x="2439062" y="223835"/>
                  <a:pt x="2456717" y="216772"/>
                  <a:pt x="2466628" y="202648"/>
                </a:cubicBezTo>
                <a:cubicBezTo>
                  <a:pt x="2476539" y="188409"/>
                  <a:pt x="2481493" y="173202"/>
                  <a:pt x="2481493" y="157026"/>
                </a:cubicBezTo>
                <a:cubicBezTo>
                  <a:pt x="2481493" y="149280"/>
                  <a:pt x="2479557" y="142446"/>
                  <a:pt x="2475685" y="136523"/>
                </a:cubicBezTo>
                <a:cubicBezTo>
                  <a:pt x="2471926" y="130485"/>
                  <a:pt x="2467027" y="126328"/>
                  <a:pt x="2460990" y="124049"/>
                </a:cubicBezTo>
                <a:cubicBezTo>
                  <a:pt x="2454953" y="121657"/>
                  <a:pt x="2444757" y="120461"/>
                  <a:pt x="2430405" y="120461"/>
                </a:cubicBezTo>
                <a:moveTo>
                  <a:pt x="2639886" y="0"/>
                </a:moveTo>
                <a:cubicBezTo>
                  <a:pt x="2646950" y="0"/>
                  <a:pt x="2652873" y="2449"/>
                  <a:pt x="2657656" y="7347"/>
                </a:cubicBezTo>
                <a:cubicBezTo>
                  <a:pt x="2662556" y="12245"/>
                  <a:pt x="2665004" y="18169"/>
                  <a:pt x="2665004" y="25118"/>
                </a:cubicBezTo>
                <a:cubicBezTo>
                  <a:pt x="2665004" y="32066"/>
                  <a:pt x="2662556" y="37989"/>
                  <a:pt x="2657656" y="42888"/>
                </a:cubicBezTo>
                <a:cubicBezTo>
                  <a:pt x="2652759" y="47786"/>
                  <a:pt x="2646835" y="50235"/>
                  <a:pt x="2639886" y="50235"/>
                </a:cubicBezTo>
                <a:cubicBezTo>
                  <a:pt x="2633052" y="50235"/>
                  <a:pt x="2627186" y="47786"/>
                  <a:pt x="2622288" y="42888"/>
                </a:cubicBezTo>
                <a:cubicBezTo>
                  <a:pt x="2617390" y="37989"/>
                  <a:pt x="2614940" y="32066"/>
                  <a:pt x="2614940" y="25118"/>
                </a:cubicBezTo>
                <a:cubicBezTo>
                  <a:pt x="2614940" y="18169"/>
                  <a:pt x="2617333" y="12245"/>
                  <a:pt x="2622116" y="7347"/>
                </a:cubicBezTo>
                <a:cubicBezTo>
                  <a:pt x="2627015" y="2449"/>
                  <a:pt x="2632939" y="0"/>
                  <a:pt x="2639886" y="0"/>
                </a:cubicBezTo>
                <a:moveTo>
                  <a:pt x="2650481" y="78599"/>
                </a:moveTo>
                <a:lnTo>
                  <a:pt x="2615452" y="200085"/>
                </a:lnTo>
                <a:cubicBezTo>
                  <a:pt x="2613516" y="207033"/>
                  <a:pt x="2612549" y="211590"/>
                  <a:pt x="2612549" y="213754"/>
                </a:cubicBezTo>
                <a:cubicBezTo>
                  <a:pt x="2612549" y="215007"/>
                  <a:pt x="2613061" y="216203"/>
                  <a:pt x="2614086" y="217343"/>
                </a:cubicBezTo>
                <a:cubicBezTo>
                  <a:pt x="2615112" y="218367"/>
                  <a:pt x="2616194" y="218880"/>
                  <a:pt x="2617333" y="218880"/>
                </a:cubicBezTo>
                <a:cubicBezTo>
                  <a:pt x="2619269" y="218880"/>
                  <a:pt x="2621205" y="218026"/>
                  <a:pt x="2623142" y="216317"/>
                </a:cubicBezTo>
                <a:cubicBezTo>
                  <a:pt x="2628268" y="212102"/>
                  <a:pt x="2634419" y="204470"/>
                  <a:pt x="2641595" y="193421"/>
                </a:cubicBezTo>
                <a:lnTo>
                  <a:pt x="2647405" y="196838"/>
                </a:lnTo>
                <a:cubicBezTo>
                  <a:pt x="2630204" y="226797"/>
                  <a:pt x="2611922" y="241776"/>
                  <a:pt x="2592557" y="241776"/>
                </a:cubicBezTo>
                <a:cubicBezTo>
                  <a:pt x="2585153" y="241776"/>
                  <a:pt x="2579229" y="239726"/>
                  <a:pt x="2574787" y="235625"/>
                </a:cubicBezTo>
                <a:cubicBezTo>
                  <a:pt x="2570458" y="231410"/>
                  <a:pt x="2568295" y="226114"/>
                  <a:pt x="2568295" y="219734"/>
                </a:cubicBezTo>
                <a:cubicBezTo>
                  <a:pt x="2568295" y="215520"/>
                  <a:pt x="2569262" y="210166"/>
                  <a:pt x="2571198" y="203673"/>
                </a:cubicBezTo>
                <a:lnTo>
                  <a:pt x="2594949" y="121999"/>
                </a:lnTo>
                <a:cubicBezTo>
                  <a:pt x="2597228" y="114139"/>
                  <a:pt x="2598366" y="108216"/>
                  <a:pt x="2598366" y="104228"/>
                </a:cubicBezTo>
                <a:cubicBezTo>
                  <a:pt x="2598366" y="101723"/>
                  <a:pt x="2597285" y="99501"/>
                  <a:pt x="2595120" y="97565"/>
                </a:cubicBezTo>
                <a:cubicBezTo>
                  <a:pt x="2592956" y="95628"/>
                  <a:pt x="2589994" y="94660"/>
                  <a:pt x="2586235" y="94660"/>
                </a:cubicBezTo>
                <a:cubicBezTo>
                  <a:pt x="2584526" y="94660"/>
                  <a:pt x="2582476" y="94717"/>
                  <a:pt x="2580083" y="94831"/>
                </a:cubicBezTo>
                <a:lnTo>
                  <a:pt x="2582305" y="87996"/>
                </a:lnTo>
                <a:lnTo>
                  <a:pt x="2640229" y="78599"/>
                </a:lnTo>
                <a:lnTo>
                  <a:pt x="2650481" y="78599"/>
                </a:lnTo>
                <a:moveTo>
                  <a:pt x="2826302" y="80991"/>
                </a:moveTo>
                <a:lnTo>
                  <a:pt x="2793154" y="194617"/>
                </a:lnTo>
                <a:lnTo>
                  <a:pt x="2789736" y="208457"/>
                </a:lnTo>
                <a:cubicBezTo>
                  <a:pt x="2789395" y="210166"/>
                  <a:pt x="2789224" y="211419"/>
                  <a:pt x="2789224" y="212216"/>
                </a:cubicBezTo>
                <a:cubicBezTo>
                  <a:pt x="2789224" y="213583"/>
                  <a:pt x="2789679" y="214779"/>
                  <a:pt x="2790591" y="215804"/>
                </a:cubicBezTo>
                <a:cubicBezTo>
                  <a:pt x="2791617" y="216830"/>
                  <a:pt x="2792641" y="217343"/>
                  <a:pt x="2793666" y="217343"/>
                </a:cubicBezTo>
                <a:cubicBezTo>
                  <a:pt x="2796059" y="217343"/>
                  <a:pt x="2799363" y="215520"/>
                  <a:pt x="2803577" y="211875"/>
                </a:cubicBezTo>
                <a:cubicBezTo>
                  <a:pt x="2805285" y="210394"/>
                  <a:pt x="2809387" y="205154"/>
                  <a:pt x="2815879" y="196155"/>
                </a:cubicBezTo>
                <a:lnTo>
                  <a:pt x="2821859" y="199231"/>
                </a:lnTo>
                <a:cubicBezTo>
                  <a:pt x="2813771" y="214039"/>
                  <a:pt x="2805115" y="224860"/>
                  <a:pt x="2795888" y="231695"/>
                </a:cubicBezTo>
                <a:cubicBezTo>
                  <a:pt x="2786774" y="238416"/>
                  <a:pt x="2776922" y="241776"/>
                  <a:pt x="2766329" y="241776"/>
                </a:cubicBezTo>
                <a:cubicBezTo>
                  <a:pt x="2759835" y="241776"/>
                  <a:pt x="2754879" y="240124"/>
                  <a:pt x="2751463" y="236821"/>
                </a:cubicBezTo>
                <a:cubicBezTo>
                  <a:pt x="2748045" y="233404"/>
                  <a:pt x="2746337" y="229132"/>
                  <a:pt x="2746337" y="224006"/>
                </a:cubicBezTo>
                <a:cubicBezTo>
                  <a:pt x="2746337" y="219564"/>
                  <a:pt x="2748159" y="211305"/>
                  <a:pt x="2751804" y="199231"/>
                </a:cubicBezTo>
                <a:lnTo>
                  <a:pt x="2755905" y="185390"/>
                </a:lnTo>
                <a:cubicBezTo>
                  <a:pt x="2742692" y="208058"/>
                  <a:pt x="2729991" y="224120"/>
                  <a:pt x="2717801" y="233575"/>
                </a:cubicBezTo>
                <a:cubicBezTo>
                  <a:pt x="2710740" y="239043"/>
                  <a:pt x="2703221" y="241776"/>
                  <a:pt x="2695248" y="241776"/>
                </a:cubicBezTo>
                <a:cubicBezTo>
                  <a:pt x="2684768" y="241776"/>
                  <a:pt x="2677193" y="237504"/>
                  <a:pt x="2672522" y="228961"/>
                </a:cubicBezTo>
                <a:cubicBezTo>
                  <a:pt x="2667852" y="220304"/>
                  <a:pt x="2665517" y="210565"/>
                  <a:pt x="2665517" y="199743"/>
                </a:cubicBezTo>
                <a:cubicBezTo>
                  <a:pt x="2665517" y="183682"/>
                  <a:pt x="2670415" y="165285"/>
                  <a:pt x="2680211" y="144553"/>
                </a:cubicBezTo>
                <a:cubicBezTo>
                  <a:pt x="2690008" y="123708"/>
                  <a:pt x="2702879" y="106962"/>
                  <a:pt x="2718827" y="94318"/>
                </a:cubicBezTo>
                <a:cubicBezTo>
                  <a:pt x="2731926" y="83838"/>
                  <a:pt x="2744229" y="78599"/>
                  <a:pt x="2755734" y="78599"/>
                </a:cubicBezTo>
                <a:cubicBezTo>
                  <a:pt x="2762113" y="78599"/>
                  <a:pt x="2767239" y="80478"/>
                  <a:pt x="2771112" y="84238"/>
                </a:cubicBezTo>
                <a:cubicBezTo>
                  <a:pt x="2774985" y="87882"/>
                  <a:pt x="2777832" y="94603"/>
                  <a:pt x="2779656" y="104399"/>
                </a:cubicBezTo>
                <a:lnTo>
                  <a:pt x="2785807" y="83383"/>
                </a:lnTo>
                <a:lnTo>
                  <a:pt x="2826302" y="80991"/>
                </a:lnTo>
                <a:moveTo>
                  <a:pt x="2771625" y="113455"/>
                </a:moveTo>
                <a:cubicBezTo>
                  <a:pt x="2771625" y="104228"/>
                  <a:pt x="2770201" y="97565"/>
                  <a:pt x="2767353" y="93464"/>
                </a:cubicBezTo>
                <a:cubicBezTo>
                  <a:pt x="2765303" y="90616"/>
                  <a:pt x="2762512" y="89192"/>
                  <a:pt x="2758981" y="89192"/>
                </a:cubicBezTo>
                <a:cubicBezTo>
                  <a:pt x="2755449" y="89192"/>
                  <a:pt x="2751804" y="90901"/>
                  <a:pt x="2748045" y="94318"/>
                </a:cubicBezTo>
                <a:cubicBezTo>
                  <a:pt x="2740414" y="101381"/>
                  <a:pt x="2732154" y="115734"/>
                  <a:pt x="2723269" y="137377"/>
                </a:cubicBezTo>
                <a:cubicBezTo>
                  <a:pt x="2714499" y="158906"/>
                  <a:pt x="2710113" y="177531"/>
                  <a:pt x="2710113" y="193250"/>
                </a:cubicBezTo>
                <a:cubicBezTo>
                  <a:pt x="2710113" y="199287"/>
                  <a:pt x="2711081" y="203673"/>
                  <a:pt x="2713018" y="206407"/>
                </a:cubicBezTo>
                <a:cubicBezTo>
                  <a:pt x="2715068" y="209027"/>
                  <a:pt x="2717289" y="210337"/>
                  <a:pt x="2719682" y="210337"/>
                </a:cubicBezTo>
                <a:cubicBezTo>
                  <a:pt x="2724808" y="210337"/>
                  <a:pt x="2729991" y="207375"/>
                  <a:pt x="2735231" y="201452"/>
                </a:cubicBezTo>
                <a:cubicBezTo>
                  <a:pt x="2742749" y="193022"/>
                  <a:pt x="2749526" y="182713"/>
                  <a:pt x="2755563" y="170525"/>
                </a:cubicBezTo>
                <a:cubicBezTo>
                  <a:pt x="2766271" y="149110"/>
                  <a:pt x="2771625" y="130087"/>
                  <a:pt x="2771625" y="113455"/>
                </a:cubicBezTo>
                <a:moveTo>
                  <a:pt x="2963849" y="78599"/>
                </a:moveTo>
                <a:lnTo>
                  <a:pt x="2956332" y="131396"/>
                </a:lnTo>
                <a:lnTo>
                  <a:pt x="2950010" y="131396"/>
                </a:lnTo>
                <a:cubicBezTo>
                  <a:pt x="2949098" y="117727"/>
                  <a:pt x="2944883" y="106962"/>
                  <a:pt x="2937366" y="99103"/>
                </a:cubicBezTo>
                <a:cubicBezTo>
                  <a:pt x="2929961" y="91243"/>
                  <a:pt x="2921987" y="87313"/>
                  <a:pt x="2913444" y="87313"/>
                </a:cubicBezTo>
                <a:cubicBezTo>
                  <a:pt x="2908204" y="87313"/>
                  <a:pt x="2903875" y="88851"/>
                  <a:pt x="2900458" y="91926"/>
                </a:cubicBezTo>
                <a:cubicBezTo>
                  <a:pt x="2897041" y="95002"/>
                  <a:pt x="2895332" y="98704"/>
                  <a:pt x="2895332" y="103033"/>
                </a:cubicBezTo>
                <a:cubicBezTo>
                  <a:pt x="2895332" y="106678"/>
                  <a:pt x="2896073" y="110095"/>
                  <a:pt x="2897553" y="113284"/>
                </a:cubicBezTo>
                <a:cubicBezTo>
                  <a:pt x="2899034" y="116474"/>
                  <a:pt x="2902337" y="120803"/>
                  <a:pt x="2907464" y="126270"/>
                </a:cubicBezTo>
                <a:cubicBezTo>
                  <a:pt x="2925462" y="145635"/>
                  <a:pt x="2936397" y="158963"/>
                  <a:pt x="2940269" y="166253"/>
                </a:cubicBezTo>
                <a:cubicBezTo>
                  <a:pt x="2944143" y="173543"/>
                  <a:pt x="2946079" y="181346"/>
                  <a:pt x="2946079" y="189662"/>
                </a:cubicBezTo>
                <a:cubicBezTo>
                  <a:pt x="2946079" y="198661"/>
                  <a:pt x="2943801" y="207204"/>
                  <a:pt x="2939245" y="215292"/>
                </a:cubicBezTo>
                <a:cubicBezTo>
                  <a:pt x="2934689" y="223266"/>
                  <a:pt x="2927854" y="229702"/>
                  <a:pt x="2918740" y="234600"/>
                </a:cubicBezTo>
                <a:cubicBezTo>
                  <a:pt x="2909742" y="239384"/>
                  <a:pt x="2900344" y="241776"/>
                  <a:pt x="2890547" y="241776"/>
                </a:cubicBezTo>
                <a:cubicBezTo>
                  <a:pt x="2883942" y="241776"/>
                  <a:pt x="2875796" y="240466"/>
                  <a:pt x="2866113" y="237846"/>
                </a:cubicBezTo>
                <a:cubicBezTo>
                  <a:pt x="2859735" y="236024"/>
                  <a:pt x="2854950" y="235112"/>
                  <a:pt x="2851761" y="235112"/>
                </a:cubicBezTo>
                <a:cubicBezTo>
                  <a:pt x="2848913" y="235112"/>
                  <a:pt x="2846692" y="235568"/>
                  <a:pt x="2845098" y="236479"/>
                </a:cubicBezTo>
                <a:cubicBezTo>
                  <a:pt x="2843503" y="237277"/>
                  <a:pt x="2841737" y="239043"/>
                  <a:pt x="2839801" y="241776"/>
                </a:cubicBezTo>
                <a:lnTo>
                  <a:pt x="2833478" y="241776"/>
                </a:lnTo>
                <a:lnTo>
                  <a:pt x="2841851" y="184877"/>
                </a:lnTo>
                <a:lnTo>
                  <a:pt x="2847319" y="184877"/>
                </a:lnTo>
                <a:cubicBezTo>
                  <a:pt x="2851306" y="198661"/>
                  <a:pt x="2855008" y="208514"/>
                  <a:pt x="2858425" y="214438"/>
                </a:cubicBezTo>
                <a:cubicBezTo>
                  <a:pt x="2861956" y="220247"/>
                  <a:pt x="2866627" y="224917"/>
                  <a:pt x="2872437" y="228448"/>
                </a:cubicBezTo>
                <a:cubicBezTo>
                  <a:pt x="2878245" y="231866"/>
                  <a:pt x="2883827" y="233575"/>
                  <a:pt x="2889181" y="233575"/>
                </a:cubicBezTo>
                <a:cubicBezTo>
                  <a:pt x="2895446" y="233575"/>
                  <a:pt x="2900629" y="231638"/>
                  <a:pt x="2904730" y="227765"/>
                </a:cubicBezTo>
                <a:cubicBezTo>
                  <a:pt x="2908831" y="223778"/>
                  <a:pt x="2910881" y="219051"/>
                  <a:pt x="2910881" y="213583"/>
                </a:cubicBezTo>
                <a:cubicBezTo>
                  <a:pt x="2910881" y="208229"/>
                  <a:pt x="2909515" y="203046"/>
                  <a:pt x="2906780" y="198034"/>
                </a:cubicBezTo>
                <a:cubicBezTo>
                  <a:pt x="2904160" y="193022"/>
                  <a:pt x="2898008" y="185219"/>
                  <a:pt x="2888326" y="174626"/>
                </a:cubicBezTo>
                <a:cubicBezTo>
                  <a:pt x="2874998" y="160159"/>
                  <a:pt x="2866228" y="148996"/>
                  <a:pt x="2862014" y="141136"/>
                </a:cubicBezTo>
                <a:cubicBezTo>
                  <a:pt x="2859052" y="135440"/>
                  <a:pt x="2857571" y="128948"/>
                  <a:pt x="2857571" y="121657"/>
                </a:cubicBezTo>
                <a:cubicBezTo>
                  <a:pt x="2857571" y="109355"/>
                  <a:pt x="2862014" y="99103"/>
                  <a:pt x="2870899" y="90901"/>
                </a:cubicBezTo>
                <a:cubicBezTo>
                  <a:pt x="2879898" y="82699"/>
                  <a:pt x="2892485" y="78599"/>
                  <a:pt x="2908659" y="78599"/>
                </a:cubicBezTo>
                <a:cubicBezTo>
                  <a:pt x="2915722" y="78599"/>
                  <a:pt x="2924380" y="79852"/>
                  <a:pt x="2934631" y="82358"/>
                </a:cubicBezTo>
                <a:cubicBezTo>
                  <a:pt x="2939757" y="83611"/>
                  <a:pt x="2943858" y="84238"/>
                  <a:pt x="2946933" y="84238"/>
                </a:cubicBezTo>
                <a:cubicBezTo>
                  <a:pt x="2951376" y="84238"/>
                  <a:pt x="2954964" y="82358"/>
                  <a:pt x="2957699" y="78599"/>
                </a:cubicBezTo>
                <a:lnTo>
                  <a:pt x="2963849" y="7859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4" name="path-7383">
            <a:extLst xmlns:a="http://schemas.openxmlformats.org/drawingml/2006/main">
              <a:ext uri="{FF2B5EF4-FFF2-40B4-BE49-F238E27FC236}">
                <a16:creationId xmlns:a16="http://schemas.microsoft.com/office/drawing/2014/main" id="{218F9937-B002-46B3-A9B5-0E1DBD5B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986" y="6443984"/>
            <a:ext cx="2179597" cy="657011"/>
          </a:xfrm>
          <a:custGeom xmlns:a="http://schemas.openxmlformats.org/drawingml/2006/main">
            <a:pathLst>
              <a:path w="1862874" h="561539">
                <a:moveTo>
                  <a:pt x="1348" y="9110"/>
                </a:moveTo>
                <a:lnTo>
                  <a:pt x="0" y="18219"/>
                </a:lnTo>
                <a:lnTo>
                  <a:pt x="35773" y="28668"/>
                </a:lnTo>
                <a:lnTo>
                  <a:pt x="37122" y="19558"/>
                </a:lnTo>
                <a:lnTo>
                  <a:pt x="38470" y="10449"/>
                </a:lnTo>
                <a:lnTo>
                  <a:pt x="2697" y="0"/>
                </a:lnTo>
                <a:lnTo>
                  <a:pt x="1348" y="9110"/>
                </a:lnTo>
                <a:moveTo>
                  <a:pt x="108666" y="40455"/>
                </a:moveTo>
                <a:lnTo>
                  <a:pt x="107318" y="49565"/>
                </a:lnTo>
                <a:lnTo>
                  <a:pt x="178864" y="70462"/>
                </a:lnTo>
                <a:lnTo>
                  <a:pt x="180212" y="61352"/>
                </a:lnTo>
                <a:lnTo>
                  <a:pt x="181560" y="52243"/>
                </a:lnTo>
                <a:lnTo>
                  <a:pt x="110015" y="31346"/>
                </a:lnTo>
                <a:lnTo>
                  <a:pt x="108666" y="40455"/>
                </a:lnTo>
                <a:moveTo>
                  <a:pt x="251758" y="82249"/>
                </a:moveTo>
                <a:lnTo>
                  <a:pt x="250409" y="91359"/>
                </a:lnTo>
                <a:lnTo>
                  <a:pt x="321955" y="112255"/>
                </a:lnTo>
                <a:lnTo>
                  <a:pt x="323302" y="103146"/>
                </a:lnTo>
                <a:lnTo>
                  <a:pt x="324650" y="94036"/>
                </a:lnTo>
                <a:lnTo>
                  <a:pt x="253106" y="73139"/>
                </a:lnTo>
                <a:lnTo>
                  <a:pt x="251758" y="82249"/>
                </a:lnTo>
                <a:moveTo>
                  <a:pt x="394848" y="124042"/>
                </a:moveTo>
                <a:lnTo>
                  <a:pt x="393499" y="133152"/>
                </a:lnTo>
                <a:lnTo>
                  <a:pt x="465045" y="154049"/>
                </a:lnTo>
                <a:lnTo>
                  <a:pt x="466393" y="144939"/>
                </a:lnTo>
                <a:lnTo>
                  <a:pt x="467742" y="135830"/>
                </a:lnTo>
                <a:lnTo>
                  <a:pt x="396196" y="114933"/>
                </a:lnTo>
                <a:lnTo>
                  <a:pt x="394848" y="124042"/>
                </a:lnTo>
                <a:moveTo>
                  <a:pt x="537939" y="165837"/>
                </a:moveTo>
                <a:lnTo>
                  <a:pt x="536591" y="174946"/>
                </a:lnTo>
                <a:lnTo>
                  <a:pt x="608135" y="195843"/>
                </a:lnTo>
                <a:lnTo>
                  <a:pt x="609483" y="186733"/>
                </a:lnTo>
                <a:lnTo>
                  <a:pt x="610832" y="177624"/>
                </a:lnTo>
                <a:lnTo>
                  <a:pt x="539286" y="156727"/>
                </a:lnTo>
                <a:lnTo>
                  <a:pt x="537939" y="165837"/>
                </a:lnTo>
                <a:moveTo>
                  <a:pt x="681029" y="207631"/>
                </a:moveTo>
                <a:lnTo>
                  <a:pt x="679681" y="216740"/>
                </a:lnTo>
                <a:lnTo>
                  <a:pt x="751226" y="237637"/>
                </a:lnTo>
                <a:lnTo>
                  <a:pt x="752575" y="228527"/>
                </a:lnTo>
                <a:lnTo>
                  <a:pt x="753923" y="219418"/>
                </a:lnTo>
                <a:lnTo>
                  <a:pt x="682377" y="198521"/>
                </a:lnTo>
                <a:lnTo>
                  <a:pt x="681029" y="207631"/>
                </a:lnTo>
                <a:moveTo>
                  <a:pt x="824119" y="249424"/>
                </a:moveTo>
                <a:lnTo>
                  <a:pt x="822771" y="258534"/>
                </a:lnTo>
                <a:lnTo>
                  <a:pt x="894316" y="279431"/>
                </a:lnTo>
                <a:lnTo>
                  <a:pt x="895665" y="270321"/>
                </a:lnTo>
                <a:lnTo>
                  <a:pt x="897013" y="261212"/>
                </a:lnTo>
                <a:lnTo>
                  <a:pt x="825468" y="240315"/>
                </a:lnTo>
                <a:lnTo>
                  <a:pt x="824119" y="249424"/>
                </a:lnTo>
                <a:moveTo>
                  <a:pt x="967210" y="291218"/>
                </a:moveTo>
                <a:lnTo>
                  <a:pt x="965862" y="300328"/>
                </a:lnTo>
                <a:lnTo>
                  <a:pt x="1037407" y="321224"/>
                </a:lnTo>
                <a:lnTo>
                  <a:pt x="1038755" y="312115"/>
                </a:lnTo>
                <a:lnTo>
                  <a:pt x="1040103" y="303005"/>
                </a:lnTo>
                <a:lnTo>
                  <a:pt x="968559" y="282108"/>
                </a:lnTo>
                <a:lnTo>
                  <a:pt x="967210" y="291218"/>
                </a:lnTo>
                <a:moveTo>
                  <a:pt x="1110301" y="333012"/>
                </a:moveTo>
                <a:lnTo>
                  <a:pt x="1108952" y="342121"/>
                </a:lnTo>
                <a:lnTo>
                  <a:pt x="1180498" y="363018"/>
                </a:lnTo>
                <a:lnTo>
                  <a:pt x="1181846" y="353909"/>
                </a:lnTo>
                <a:lnTo>
                  <a:pt x="1183195" y="344799"/>
                </a:lnTo>
                <a:lnTo>
                  <a:pt x="1111649" y="323902"/>
                </a:lnTo>
                <a:lnTo>
                  <a:pt x="1110301" y="333012"/>
                </a:lnTo>
                <a:moveTo>
                  <a:pt x="1253391" y="374806"/>
                </a:moveTo>
                <a:lnTo>
                  <a:pt x="1252042" y="383915"/>
                </a:lnTo>
                <a:lnTo>
                  <a:pt x="1323588" y="404812"/>
                </a:lnTo>
                <a:lnTo>
                  <a:pt x="1324936" y="395702"/>
                </a:lnTo>
                <a:lnTo>
                  <a:pt x="1326285" y="386593"/>
                </a:lnTo>
                <a:lnTo>
                  <a:pt x="1254739" y="365696"/>
                </a:lnTo>
                <a:lnTo>
                  <a:pt x="1253391" y="374806"/>
                </a:lnTo>
                <a:moveTo>
                  <a:pt x="1396482" y="416600"/>
                </a:moveTo>
                <a:lnTo>
                  <a:pt x="1395134" y="425709"/>
                </a:lnTo>
                <a:lnTo>
                  <a:pt x="1466678" y="446606"/>
                </a:lnTo>
                <a:lnTo>
                  <a:pt x="1468026" y="437496"/>
                </a:lnTo>
                <a:lnTo>
                  <a:pt x="1469375" y="428387"/>
                </a:lnTo>
                <a:lnTo>
                  <a:pt x="1397830" y="407490"/>
                </a:lnTo>
                <a:lnTo>
                  <a:pt x="1396482" y="416600"/>
                </a:lnTo>
                <a:moveTo>
                  <a:pt x="1539572" y="458394"/>
                </a:moveTo>
                <a:lnTo>
                  <a:pt x="1538224" y="467503"/>
                </a:lnTo>
                <a:lnTo>
                  <a:pt x="1609769" y="488400"/>
                </a:lnTo>
                <a:lnTo>
                  <a:pt x="1611118" y="479290"/>
                </a:lnTo>
                <a:lnTo>
                  <a:pt x="1612466" y="470181"/>
                </a:lnTo>
                <a:lnTo>
                  <a:pt x="1540920" y="449284"/>
                </a:lnTo>
                <a:lnTo>
                  <a:pt x="1539572" y="458394"/>
                </a:lnTo>
                <a:moveTo>
                  <a:pt x="1682662" y="500187"/>
                </a:moveTo>
                <a:lnTo>
                  <a:pt x="1681314" y="509297"/>
                </a:lnTo>
                <a:lnTo>
                  <a:pt x="1752859" y="530193"/>
                </a:lnTo>
                <a:lnTo>
                  <a:pt x="1754208" y="521084"/>
                </a:lnTo>
                <a:lnTo>
                  <a:pt x="1755556" y="511974"/>
                </a:lnTo>
                <a:lnTo>
                  <a:pt x="1684011" y="491077"/>
                </a:lnTo>
                <a:lnTo>
                  <a:pt x="1682662" y="500187"/>
                </a:lnTo>
                <a:moveTo>
                  <a:pt x="1825753" y="541981"/>
                </a:moveTo>
                <a:lnTo>
                  <a:pt x="1824405" y="551090"/>
                </a:lnTo>
                <a:lnTo>
                  <a:pt x="1860177" y="561539"/>
                </a:lnTo>
                <a:lnTo>
                  <a:pt x="1861526" y="552429"/>
                </a:lnTo>
                <a:lnTo>
                  <a:pt x="1862874" y="543320"/>
                </a:lnTo>
                <a:lnTo>
                  <a:pt x="1827102" y="532871"/>
                </a:lnTo>
                <a:lnTo>
                  <a:pt x="1825753" y="541981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5" name="path-7384">
            <a:extLst xmlns:a="http://schemas.openxmlformats.org/drawingml/2006/main">
              <a:ext uri="{FF2B5EF4-FFF2-40B4-BE49-F238E27FC236}">
                <a16:creationId xmlns:a16="http://schemas.microsoft.com/office/drawing/2014/main" id="{9135F5DE-90CF-4A7F-BD55-8D3A2EEA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123" y="6444124"/>
            <a:ext cx="1459212" cy="656733"/>
          </a:xfrm>
          <a:custGeom xmlns:a="http://schemas.openxmlformats.org/drawingml/2006/main">
            <a:pathLst>
              <a:path w="1247170" h="561301">
                <a:moveTo>
                  <a:pt x="1991" y="8991"/>
                </a:moveTo>
                <a:lnTo>
                  <a:pt x="0" y="17982"/>
                </a:lnTo>
                <a:lnTo>
                  <a:pt x="34533" y="33074"/>
                </a:lnTo>
                <a:lnTo>
                  <a:pt x="36524" y="24083"/>
                </a:lnTo>
                <a:lnTo>
                  <a:pt x="38515" y="15092"/>
                </a:lnTo>
                <a:lnTo>
                  <a:pt x="3982" y="0"/>
                </a:lnTo>
                <a:lnTo>
                  <a:pt x="1991" y="8991"/>
                </a:lnTo>
                <a:moveTo>
                  <a:pt x="105590" y="54267"/>
                </a:moveTo>
                <a:lnTo>
                  <a:pt x="103599" y="63258"/>
                </a:lnTo>
                <a:lnTo>
                  <a:pt x="172665" y="93443"/>
                </a:lnTo>
                <a:lnTo>
                  <a:pt x="174656" y="84452"/>
                </a:lnTo>
                <a:lnTo>
                  <a:pt x="176647" y="75461"/>
                </a:lnTo>
                <a:lnTo>
                  <a:pt x="107582" y="45277"/>
                </a:lnTo>
                <a:lnTo>
                  <a:pt x="105590" y="54267"/>
                </a:lnTo>
                <a:moveTo>
                  <a:pt x="243722" y="114636"/>
                </a:moveTo>
                <a:lnTo>
                  <a:pt x="241731" y="123627"/>
                </a:lnTo>
                <a:lnTo>
                  <a:pt x="310798" y="153811"/>
                </a:lnTo>
                <a:lnTo>
                  <a:pt x="312788" y="144821"/>
                </a:lnTo>
                <a:lnTo>
                  <a:pt x="314779" y="135830"/>
                </a:lnTo>
                <a:lnTo>
                  <a:pt x="245713" y="105645"/>
                </a:lnTo>
                <a:lnTo>
                  <a:pt x="243722" y="114636"/>
                </a:lnTo>
                <a:moveTo>
                  <a:pt x="381855" y="175005"/>
                </a:moveTo>
                <a:lnTo>
                  <a:pt x="379863" y="183996"/>
                </a:lnTo>
                <a:lnTo>
                  <a:pt x="448929" y="214180"/>
                </a:lnTo>
                <a:lnTo>
                  <a:pt x="450920" y="205189"/>
                </a:lnTo>
                <a:lnTo>
                  <a:pt x="452912" y="196198"/>
                </a:lnTo>
                <a:lnTo>
                  <a:pt x="383845" y="166014"/>
                </a:lnTo>
                <a:lnTo>
                  <a:pt x="381855" y="175005"/>
                </a:lnTo>
                <a:moveTo>
                  <a:pt x="519987" y="235374"/>
                </a:moveTo>
                <a:lnTo>
                  <a:pt x="517995" y="244365"/>
                </a:lnTo>
                <a:lnTo>
                  <a:pt x="587061" y="274549"/>
                </a:lnTo>
                <a:lnTo>
                  <a:pt x="589052" y="265558"/>
                </a:lnTo>
                <a:lnTo>
                  <a:pt x="591044" y="256567"/>
                </a:lnTo>
                <a:lnTo>
                  <a:pt x="521977" y="226383"/>
                </a:lnTo>
                <a:lnTo>
                  <a:pt x="519987" y="235374"/>
                </a:lnTo>
                <a:moveTo>
                  <a:pt x="658118" y="295743"/>
                </a:moveTo>
                <a:lnTo>
                  <a:pt x="656127" y="304734"/>
                </a:lnTo>
                <a:lnTo>
                  <a:pt x="725193" y="334918"/>
                </a:lnTo>
                <a:lnTo>
                  <a:pt x="727184" y="325927"/>
                </a:lnTo>
                <a:lnTo>
                  <a:pt x="729176" y="316936"/>
                </a:lnTo>
                <a:lnTo>
                  <a:pt x="660109" y="286752"/>
                </a:lnTo>
                <a:lnTo>
                  <a:pt x="658118" y="295743"/>
                </a:lnTo>
                <a:moveTo>
                  <a:pt x="796250" y="356112"/>
                </a:moveTo>
                <a:lnTo>
                  <a:pt x="794260" y="365102"/>
                </a:lnTo>
                <a:lnTo>
                  <a:pt x="863325" y="395287"/>
                </a:lnTo>
                <a:lnTo>
                  <a:pt x="865317" y="386296"/>
                </a:lnTo>
                <a:lnTo>
                  <a:pt x="867307" y="377305"/>
                </a:lnTo>
                <a:lnTo>
                  <a:pt x="798241" y="347121"/>
                </a:lnTo>
                <a:lnTo>
                  <a:pt x="796250" y="356112"/>
                </a:lnTo>
                <a:moveTo>
                  <a:pt x="934382" y="416481"/>
                </a:moveTo>
                <a:lnTo>
                  <a:pt x="932392" y="425472"/>
                </a:lnTo>
                <a:lnTo>
                  <a:pt x="1001457" y="455656"/>
                </a:lnTo>
                <a:lnTo>
                  <a:pt x="1003449" y="446665"/>
                </a:lnTo>
                <a:lnTo>
                  <a:pt x="1005439" y="437674"/>
                </a:lnTo>
                <a:lnTo>
                  <a:pt x="936374" y="407490"/>
                </a:lnTo>
                <a:lnTo>
                  <a:pt x="934382" y="416481"/>
                </a:lnTo>
                <a:moveTo>
                  <a:pt x="1072514" y="476849"/>
                </a:moveTo>
                <a:lnTo>
                  <a:pt x="1070523" y="485840"/>
                </a:lnTo>
                <a:lnTo>
                  <a:pt x="1139589" y="516025"/>
                </a:lnTo>
                <a:lnTo>
                  <a:pt x="1141581" y="507034"/>
                </a:lnTo>
                <a:lnTo>
                  <a:pt x="1143571" y="498043"/>
                </a:lnTo>
                <a:lnTo>
                  <a:pt x="1074506" y="467858"/>
                </a:lnTo>
                <a:lnTo>
                  <a:pt x="1072514" y="476849"/>
                </a:lnTo>
                <a:moveTo>
                  <a:pt x="1210646" y="537218"/>
                </a:moveTo>
                <a:lnTo>
                  <a:pt x="1208655" y="546209"/>
                </a:lnTo>
                <a:lnTo>
                  <a:pt x="1243188" y="561301"/>
                </a:lnTo>
                <a:lnTo>
                  <a:pt x="1245180" y="552310"/>
                </a:lnTo>
                <a:lnTo>
                  <a:pt x="1247170" y="543319"/>
                </a:lnTo>
                <a:lnTo>
                  <a:pt x="1212638" y="528227"/>
                </a:lnTo>
                <a:lnTo>
                  <a:pt x="1210646" y="537218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6" name="path-7385">
            <a:extLst xmlns:a="http://schemas.openxmlformats.org/drawingml/2006/main">
              <a:ext uri="{FF2B5EF4-FFF2-40B4-BE49-F238E27FC236}">
                <a16:creationId xmlns:a16="http://schemas.microsoft.com/office/drawing/2014/main" id="{32D0F664-3EC4-4E90-BFB2-1CFD0EBB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006" y="6444779"/>
            <a:ext cx="741337" cy="655420"/>
          </a:xfrm>
          <a:custGeom xmlns:a="http://schemas.openxmlformats.org/drawingml/2006/main">
            <a:pathLst>
              <a:path w="633611" h="560179">
                <a:moveTo>
                  <a:pt x="3707" y="8430"/>
                </a:moveTo>
                <a:lnTo>
                  <a:pt x="0" y="16860"/>
                </a:lnTo>
                <a:lnTo>
                  <a:pt x="26091" y="39498"/>
                </a:lnTo>
                <a:lnTo>
                  <a:pt x="29798" y="31068"/>
                </a:lnTo>
                <a:lnTo>
                  <a:pt x="33505" y="22639"/>
                </a:lnTo>
                <a:lnTo>
                  <a:pt x="7413" y="0"/>
                </a:lnTo>
                <a:lnTo>
                  <a:pt x="3707" y="8430"/>
                </a:lnTo>
                <a:moveTo>
                  <a:pt x="81981" y="76345"/>
                </a:moveTo>
                <a:lnTo>
                  <a:pt x="78275" y="84775"/>
                </a:lnTo>
                <a:lnTo>
                  <a:pt x="130458" y="130051"/>
                </a:lnTo>
                <a:lnTo>
                  <a:pt x="134165" y="121621"/>
                </a:lnTo>
                <a:lnTo>
                  <a:pt x="137870" y="113192"/>
                </a:lnTo>
                <a:lnTo>
                  <a:pt x="85687" y="67915"/>
                </a:lnTo>
                <a:lnTo>
                  <a:pt x="81981" y="76345"/>
                </a:lnTo>
                <a:moveTo>
                  <a:pt x="186347" y="166898"/>
                </a:moveTo>
                <a:lnTo>
                  <a:pt x="182641" y="175328"/>
                </a:lnTo>
                <a:lnTo>
                  <a:pt x="234825" y="220605"/>
                </a:lnTo>
                <a:lnTo>
                  <a:pt x="238530" y="212174"/>
                </a:lnTo>
                <a:lnTo>
                  <a:pt x="242237" y="203745"/>
                </a:lnTo>
                <a:lnTo>
                  <a:pt x="190054" y="158468"/>
                </a:lnTo>
                <a:lnTo>
                  <a:pt x="186347" y="166898"/>
                </a:lnTo>
                <a:moveTo>
                  <a:pt x="290714" y="257451"/>
                </a:moveTo>
                <a:lnTo>
                  <a:pt x="287007" y="265881"/>
                </a:lnTo>
                <a:lnTo>
                  <a:pt x="339190" y="311158"/>
                </a:lnTo>
                <a:lnTo>
                  <a:pt x="342897" y="302728"/>
                </a:lnTo>
                <a:lnTo>
                  <a:pt x="346604" y="294298"/>
                </a:lnTo>
                <a:lnTo>
                  <a:pt x="294421" y="249021"/>
                </a:lnTo>
                <a:lnTo>
                  <a:pt x="290714" y="257451"/>
                </a:lnTo>
                <a:moveTo>
                  <a:pt x="395081" y="348005"/>
                </a:moveTo>
                <a:lnTo>
                  <a:pt x="391374" y="356434"/>
                </a:lnTo>
                <a:lnTo>
                  <a:pt x="443557" y="401711"/>
                </a:lnTo>
                <a:lnTo>
                  <a:pt x="447263" y="393281"/>
                </a:lnTo>
                <a:lnTo>
                  <a:pt x="450970" y="384851"/>
                </a:lnTo>
                <a:lnTo>
                  <a:pt x="398786" y="339574"/>
                </a:lnTo>
                <a:lnTo>
                  <a:pt x="395081" y="348005"/>
                </a:lnTo>
                <a:moveTo>
                  <a:pt x="499446" y="438558"/>
                </a:moveTo>
                <a:lnTo>
                  <a:pt x="495741" y="446987"/>
                </a:lnTo>
                <a:lnTo>
                  <a:pt x="547923" y="492264"/>
                </a:lnTo>
                <a:lnTo>
                  <a:pt x="551630" y="483834"/>
                </a:lnTo>
                <a:lnTo>
                  <a:pt x="555337" y="475404"/>
                </a:lnTo>
                <a:lnTo>
                  <a:pt x="503153" y="430128"/>
                </a:lnTo>
                <a:lnTo>
                  <a:pt x="499446" y="438558"/>
                </a:lnTo>
                <a:moveTo>
                  <a:pt x="603813" y="529111"/>
                </a:moveTo>
                <a:lnTo>
                  <a:pt x="600106" y="537541"/>
                </a:lnTo>
                <a:lnTo>
                  <a:pt x="626199" y="560179"/>
                </a:lnTo>
                <a:lnTo>
                  <a:pt x="629904" y="551749"/>
                </a:lnTo>
                <a:lnTo>
                  <a:pt x="633611" y="543319"/>
                </a:lnTo>
                <a:lnTo>
                  <a:pt x="607520" y="520681"/>
                </a:lnTo>
                <a:lnTo>
                  <a:pt x="603813" y="529111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7" name="path-7386">
            <a:extLst xmlns:a="http://schemas.openxmlformats.org/drawingml/2006/main">
              <a:ext uri="{FF2B5EF4-FFF2-40B4-BE49-F238E27FC236}">
                <a16:creationId xmlns:a16="http://schemas.microsoft.com/office/drawing/2014/main" id="{A6876243-E9A5-45A2-AE48-C377C425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6617" y="6444803"/>
            <a:ext cx="730670" cy="655372"/>
          </a:xfrm>
          <a:custGeom xmlns:a="http://schemas.openxmlformats.org/drawingml/2006/main">
            <a:pathLst>
              <a:path w="624494" h="560138">
                <a:moveTo>
                  <a:pt x="620742" y="8409"/>
                </a:moveTo>
                <a:lnTo>
                  <a:pt x="616989" y="0"/>
                </a:lnTo>
                <a:lnTo>
                  <a:pt x="591281" y="22638"/>
                </a:lnTo>
                <a:lnTo>
                  <a:pt x="595034" y="31048"/>
                </a:lnTo>
                <a:lnTo>
                  <a:pt x="598786" y="39457"/>
                </a:lnTo>
                <a:lnTo>
                  <a:pt x="624494" y="16819"/>
                </a:lnTo>
                <a:lnTo>
                  <a:pt x="620742" y="8409"/>
                </a:lnTo>
                <a:moveTo>
                  <a:pt x="543619" y="76324"/>
                </a:moveTo>
                <a:lnTo>
                  <a:pt x="539866" y="67914"/>
                </a:lnTo>
                <a:lnTo>
                  <a:pt x="488450" y="113192"/>
                </a:lnTo>
                <a:lnTo>
                  <a:pt x="492203" y="121601"/>
                </a:lnTo>
                <a:lnTo>
                  <a:pt x="495955" y="130010"/>
                </a:lnTo>
                <a:lnTo>
                  <a:pt x="547370" y="84734"/>
                </a:lnTo>
                <a:lnTo>
                  <a:pt x="543619" y="76324"/>
                </a:lnTo>
                <a:moveTo>
                  <a:pt x="440787" y="166878"/>
                </a:moveTo>
                <a:lnTo>
                  <a:pt x="437034" y="158468"/>
                </a:lnTo>
                <a:lnTo>
                  <a:pt x="385618" y="203745"/>
                </a:lnTo>
                <a:lnTo>
                  <a:pt x="389371" y="212154"/>
                </a:lnTo>
                <a:lnTo>
                  <a:pt x="393123" y="220563"/>
                </a:lnTo>
                <a:lnTo>
                  <a:pt x="444539" y="175287"/>
                </a:lnTo>
                <a:lnTo>
                  <a:pt x="440787" y="166878"/>
                </a:lnTo>
                <a:moveTo>
                  <a:pt x="337956" y="257431"/>
                </a:moveTo>
                <a:lnTo>
                  <a:pt x="334203" y="249021"/>
                </a:lnTo>
                <a:lnTo>
                  <a:pt x="282787" y="294298"/>
                </a:lnTo>
                <a:lnTo>
                  <a:pt x="286540" y="302707"/>
                </a:lnTo>
                <a:lnTo>
                  <a:pt x="290292" y="311116"/>
                </a:lnTo>
                <a:lnTo>
                  <a:pt x="341707" y="265840"/>
                </a:lnTo>
                <a:lnTo>
                  <a:pt x="337956" y="257431"/>
                </a:lnTo>
                <a:moveTo>
                  <a:pt x="235124" y="347984"/>
                </a:moveTo>
                <a:lnTo>
                  <a:pt x="231371" y="339574"/>
                </a:lnTo>
                <a:lnTo>
                  <a:pt x="179955" y="384851"/>
                </a:lnTo>
                <a:lnTo>
                  <a:pt x="183708" y="393260"/>
                </a:lnTo>
                <a:lnTo>
                  <a:pt x="187460" y="401670"/>
                </a:lnTo>
                <a:lnTo>
                  <a:pt x="238876" y="356393"/>
                </a:lnTo>
                <a:lnTo>
                  <a:pt x="235124" y="347984"/>
                </a:lnTo>
                <a:moveTo>
                  <a:pt x="132292" y="438537"/>
                </a:moveTo>
                <a:lnTo>
                  <a:pt x="128539" y="430127"/>
                </a:lnTo>
                <a:lnTo>
                  <a:pt x="77124" y="475404"/>
                </a:lnTo>
                <a:lnTo>
                  <a:pt x="80875" y="483813"/>
                </a:lnTo>
                <a:lnTo>
                  <a:pt x="84628" y="492223"/>
                </a:lnTo>
                <a:lnTo>
                  <a:pt x="136044" y="446946"/>
                </a:lnTo>
                <a:lnTo>
                  <a:pt x="132292" y="438537"/>
                </a:lnTo>
                <a:moveTo>
                  <a:pt x="29460" y="529090"/>
                </a:moveTo>
                <a:lnTo>
                  <a:pt x="25708" y="520681"/>
                </a:lnTo>
                <a:lnTo>
                  <a:pt x="0" y="543319"/>
                </a:lnTo>
                <a:lnTo>
                  <a:pt x="3753" y="551728"/>
                </a:lnTo>
                <a:lnTo>
                  <a:pt x="7505" y="560138"/>
                </a:lnTo>
                <a:lnTo>
                  <a:pt x="33213" y="537500"/>
                </a:lnTo>
                <a:lnTo>
                  <a:pt x="29460" y="529090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8" name="path-7387">
            <a:extLst xmlns:a="http://schemas.openxmlformats.org/drawingml/2006/main">
              <a:ext uri="{FF2B5EF4-FFF2-40B4-BE49-F238E27FC236}">
                <a16:creationId xmlns:a16="http://schemas.microsoft.com/office/drawing/2014/main" id="{4C421DFB-347A-4F2E-A56F-C895643C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661" y="6444126"/>
            <a:ext cx="1448472" cy="656725"/>
          </a:xfrm>
          <a:custGeom xmlns:a="http://schemas.openxmlformats.org/drawingml/2006/main">
            <a:pathLst>
              <a:path w="1237991" h="561294">
                <a:moveTo>
                  <a:pt x="1235985" y="8988"/>
                </a:moveTo>
                <a:lnTo>
                  <a:pt x="1233980" y="0"/>
                </a:lnTo>
                <a:lnTo>
                  <a:pt x="1199703" y="15092"/>
                </a:lnTo>
                <a:lnTo>
                  <a:pt x="1201708" y="24080"/>
                </a:lnTo>
                <a:lnTo>
                  <a:pt x="1203714" y="33068"/>
                </a:lnTo>
                <a:lnTo>
                  <a:pt x="1237991" y="17975"/>
                </a:lnTo>
                <a:lnTo>
                  <a:pt x="1235985" y="8988"/>
                </a:lnTo>
                <a:moveTo>
                  <a:pt x="1133153" y="54265"/>
                </a:moveTo>
                <a:lnTo>
                  <a:pt x="1131148" y="45277"/>
                </a:lnTo>
                <a:lnTo>
                  <a:pt x="1062594" y="75461"/>
                </a:lnTo>
                <a:lnTo>
                  <a:pt x="1064599" y="84449"/>
                </a:lnTo>
                <a:lnTo>
                  <a:pt x="1066605" y="93437"/>
                </a:lnTo>
                <a:lnTo>
                  <a:pt x="1135159" y="63253"/>
                </a:lnTo>
                <a:lnTo>
                  <a:pt x="1133153" y="54265"/>
                </a:lnTo>
                <a:moveTo>
                  <a:pt x="996044" y="114633"/>
                </a:moveTo>
                <a:lnTo>
                  <a:pt x="994040" y="105645"/>
                </a:lnTo>
                <a:lnTo>
                  <a:pt x="925485" y="135830"/>
                </a:lnTo>
                <a:lnTo>
                  <a:pt x="927490" y="144818"/>
                </a:lnTo>
                <a:lnTo>
                  <a:pt x="929496" y="153806"/>
                </a:lnTo>
                <a:lnTo>
                  <a:pt x="998050" y="123621"/>
                </a:lnTo>
                <a:lnTo>
                  <a:pt x="996044" y="114633"/>
                </a:lnTo>
                <a:moveTo>
                  <a:pt x="858936" y="175002"/>
                </a:moveTo>
                <a:lnTo>
                  <a:pt x="856931" y="166014"/>
                </a:lnTo>
                <a:lnTo>
                  <a:pt x="788376" y="196198"/>
                </a:lnTo>
                <a:lnTo>
                  <a:pt x="790381" y="205186"/>
                </a:lnTo>
                <a:lnTo>
                  <a:pt x="792386" y="214174"/>
                </a:lnTo>
                <a:lnTo>
                  <a:pt x="860941" y="183990"/>
                </a:lnTo>
                <a:lnTo>
                  <a:pt x="858936" y="175002"/>
                </a:lnTo>
                <a:moveTo>
                  <a:pt x="721827" y="235371"/>
                </a:moveTo>
                <a:lnTo>
                  <a:pt x="719821" y="226383"/>
                </a:lnTo>
                <a:lnTo>
                  <a:pt x="651267" y="256567"/>
                </a:lnTo>
                <a:lnTo>
                  <a:pt x="653273" y="265555"/>
                </a:lnTo>
                <a:lnTo>
                  <a:pt x="655277" y="274543"/>
                </a:lnTo>
                <a:lnTo>
                  <a:pt x="723832" y="244359"/>
                </a:lnTo>
                <a:lnTo>
                  <a:pt x="721827" y="235371"/>
                </a:lnTo>
                <a:moveTo>
                  <a:pt x="584718" y="295740"/>
                </a:moveTo>
                <a:lnTo>
                  <a:pt x="582712" y="286751"/>
                </a:lnTo>
                <a:lnTo>
                  <a:pt x="514158" y="316936"/>
                </a:lnTo>
                <a:lnTo>
                  <a:pt x="516164" y="325924"/>
                </a:lnTo>
                <a:lnTo>
                  <a:pt x="518169" y="334912"/>
                </a:lnTo>
                <a:lnTo>
                  <a:pt x="586723" y="304728"/>
                </a:lnTo>
                <a:lnTo>
                  <a:pt x="584718" y="295740"/>
                </a:lnTo>
                <a:moveTo>
                  <a:pt x="447609" y="356108"/>
                </a:moveTo>
                <a:lnTo>
                  <a:pt x="445603" y="347120"/>
                </a:lnTo>
                <a:lnTo>
                  <a:pt x="377049" y="377305"/>
                </a:lnTo>
                <a:lnTo>
                  <a:pt x="379055" y="386293"/>
                </a:lnTo>
                <a:lnTo>
                  <a:pt x="381060" y="395281"/>
                </a:lnTo>
                <a:lnTo>
                  <a:pt x="449614" y="365096"/>
                </a:lnTo>
                <a:lnTo>
                  <a:pt x="447609" y="356108"/>
                </a:lnTo>
                <a:moveTo>
                  <a:pt x="310501" y="416477"/>
                </a:moveTo>
                <a:lnTo>
                  <a:pt x="308495" y="407489"/>
                </a:lnTo>
                <a:lnTo>
                  <a:pt x="239940" y="437673"/>
                </a:lnTo>
                <a:lnTo>
                  <a:pt x="241946" y="446661"/>
                </a:lnTo>
                <a:lnTo>
                  <a:pt x="243951" y="455649"/>
                </a:lnTo>
                <a:lnTo>
                  <a:pt x="312506" y="425465"/>
                </a:lnTo>
                <a:lnTo>
                  <a:pt x="310501" y="416477"/>
                </a:lnTo>
                <a:moveTo>
                  <a:pt x="173392" y="476846"/>
                </a:moveTo>
                <a:lnTo>
                  <a:pt x="171386" y="467858"/>
                </a:lnTo>
                <a:lnTo>
                  <a:pt x="102832" y="498042"/>
                </a:lnTo>
                <a:lnTo>
                  <a:pt x="104838" y="507030"/>
                </a:lnTo>
                <a:lnTo>
                  <a:pt x="106842" y="516018"/>
                </a:lnTo>
                <a:lnTo>
                  <a:pt x="175397" y="485834"/>
                </a:lnTo>
                <a:lnTo>
                  <a:pt x="173392" y="476846"/>
                </a:lnTo>
                <a:moveTo>
                  <a:pt x="36283" y="537214"/>
                </a:moveTo>
                <a:lnTo>
                  <a:pt x="34277" y="528226"/>
                </a:lnTo>
                <a:lnTo>
                  <a:pt x="0" y="543319"/>
                </a:lnTo>
                <a:lnTo>
                  <a:pt x="2006" y="552307"/>
                </a:lnTo>
                <a:lnTo>
                  <a:pt x="4011" y="561294"/>
                </a:lnTo>
                <a:lnTo>
                  <a:pt x="38288" y="546202"/>
                </a:lnTo>
                <a:lnTo>
                  <a:pt x="36283" y="537214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9" name="path-7388">
            <a:extLst xmlns:a="http://schemas.openxmlformats.org/drawingml/2006/main">
              <a:ext uri="{FF2B5EF4-FFF2-40B4-BE49-F238E27FC236}">
                <a16:creationId xmlns:a16="http://schemas.microsoft.com/office/drawing/2014/main" id="{5E729D2A-66D6-43FE-900B-AEE8A98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232" y="6454643"/>
            <a:ext cx="21550" cy="635694"/>
          </a:xfrm>
          <a:custGeom xmlns:a="http://schemas.openxmlformats.org/drawingml/2006/main">
            <a:pathLst>
              <a:path w="18418" h="543319">
                <a:moveTo>
                  <a:pt x="9209" y="0"/>
                </a:moveTo>
                <a:lnTo>
                  <a:pt x="0" y="0"/>
                </a:lnTo>
                <a:lnTo>
                  <a:pt x="0" y="33957"/>
                </a:lnTo>
                <a:lnTo>
                  <a:pt x="9209" y="33957"/>
                </a:lnTo>
                <a:lnTo>
                  <a:pt x="18418" y="33957"/>
                </a:lnTo>
                <a:lnTo>
                  <a:pt x="18418" y="0"/>
                </a:lnTo>
                <a:lnTo>
                  <a:pt x="9209" y="0"/>
                </a:lnTo>
                <a:moveTo>
                  <a:pt x="9209" y="101872"/>
                </a:moveTo>
                <a:lnTo>
                  <a:pt x="0" y="101872"/>
                </a:lnTo>
                <a:lnTo>
                  <a:pt x="0" y="169787"/>
                </a:lnTo>
                <a:lnTo>
                  <a:pt x="9209" y="169787"/>
                </a:lnTo>
                <a:lnTo>
                  <a:pt x="18418" y="169787"/>
                </a:lnTo>
                <a:lnTo>
                  <a:pt x="18418" y="101872"/>
                </a:lnTo>
                <a:lnTo>
                  <a:pt x="9209" y="101872"/>
                </a:lnTo>
                <a:moveTo>
                  <a:pt x="9209" y="237702"/>
                </a:moveTo>
                <a:lnTo>
                  <a:pt x="0" y="237702"/>
                </a:lnTo>
                <a:lnTo>
                  <a:pt x="0" y="305617"/>
                </a:lnTo>
                <a:lnTo>
                  <a:pt x="9209" y="305617"/>
                </a:lnTo>
                <a:lnTo>
                  <a:pt x="18418" y="305617"/>
                </a:lnTo>
                <a:lnTo>
                  <a:pt x="18418" y="237702"/>
                </a:lnTo>
                <a:lnTo>
                  <a:pt x="9209" y="237702"/>
                </a:lnTo>
                <a:moveTo>
                  <a:pt x="9209" y="373532"/>
                </a:moveTo>
                <a:lnTo>
                  <a:pt x="0" y="373532"/>
                </a:lnTo>
                <a:lnTo>
                  <a:pt x="0" y="441447"/>
                </a:lnTo>
                <a:lnTo>
                  <a:pt x="9209" y="441447"/>
                </a:lnTo>
                <a:lnTo>
                  <a:pt x="18418" y="441447"/>
                </a:lnTo>
                <a:lnTo>
                  <a:pt x="18418" y="373532"/>
                </a:lnTo>
                <a:lnTo>
                  <a:pt x="9209" y="373532"/>
                </a:lnTo>
                <a:moveTo>
                  <a:pt x="9209" y="509362"/>
                </a:moveTo>
                <a:lnTo>
                  <a:pt x="0" y="509362"/>
                </a:lnTo>
                <a:lnTo>
                  <a:pt x="0" y="543319"/>
                </a:lnTo>
                <a:lnTo>
                  <a:pt x="9209" y="543319"/>
                </a:lnTo>
                <a:lnTo>
                  <a:pt x="18418" y="543319"/>
                </a:lnTo>
                <a:lnTo>
                  <a:pt x="18418" y="509362"/>
                </a:lnTo>
                <a:lnTo>
                  <a:pt x="9209" y="509362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0" name="path-7389">
            <a:extLst xmlns:a="http://schemas.openxmlformats.org/drawingml/2006/main">
              <a:ext uri="{FF2B5EF4-FFF2-40B4-BE49-F238E27FC236}">
                <a16:creationId xmlns:a16="http://schemas.microsoft.com/office/drawing/2014/main" id="{472CE7BD-C9B3-4487-8727-5A9489F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5948242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1" name="path-7390">
            <a:extLst xmlns:a="http://schemas.openxmlformats.org/drawingml/2006/main">
              <a:ext uri="{FF2B5EF4-FFF2-40B4-BE49-F238E27FC236}">
                <a16:creationId xmlns:a16="http://schemas.microsoft.com/office/drawing/2014/main" id="{6ACCDAB8-6E21-4507-9FBB-DA73D61E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345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2" name="path-7391">
            <a:extLst xmlns:a="http://schemas.openxmlformats.org/drawingml/2006/main">
              <a:ext uri="{FF2B5EF4-FFF2-40B4-BE49-F238E27FC236}">
                <a16:creationId xmlns:a16="http://schemas.microsoft.com/office/drawing/2014/main" id="{7DF1247D-38E2-4167-813D-01B9D020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3" name="path-7392">
            <a:extLst xmlns:a="http://schemas.openxmlformats.org/drawingml/2006/main">
              <a:ext uri="{FF2B5EF4-FFF2-40B4-BE49-F238E27FC236}">
                <a16:creationId xmlns:a16="http://schemas.microsoft.com/office/drawing/2014/main" id="{DC69E3AA-B922-41A4-9B58-2E4A7166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4" name="path-7393">
            <a:extLst xmlns:a="http://schemas.openxmlformats.org/drawingml/2006/main">
              <a:ext uri="{FF2B5EF4-FFF2-40B4-BE49-F238E27FC236}">
                <a16:creationId xmlns:a16="http://schemas.microsoft.com/office/drawing/2014/main" id="{02B46AA6-294C-4494-A84B-3B6B4DA7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5" name="path-7394">
            <a:extLst xmlns:a="http://schemas.openxmlformats.org/drawingml/2006/main">
              <a:ext uri="{FF2B5EF4-FFF2-40B4-BE49-F238E27FC236}">
                <a16:creationId xmlns:a16="http://schemas.microsoft.com/office/drawing/2014/main" id="{D40672D8-E337-44DB-AA1C-0D9A49D7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345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9209"/>
                </a:move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lnTo>
                  <a:pt x="64892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6" name="path-7395">
            <a:extLst xmlns:a="http://schemas.openxmlformats.org/drawingml/2006/main">
              <a:ext uri="{FF2B5EF4-FFF2-40B4-BE49-F238E27FC236}">
                <a16:creationId xmlns:a16="http://schemas.microsoft.com/office/drawing/2014/main" id="{02F894A3-C7F2-4188-9BDE-8EB33D48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467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7" name="path-7396">
            <a:extLst xmlns:a="http://schemas.openxmlformats.org/drawingml/2006/main">
              <a:ext uri="{FF2B5EF4-FFF2-40B4-BE49-F238E27FC236}">
                <a16:creationId xmlns:a16="http://schemas.microsoft.com/office/drawing/2014/main" id="{FAC52046-2A5D-4060-B30F-6268DA0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57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8" name="path-7397">
            <a:extLst xmlns:a="http://schemas.openxmlformats.org/drawingml/2006/main">
              <a:ext uri="{FF2B5EF4-FFF2-40B4-BE49-F238E27FC236}">
                <a16:creationId xmlns:a16="http://schemas.microsoft.com/office/drawing/2014/main" id="{5C299FC2-ACD1-43F0-A6E2-793BAE9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706" y="6001612"/>
            <a:ext cx="26445" cy="75924"/>
          </a:xfrm>
          <a:custGeom xmlns:a="http://schemas.openxmlformats.org/drawingml/2006/main">
            <a:pathLst>
              <a:path w="22602" h="64891">
                <a:moveTo>
                  <a:pt x="3698" y="20672"/>
                </a:move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9" name="path-7398">
            <a:extLst xmlns:a="http://schemas.openxmlformats.org/drawingml/2006/main">
              <a:ext uri="{FF2B5EF4-FFF2-40B4-BE49-F238E27FC236}">
                <a16:creationId xmlns:a16="http://schemas.microsoft.com/office/drawing/2014/main" id="{4D18EAD8-C4AA-4D70-ADB8-A28B96E6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602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0" name="path-7399">
            <a:extLst xmlns:a="http://schemas.openxmlformats.org/drawingml/2006/main">
              <a:ext uri="{FF2B5EF4-FFF2-40B4-BE49-F238E27FC236}">
                <a16:creationId xmlns:a16="http://schemas.microsoft.com/office/drawing/2014/main" id="{6883ECBA-2836-47A6-A0F4-9B4C1B48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706" y="6336123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1" name="path-7400">
            <a:extLst xmlns:a="http://schemas.openxmlformats.org/drawingml/2006/main">
              <a:ext uri="{FF2B5EF4-FFF2-40B4-BE49-F238E27FC236}">
                <a16:creationId xmlns:a16="http://schemas.microsoft.com/office/drawing/2014/main" id="{81279897-9AED-4C20-8BDD-132D44E5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57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2" name="path-7401">
            <a:extLst xmlns:a="http://schemas.openxmlformats.org/drawingml/2006/main">
              <a:ext uri="{FF2B5EF4-FFF2-40B4-BE49-F238E27FC236}">
                <a16:creationId xmlns:a16="http://schemas.microsoft.com/office/drawing/2014/main" id="{E908C558-003E-41BE-BF3F-675A776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467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3" name="path-7402">
            <a:extLst xmlns:a="http://schemas.openxmlformats.org/drawingml/2006/main">
              <a:ext uri="{FF2B5EF4-FFF2-40B4-BE49-F238E27FC236}">
                <a16:creationId xmlns:a16="http://schemas.microsoft.com/office/drawing/2014/main" id="{34746153-2719-4EA4-94CC-A6B1D15F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020" y="5948242"/>
            <a:ext cx="517175" cy="517174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4" name="path-7403">
            <a:extLst xmlns:a="http://schemas.openxmlformats.org/drawingml/2006/main">
              <a:ext uri="{FF2B5EF4-FFF2-40B4-BE49-F238E27FC236}">
                <a16:creationId xmlns:a16="http://schemas.microsoft.com/office/drawing/2014/main" id="{F8629EF5-7EB0-43B1-856E-D831AF0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389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6" y="20657"/>
                </a:lnTo>
                <a:lnTo>
                  <a:pt x="28057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5" name="path-7404">
            <a:extLst xmlns:a="http://schemas.openxmlformats.org/drawingml/2006/main">
              <a:ext uri="{FF2B5EF4-FFF2-40B4-BE49-F238E27FC236}">
                <a16:creationId xmlns:a16="http://schemas.microsoft.com/office/drawing/2014/main" id="{D8B8D1FD-E9AF-422F-8588-D7E73CC6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020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6" name="path-7405">
            <a:extLst xmlns:a="http://schemas.openxmlformats.org/drawingml/2006/main">
              <a:ext uri="{FF2B5EF4-FFF2-40B4-BE49-F238E27FC236}">
                <a16:creationId xmlns:a16="http://schemas.microsoft.com/office/drawing/2014/main" id="{6B277C56-6C1A-4600-9114-AA6F0564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020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7" name="path-7406">
            <a:extLst xmlns:a="http://schemas.openxmlformats.org/drawingml/2006/main">
              <a:ext uri="{FF2B5EF4-FFF2-40B4-BE49-F238E27FC236}">
                <a16:creationId xmlns:a16="http://schemas.microsoft.com/office/drawing/2014/main" id="{8BCD05DD-9D90-42AE-A830-FB6869A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020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3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1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8" name="path-7407">
            <a:extLst xmlns:a="http://schemas.openxmlformats.org/drawingml/2006/main">
              <a:ext uri="{FF2B5EF4-FFF2-40B4-BE49-F238E27FC236}">
                <a16:creationId xmlns:a16="http://schemas.microsoft.com/office/drawing/2014/main" id="{5027C397-4368-4211-AF71-129EC69C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389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6" y="1946"/>
                </a:lnTo>
                <a:lnTo>
                  <a:pt x="0" y="5937"/>
                </a:lnTo>
                <a:lnTo>
                  <a:pt x="6912" y="22603"/>
                </a:lnTo>
                <a:lnTo>
                  <a:pt x="13605" y="20322"/>
                </a:lnTo>
                <a:lnTo>
                  <a:pt x="20672" y="18905"/>
                </a:lnTo>
                <a:lnTo>
                  <a:pt x="28056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9" name="path-7408">
            <a:extLst xmlns:a="http://schemas.openxmlformats.org/drawingml/2006/main">
              <a:ext uri="{FF2B5EF4-FFF2-40B4-BE49-F238E27FC236}">
                <a16:creationId xmlns:a16="http://schemas.microsoft.com/office/drawing/2014/main" id="{202032E0-A1EE-4A10-9A6E-7C3B499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510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0" name="path-7409">
            <a:extLst xmlns:a="http://schemas.openxmlformats.org/drawingml/2006/main">
              <a:ext uri="{FF2B5EF4-FFF2-40B4-BE49-F238E27FC236}">
                <a16:creationId xmlns:a16="http://schemas.microsoft.com/office/drawing/2014/main" id="{BE9CB99D-B8AD-4451-B20F-91A8C0D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01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1" name="path-7410">
            <a:extLst xmlns:a="http://schemas.openxmlformats.org/drawingml/2006/main">
              <a:ext uri="{FF2B5EF4-FFF2-40B4-BE49-F238E27FC236}">
                <a16:creationId xmlns:a16="http://schemas.microsoft.com/office/drawing/2014/main" id="{1D06C43D-E05C-429B-83BB-B674A77B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749" y="6001611"/>
            <a:ext cx="26446" cy="75925"/>
          </a:xfrm>
          <a:custGeom xmlns:a="http://schemas.openxmlformats.org/drawingml/2006/main">
            <a:pathLst>
              <a:path w="22603" h="64892">
                <a:moveTo>
                  <a:pt x="3698" y="20672"/>
                </a:move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2" name="path-7411">
            <a:extLst xmlns:a="http://schemas.openxmlformats.org/drawingml/2006/main">
              <a:ext uri="{FF2B5EF4-FFF2-40B4-BE49-F238E27FC236}">
                <a16:creationId xmlns:a16="http://schemas.microsoft.com/office/drawing/2014/main" id="{668C824F-26C7-4BAE-8B2E-79101F2F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646" y="6163732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3" name="path-7412">
            <a:extLst xmlns:a="http://schemas.openxmlformats.org/drawingml/2006/main">
              <a:ext uri="{FF2B5EF4-FFF2-40B4-BE49-F238E27FC236}">
                <a16:creationId xmlns:a16="http://schemas.microsoft.com/office/drawing/2014/main" id="{802BB524-B8A3-438E-9C1D-858C9B81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749" y="6336123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4" name="path-7413">
            <a:extLst xmlns:a="http://schemas.openxmlformats.org/drawingml/2006/main">
              <a:ext uri="{FF2B5EF4-FFF2-40B4-BE49-F238E27FC236}">
                <a16:creationId xmlns:a16="http://schemas.microsoft.com/office/drawing/2014/main" id="{4E1382F1-EB92-4495-A932-685A511F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01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5" name="path-7414">
            <a:extLst xmlns:a="http://schemas.openxmlformats.org/drawingml/2006/main">
              <a:ext uri="{FF2B5EF4-FFF2-40B4-BE49-F238E27FC236}">
                <a16:creationId xmlns:a16="http://schemas.microsoft.com/office/drawing/2014/main" id="{91308944-86B1-4F1D-AB63-72F4AAC6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510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6" name="path-7415">
            <a:extLst xmlns:a="http://schemas.openxmlformats.org/drawingml/2006/main">
              <a:ext uri="{FF2B5EF4-FFF2-40B4-BE49-F238E27FC236}">
                <a16:creationId xmlns:a16="http://schemas.microsoft.com/office/drawing/2014/main" id="{236619AF-643C-4570-8713-06CE6A7F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65" y="5948242"/>
            <a:ext cx="517175" cy="517174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7" name="path-7416">
            <a:extLst xmlns:a="http://schemas.openxmlformats.org/drawingml/2006/main">
              <a:ext uri="{FF2B5EF4-FFF2-40B4-BE49-F238E27FC236}">
                <a16:creationId xmlns:a16="http://schemas.microsoft.com/office/drawing/2014/main" id="{9C0DD036-BE22-48BE-AD69-45F602C9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434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8" name="path-7417">
            <a:extLst xmlns:a="http://schemas.openxmlformats.org/drawingml/2006/main">
              <a:ext uri="{FF2B5EF4-FFF2-40B4-BE49-F238E27FC236}">
                <a16:creationId xmlns:a16="http://schemas.microsoft.com/office/drawing/2014/main" id="{DEBFC442-E186-48D1-9FDC-DD3E36F2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65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9" name="path-7418">
            <a:extLst xmlns:a="http://schemas.openxmlformats.org/drawingml/2006/main">
              <a:ext uri="{FF2B5EF4-FFF2-40B4-BE49-F238E27FC236}">
                <a16:creationId xmlns:a16="http://schemas.microsoft.com/office/drawing/2014/main" id="{38FF11E9-2D24-4E0E-8366-27EE04FD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65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0" name="path-7419">
            <a:extLst xmlns:a="http://schemas.openxmlformats.org/drawingml/2006/main">
              <a:ext uri="{FF2B5EF4-FFF2-40B4-BE49-F238E27FC236}">
                <a16:creationId xmlns:a16="http://schemas.microsoft.com/office/drawing/2014/main" id="{B8EA9237-992E-476C-A95F-21A4D7C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65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1" name="path-7420">
            <a:extLst xmlns:a="http://schemas.openxmlformats.org/drawingml/2006/main">
              <a:ext uri="{FF2B5EF4-FFF2-40B4-BE49-F238E27FC236}">
                <a16:creationId xmlns:a16="http://schemas.microsoft.com/office/drawing/2014/main" id="{15020D8B-FADF-4767-87C1-C15344A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434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2" name="path-7421">
            <a:extLst xmlns:a="http://schemas.openxmlformats.org/drawingml/2006/main">
              <a:ext uri="{FF2B5EF4-FFF2-40B4-BE49-F238E27FC236}">
                <a16:creationId xmlns:a16="http://schemas.microsoft.com/office/drawing/2014/main" id="{B1075B2F-2A89-4966-A0C6-7B4476B2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555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3" name="path-7422">
            <a:extLst xmlns:a="http://schemas.openxmlformats.org/drawingml/2006/main">
              <a:ext uri="{FF2B5EF4-FFF2-40B4-BE49-F238E27FC236}">
                <a16:creationId xmlns:a16="http://schemas.microsoft.com/office/drawing/2014/main" id="{1E3B7937-FBC8-444A-903A-8EA02ECD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946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4" name="path-7423">
            <a:extLst xmlns:a="http://schemas.openxmlformats.org/drawingml/2006/main">
              <a:ext uri="{FF2B5EF4-FFF2-40B4-BE49-F238E27FC236}">
                <a16:creationId xmlns:a16="http://schemas.microsoft.com/office/drawing/2014/main" id="{29AC4E98-2F32-41FE-B0CB-67A2755D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94" y="6001612"/>
            <a:ext cx="26445" cy="75924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5" name="path-7424">
            <a:extLst xmlns:a="http://schemas.openxmlformats.org/drawingml/2006/main">
              <a:ext uri="{FF2B5EF4-FFF2-40B4-BE49-F238E27FC236}">
                <a16:creationId xmlns:a16="http://schemas.microsoft.com/office/drawing/2014/main" id="{88376B82-7FD3-417B-95D8-4CB2FF45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691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6" name="path-7425">
            <a:extLst xmlns:a="http://schemas.openxmlformats.org/drawingml/2006/main">
              <a:ext uri="{FF2B5EF4-FFF2-40B4-BE49-F238E27FC236}">
                <a16:creationId xmlns:a16="http://schemas.microsoft.com/office/drawing/2014/main" id="{B4017DA4-2DC4-4386-ADD5-89C29FFB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94" y="6336123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7" name="path-7426">
            <a:extLst xmlns:a="http://schemas.openxmlformats.org/drawingml/2006/main">
              <a:ext uri="{FF2B5EF4-FFF2-40B4-BE49-F238E27FC236}">
                <a16:creationId xmlns:a16="http://schemas.microsoft.com/office/drawing/2014/main" id="{68B53983-9737-4BC3-B6AA-F45625DC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946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8" name="path-7427">
            <a:extLst xmlns:a="http://schemas.openxmlformats.org/drawingml/2006/main">
              <a:ext uri="{FF2B5EF4-FFF2-40B4-BE49-F238E27FC236}">
                <a16:creationId xmlns:a16="http://schemas.microsoft.com/office/drawing/2014/main" id="{B8BC843F-2284-4F2E-8CF5-C7A3A3C8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555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9" name="path-7428">
            <a:extLst xmlns:a="http://schemas.openxmlformats.org/drawingml/2006/main">
              <a:ext uri="{FF2B5EF4-FFF2-40B4-BE49-F238E27FC236}">
                <a16:creationId xmlns:a16="http://schemas.microsoft.com/office/drawing/2014/main" id="{6A1618CD-AA00-4896-B392-49E429AB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109" y="5948242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0" name="path-7429">
            <a:extLst xmlns:a="http://schemas.openxmlformats.org/drawingml/2006/main">
              <a:ext uri="{FF2B5EF4-FFF2-40B4-BE49-F238E27FC236}">
                <a16:creationId xmlns:a16="http://schemas.microsoft.com/office/drawing/2014/main" id="{250CF5A8-464B-42ED-B906-4FDF6668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478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8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1" name="path-7430">
            <a:extLst xmlns:a="http://schemas.openxmlformats.org/drawingml/2006/main">
              <a:ext uri="{FF2B5EF4-FFF2-40B4-BE49-F238E27FC236}">
                <a16:creationId xmlns:a16="http://schemas.microsoft.com/office/drawing/2014/main" id="{B0B40932-0A05-45A1-B1CF-09A0C6D1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109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2" name="path-7431">
            <a:extLst xmlns:a="http://schemas.openxmlformats.org/drawingml/2006/main">
              <a:ext uri="{FF2B5EF4-FFF2-40B4-BE49-F238E27FC236}">
                <a16:creationId xmlns:a16="http://schemas.microsoft.com/office/drawing/2014/main" id="{8BB0F0E6-910E-44DC-9580-0FCC5B8A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109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3" name="path-7432">
            <a:extLst xmlns:a="http://schemas.openxmlformats.org/drawingml/2006/main">
              <a:ext uri="{FF2B5EF4-FFF2-40B4-BE49-F238E27FC236}">
                <a16:creationId xmlns:a16="http://schemas.microsoft.com/office/drawing/2014/main" id="{C31A970A-B946-470E-879C-474D485C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109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4" name="path-7433">
            <a:extLst xmlns:a="http://schemas.openxmlformats.org/drawingml/2006/main">
              <a:ext uri="{FF2B5EF4-FFF2-40B4-BE49-F238E27FC236}">
                <a16:creationId xmlns:a16="http://schemas.microsoft.com/office/drawing/2014/main" id="{C44D95B4-3597-41EF-AAC2-E624235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477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5" name="path-7434">
            <a:extLst xmlns:a="http://schemas.openxmlformats.org/drawingml/2006/main">
              <a:ext uri="{FF2B5EF4-FFF2-40B4-BE49-F238E27FC236}">
                <a16:creationId xmlns:a16="http://schemas.microsoft.com/office/drawing/2014/main" id="{74E1125E-60CC-4B41-AFB0-5AA06EBF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599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6" name="path-7435">
            <a:extLst xmlns:a="http://schemas.openxmlformats.org/drawingml/2006/main">
              <a:ext uri="{FF2B5EF4-FFF2-40B4-BE49-F238E27FC236}">
                <a16:creationId xmlns:a16="http://schemas.microsoft.com/office/drawing/2014/main" id="{F44A2716-86F0-4EAE-953C-E420D8C8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989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7" name="path-7436">
            <a:extLst xmlns:a="http://schemas.openxmlformats.org/drawingml/2006/main">
              <a:ext uri="{FF2B5EF4-FFF2-40B4-BE49-F238E27FC236}">
                <a16:creationId xmlns:a16="http://schemas.microsoft.com/office/drawing/2014/main" id="{511DE75B-104B-4408-8FD6-B1F62881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838" y="6001611"/>
            <a:ext cx="26446" cy="75925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2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8" name="path-7437">
            <a:extLst xmlns:a="http://schemas.openxmlformats.org/drawingml/2006/main">
              <a:ext uri="{FF2B5EF4-FFF2-40B4-BE49-F238E27FC236}">
                <a16:creationId xmlns:a16="http://schemas.microsoft.com/office/drawing/2014/main" id="{5D2336C0-DBD8-4C9A-A66F-AEE05B6D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734" y="6163732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9" name="path-7438">
            <a:extLst xmlns:a="http://schemas.openxmlformats.org/drawingml/2006/main">
              <a:ext uri="{FF2B5EF4-FFF2-40B4-BE49-F238E27FC236}">
                <a16:creationId xmlns:a16="http://schemas.microsoft.com/office/drawing/2014/main" id="{477740AA-F4D9-4192-998F-A9E3AB9E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838" y="6336123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0" name="path-7439">
            <a:extLst xmlns:a="http://schemas.openxmlformats.org/drawingml/2006/main">
              <a:ext uri="{FF2B5EF4-FFF2-40B4-BE49-F238E27FC236}">
                <a16:creationId xmlns:a16="http://schemas.microsoft.com/office/drawing/2014/main" id="{132E8850-2267-4E6C-A0B5-ADF7E7B5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989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1" name="path-7440">
            <a:extLst xmlns:a="http://schemas.openxmlformats.org/drawingml/2006/main">
              <a:ext uri="{FF2B5EF4-FFF2-40B4-BE49-F238E27FC236}">
                <a16:creationId xmlns:a16="http://schemas.microsoft.com/office/drawing/2014/main" id="{6A3B7421-36C2-4596-A700-3669041A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599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2" name="path-7441">
            <a:extLst xmlns:a="http://schemas.openxmlformats.org/drawingml/2006/main">
              <a:ext uri="{FF2B5EF4-FFF2-40B4-BE49-F238E27FC236}">
                <a16:creationId xmlns:a16="http://schemas.microsoft.com/office/drawing/2014/main" id="{B27DAFDA-97A6-4EAB-8C2B-16F0BE28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154" y="5948242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3" name="path-7442">
            <a:extLst xmlns:a="http://schemas.openxmlformats.org/drawingml/2006/main">
              <a:ext uri="{FF2B5EF4-FFF2-40B4-BE49-F238E27FC236}">
                <a16:creationId xmlns:a16="http://schemas.microsoft.com/office/drawing/2014/main" id="{2D27B86B-D173-490A-B0C2-DD5B084E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522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4" name="path-7443">
            <a:extLst xmlns:a="http://schemas.openxmlformats.org/drawingml/2006/main">
              <a:ext uri="{FF2B5EF4-FFF2-40B4-BE49-F238E27FC236}">
                <a16:creationId xmlns:a16="http://schemas.microsoft.com/office/drawing/2014/main" id="{9F92C2C0-B60C-4560-BA06-217C075D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154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5" name="path-7444">
            <a:extLst xmlns:a="http://schemas.openxmlformats.org/drawingml/2006/main">
              <a:ext uri="{FF2B5EF4-FFF2-40B4-BE49-F238E27FC236}">
                <a16:creationId xmlns:a16="http://schemas.microsoft.com/office/drawing/2014/main" id="{E61109A8-0F2A-4CCD-913C-988D9140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154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6" name="path-7445">
            <a:extLst xmlns:a="http://schemas.openxmlformats.org/drawingml/2006/main">
              <a:ext uri="{FF2B5EF4-FFF2-40B4-BE49-F238E27FC236}">
                <a16:creationId xmlns:a16="http://schemas.microsoft.com/office/drawing/2014/main" id="{A70AAEE5-B74B-4301-BB59-01B7E3E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154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7" name="path-7446">
            <a:extLst xmlns:a="http://schemas.openxmlformats.org/drawingml/2006/main">
              <a:ext uri="{FF2B5EF4-FFF2-40B4-BE49-F238E27FC236}">
                <a16:creationId xmlns:a16="http://schemas.microsoft.com/office/drawing/2014/main" id="{260AB106-BEE5-4A75-847C-DA9A3393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522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8" name="path-7447">
            <a:extLst xmlns:a="http://schemas.openxmlformats.org/drawingml/2006/main">
              <a:ext uri="{FF2B5EF4-FFF2-40B4-BE49-F238E27FC236}">
                <a16:creationId xmlns:a16="http://schemas.microsoft.com/office/drawing/2014/main" id="{8DECD5EC-6C1E-46D5-81F0-82D885B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644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9" name="path-7448">
            <a:extLst xmlns:a="http://schemas.openxmlformats.org/drawingml/2006/main">
              <a:ext uri="{FF2B5EF4-FFF2-40B4-BE49-F238E27FC236}">
                <a16:creationId xmlns:a16="http://schemas.microsoft.com/office/drawing/2014/main" id="{D43A6474-1169-4D2A-BC33-60CF9F06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034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0" name="path-7449">
            <a:extLst xmlns:a="http://schemas.openxmlformats.org/drawingml/2006/main">
              <a:ext uri="{FF2B5EF4-FFF2-40B4-BE49-F238E27FC236}">
                <a16:creationId xmlns:a16="http://schemas.microsoft.com/office/drawing/2014/main" id="{3C8189FD-AE59-4DED-9C52-E15B8F5B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883" y="6001612"/>
            <a:ext cx="26445" cy="75924"/>
          </a:xfrm>
          <a:custGeom xmlns:a="http://schemas.openxmlformats.org/drawingml/2006/main">
            <a:pathLst>
              <a:path w="22602" h="64891">
                <a:moveTo>
                  <a:pt x="3698" y="20672"/>
                </a:move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1" name="path-7450">
            <a:extLst xmlns:a="http://schemas.openxmlformats.org/drawingml/2006/main">
              <a:ext uri="{FF2B5EF4-FFF2-40B4-BE49-F238E27FC236}">
                <a16:creationId xmlns:a16="http://schemas.microsoft.com/office/drawing/2014/main" id="{52236205-8274-4369-87FE-D13D93E2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7779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2" name="path-7451">
            <a:extLst xmlns:a="http://schemas.openxmlformats.org/drawingml/2006/main">
              <a:ext uri="{FF2B5EF4-FFF2-40B4-BE49-F238E27FC236}">
                <a16:creationId xmlns:a16="http://schemas.microsoft.com/office/drawing/2014/main" id="{D3910C80-5347-461D-B64B-BB971C2E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883" y="6336123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3" name="path-7452">
            <a:extLst xmlns:a="http://schemas.openxmlformats.org/drawingml/2006/main">
              <a:ext uri="{FF2B5EF4-FFF2-40B4-BE49-F238E27FC236}">
                <a16:creationId xmlns:a16="http://schemas.microsoft.com/office/drawing/2014/main" id="{6C3CC7D3-46A0-42B8-89AB-42FC5ACD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034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4" name="path-7453">
            <a:extLst xmlns:a="http://schemas.openxmlformats.org/drawingml/2006/main">
              <a:ext uri="{FF2B5EF4-FFF2-40B4-BE49-F238E27FC236}">
                <a16:creationId xmlns:a16="http://schemas.microsoft.com/office/drawing/2014/main" id="{BE9483FF-4D1A-4851-9AC8-20488B98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644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5" name="path-7454">
            <a:extLst xmlns:a="http://schemas.openxmlformats.org/drawingml/2006/main">
              <a:ext uri="{FF2B5EF4-FFF2-40B4-BE49-F238E27FC236}">
                <a16:creationId xmlns:a16="http://schemas.microsoft.com/office/drawing/2014/main" id="{5D444ED4-30BE-4A6D-B2A0-57F19831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199" y="5948242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6" name="path-7455">
            <a:extLst xmlns:a="http://schemas.openxmlformats.org/drawingml/2006/main">
              <a:ext uri="{FF2B5EF4-FFF2-40B4-BE49-F238E27FC236}">
                <a16:creationId xmlns:a16="http://schemas.microsoft.com/office/drawing/2014/main" id="{35139314-7EA4-47FA-92FC-4D44CDEE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567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7" name="path-7456">
            <a:extLst xmlns:a="http://schemas.openxmlformats.org/drawingml/2006/main">
              <a:ext uri="{FF2B5EF4-FFF2-40B4-BE49-F238E27FC236}">
                <a16:creationId xmlns:a16="http://schemas.microsoft.com/office/drawing/2014/main" id="{FE2B5771-2E44-420C-B3D4-B67D3129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199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8" name="path-7457">
            <a:extLst xmlns:a="http://schemas.openxmlformats.org/drawingml/2006/main">
              <a:ext uri="{FF2B5EF4-FFF2-40B4-BE49-F238E27FC236}">
                <a16:creationId xmlns:a16="http://schemas.microsoft.com/office/drawing/2014/main" id="{79E32C94-32A0-47C4-82AA-43E66F65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199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9" name="path-7458">
            <a:extLst xmlns:a="http://schemas.openxmlformats.org/drawingml/2006/main">
              <a:ext uri="{FF2B5EF4-FFF2-40B4-BE49-F238E27FC236}">
                <a16:creationId xmlns:a16="http://schemas.microsoft.com/office/drawing/2014/main" id="{779F1E5F-F5C5-45AA-99D6-DF332BEA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199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0" name="path-7459">
            <a:extLst xmlns:a="http://schemas.openxmlformats.org/drawingml/2006/main">
              <a:ext uri="{FF2B5EF4-FFF2-40B4-BE49-F238E27FC236}">
                <a16:creationId xmlns:a16="http://schemas.microsoft.com/office/drawing/2014/main" id="{EE3BF8EC-9BAD-4510-96AB-A5DCA9B0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567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28057" y="18418"/>
                </a:moveTo>
                <a:lnTo>
                  <a:pt x="64892" y="18418"/>
                </a:ln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1" name="path-7460">
            <a:extLst xmlns:a="http://schemas.openxmlformats.org/drawingml/2006/main">
              <a:ext uri="{FF2B5EF4-FFF2-40B4-BE49-F238E27FC236}">
                <a16:creationId xmlns:a16="http://schemas.microsoft.com/office/drawing/2014/main" id="{B32185C6-AD48-46A2-96CF-9B0F38FD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689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2" name="path-7461">
            <a:extLst xmlns:a="http://schemas.openxmlformats.org/drawingml/2006/main">
              <a:ext uri="{FF2B5EF4-FFF2-40B4-BE49-F238E27FC236}">
                <a16:creationId xmlns:a16="http://schemas.microsoft.com/office/drawing/2014/main" id="{9466F3EC-4E80-413A-BF31-61D28515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4079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3" name="path-7462">
            <a:extLst xmlns:a="http://schemas.openxmlformats.org/drawingml/2006/main">
              <a:ext uri="{FF2B5EF4-FFF2-40B4-BE49-F238E27FC236}">
                <a16:creationId xmlns:a16="http://schemas.microsoft.com/office/drawing/2014/main" id="{682C26BA-BDA8-413D-841B-5019B04A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928" y="6001612"/>
            <a:ext cx="26445" cy="75924"/>
          </a:xfrm>
          <a:custGeom xmlns:a="http://schemas.openxmlformats.org/drawingml/2006/main">
            <a:pathLst>
              <a:path w="22602" h="64891">
                <a:moveTo>
                  <a:pt x="3698" y="20672"/>
                </a:move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4" name="path-7463">
            <a:extLst xmlns:a="http://schemas.openxmlformats.org/drawingml/2006/main">
              <a:ext uri="{FF2B5EF4-FFF2-40B4-BE49-F238E27FC236}">
                <a16:creationId xmlns:a16="http://schemas.microsoft.com/office/drawing/2014/main" id="{4CE7A302-608B-4B5A-AB5B-27E614D9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1824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5" name="path-7464">
            <a:extLst xmlns:a="http://schemas.openxmlformats.org/drawingml/2006/main">
              <a:ext uri="{FF2B5EF4-FFF2-40B4-BE49-F238E27FC236}">
                <a16:creationId xmlns:a16="http://schemas.microsoft.com/office/drawing/2014/main" id="{015F2DB7-6CB3-428F-B85A-BC83D17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928" y="6336123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6" name="path-7465">
            <a:extLst xmlns:a="http://schemas.openxmlformats.org/drawingml/2006/main">
              <a:ext uri="{FF2B5EF4-FFF2-40B4-BE49-F238E27FC236}">
                <a16:creationId xmlns:a16="http://schemas.microsoft.com/office/drawing/2014/main" id="{02A1343B-B829-45A9-A562-C47D6B8C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4079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7" name="path-7466">
            <a:extLst xmlns:a="http://schemas.openxmlformats.org/drawingml/2006/main">
              <a:ext uri="{FF2B5EF4-FFF2-40B4-BE49-F238E27FC236}">
                <a16:creationId xmlns:a16="http://schemas.microsoft.com/office/drawing/2014/main" id="{EBF124E5-B0D5-417B-B908-BB1D9320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689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8" name="path-7467">
            <a:extLst xmlns:a="http://schemas.openxmlformats.org/drawingml/2006/main">
              <a:ext uri="{FF2B5EF4-FFF2-40B4-BE49-F238E27FC236}">
                <a16:creationId xmlns:a16="http://schemas.microsoft.com/office/drawing/2014/main" id="{B71F8C6F-4DE4-44F9-A6C5-33858E94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9" name="path-7468">
            <a:extLst xmlns:a="http://schemas.openxmlformats.org/drawingml/2006/main">
              <a:ext uri="{FF2B5EF4-FFF2-40B4-BE49-F238E27FC236}">
                <a16:creationId xmlns:a16="http://schemas.microsoft.com/office/drawing/2014/main" id="{001E6301-43B2-48B1-8671-48E4A2A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345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0" name="path-7469">
            <a:extLst xmlns:a="http://schemas.openxmlformats.org/drawingml/2006/main">
              <a:ext uri="{FF2B5EF4-FFF2-40B4-BE49-F238E27FC236}">
                <a16:creationId xmlns:a16="http://schemas.microsoft.com/office/drawing/2014/main" id="{2D7F6762-574E-45C3-B0A3-B8C1E2B8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1" name="path-7470">
            <a:extLst xmlns:a="http://schemas.openxmlformats.org/drawingml/2006/main">
              <a:ext uri="{FF2B5EF4-FFF2-40B4-BE49-F238E27FC236}">
                <a16:creationId xmlns:a16="http://schemas.microsoft.com/office/drawing/2014/main" id="{782C8ACD-FDBE-44D1-88D8-24C68B91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2" name="path-7471">
            <a:extLst xmlns:a="http://schemas.openxmlformats.org/drawingml/2006/main">
              <a:ext uri="{FF2B5EF4-FFF2-40B4-BE49-F238E27FC236}">
                <a16:creationId xmlns:a16="http://schemas.microsoft.com/office/drawing/2014/main" id="{9E14E96B-FC4D-4CDE-9908-0D302BCA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3" name="path-7472">
            <a:extLst xmlns:a="http://schemas.openxmlformats.org/drawingml/2006/main">
              <a:ext uri="{FF2B5EF4-FFF2-40B4-BE49-F238E27FC236}">
                <a16:creationId xmlns:a16="http://schemas.microsoft.com/office/drawing/2014/main" id="{9F28E263-EE70-41F2-ACB7-597F5248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345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9209"/>
                </a:move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lnTo>
                  <a:pt x="64892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4" name="path-7473">
            <a:extLst xmlns:a="http://schemas.openxmlformats.org/drawingml/2006/main">
              <a:ext uri="{FF2B5EF4-FFF2-40B4-BE49-F238E27FC236}">
                <a16:creationId xmlns:a16="http://schemas.microsoft.com/office/drawing/2014/main" id="{F14D5CB5-2A27-4F18-AD63-1DDFA8D6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467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5" name="path-7474">
            <a:extLst xmlns:a="http://schemas.openxmlformats.org/drawingml/2006/main">
              <a:ext uri="{FF2B5EF4-FFF2-40B4-BE49-F238E27FC236}">
                <a16:creationId xmlns:a16="http://schemas.microsoft.com/office/drawing/2014/main" id="{26927F8F-B3F9-43FD-AC54-8CB6C665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57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6" name="path-7475">
            <a:extLst xmlns:a="http://schemas.openxmlformats.org/drawingml/2006/main">
              <a:ext uri="{FF2B5EF4-FFF2-40B4-BE49-F238E27FC236}">
                <a16:creationId xmlns:a16="http://schemas.microsoft.com/office/drawing/2014/main" id="{737C4602-0BD0-45AB-9225-BBC18287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706" y="7138318"/>
            <a:ext cx="26445" cy="75924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7" name="path-7476">
            <a:extLst xmlns:a="http://schemas.openxmlformats.org/drawingml/2006/main">
              <a:ext uri="{FF2B5EF4-FFF2-40B4-BE49-F238E27FC236}">
                <a16:creationId xmlns:a16="http://schemas.microsoft.com/office/drawing/2014/main" id="{7D4DA2BA-DF5F-49D6-891B-525ED5E0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602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8" name="path-7477">
            <a:extLst xmlns:a="http://schemas.openxmlformats.org/drawingml/2006/main">
              <a:ext uri="{FF2B5EF4-FFF2-40B4-BE49-F238E27FC236}">
                <a16:creationId xmlns:a16="http://schemas.microsoft.com/office/drawing/2014/main" id="{C942E8E2-91CA-4821-89AB-229B3FA2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706" y="7472830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9" name="path-7478">
            <a:extLst xmlns:a="http://schemas.openxmlformats.org/drawingml/2006/main">
              <a:ext uri="{FF2B5EF4-FFF2-40B4-BE49-F238E27FC236}">
                <a16:creationId xmlns:a16="http://schemas.microsoft.com/office/drawing/2014/main" id="{51C5CCA2-D6F5-4C71-AD0F-0C0193C6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57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0" name="path-7479">
            <a:extLst xmlns:a="http://schemas.openxmlformats.org/drawingml/2006/main">
              <a:ext uri="{FF2B5EF4-FFF2-40B4-BE49-F238E27FC236}">
                <a16:creationId xmlns:a16="http://schemas.microsoft.com/office/drawing/2014/main" id="{60B18CCC-9509-41CF-9C42-7947BDAC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467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1" name="path-7480">
            <a:extLst xmlns:a="http://schemas.openxmlformats.org/drawingml/2006/main">
              <a:ext uri="{FF2B5EF4-FFF2-40B4-BE49-F238E27FC236}">
                <a16:creationId xmlns:a16="http://schemas.microsoft.com/office/drawing/2014/main" id="{88DB86D4-FAE2-4D48-B6EF-80744D20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020" y="7084949"/>
            <a:ext cx="517175" cy="517174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2" name="path-7481">
            <a:extLst xmlns:a="http://schemas.openxmlformats.org/drawingml/2006/main">
              <a:ext uri="{FF2B5EF4-FFF2-40B4-BE49-F238E27FC236}">
                <a16:creationId xmlns:a16="http://schemas.microsoft.com/office/drawing/2014/main" id="{0E202FCB-7189-4829-B031-B988A302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389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6" y="20657"/>
                </a:lnTo>
                <a:lnTo>
                  <a:pt x="28057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3" name="path-7482">
            <a:extLst xmlns:a="http://schemas.openxmlformats.org/drawingml/2006/main">
              <a:ext uri="{FF2B5EF4-FFF2-40B4-BE49-F238E27FC236}">
                <a16:creationId xmlns:a16="http://schemas.microsoft.com/office/drawing/2014/main" id="{5CB1C219-6A53-495A-9F7A-D3891C00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020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4" name="path-7483">
            <a:extLst xmlns:a="http://schemas.openxmlformats.org/drawingml/2006/main">
              <a:ext uri="{FF2B5EF4-FFF2-40B4-BE49-F238E27FC236}">
                <a16:creationId xmlns:a16="http://schemas.microsoft.com/office/drawing/2014/main" id="{B775AAAC-8C63-440A-ACDC-2DF3629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020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5" name="path-7484">
            <a:extLst xmlns:a="http://schemas.openxmlformats.org/drawingml/2006/main">
              <a:ext uri="{FF2B5EF4-FFF2-40B4-BE49-F238E27FC236}">
                <a16:creationId xmlns:a16="http://schemas.microsoft.com/office/drawing/2014/main" id="{E098AC1E-8D73-459E-A74B-9CDCBF05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020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3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1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6" name="path-7485">
            <a:extLst xmlns:a="http://schemas.openxmlformats.org/drawingml/2006/main">
              <a:ext uri="{FF2B5EF4-FFF2-40B4-BE49-F238E27FC236}">
                <a16:creationId xmlns:a16="http://schemas.microsoft.com/office/drawing/2014/main" id="{E45F682D-A2ED-4352-A806-A0108498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389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6" y="1946"/>
                </a:lnTo>
                <a:lnTo>
                  <a:pt x="0" y="5937"/>
                </a:lnTo>
                <a:lnTo>
                  <a:pt x="6912" y="22603"/>
                </a:lnTo>
                <a:lnTo>
                  <a:pt x="13605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7" name="path-7486">
            <a:extLst xmlns:a="http://schemas.openxmlformats.org/drawingml/2006/main">
              <a:ext uri="{FF2B5EF4-FFF2-40B4-BE49-F238E27FC236}">
                <a16:creationId xmlns:a16="http://schemas.microsoft.com/office/drawing/2014/main" id="{2FD1AE94-05FF-4736-BCFC-28C671A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510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8" name="path-7487">
            <a:extLst xmlns:a="http://schemas.openxmlformats.org/drawingml/2006/main">
              <a:ext uri="{FF2B5EF4-FFF2-40B4-BE49-F238E27FC236}">
                <a16:creationId xmlns:a16="http://schemas.microsoft.com/office/drawing/2014/main" id="{2055CB88-BCD3-4BA3-B1E5-9B239EBB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01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9" name="path-7488">
            <a:extLst xmlns:a="http://schemas.openxmlformats.org/drawingml/2006/main">
              <a:ext uri="{FF2B5EF4-FFF2-40B4-BE49-F238E27FC236}">
                <a16:creationId xmlns:a16="http://schemas.microsoft.com/office/drawing/2014/main" id="{866AF172-032F-45D8-84DF-FF9DF45A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749" y="7138318"/>
            <a:ext cx="26446" cy="75925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0" name="path-7489">
            <a:extLst xmlns:a="http://schemas.openxmlformats.org/drawingml/2006/main">
              <a:ext uri="{FF2B5EF4-FFF2-40B4-BE49-F238E27FC236}">
                <a16:creationId xmlns:a16="http://schemas.microsoft.com/office/drawing/2014/main" id="{AA4B032F-3DAF-4735-A17A-BDCFE227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646" y="7300438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1" name="path-7490">
            <a:extLst xmlns:a="http://schemas.openxmlformats.org/drawingml/2006/main">
              <a:ext uri="{FF2B5EF4-FFF2-40B4-BE49-F238E27FC236}">
                <a16:creationId xmlns:a16="http://schemas.microsoft.com/office/drawing/2014/main" id="{C30C40A2-2FCD-4C2F-B824-F3B1B15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749" y="7472830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2" name="path-7491">
            <a:extLst xmlns:a="http://schemas.openxmlformats.org/drawingml/2006/main">
              <a:ext uri="{FF2B5EF4-FFF2-40B4-BE49-F238E27FC236}">
                <a16:creationId xmlns:a16="http://schemas.microsoft.com/office/drawing/2014/main" id="{FAFB491D-26B0-401F-B265-876150AB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01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3" name="path-7492">
            <a:extLst xmlns:a="http://schemas.openxmlformats.org/drawingml/2006/main">
              <a:ext uri="{FF2B5EF4-FFF2-40B4-BE49-F238E27FC236}">
                <a16:creationId xmlns:a16="http://schemas.microsoft.com/office/drawing/2014/main" id="{0C649194-8803-4021-91D5-C86F7271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510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4" name="path-7493">
            <a:extLst xmlns:a="http://schemas.openxmlformats.org/drawingml/2006/main">
              <a:ext uri="{FF2B5EF4-FFF2-40B4-BE49-F238E27FC236}">
                <a16:creationId xmlns:a16="http://schemas.microsoft.com/office/drawing/2014/main" id="{D6B2BC02-4644-42FA-A0C5-614376F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65" y="7084949"/>
            <a:ext cx="517175" cy="517174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5" name="path-7494">
            <a:extLst xmlns:a="http://schemas.openxmlformats.org/drawingml/2006/main">
              <a:ext uri="{FF2B5EF4-FFF2-40B4-BE49-F238E27FC236}">
                <a16:creationId xmlns:a16="http://schemas.microsoft.com/office/drawing/2014/main" id="{33F06483-92F6-439E-9112-82E034BB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434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6" name="path-7495">
            <a:extLst xmlns:a="http://schemas.openxmlformats.org/drawingml/2006/main">
              <a:ext uri="{FF2B5EF4-FFF2-40B4-BE49-F238E27FC236}">
                <a16:creationId xmlns:a16="http://schemas.microsoft.com/office/drawing/2014/main" id="{28EF030D-4E2C-4CFF-A6EC-430A9E54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65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7" name="path-7496">
            <a:extLst xmlns:a="http://schemas.openxmlformats.org/drawingml/2006/main">
              <a:ext uri="{FF2B5EF4-FFF2-40B4-BE49-F238E27FC236}">
                <a16:creationId xmlns:a16="http://schemas.microsoft.com/office/drawing/2014/main" id="{96948506-F7EF-422B-86D2-25B074F5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65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8" name="path-7497">
            <a:extLst xmlns:a="http://schemas.openxmlformats.org/drawingml/2006/main">
              <a:ext uri="{FF2B5EF4-FFF2-40B4-BE49-F238E27FC236}">
                <a16:creationId xmlns:a16="http://schemas.microsoft.com/office/drawing/2014/main" id="{8C8C4A28-44B4-474F-A692-52AAAD0F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65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9" name="path-7498">
            <a:extLst xmlns:a="http://schemas.openxmlformats.org/drawingml/2006/main">
              <a:ext uri="{FF2B5EF4-FFF2-40B4-BE49-F238E27FC236}">
                <a16:creationId xmlns:a16="http://schemas.microsoft.com/office/drawing/2014/main" id="{79861D19-19B8-47B9-93CA-AEA6857D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434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0" name="path-7499">
            <a:extLst xmlns:a="http://schemas.openxmlformats.org/drawingml/2006/main">
              <a:ext uri="{FF2B5EF4-FFF2-40B4-BE49-F238E27FC236}">
                <a16:creationId xmlns:a16="http://schemas.microsoft.com/office/drawing/2014/main" id="{748E15F9-4829-4EEE-B503-A308F7E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555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1" name="path-7500">
            <a:extLst xmlns:a="http://schemas.openxmlformats.org/drawingml/2006/main">
              <a:ext uri="{FF2B5EF4-FFF2-40B4-BE49-F238E27FC236}">
                <a16:creationId xmlns:a16="http://schemas.microsoft.com/office/drawing/2014/main" id="{55C0189E-A0DA-40BF-AA47-D9622CCB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946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2" name="path-7501">
            <a:extLst xmlns:a="http://schemas.openxmlformats.org/drawingml/2006/main">
              <a:ext uri="{FF2B5EF4-FFF2-40B4-BE49-F238E27FC236}">
                <a16:creationId xmlns:a16="http://schemas.microsoft.com/office/drawing/2014/main" id="{2222EDC1-A364-46C6-BA89-B6A1E81C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94" y="7138318"/>
            <a:ext cx="26445" cy="75924"/>
          </a:xfrm>
          <a:custGeom xmlns:a="http://schemas.openxmlformats.org/drawingml/2006/main">
            <a:pathLst>
              <a:path w="22602" h="64891">
                <a:moveTo>
                  <a:pt x="0" y="6911"/>
                </a:moveTo>
                <a:lnTo>
                  <a:pt x="2281" y="13605"/>
                </a:ln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3" name="path-7502">
            <a:extLst xmlns:a="http://schemas.openxmlformats.org/drawingml/2006/main">
              <a:ext uri="{FF2B5EF4-FFF2-40B4-BE49-F238E27FC236}">
                <a16:creationId xmlns:a16="http://schemas.microsoft.com/office/drawing/2014/main" id="{77864307-8925-4AA4-B2B7-70FE95E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691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4" name="path-7503">
            <a:extLst xmlns:a="http://schemas.openxmlformats.org/drawingml/2006/main">
              <a:ext uri="{FF2B5EF4-FFF2-40B4-BE49-F238E27FC236}">
                <a16:creationId xmlns:a16="http://schemas.microsoft.com/office/drawing/2014/main" id="{896D989D-D4BF-4B6C-8C3D-264F87B3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94" y="7472830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5" name="path-7504">
            <a:extLst xmlns:a="http://schemas.openxmlformats.org/drawingml/2006/main">
              <a:ext uri="{FF2B5EF4-FFF2-40B4-BE49-F238E27FC236}">
                <a16:creationId xmlns:a16="http://schemas.microsoft.com/office/drawing/2014/main" id="{24198C40-0E7D-4680-9496-56101D23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946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6" name="path-7505">
            <a:extLst xmlns:a="http://schemas.openxmlformats.org/drawingml/2006/main">
              <a:ext uri="{FF2B5EF4-FFF2-40B4-BE49-F238E27FC236}">
                <a16:creationId xmlns:a16="http://schemas.microsoft.com/office/drawing/2014/main" id="{D444A716-C285-410C-9DB0-765E0985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555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7" name="path-7506">
            <a:extLst xmlns:a="http://schemas.openxmlformats.org/drawingml/2006/main">
              <a:ext uri="{FF2B5EF4-FFF2-40B4-BE49-F238E27FC236}">
                <a16:creationId xmlns:a16="http://schemas.microsoft.com/office/drawing/2014/main" id="{93DB4DE1-0E17-48AE-AD5B-BAD61E06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109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8" name="path-7507">
            <a:extLst xmlns:a="http://schemas.openxmlformats.org/drawingml/2006/main">
              <a:ext uri="{FF2B5EF4-FFF2-40B4-BE49-F238E27FC236}">
                <a16:creationId xmlns:a16="http://schemas.microsoft.com/office/drawing/2014/main" id="{A688D746-7F7C-441B-9F07-A067B027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109" y="7084949"/>
            <a:ext cx="517175" cy="517174"/>
          </a:xfrm>
          <a:custGeom xmlns:a="http://schemas.openxmlformats.org/drawingml/2006/main">
            <a:pathLst>
              <a:path w="442023" h="442023">
                <a:moveTo>
                  <a:pt x="1946" y="385244"/>
                </a:moveTo>
                <a:lnTo>
                  <a:pt x="7488" y="400751"/>
                </a:lnTo>
                <a:lnTo>
                  <a:pt x="16185" y="414429"/>
                </a:lnTo>
                <a:lnTo>
                  <a:pt x="27593" y="425838"/>
                </a:lnTo>
                <a:lnTo>
                  <a:pt x="41272" y="434535"/>
                </a:lnTo>
                <a:lnTo>
                  <a:pt x="56779" y="440077"/>
                </a:lnTo>
                <a:lnTo>
                  <a:pt x="73671" y="442023"/>
                </a:lnTo>
                <a:lnTo>
                  <a:pt x="368352" y="442023"/>
                </a:lnTo>
                <a:lnTo>
                  <a:pt x="385244" y="440077"/>
                </a:lnTo>
                <a:lnTo>
                  <a:pt x="400751" y="434535"/>
                </a:lnTo>
                <a:lnTo>
                  <a:pt x="414430" y="425838"/>
                </a:lnTo>
                <a:lnTo>
                  <a:pt x="425839" y="414429"/>
                </a:lnTo>
                <a:lnTo>
                  <a:pt x="434535" y="400751"/>
                </a:lnTo>
                <a:lnTo>
                  <a:pt x="440077" y="385244"/>
                </a:lnTo>
                <a:lnTo>
                  <a:pt x="442023" y="368352"/>
                </a:lnTo>
                <a:lnTo>
                  <a:pt x="442023" y="73671"/>
                </a:lnTo>
                <a:lnTo>
                  <a:pt x="440077" y="56778"/>
                </a:lnTo>
                <a:lnTo>
                  <a:pt x="434535" y="41272"/>
                </a:lnTo>
                <a:lnTo>
                  <a:pt x="425839" y="27593"/>
                </a:lnTo>
                <a:lnTo>
                  <a:pt x="414430" y="16185"/>
                </a:lnTo>
                <a:lnTo>
                  <a:pt x="400751" y="7488"/>
                </a:lnTo>
                <a:lnTo>
                  <a:pt x="385244" y="1946"/>
                </a:lnTo>
                <a:lnTo>
                  <a:pt x="368352" y="0"/>
                </a:lnTo>
                <a:lnTo>
                  <a:pt x="73671" y="0"/>
                </a:lnTo>
                <a:lnTo>
                  <a:pt x="56779" y="1946"/>
                </a:lnTo>
                <a:lnTo>
                  <a:pt x="41272" y="7488"/>
                </a:lnTo>
                <a:lnTo>
                  <a:pt x="27593" y="16185"/>
                </a:lnTo>
                <a:lnTo>
                  <a:pt x="16185" y="27593"/>
                </a:lnTo>
                <a:lnTo>
                  <a:pt x="7488" y="41272"/>
                </a:lnTo>
                <a:lnTo>
                  <a:pt x="1946" y="56778"/>
                </a:lnTo>
                <a:lnTo>
                  <a:pt x="0" y="73671"/>
                </a:lnTo>
                <a:lnTo>
                  <a:pt x="0" y="368352"/>
                </a:lnTo>
                <a:lnTo>
                  <a:pt x="1946" y="385244"/>
                </a:lnTo>
                <a:close/>
                <a:moveTo>
                  <a:pt x="383041" y="20391"/>
                </a:moveTo>
                <a:lnTo>
                  <a:pt x="396239" y="25961"/>
                </a:lnTo>
                <a:lnTo>
                  <a:pt x="407422" y="34601"/>
                </a:lnTo>
                <a:lnTo>
                  <a:pt x="416061" y="45783"/>
                </a:lnTo>
                <a:lnTo>
                  <a:pt x="421631" y="58982"/>
                </a:lnTo>
                <a:lnTo>
                  <a:pt x="423605" y="73671"/>
                </a:lnTo>
                <a:lnTo>
                  <a:pt x="423605" y="368352"/>
                </a:lnTo>
                <a:lnTo>
                  <a:pt x="421631" y="383040"/>
                </a:lnTo>
                <a:lnTo>
                  <a:pt x="416061" y="396239"/>
                </a:lnTo>
                <a:lnTo>
                  <a:pt x="407422" y="407422"/>
                </a:lnTo>
                <a:lnTo>
                  <a:pt x="396239" y="416061"/>
                </a:lnTo>
                <a:lnTo>
                  <a:pt x="383041" y="421631"/>
                </a:lnTo>
                <a:lnTo>
                  <a:pt x="368352" y="423605"/>
                </a:lnTo>
                <a:lnTo>
                  <a:pt x="73670" y="423605"/>
                </a:lnTo>
                <a:lnTo>
                  <a:pt x="58982" y="421631"/>
                </a:lnTo>
                <a:lnTo>
                  <a:pt x="45783" y="416061"/>
                </a:lnTo>
                <a:lnTo>
                  <a:pt x="34601" y="407422"/>
                </a:lnTo>
                <a:lnTo>
                  <a:pt x="25961" y="396239"/>
                </a:lnTo>
                <a:lnTo>
                  <a:pt x="20391" y="383040"/>
                </a:lnTo>
                <a:lnTo>
                  <a:pt x="18417" y="368352"/>
                </a:lnTo>
                <a:lnTo>
                  <a:pt x="18417" y="73671"/>
                </a:lnTo>
                <a:lnTo>
                  <a:pt x="20391" y="58982"/>
                </a:lnTo>
                <a:lnTo>
                  <a:pt x="25961" y="45783"/>
                </a:lnTo>
                <a:lnTo>
                  <a:pt x="34601" y="34601"/>
                </a:lnTo>
                <a:lnTo>
                  <a:pt x="45783" y="25961"/>
                </a:lnTo>
                <a:lnTo>
                  <a:pt x="58982" y="20391"/>
                </a:lnTo>
                <a:lnTo>
                  <a:pt x="73670" y="18418"/>
                </a:lnTo>
                <a:lnTo>
                  <a:pt x="368352" y="18418"/>
                </a:lnTo>
                <a:lnTo>
                  <a:pt x="383041" y="2039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9" name="path-7508">
            <a:extLst xmlns:a="http://schemas.openxmlformats.org/drawingml/2006/main">
              <a:ext uri="{FF2B5EF4-FFF2-40B4-BE49-F238E27FC236}">
                <a16:creationId xmlns:a16="http://schemas.microsoft.com/office/drawing/2014/main" id="{41CDCB7D-9D57-4E3E-831F-25780B9C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154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0" name="path-7509">
            <a:extLst xmlns:a="http://schemas.openxmlformats.org/drawingml/2006/main">
              <a:ext uri="{FF2B5EF4-FFF2-40B4-BE49-F238E27FC236}">
                <a16:creationId xmlns:a16="http://schemas.microsoft.com/office/drawing/2014/main" id="{28AD7CA3-6055-435C-91E0-CB7662E1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522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1" name="path-7510">
            <a:extLst xmlns:a="http://schemas.openxmlformats.org/drawingml/2006/main">
              <a:ext uri="{FF2B5EF4-FFF2-40B4-BE49-F238E27FC236}">
                <a16:creationId xmlns:a16="http://schemas.microsoft.com/office/drawing/2014/main" id="{D31035BA-7E67-4487-BB6A-26E1CFFF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154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2" name="path-7511">
            <a:extLst xmlns:a="http://schemas.openxmlformats.org/drawingml/2006/main">
              <a:ext uri="{FF2B5EF4-FFF2-40B4-BE49-F238E27FC236}">
                <a16:creationId xmlns:a16="http://schemas.microsoft.com/office/drawing/2014/main" id="{88EF655C-B62E-47EE-8F63-A094F151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154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3" name="path-7512">
            <a:extLst xmlns:a="http://schemas.openxmlformats.org/drawingml/2006/main">
              <a:ext uri="{FF2B5EF4-FFF2-40B4-BE49-F238E27FC236}">
                <a16:creationId xmlns:a16="http://schemas.microsoft.com/office/drawing/2014/main" id="{59416760-1BA3-4E0E-828C-9A50B76E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154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4" name="path-7513">
            <a:extLst xmlns:a="http://schemas.openxmlformats.org/drawingml/2006/main">
              <a:ext uri="{FF2B5EF4-FFF2-40B4-BE49-F238E27FC236}">
                <a16:creationId xmlns:a16="http://schemas.microsoft.com/office/drawing/2014/main" id="{E6B43541-2659-4024-A058-F5194FB8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522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5" name="path-7514">
            <a:extLst xmlns:a="http://schemas.openxmlformats.org/drawingml/2006/main">
              <a:ext uri="{FF2B5EF4-FFF2-40B4-BE49-F238E27FC236}">
                <a16:creationId xmlns:a16="http://schemas.microsoft.com/office/drawing/2014/main" id="{DAF49134-2203-4CEB-B954-529E808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644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6" name="path-7515">
            <a:extLst xmlns:a="http://schemas.openxmlformats.org/drawingml/2006/main">
              <a:ext uri="{FF2B5EF4-FFF2-40B4-BE49-F238E27FC236}">
                <a16:creationId xmlns:a16="http://schemas.microsoft.com/office/drawing/2014/main" id="{63E94E9E-F942-4FC9-9B48-A20F940D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034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7" name="path-7516">
            <a:extLst xmlns:a="http://schemas.openxmlformats.org/drawingml/2006/main">
              <a:ext uri="{FF2B5EF4-FFF2-40B4-BE49-F238E27FC236}">
                <a16:creationId xmlns:a16="http://schemas.microsoft.com/office/drawing/2014/main" id="{C266BCC8-2CAB-46B0-8311-67F7585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883" y="7138318"/>
            <a:ext cx="26445" cy="75924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8" name="path-7517">
            <a:extLst xmlns:a="http://schemas.openxmlformats.org/drawingml/2006/main">
              <a:ext uri="{FF2B5EF4-FFF2-40B4-BE49-F238E27FC236}">
                <a16:creationId xmlns:a16="http://schemas.microsoft.com/office/drawing/2014/main" id="{427E6685-5EC6-4CEF-ACD8-5C35E4D2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7779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9" name="path-7518">
            <a:extLst xmlns:a="http://schemas.openxmlformats.org/drawingml/2006/main">
              <a:ext uri="{FF2B5EF4-FFF2-40B4-BE49-F238E27FC236}">
                <a16:creationId xmlns:a16="http://schemas.microsoft.com/office/drawing/2014/main" id="{A047C9CA-AAAE-4AC6-8AF3-97ED92F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883" y="7472830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0" name="path-7519">
            <a:extLst xmlns:a="http://schemas.openxmlformats.org/drawingml/2006/main">
              <a:ext uri="{FF2B5EF4-FFF2-40B4-BE49-F238E27FC236}">
                <a16:creationId xmlns:a16="http://schemas.microsoft.com/office/drawing/2014/main" id="{556B97CC-F721-4305-91D2-98739C4B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034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1" name="path-7520">
            <a:extLst xmlns:a="http://schemas.openxmlformats.org/drawingml/2006/main">
              <a:ext uri="{FF2B5EF4-FFF2-40B4-BE49-F238E27FC236}">
                <a16:creationId xmlns:a16="http://schemas.microsoft.com/office/drawing/2014/main" id="{0AB3B5BF-4259-4B45-9297-C8E229CC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644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2" name="path-7521">
            <a:extLst xmlns:a="http://schemas.openxmlformats.org/drawingml/2006/main">
              <a:ext uri="{FF2B5EF4-FFF2-40B4-BE49-F238E27FC236}">
                <a16:creationId xmlns:a16="http://schemas.microsoft.com/office/drawing/2014/main" id="{165D9C08-7F19-4867-8365-EE3EC87F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199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3" name="path-7522">
            <a:extLst xmlns:a="http://schemas.openxmlformats.org/drawingml/2006/main">
              <a:ext uri="{FF2B5EF4-FFF2-40B4-BE49-F238E27FC236}">
                <a16:creationId xmlns:a16="http://schemas.microsoft.com/office/drawing/2014/main" id="{14F3B57A-A90A-424C-A187-0264FA20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567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4" name="path-7523">
            <a:extLst xmlns:a="http://schemas.openxmlformats.org/drawingml/2006/main">
              <a:ext uri="{FF2B5EF4-FFF2-40B4-BE49-F238E27FC236}">
                <a16:creationId xmlns:a16="http://schemas.microsoft.com/office/drawing/2014/main" id="{F170C365-863B-42EF-8345-C5FFE5D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199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5" name="path-7524">
            <a:extLst xmlns:a="http://schemas.openxmlformats.org/drawingml/2006/main">
              <a:ext uri="{FF2B5EF4-FFF2-40B4-BE49-F238E27FC236}">
                <a16:creationId xmlns:a16="http://schemas.microsoft.com/office/drawing/2014/main" id="{326EDE62-F3BE-45EA-842E-9542B6B4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199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6" name="path-7525">
            <a:extLst xmlns:a="http://schemas.openxmlformats.org/drawingml/2006/main">
              <a:ext uri="{FF2B5EF4-FFF2-40B4-BE49-F238E27FC236}">
                <a16:creationId xmlns:a16="http://schemas.microsoft.com/office/drawing/2014/main" id="{BF2CBFE7-2F68-4769-BD3D-8C9917E6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199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7" name="path-7526">
            <a:extLst xmlns:a="http://schemas.openxmlformats.org/drawingml/2006/main">
              <a:ext uri="{FF2B5EF4-FFF2-40B4-BE49-F238E27FC236}">
                <a16:creationId xmlns:a16="http://schemas.microsoft.com/office/drawing/2014/main" id="{89719038-5DAC-422A-B9D3-0AD13D00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567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8" name="path-7527">
            <a:extLst xmlns:a="http://schemas.openxmlformats.org/drawingml/2006/main">
              <a:ext uri="{FF2B5EF4-FFF2-40B4-BE49-F238E27FC236}">
                <a16:creationId xmlns:a16="http://schemas.microsoft.com/office/drawing/2014/main" id="{0D128AB1-6C12-46A7-AD40-5200A9A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689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9" name="path-7528">
            <a:extLst xmlns:a="http://schemas.openxmlformats.org/drawingml/2006/main">
              <a:ext uri="{FF2B5EF4-FFF2-40B4-BE49-F238E27FC236}">
                <a16:creationId xmlns:a16="http://schemas.microsoft.com/office/drawing/2014/main" id="{0347F216-7B71-44AF-82B5-88F6F01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4079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0" name="path-7529">
            <a:extLst xmlns:a="http://schemas.openxmlformats.org/drawingml/2006/main">
              <a:ext uri="{FF2B5EF4-FFF2-40B4-BE49-F238E27FC236}">
                <a16:creationId xmlns:a16="http://schemas.microsoft.com/office/drawing/2014/main" id="{5D82DC94-94AE-41A8-8612-06BBBCE8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928" y="7138318"/>
            <a:ext cx="26445" cy="75924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1" name="path-7530">
            <a:extLst xmlns:a="http://schemas.openxmlformats.org/drawingml/2006/main">
              <a:ext uri="{FF2B5EF4-FFF2-40B4-BE49-F238E27FC236}">
                <a16:creationId xmlns:a16="http://schemas.microsoft.com/office/drawing/2014/main" id="{ED3148B7-987D-4D97-9ED2-4B5E14B7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1824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2" name="path-7531">
            <a:extLst xmlns:a="http://schemas.openxmlformats.org/drawingml/2006/main">
              <a:ext uri="{FF2B5EF4-FFF2-40B4-BE49-F238E27FC236}">
                <a16:creationId xmlns:a16="http://schemas.microsoft.com/office/drawing/2014/main" id="{2115D3B8-B939-411F-9A6E-421BF064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928" y="7472830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3" name="path-7532">
            <a:extLst xmlns:a="http://schemas.openxmlformats.org/drawingml/2006/main">
              <a:ext uri="{FF2B5EF4-FFF2-40B4-BE49-F238E27FC236}">
                <a16:creationId xmlns:a16="http://schemas.microsoft.com/office/drawing/2014/main" id="{A655A17F-A73B-40CE-8632-91E8A764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4079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4" name="path-7533">
            <a:extLst xmlns:a="http://schemas.openxmlformats.org/drawingml/2006/main">
              <a:ext uri="{FF2B5EF4-FFF2-40B4-BE49-F238E27FC236}">
                <a16:creationId xmlns:a16="http://schemas.microsoft.com/office/drawing/2014/main" id="{EC057668-A337-4034-AA11-0FC8819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689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5" name="path-7534">
            <a:extLst xmlns:a="http://schemas.openxmlformats.org/drawingml/2006/main">
              <a:ext uri="{FF2B5EF4-FFF2-40B4-BE49-F238E27FC236}">
                <a16:creationId xmlns:a16="http://schemas.microsoft.com/office/drawing/2014/main" id="{1AD88DEA-083C-474F-B6A6-9B768C19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7" y="6731075"/>
            <a:ext cx="1212633" cy="223234"/>
          </a:xfrm>
          <a:custGeom xmlns:a="http://schemas.openxmlformats.org/drawingml/2006/main">
            <a:pathLst>
              <a:path w="1036422" h="190795">
                <a:moveTo>
                  <a:pt x="138276" y="57123"/>
                </a:moveTo>
                <a:lnTo>
                  <a:pt x="110218" y="154679"/>
                </a:lnTo>
                <a:lnTo>
                  <a:pt x="107052" y="167773"/>
                </a:lnTo>
                <a:cubicBezTo>
                  <a:pt x="106764" y="169020"/>
                  <a:pt x="106621" y="170075"/>
                  <a:pt x="106621" y="170938"/>
                </a:cubicBezTo>
                <a:cubicBezTo>
                  <a:pt x="106621" y="172473"/>
                  <a:pt x="107100" y="173816"/>
                  <a:pt x="108059" y="174967"/>
                </a:cubicBezTo>
                <a:cubicBezTo>
                  <a:pt x="108827" y="175830"/>
                  <a:pt x="109786" y="176262"/>
                  <a:pt x="110937" y="176262"/>
                </a:cubicBezTo>
                <a:cubicBezTo>
                  <a:pt x="112184" y="176262"/>
                  <a:pt x="113815" y="175494"/>
                  <a:pt x="115829" y="173960"/>
                </a:cubicBezTo>
                <a:cubicBezTo>
                  <a:pt x="119570" y="171178"/>
                  <a:pt x="124558" y="165422"/>
                  <a:pt x="130794" y="156693"/>
                </a:cubicBezTo>
                <a:lnTo>
                  <a:pt x="135686" y="160146"/>
                </a:lnTo>
                <a:cubicBezTo>
                  <a:pt x="129067" y="170123"/>
                  <a:pt x="122256" y="177749"/>
                  <a:pt x="115254" y="183025"/>
                </a:cubicBezTo>
                <a:cubicBezTo>
                  <a:pt x="108251" y="188205"/>
                  <a:pt x="101777" y="190795"/>
                  <a:pt x="95829" y="190795"/>
                </a:cubicBezTo>
                <a:cubicBezTo>
                  <a:pt x="91704" y="190795"/>
                  <a:pt x="88587" y="189739"/>
                  <a:pt x="86476" y="187629"/>
                </a:cubicBezTo>
                <a:cubicBezTo>
                  <a:pt x="84462" y="185615"/>
                  <a:pt x="83455" y="182641"/>
                  <a:pt x="83455" y="178708"/>
                </a:cubicBezTo>
                <a:cubicBezTo>
                  <a:pt x="83455" y="174008"/>
                  <a:pt x="84510" y="167820"/>
                  <a:pt x="86620" y="160146"/>
                </a:cubicBezTo>
                <a:lnTo>
                  <a:pt x="89642" y="149355"/>
                </a:lnTo>
                <a:cubicBezTo>
                  <a:pt x="77075" y="165758"/>
                  <a:pt x="65517" y="177221"/>
                  <a:pt x="54965" y="183744"/>
                </a:cubicBezTo>
                <a:cubicBezTo>
                  <a:pt x="47387" y="188445"/>
                  <a:pt x="39952" y="190795"/>
                  <a:pt x="32663" y="190795"/>
                </a:cubicBezTo>
                <a:cubicBezTo>
                  <a:pt x="25659" y="190795"/>
                  <a:pt x="19617" y="187917"/>
                  <a:pt x="14533" y="182161"/>
                </a:cubicBezTo>
                <a:cubicBezTo>
                  <a:pt x="9448" y="176310"/>
                  <a:pt x="6906" y="168300"/>
                  <a:pt x="6906" y="158132"/>
                </a:cubicBezTo>
                <a:cubicBezTo>
                  <a:pt x="6906" y="142880"/>
                  <a:pt x="11464" y="126813"/>
                  <a:pt x="20576" y="109930"/>
                </a:cubicBezTo>
                <a:cubicBezTo>
                  <a:pt x="29785" y="92951"/>
                  <a:pt x="41440" y="79377"/>
                  <a:pt x="55540" y="69210"/>
                </a:cubicBezTo>
                <a:cubicBezTo>
                  <a:pt x="66572" y="61152"/>
                  <a:pt x="76979" y="57123"/>
                  <a:pt x="86765" y="57123"/>
                </a:cubicBezTo>
                <a:cubicBezTo>
                  <a:pt x="92616" y="57123"/>
                  <a:pt x="97459" y="58658"/>
                  <a:pt x="101296" y="61727"/>
                </a:cubicBezTo>
                <a:cubicBezTo>
                  <a:pt x="105230" y="64797"/>
                  <a:pt x="108204" y="69881"/>
                  <a:pt x="110218" y="76979"/>
                </a:cubicBezTo>
                <a:lnTo>
                  <a:pt x="115397" y="60576"/>
                </a:lnTo>
                <a:lnTo>
                  <a:pt x="138276" y="57123"/>
                </a:lnTo>
                <a:moveTo>
                  <a:pt x="87052" y="64605"/>
                </a:moveTo>
                <a:cubicBezTo>
                  <a:pt x="80913" y="64605"/>
                  <a:pt x="74390" y="67483"/>
                  <a:pt x="67483" y="73238"/>
                </a:cubicBezTo>
                <a:cubicBezTo>
                  <a:pt x="57699" y="81392"/>
                  <a:pt x="48970" y="93479"/>
                  <a:pt x="41296" y="109498"/>
                </a:cubicBezTo>
                <a:cubicBezTo>
                  <a:pt x="33718" y="125517"/>
                  <a:pt x="29928" y="140002"/>
                  <a:pt x="29928" y="152952"/>
                </a:cubicBezTo>
                <a:cubicBezTo>
                  <a:pt x="29928" y="159475"/>
                  <a:pt x="31559" y="164655"/>
                  <a:pt x="34821" y="168492"/>
                </a:cubicBezTo>
                <a:cubicBezTo>
                  <a:pt x="38082" y="172233"/>
                  <a:pt x="41823" y="174103"/>
                  <a:pt x="46044" y="174103"/>
                </a:cubicBezTo>
                <a:cubicBezTo>
                  <a:pt x="56499" y="174103"/>
                  <a:pt x="67867" y="166382"/>
                  <a:pt x="80146" y="150938"/>
                </a:cubicBezTo>
                <a:cubicBezTo>
                  <a:pt x="96549" y="130410"/>
                  <a:pt x="104750" y="109354"/>
                  <a:pt x="104750" y="87771"/>
                </a:cubicBezTo>
                <a:cubicBezTo>
                  <a:pt x="104750" y="79618"/>
                  <a:pt x="103167" y="73718"/>
                  <a:pt x="100002" y="70073"/>
                </a:cubicBezTo>
                <a:cubicBezTo>
                  <a:pt x="96836" y="66428"/>
                  <a:pt x="92520" y="64605"/>
                  <a:pt x="87052" y="64605"/>
                </a:cubicBezTo>
                <a:moveTo>
                  <a:pt x="223889" y="21439"/>
                </a:moveTo>
                <a:lnTo>
                  <a:pt x="212665" y="60576"/>
                </a:lnTo>
                <a:lnTo>
                  <a:pt x="235256" y="60576"/>
                </a:lnTo>
                <a:lnTo>
                  <a:pt x="232810" y="69641"/>
                </a:lnTo>
                <a:lnTo>
                  <a:pt x="210364" y="69641"/>
                </a:lnTo>
                <a:lnTo>
                  <a:pt x="185615" y="154535"/>
                </a:lnTo>
                <a:cubicBezTo>
                  <a:pt x="182929" y="163648"/>
                  <a:pt x="181586" y="169547"/>
                  <a:pt x="181586" y="172233"/>
                </a:cubicBezTo>
                <a:cubicBezTo>
                  <a:pt x="181586" y="173864"/>
                  <a:pt x="181970" y="175111"/>
                  <a:pt x="182737" y="175974"/>
                </a:cubicBezTo>
                <a:cubicBezTo>
                  <a:pt x="183505" y="176837"/>
                  <a:pt x="184416" y="177269"/>
                  <a:pt x="185471" y="177269"/>
                </a:cubicBezTo>
                <a:cubicBezTo>
                  <a:pt x="187869" y="177269"/>
                  <a:pt x="191034" y="175591"/>
                  <a:pt x="194967" y="172233"/>
                </a:cubicBezTo>
                <a:cubicBezTo>
                  <a:pt x="197270" y="170314"/>
                  <a:pt x="202402" y="164415"/>
                  <a:pt x="210364" y="154535"/>
                </a:cubicBezTo>
                <a:lnTo>
                  <a:pt x="215112" y="158132"/>
                </a:lnTo>
                <a:cubicBezTo>
                  <a:pt x="206286" y="170986"/>
                  <a:pt x="197942" y="180051"/>
                  <a:pt x="190075" y="185327"/>
                </a:cubicBezTo>
                <a:cubicBezTo>
                  <a:pt x="184704" y="188972"/>
                  <a:pt x="179283" y="190795"/>
                  <a:pt x="173817" y="190795"/>
                </a:cubicBezTo>
                <a:cubicBezTo>
                  <a:pt x="169595" y="190795"/>
                  <a:pt x="166143" y="189500"/>
                  <a:pt x="163457" y="186909"/>
                </a:cubicBezTo>
                <a:cubicBezTo>
                  <a:pt x="160770" y="184224"/>
                  <a:pt x="159428" y="180819"/>
                  <a:pt x="159428" y="176694"/>
                </a:cubicBezTo>
                <a:cubicBezTo>
                  <a:pt x="159428" y="171514"/>
                  <a:pt x="160962" y="163600"/>
                  <a:pt x="164031" y="152952"/>
                </a:cubicBezTo>
                <a:lnTo>
                  <a:pt x="188061" y="69641"/>
                </a:lnTo>
                <a:lnTo>
                  <a:pt x="166334" y="69641"/>
                </a:lnTo>
                <a:lnTo>
                  <a:pt x="167773" y="64030"/>
                </a:lnTo>
                <a:cubicBezTo>
                  <a:pt x="178324" y="61152"/>
                  <a:pt x="187102" y="56883"/>
                  <a:pt x="194104" y="51224"/>
                </a:cubicBezTo>
                <a:cubicBezTo>
                  <a:pt x="201107" y="45468"/>
                  <a:pt x="208925" y="35540"/>
                  <a:pt x="217558" y="21439"/>
                </a:cubicBezTo>
                <a:lnTo>
                  <a:pt x="223889" y="21439"/>
                </a:lnTo>
                <a:moveTo>
                  <a:pt x="305904" y="21439"/>
                </a:moveTo>
                <a:lnTo>
                  <a:pt x="294682" y="60576"/>
                </a:lnTo>
                <a:lnTo>
                  <a:pt x="317272" y="60576"/>
                </a:lnTo>
                <a:lnTo>
                  <a:pt x="314826" y="69641"/>
                </a:lnTo>
                <a:lnTo>
                  <a:pt x="292379" y="69641"/>
                </a:lnTo>
                <a:lnTo>
                  <a:pt x="267631" y="154535"/>
                </a:lnTo>
                <a:cubicBezTo>
                  <a:pt x="264944" y="163648"/>
                  <a:pt x="263602" y="169547"/>
                  <a:pt x="263602" y="172233"/>
                </a:cubicBezTo>
                <a:cubicBezTo>
                  <a:pt x="263602" y="173864"/>
                  <a:pt x="263985" y="175111"/>
                  <a:pt x="264753" y="175974"/>
                </a:cubicBezTo>
                <a:cubicBezTo>
                  <a:pt x="265520" y="176837"/>
                  <a:pt x="266431" y="177269"/>
                  <a:pt x="267487" y="177269"/>
                </a:cubicBezTo>
                <a:cubicBezTo>
                  <a:pt x="269885" y="177269"/>
                  <a:pt x="273050" y="175591"/>
                  <a:pt x="276984" y="172233"/>
                </a:cubicBezTo>
                <a:cubicBezTo>
                  <a:pt x="279286" y="170314"/>
                  <a:pt x="284418" y="164415"/>
                  <a:pt x="292379" y="154535"/>
                </a:cubicBezTo>
                <a:lnTo>
                  <a:pt x="297128" y="158132"/>
                </a:lnTo>
                <a:cubicBezTo>
                  <a:pt x="288302" y="170986"/>
                  <a:pt x="279958" y="180051"/>
                  <a:pt x="272091" y="185327"/>
                </a:cubicBezTo>
                <a:cubicBezTo>
                  <a:pt x="266720" y="188972"/>
                  <a:pt x="261300" y="190795"/>
                  <a:pt x="255832" y="190795"/>
                </a:cubicBezTo>
                <a:cubicBezTo>
                  <a:pt x="251611" y="190795"/>
                  <a:pt x="248158" y="189500"/>
                  <a:pt x="245472" y="186909"/>
                </a:cubicBezTo>
                <a:cubicBezTo>
                  <a:pt x="242786" y="184224"/>
                  <a:pt x="241444" y="180819"/>
                  <a:pt x="241444" y="176694"/>
                </a:cubicBezTo>
                <a:cubicBezTo>
                  <a:pt x="241444" y="171514"/>
                  <a:pt x="242978" y="163600"/>
                  <a:pt x="246048" y="152952"/>
                </a:cubicBezTo>
                <a:lnTo>
                  <a:pt x="270077" y="69641"/>
                </a:lnTo>
                <a:lnTo>
                  <a:pt x="248350" y="69641"/>
                </a:lnTo>
                <a:lnTo>
                  <a:pt x="249788" y="64030"/>
                </a:lnTo>
                <a:cubicBezTo>
                  <a:pt x="260341" y="61152"/>
                  <a:pt x="269117" y="56883"/>
                  <a:pt x="276121" y="51224"/>
                </a:cubicBezTo>
                <a:cubicBezTo>
                  <a:pt x="283123" y="45468"/>
                  <a:pt x="290941" y="35540"/>
                  <a:pt x="299574" y="21439"/>
                </a:cubicBezTo>
                <a:lnTo>
                  <a:pt x="305904" y="21439"/>
                </a:lnTo>
                <a:moveTo>
                  <a:pt x="346481" y="133096"/>
                </a:moveTo>
                <a:cubicBezTo>
                  <a:pt x="345809" y="137892"/>
                  <a:pt x="345475" y="141873"/>
                  <a:pt x="345475" y="145038"/>
                </a:cubicBezTo>
                <a:cubicBezTo>
                  <a:pt x="345475" y="153576"/>
                  <a:pt x="348495" y="160866"/>
                  <a:pt x="354539" y="166909"/>
                </a:cubicBezTo>
                <a:cubicBezTo>
                  <a:pt x="360582" y="172857"/>
                  <a:pt x="367920" y="175830"/>
                  <a:pt x="376553" y="175830"/>
                </a:cubicBezTo>
                <a:cubicBezTo>
                  <a:pt x="383460" y="175830"/>
                  <a:pt x="390079" y="174439"/>
                  <a:pt x="396410" y="171657"/>
                </a:cubicBezTo>
                <a:cubicBezTo>
                  <a:pt x="402837" y="168780"/>
                  <a:pt x="412334" y="162497"/>
                  <a:pt x="424900" y="152808"/>
                </a:cubicBezTo>
                <a:lnTo>
                  <a:pt x="427922" y="156981"/>
                </a:lnTo>
                <a:cubicBezTo>
                  <a:pt x="405188" y="179524"/>
                  <a:pt x="383508" y="190795"/>
                  <a:pt x="362884" y="190795"/>
                </a:cubicBezTo>
                <a:cubicBezTo>
                  <a:pt x="348880" y="190795"/>
                  <a:pt x="338327" y="186382"/>
                  <a:pt x="331229" y="177557"/>
                </a:cubicBezTo>
                <a:cubicBezTo>
                  <a:pt x="324131" y="168732"/>
                  <a:pt x="320582" y="158996"/>
                  <a:pt x="320582" y="148348"/>
                </a:cubicBezTo>
                <a:cubicBezTo>
                  <a:pt x="320582" y="134055"/>
                  <a:pt x="324995" y="119427"/>
                  <a:pt x="333819" y="104462"/>
                </a:cubicBezTo>
                <a:cubicBezTo>
                  <a:pt x="342644" y="89498"/>
                  <a:pt x="353723" y="77891"/>
                  <a:pt x="367057" y="69641"/>
                </a:cubicBezTo>
                <a:cubicBezTo>
                  <a:pt x="380390" y="61296"/>
                  <a:pt x="394108" y="57123"/>
                  <a:pt x="408208" y="57123"/>
                </a:cubicBezTo>
                <a:cubicBezTo>
                  <a:pt x="418377" y="57123"/>
                  <a:pt x="425908" y="59186"/>
                  <a:pt x="430800" y="63310"/>
                </a:cubicBezTo>
                <a:cubicBezTo>
                  <a:pt x="435692" y="67435"/>
                  <a:pt x="438138" y="72327"/>
                  <a:pt x="438138" y="77987"/>
                </a:cubicBezTo>
                <a:cubicBezTo>
                  <a:pt x="438138" y="85948"/>
                  <a:pt x="434973" y="93574"/>
                  <a:pt x="428641" y="100865"/>
                </a:cubicBezTo>
                <a:cubicBezTo>
                  <a:pt x="420295" y="110361"/>
                  <a:pt x="408017" y="118036"/>
                  <a:pt x="391806" y="123887"/>
                </a:cubicBezTo>
                <a:cubicBezTo>
                  <a:pt x="381062" y="127820"/>
                  <a:pt x="365955" y="130890"/>
                  <a:pt x="346481" y="133096"/>
                </a:cubicBezTo>
                <a:moveTo>
                  <a:pt x="347489" y="126045"/>
                </a:moveTo>
                <a:cubicBezTo>
                  <a:pt x="361686" y="124414"/>
                  <a:pt x="373244" y="121633"/>
                  <a:pt x="382166" y="117700"/>
                </a:cubicBezTo>
                <a:cubicBezTo>
                  <a:pt x="393964" y="112424"/>
                  <a:pt x="402789" y="106141"/>
                  <a:pt x="408640" y="98850"/>
                </a:cubicBezTo>
                <a:cubicBezTo>
                  <a:pt x="414588" y="91464"/>
                  <a:pt x="417562" y="84462"/>
                  <a:pt x="417562" y="77843"/>
                </a:cubicBezTo>
                <a:cubicBezTo>
                  <a:pt x="417562" y="73814"/>
                  <a:pt x="416267" y="70553"/>
                  <a:pt x="413676" y="68059"/>
                </a:cubicBezTo>
                <a:cubicBezTo>
                  <a:pt x="411183" y="65564"/>
                  <a:pt x="407585" y="64318"/>
                  <a:pt x="402885" y="64318"/>
                </a:cubicBezTo>
                <a:cubicBezTo>
                  <a:pt x="393101" y="64318"/>
                  <a:pt x="382693" y="69546"/>
                  <a:pt x="371661" y="80001"/>
                </a:cubicBezTo>
                <a:cubicBezTo>
                  <a:pt x="360727" y="90361"/>
                  <a:pt x="352668" y="105709"/>
                  <a:pt x="347489" y="126045"/>
                </a:cubicBezTo>
                <a:moveTo>
                  <a:pt x="507347" y="57123"/>
                </a:moveTo>
                <a:lnTo>
                  <a:pt x="488211" y="122592"/>
                </a:lnTo>
                <a:cubicBezTo>
                  <a:pt x="506148" y="95829"/>
                  <a:pt x="519866" y="78227"/>
                  <a:pt x="529363" y="69785"/>
                </a:cubicBezTo>
                <a:cubicBezTo>
                  <a:pt x="538955" y="61344"/>
                  <a:pt x="548164" y="57123"/>
                  <a:pt x="556989" y="57123"/>
                </a:cubicBezTo>
                <a:cubicBezTo>
                  <a:pt x="561785" y="57123"/>
                  <a:pt x="565718" y="58706"/>
                  <a:pt x="568787" y="61872"/>
                </a:cubicBezTo>
                <a:cubicBezTo>
                  <a:pt x="571954" y="65037"/>
                  <a:pt x="573536" y="69162"/>
                  <a:pt x="573536" y="74246"/>
                </a:cubicBezTo>
                <a:cubicBezTo>
                  <a:pt x="573536" y="80001"/>
                  <a:pt x="572145" y="87675"/>
                  <a:pt x="569363" y="97268"/>
                </a:cubicBezTo>
                <a:lnTo>
                  <a:pt x="551808" y="157844"/>
                </a:lnTo>
                <a:cubicBezTo>
                  <a:pt x="549794" y="164847"/>
                  <a:pt x="548787" y="169116"/>
                  <a:pt x="548787" y="170650"/>
                </a:cubicBezTo>
                <a:cubicBezTo>
                  <a:pt x="548787" y="171993"/>
                  <a:pt x="549171" y="173144"/>
                  <a:pt x="549938" y="174103"/>
                </a:cubicBezTo>
                <a:cubicBezTo>
                  <a:pt x="550706" y="174967"/>
                  <a:pt x="551521" y="175399"/>
                  <a:pt x="552384" y="175399"/>
                </a:cubicBezTo>
                <a:cubicBezTo>
                  <a:pt x="553535" y="175399"/>
                  <a:pt x="554926" y="174775"/>
                  <a:pt x="556557" y="173528"/>
                </a:cubicBezTo>
                <a:cubicBezTo>
                  <a:pt x="561641" y="169499"/>
                  <a:pt x="567205" y="163360"/>
                  <a:pt x="573248" y="155111"/>
                </a:cubicBezTo>
                <a:lnTo>
                  <a:pt x="577709" y="157844"/>
                </a:lnTo>
                <a:cubicBezTo>
                  <a:pt x="568787" y="170602"/>
                  <a:pt x="560346" y="179715"/>
                  <a:pt x="552384" y="185183"/>
                </a:cubicBezTo>
                <a:cubicBezTo>
                  <a:pt x="546820" y="188924"/>
                  <a:pt x="541833" y="190795"/>
                  <a:pt x="537420" y="190795"/>
                </a:cubicBezTo>
                <a:cubicBezTo>
                  <a:pt x="533870" y="190795"/>
                  <a:pt x="531041" y="189691"/>
                  <a:pt x="528931" y="187485"/>
                </a:cubicBezTo>
                <a:cubicBezTo>
                  <a:pt x="526821" y="185375"/>
                  <a:pt x="525765" y="182497"/>
                  <a:pt x="525765" y="178852"/>
                </a:cubicBezTo>
                <a:cubicBezTo>
                  <a:pt x="525765" y="174248"/>
                  <a:pt x="527396" y="166334"/>
                  <a:pt x="530658" y="155111"/>
                </a:cubicBezTo>
                <a:lnTo>
                  <a:pt x="547348" y="97268"/>
                </a:lnTo>
                <a:cubicBezTo>
                  <a:pt x="549458" y="90073"/>
                  <a:pt x="550514" y="84462"/>
                  <a:pt x="550514" y="80433"/>
                </a:cubicBezTo>
                <a:cubicBezTo>
                  <a:pt x="550514" y="78515"/>
                  <a:pt x="549890" y="76979"/>
                  <a:pt x="548643" y="75829"/>
                </a:cubicBezTo>
                <a:cubicBezTo>
                  <a:pt x="547397" y="74581"/>
                  <a:pt x="545861" y="73958"/>
                  <a:pt x="544039" y="73958"/>
                </a:cubicBezTo>
                <a:cubicBezTo>
                  <a:pt x="541352" y="73958"/>
                  <a:pt x="538140" y="75109"/>
                  <a:pt x="534399" y="77411"/>
                </a:cubicBezTo>
                <a:cubicBezTo>
                  <a:pt x="527300" y="81728"/>
                  <a:pt x="519913" y="88874"/>
                  <a:pt x="512239" y="98850"/>
                </a:cubicBezTo>
                <a:cubicBezTo>
                  <a:pt x="504565" y="108731"/>
                  <a:pt x="496460" y="121393"/>
                  <a:pt x="487922" y="136837"/>
                </a:cubicBezTo>
                <a:cubicBezTo>
                  <a:pt x="483415" y="144990"/>
                  <a:pt x="479674" y="153911"/>
                  <a:pt x="476699" y="163600"/>
                </a:cubicBezTo>
                <a:lnTo>
                  <a:pt x="469505" y="187341"/>
                </a:lnTo>
                <a:lnTo>
                  <a:pt x="447922" y="187341"/>
                </a:lnTo>
                <a:lnTo>
                  <a:pt x="474110" y="97268"/>
                </a:lnTo>
                <a:cubicBezTo>
                  <a:pt x="477179" y="86428"/>
                  <a:pt x="478714" y="79905"/>
                  <a:pt x="478714" y="77699"/>
                </a:cubicBezTo>
                <a:cubicBezTo>
                  <a:pt x="478714" y="75588"/>
                  <a:pt x="477851" y="73766"/>
                  <a:pt x="476124" y="72231"/>
                </a:cubicBezTo>
                <a:cubicBezTo>
                  <a:pt x="474493" y="70601"/>
                  <a:pt x="472430" y="69785"/>
                  <a:pt x="469937" y="69785"/>
                </a:cubicBezTo>
                <a:cubicBezTo>
                  <a:pt x="468786" y="69785"/>
                  <a:pt x="466771" y="69977"/>
                  <a:pt x="463893" y="70360"/>
                </a:cubicBezTo>
                <a:lnTo>
                  <a:pt x="458426" y="71224"/>
                </a:lnTo>
                <a:lnTo>
                  <a:pt x="457563" y="66044"/>
                </a:lnTo>
                <a:lnTo>
                  <a:pt x="507347" y="57123"/>
                </a:lnTo>
                <a:moveTo>
                  <a:pt x="666199" y="21439"/>
                </a:moveTo>
                <a:lnTo>
                  <a:pt x="654976" y="60576"/>
                </a:lnTo>
                <a:lnTo>
                  <a:pt x="677567" y="60576"/>
                </a:lnTo>
                <a:lnTo>
                  <a:pt x="675120" y="69641"/>
                </a:lnTo>
                <a:lnTo>
                  <a:pt x="652674" y="69641"/>
                </a:lnTo>
                <a:lnTo>
                  <a:pt x="627925" y="154535"/>
                </a:lnTo>
                <a:cubicBezTo>
                  <a:pt x="625239" y="163648"/>
                  <a:pt x="623897" y="169547"/>
                  <a:pt x="623897" y="172233"/>
                </a:cubicBezTo>
                <a:cubicBezTo>
                  <a:pt x="623897" y="173864"/>
                  <a:pt x="624280" y="175111"/>
                  <a:pt x="625048" y="175974"/>
                </a:cubicBezTo>
                <a:cubicBezTo>
                  <a:pt x="625815" y="176837"/>
                  <a:pt x="626726" y="177269"/>
                  <a:pt x="627781" y="177269"/>
                </a:cubicBezTo>
                <a:cubicBezTo>
                  <a:pt x="630180" y="177269"/>
                  <a:pt x="633345" y="175591"/>
                  <a:pt x="637278" y="172233"/>
                </a:cubicBezTo>
                <a:cubicBezTo>
                  <a:pt x="639581" y="170314"/>
                  <a:pt x="644712" y="164415"/>
                  <a:pt x="652674" y="154535"/>
                </a:cubicBezTo>
                <a:lnTo>
                  <a:pt x="657422" y="158132"/>
                </a:lnTo>
                <a:cubicBezTo>
                  <a:pt x="648597" y="170986"/>
                  <a:pt x="640251" y="180051"/>
                  <a:pt x="632386" y="185327"/>
                </a:cubicBezTo>
                <a:cubicBezTo>
                  <a:pt x="627013" y="188972"/>
                  <a:pt x="621594" y="190795"/>
                  <a:pt x="616126" y="190795"/>
                </a:cubicBezTo>
                <a:cubicBezTo>
                  <a:pt x="611906" y="190795"/>
                  <a:pt x="608452" y="189500"/>
                  <a:pt x="605767" y="186909"/>
                </a:cubicBezTo>
                <a:cubicBezTo>
                  <a:pt x="603081" y="184224"/>
                  <a:pt x="601737" y="180819"/>
                  <a:pt x="601737" y="176694"/>
                </a:cubicBezTo>
                <a:cubicBezTo>
                  <a:pt x="601737" y="171514"/>
                  <a:pt x="603273" y="163600"/>
                  <a:pt x="606342" y="152952"/>
                </a:cubicBezTo>
                <a:lnTo>
                  <a:pt x="630371" y="69641"/>
                </a:lnTo>
                <a:lnTo>
                  <a:pt x="608645" y="69641"/>
                </a:lnTo>
                <a:lnTo>
                  <a:pt x="610083" y="64030"/>
                </a:lnTo>
                <a:cubicBezTo>
                  <a:pt x="620635" y="61152"/>
                  <a:pt x="629412" y="56883"/>
                  <a:pt x="636414" y="51224"/>
                </a:cubicBezTo>
                <a:cubicBezTo>
                  <a:pt x="643418" y="45468"/>
                  <a:pt x="651235" y="35540"/>
                  <a:pt x="659868" y="21439"/>
                </a:cubicBezTo>
                <a:lnTo>
                  <a:pt x="666199" y="21439"/>
                </a:lnTo>
                <a:moveTo>
                  <a:pt x="737567" y="0"/>
                </a:moveTo>
                <a:cubicBezTo>
                  <a:pt x="741596" y="0"/>
                  <a:pt x="745001" y="1390"/>
                  <a:pt x="747783" y="4172"/>
                </a:cubicBezTo>
                <a:cubicBezTo>
                  <a:pt x="750565" y="6954"/>
                  <a:pt x="751956" y="10359"/>
                  <a:pt x="751956" y="14389"/>
                </a:cubicBezTo>
                <a:cubicBezTo>
                  <a:pt x="751956" y="18321"/>
                  <a:pt x="750518" y="21727"/>
                  <a:pt x="747640" y="24604"/>
                </a:cubicBezTo>
                <a:cubicBezTo>
                  <a:pt x="744858" y="27386"/>
                  <a:pt x="741500" y="28777"/>
                  <a:pt x="737567" y="28777"/>
                </a:cubicBezTo>
                <a:cubicBezTo>
                  <a:pt x="733635" y="28777"/>
                  <a:pt x="730229" y="27386"/>
                  <a:pt x="727352" y="24604"/>
                </a:cubicBezTo>
                <a:cubicBezTo>
                  <a:pt x="724570" y="21727"/>
                  <a:pt x="723179" y="18321"/>
                  <a:pt x="723179" y="14389"/>
                </a:cubicBezTo>
                <a:cubicBezTo>
                  <a:pt x="723179" y="10359"/>
                  <a:pt x="724570" y="6954"/>
                  <a:pt x="727352" y="4172"/>
                </a:cubicBezTo>
                <a:cubicBezTo>
                  <a:pt x="730134" y="1390"/>
                  <a:pt x="733539" y="0"/>
                  <a:pt x="737567" y="0"/>
                </a:cubicBezTo>
                <a:moveTo>
                  <a:pt x="739439" y="57123"/>
                </a:moveTo>
                <a:lnTo>
                  <a:pt x="710949" y="157988"/>
                </a:lnTo>
                <a:cubicBezTo>
                  <a:pt x="709030" y="164799"/>
                  <a:pt x="708071" y="168875"/>
                  <a:pt x="708071" y="170219"/>
                </a:cubicBezTo>
                <a:cubicBezTo>
                  <a:pt x="708071" y="171754"/>
                  <a:pt x="708502" y="173000"/>
                  <a:pt x="709365" y="173960"/>
                </a:cubicBezTo>
                <a:cubicBezTo>
                  <a:pt x="710324" y="174919"/>
                  <a:pt x="711428" y="175399"/>
                  <a:pt x="712675" y="175399"/>
                </a:cubicBezTo>
                <a:cubicBezTo>
                  <a:pt x="714114" y="175399"/>
                  <a:pt x="715841" y="174632"/>
                  <a:pt x="717855" y="173096"/>
                </a:cubicBezTo>
                <a:cubicBezTo>
                  <a:pt x="723323" y="168780"/>
                  <a:pt x="728838" y="162640"/>
                  <a:pt x="734402" y="154679"/>
                </a:cubicBezTo>
                <a:lnTo>
                  <a:pt x="739439" y="157988"/>
                </a:lnTo>
                <a:cubicBezTo>
                  <a:pt x="732916" y="167965"/>
                  <a:pt x="725242" y="176358"/>
                  <a:pt x="716416" y="183169"/>
                </a:cubicBezTo>
                <a:cubicBezTo>
                  <a:pt x="709893" y="188252"/>
                  <a:pt x="703658" y="190795"/>
                  <a:pt x="697711" y="190795"/>
                </a:cubicBezTo>
                <a:cubicBezTo>
                  <a:pt x="693778" y="190795"/>
                  <a:pt x="690565" y="189643"/>
                  <a:pt x="688070" y="187341"/>
                </a:cubicBezTo>
                <a:cubicBezTo>
                  <a:pt x="685576" y="184943"/>
                  <a:pt x="684329" y="181970"/>
                  <a:pt x="684329" y="178421"/>
                </a:cubicBezTo>
                <a:cubicBezTo>
                  <a:pt x="684329" y="174871"/>
                  <a:pt x="685528" y="168972"/>
                  <a:pt x="687926" y="160722"/>
                </a:cubicBezTo>
                <a:lnTo>
                  <a:pt x="706632" y="96261"/>
                </a:lnTo>
                <a:cubicBezTo>
                  <a:pt x="709701" y="85709"/>
                  <a:pt x="711236" y="79090"/>
                  <a:pt x="711236" y="76404"/>
                </a:cubicBezTo>
                <a:cubicBezTo>
                  <a:pt x="711236" y="74294"/>
                  <a:pt x="710469" y="72567"/>
                  <a:pt x="708933" y="71224"/>
                </a:cubicBezTo>
                <a:cubicBezTo>
                  <a:pt x="707495" y="69881"/>
                  <a:pt x="705481" y="69210"/>
                  <a:pt x="702891" y="69210"/>
                </a:cubicBezTo>
                <a:cubicBezTo>
                  <a:pt x="700780" y="69210"/>
                  <a:pt x="696416" y="69737"/>
                  <a:pt x="689797" y="70792"/>
                </a:cubicBezTo>
                <a:lnTo>
                  <a:pt x="689797" y="65181"/>
                </a:lnTo>
                <a:lnTo>
                  <a:pt x="739439" y="57123"/>
                </a:lnTo>
                <a:moveTo>
                  <a:pt x="889945" y="102160"/>
                </a:moveTo>
                <a:cubicBezTo>
                  <a:pt x="889945" y="116548"/>
                  <a:pt x="886108" y="130793"/>
                  <a:pt x="878434" y="144894"/>
                </a:cubicBezTo>
                <a:cubicBezTo>
                  <a:pt x="870856" y="158996"/>
                  <a:pt x="860256" y="170171"/>
                  <a:pt x="846635" y="178421"/>
                </a:cubicBezTo>
                <a:cubicBezTo>
                  <a:pt x="833013" y="186670"/>
                  <a:pt x="819775" y="190795"/>
                  <a:pt x="806921" y="190795"/>
                </a:cubicBezTo>
                <a:cubicBezTo>
                  <a:pt x="793779" y="190795"/>
                  <a:pt x="783036" y="186622"/>
                  <a:pt x="774690" y="178276"/>
                </a:cubicBezTo>
                <a:cubicBezTo>
                  <a:pt x="766441" y="169835"/>
                  <a:pt x="762316" y="158948"/>
                  <a:pt x="762316" y="145614"/>
                </a:cubicBezTo>
                <a:cubicBezTo>
                  <a:pt x="762316" y="131513"/>
                  <a:pt x="766345" y="117364"/>
                  <a:pt x="774403" y="103167"/>
                </a:cubicBezTo>
                <a:cubicBezTo>
                  <a:pt x="782556" y="88970"/>
                  <a:pt x="793396" y="77747"/>
                  <a:pt x="806921" y="69498"/>
                </a:cubicBezTo>
                <a:cubicBezTo>
                  <a:pt x="820542" y="61248"/>
                  <a:pt x="833684" y="57123"/>
                  <a:pt x="846346" y="57123"/>
                </a:cubicBezTo>
                <a:cubicBezTo>
                  <a:pt x="859009" y="57123"/>
                  <a:pt x="869416" y="61296"/>
                  <a:pt x="877571" y="69641"/>
                </a:cubicBezTo>
                <a:cubicBezTo>
                  <a:pt x="885819" y="77987"/>
                  <a:pt x="889945" y="88826"/>
                  <a:pt x="889945" y="102160"/>
                </a:cubicBezTo>
                <a:moveTo>
                  <a:pt x="866060" y="92231"/>
                </a:moveTo>
                <a:cubicBezTo>
                  <a:pt x="866060" y="83311"/>
                  <a:pt x="863853" y="76500"/>
                  <a:pt x="859441" y="71799"/>
                </a:cubicBezTo>
                <a:cubicBezTo>
                  <a:pt x="855124" y="67003"/>
                  <a:pt x="849512" y="64605"/>
                  <a:pt x="842605" y="64605"/>
                </a:cubicBezTo>
                <a:cubicBezTo>
                  <a:pt x="828505" y="64605"/>
                  <a:pt x="815506" y="74726"/>
                  <a:pt x="803612" y="94965"/>
                </a:cubicBezTo>
                <a:cubicBezTo>
                  <a:pt x="791814" y="115109"/>
                  <a:pt x="785914" y="135158"/>
                  <a:pt x="785914" y="155111"/>
                </a:cubicBezTo>
                <a:cubicBezTo>
                  <a:pt x="785914" y="164224"/>
                  <a:pt x="788216" y="171274"/>
                  <a:pt x="792820" y="176262"/>
                </a:cubicBezTo>
                <a:cubicBezTo>
                  <a:pt x="797425" y="181154"/>
                  <a:pt x="803229" y="183600"/>
                  <a:pt x="810231" y="183600"/>
                </a:cubicBezTo>
                <a:cubicBezTo>
                  <a:pt x="823756" y="183600"/>
                  <a:pt x="836418" y="173576"/>
                  <a:pt x="848217" y="153528"/>
                </a:cubicBezTo>
                <a:cubicBezTo>
                  <a:pt x="860111" y="133384"/>
                  <a:pt x="866060" y="112951"/>
                  <a:pt x="866060" y="92231"/>
                </a:cubicBezTo>
                <a:moveTo>
                  <a:pt x="966061" y="57123"/>
                </a:moveTo>
                <a:lnTo>
                  <a:pt x="946924" y="122592"/>
                </a:lnTo>
                <a:cubicBezTo>
                  <a:pt x="964861" y="95829"/>
                  <a:pt x="978579" y="78227"/>
                  <a:pt x="988076" y="69785"/>
                </a:cubicBezTo>
                <a:cubicBezTo>
                  <a:pt x="997668" y="61344"/>
                  <a:pt x="1006876" y="57123"/>
                  <a:pt x="1015702" y="57123"/>
                </a:cubicBezTo>
                <a:cubicBezTo>
                  <a:pt x="1020499" y="57123"/>
                  <a:pt x="1024431" y="58706"/>
                  <a:pt x="1027501" y="61872"/>
                </a:cubicBezTo>
                <a:cubicBezTo>
                  <a:pt x="1030667" y="65037"/>
                  <a:pt x="1032250" y="69162"/>
                  <a:pt x="1032250" y="74246"/>
                </a:cubicBezTo>
                <a:cubicBezTo>
                  <a:pt x="1032250" y="80001"/>
                  <a:pt x="1030859" y="87675"/>
                  <a:pt x="1028077" y="97268"/>
                </a:cubicBezTo>
                <a:lnTo>
                  <a:pt x="1010522" y="157844"/>
                </a:lnTo>
                <a:cubicBezTo>
                  <a:pt x="1008507" y="164847"/>
                  <a:pt x="1007501" y="169116"/>
                  <a:pt x="1007501" y="170650"/>
                </a:cubicBezTo>
                <a:cubicBezTo>
                  <a:pt x="1007501" y="171993"/>
                  <a:pt x="1007884" y="173144"/>
                  <a:pt x="1008652" y="174103"/>
                </a:cubicBezTo>
                <a:cubicBezTo>
                  <a:pt x="1009419" y="174967"/>
                  <a:pt x="1010234" y="175399"/>
                  <a:pt x="1011098" y="175399"/>
                </a:cubicBezTo>
                <a:cubicBezTo>
                  <a:pt x="1012249" y="175399"/>
                  <a:pt x="1013640" y="174775"/>
                  <a:pt x="1015271" y="173528"/>
                </a:cubicBezTo>
                <a:cubicBezTo>
                  <a:pt x="1020354" y="169499"/>
                  <a:pt x="1025918" y="163360"/>
                  <a:pt x="1031961" y="155111"/>
                </a:cubicBezTo>
                <a:lnTo>
                  <a:pt x="1036422" y="157844"/>
                </a:lnTo>
                <a:cubicBezTo>
                  <a:pt x="1027501" y="170602"/>
                  <a:pt x="1019059" y="179715"/>
                  <a:pt x="1011098" y="185183"/>
                </a:cubicBezTo>
                <a:cubicBezTo>
                  <a:pt x="1005534" y="188924"/>
                  <a:pt x="1000546" y="190795"/>
                  <a:pt x="996133" y="190795"/>
                </a:cubicBezTo>
                <a:cubicBezTo>
                  <a:pt x="992585" y="190795"/>
                  <a:pt x="989754" y="189691"/>
                  <a:pt x="987644" y="187485"/>
                </a:cubicBezTo>
                <a:cubicBezTo>
                  <a:pt x="985534" y="185375"/>
                  <a:pt x="984479" y="182497"/>
                  <a:pt x="984479" y="178852"/>
                </a:cubicBezTo>
                <a:cubicBezTo>
                  <a:pt x="984479" y="174248"/>
                  <a:pt x="986109" y="166334"/>
                  <a:pt x="989371" y="155111"/>
                </a:cubicBezTo>
                <a:lnTo>
                  <a:pt x="1006061" y="97268"/>
                </a:lnTo>
                <a:cubicBezTo>
                  <a:pt x="1008172" y="90073"/>
                  <a:pt x="1009228" y="84462"/>
                  <a:pt x="1009228" y="80433"/>
                </a:cubicBezTo>
                <a:cubicBezTo>
                  <a:pt x="1009228" y="78515"/>
                  <a:pt x="1008603" y="76979"/>
                  <a:pt x="1007357" y="75829"/>
                </a:cubicBezTo>
                <a:cubicBezTo>
                  <a:pt x="1006110" y="74581"/>
                  <a:pt x="1004575" y="73958"/>
                  <a:pt x="1002752" y="73958"/>
                </a:cubicBezTo>
                <a:cubicBezTo>
                  <a:pt x="1000066" y="73958"/>
                  <a:pt x="996853" y="75109"/>
                  <a:pt x="993112" y="77411"/>
                </a:cubicBezTo>
                <a:cubicBezTo>
                  <a:pt x="986013" y="81728"/>
                  <a:pt x="978627" y="88874"/>
                  <a:pt x="970953" y="98850"/>
                </a:cubicBezTo>
                <a:cubicBezTo>
                  <a:pt x="963279" y="108731"/>
                  <a:pt x="955173" y="121393"/>
                  <a:pt x="946636" y="136837"/>
                </a:cubicBezTo>
                <a:cubicBezTo>
                  <a:pt x="942128" y="144990"/>
                  <a:pt x="938387" y="153911"/>
                  <a:pt x="935412" y="163600"/>
                </a:cubicBezTo>
                <a:lnTo>
                  <a:pt x="928219" y="187341"/>
                </a:lnTo>
                <a:lnTo>
                  <a:pt x="906635" y="187341"/>
                </a:lnTo>
                <a:lnTo>
                  <a:pt x="932823" y="97268"/>
                </a:lnTo>
                <a:cubicBezTo>
                  <a:pt x="935893" y="86428"/>
                  <a:pt x="937428" y="79905"/>
                  <a:pt x="937428" y="77699"/>
                </a:cubicBezTo>
                <a:cubicBezTo>
                  <a:pt x="937428" y="75588"/>
                  <a:pt x="936564" y="73766"/>
                  <a:pt x="934838" y="72231"/>
                </a:cubicBezTo>
                <a:cubicBezTo>
                  <a:pt x="933206" y="70601"/>
                  <a:pt x="931145" y="69785"/>
                  <a:pt x="928650" y="69785"/>
                </a:cubicBezTo>
                <a:cubicBezTo>
                  <a:pt x="927500" y="69785"/>
                  <a:pt x="925484" y="69977"/>
                  <a:pt x="922608" y="70360"/>
                </a:cubicBezTo>
                <a:lnTo>
                  <a:pt x="917139" y="71224"/>
                </a:lnTo>
                <a:lnTo>
                  <a:pt x="916276" y="66044"/>
                </a:lnTo>
                <a:lnTo>
                  <a:pt x="966061" y="57123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6" name="path-7536">
            <a:extLst xmlns:a="http://schemas.openxmlformats.org/drawingml/2006/main">
              <a:ext uri="{FF2B5EF4-FFF2-40B4-BE49-F238E27FC236}">
                <a16:creationId xmlns:a16="http://schemas.microsoft.com/office/drawing/2014/main" id="{42A558B3-BF1B-471B-8020-45B9E70E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837" y="6710873"/>
            <a:ext cx="780644" cy="243435"/>
          </a:xfrm>
          <a:custGeom xmlns:a="http://schemas.openxmlformats.org/drawingml/2006/main">
            <a:pathLst>
              <a:path w="667207" h="208061">
                <a:moveTo>
                  <a:pt x="159428" y="0"/>
                </a:moveTo>
                <a:lnTo>
                  <a:pt x="109931" y="169787"/>
                </a:lnTo>
                <a:cubicBezTo>
                  <a:pt x="107245" y="178996"/>
                  <a:pt x="105901" y="185039"/>
                  <a:pt x="105901" y="187917"/>
                </a:cubicBezTo>
                <a:cubicBezTo>
                  <a:pt x="105901" y="188876"/>
                  <a:pt x="106285" y="189788"/>
                  <a:pt x="107052" y="190651"/>
                </a:cubicBezTo>
                <a:cubicBezTo>
                  <a:pt x="107915" y="191514"/>
                  <a:pt x="108779" y="191946"/>
                  <a:pt x="109642" y="191946"/>
                </a:cubicBezTo>
                <a:cubicBezTo>
                  <a:pt x="110890" y="191946"/>
                  <a:pt x="112377" y="191322"/>
                  <a:pt x="114102" y="190075"/>
                </a:cubicBezTo>
                <a:cubicBezTo>
                  <a:pt x="117364" y="187773"/>
                  <a:pt x="122833" y="182018"/>
                  <a:pt x="130506" y="172809"/>
                </a:cubicBezTo>
                <a:lnTo>
                  <a:pt x="135398" y="175831"/>
                </a:lnTo>
                <a:cubicBezTo>
                  <a:pt x="128492" y="185423"/>
                  <a:pt x="121489" y="193193"/>
                  <a:pt x="114391" y="199140"/>
                </a:cubicBezTo>
                <a:cubicBezTo>
                  <a:pt x="107388" y="205088"/>
                  <a:pt x="100817" y="208061"/>
                  <a:pt x="94677" y="208061"/>
                </a:cubicBezTo>
                <a:cubicBezTo>
                  <a:pt x="91416" y="208061"/>
                  <a:pt x="88730" y="206910"/>
                  <a:pt x="86620" y="204608"/>
                </a:cubicBezTo>
                <a:cubicBezTo>
                  <a:pt x="84510" y="202306"/>
                  <a:pt x="83455" y="199044"/>
                  <a:pt x="83455" y="194823"/>
                </a:cubicBezTo>
                <a:cubicBezTo>
                  <a:pt x="83455" y="189356"/>
                  <a:pt x="84893" y="182018"/>
                  <a:pt x="87771" y="172809"/>
                </a:cubicBezTo>
                <a:lnTo>
                  <a:pt x="93383" y="154967"/>
                </a:lnTo>
                <a:cubicBezTo>
                  <a:pt x="79474" y="176454"/>
                  <a:pt x="66812" y="191322"/>
                  <a:pt x="55397" y="199572"/>
                </a:cubicBezTo>
                <a:cubicBezTo>
                  <a:pt x="47530" y="205231"/>
                  <a:pt x="40001" y="208061"/>
                  <a:pt x="32806" y="208061"/>
                </a:cubicBezTo>
                <a:cubicBezTo>
                  <a:pt x="25516" y="208061"/>
                  <a:pt x="19138" y="204848"/>
                  <a:pt x="13669" y="198421"/>
                </a:cubicBezTo>
                <a:cubicBezTo>
                  <a:pt x="8297" y="191898"/>
                  <a:pt x="5611" y="183073"/>
                  <a:pt x="5611" y="171945"/>
                </a:cubicBezTo>
                <a:cubicBezTo>
                  <a:pt x="5611" y="157653"/>
                  <a:pt x="10168" y="142401"/>
                  <a:pt x="19281" y="126189"/>
                </a:cubicBezTo>
                <a:cubicBezTo>
                  <a:pt x="28394" y="109978"/>
                  <a:pt x="40432" y="96788"/>
                  <a:pt x="55397" y="86620"/>
                </a:cubicBezTo>
                <a:cubicBezTo>
                  <a:pt x="67195" y="78467"/>
                  <a:pt x="78036" y="74390"/>
                  <a:pt x="87915" y="74390"/>
                </a:cubicBezTo>
                <a:cubicBezTo>
                  <a:pt x="93095" y="74390"/>
                  <a:pt x="97556" y="75445"/>
                  <a:pt x="101296" y="77555"/>
                </a:cubicBezTo>
                <a:cubicBezTo>
                  <a:pt x="105037" y="79665"/>
                  <a:pt x="108731" y="83167"/>
                  <a:pt x="112377" y="88059"/>
                </a:cubicBezTo>
                <a:lnTo>
                  <a:pt x="126477" y="37986"/>
                </a:lnTo>
                <a:cubicBezTo>
                  <a:pt x="127533" y="34437"/>
                  <a:pt x="128395" y="31607"/>
                  <a:pt x="129067" y="29497"/>
                </a:cubicBezTo>
                <a:cubicBezTo>
                  <a:pt x="130218" y="25660"/>
                  <a:pt x="130794" y="22494"/>
                  <a:pt x="130794" y="20000"/>
                </a:cubicBezTo>
                <a:cubicBezTo>
                  <a:pt x="130794" y="17986"/>
                  <a:pt x="130075" y="16307"/>
                  <a:pt x="128635" y="14964"/>
                </a:cubicBezTo>
                <a:cubicBezTo>
                  <a:pt x="126621" y="13334"/>
                  <a:pt x="124031" y="12518"/>
                  <a:pt x="120866" y="12518"/>
                </a:cubicBezTo>
                <a:cubicBezTo>
                  <a:pt x="118660" y="12518"/>
                  <a:pt x="115014" y="12854"/>
                  <a:pt x="109931" y="13525"/>
                </a:cubicBezTo>
                <a:lnTo>
                  <a:pt x="109931" y="8201"/>
                </a:lnTo>
                <a:lnTo>
                  <a:pt x="159428" y="0"/>
                </a:lnTo>
                <a:moveTo>
                  <a:pt x="106045" y="102160"/>
                </a:moveTo>
                <a:cubicBezTo>
                  <a:pt x="106045" y="96021"/>
                  <a:pt x="104271" y="91081"/>
                  <a:pt x="100721" y="87340"/>
                </a:cubicBezTo>
                <a:cubicBezTo>
                  <a:pt x="97172" y="83599"/>
                  <a:pt x="92663" y="81728"/>
                  <a:pt x="87196" y="81728"/>
                </a:cubicBezTo>
                <a:cubicBezTo>
                  <a:pt x="75109" y="81728"/>
                  <a:pt x="62495" y="91704"/>
                  <a:pt x="49353" y="111657"/>
                </a:cubicBezTo>
                <a:cubicBezTo>
                  <a:pt x="36308" y="131609"/>
                  <a:pt x="29785" y="150698"/>
                  <a:pt x="29785" y="168924"/>
                </a:cubicBezTo>
                <a:cubicBezTo>
                  <a:pt x="29785" y="176118"/>
                  <a:pt x="31368" y="181634"/>
                  <a:pt x="34533" y="185471"/>
                </a:cubicBezTo>
                <a:cubicBezTo>
                  <a:pt x="37699" y="189212"/>
                  <a:pt x="41487" y="191083"/>
                  <a:pt x="45900" y="191083"/>
                </a:cubicBezTo>
                <a:cubicBezTo>
                  <a:pt x="55876" y="191083"/>
                  <a:pt x="68395" y="180291"/>
                  <a:pt x="83455" y="158708"/>
                </a:cubicBezTo>
                <a:cubicBezTo>
                  <a:pt x="98516" y="137125"/>
                  <a:pt x="106045" y="118276"/>
                  <a:pt x="106045" y="102160"/>
                </a:cubicBezTo>
                <a:moveTo>
                  <a:pt x="182450" y="150362"/>
                </a:moveTo>
                <a:cubicBezTo>
                  <a:pt x="181778" y="155159"/>
                  <a:pt x="181442" y="159139"/>
                  <a:pt x="181442" y="162305"/>
                </a:cubicBezTo>
                <a:cubicBezTo>
                  <a:pt x="181442" y="170842"/>
                  <a:pt x="184464" y="178133"/>
                  <a:pt x="190507" y="184176"/>
                </a:cubicBezTo>
                <a:cubicBezTo>
                  <a:pt x="196551" y="190124"/>
                  <a:pt x="203889" y="193097"/>
                  <a:pt x="212522" y="193097"/>
                </a:cubicBezTo>
                <a:cubicBezTo>
                  <a:pt x="219428" y="193097"/>
                  <a:pt x="226047" y="191706"/>
                  <a:pt x="232379" y="188924"/>
                </a:cubicBezTo>
                <a:cubicBezTo>
                  <a:pt x="238805" y="186047"/>
                  <a:pt x="248301" y="179764"/>
                  <a:pt x="260869" y="170075"/>
                </a:cubicBezTo>
                <a:lnTo>
                  <a:pt x="263889" y="174248"/>
                </a:lnTo>
                <a:cubicBezTo>
                  <a:pt x="241155" y="196790"/>
                  <a:pt x="219477" y="208061"/>
                  <a:pt x="198853" y="208061"/>
                </a:cubicBezTo>
                <a:cubicBezTo>
                  <a:pt x="184847" y="208061"/>
                  <a:pt x="174296" y="203649"/>
                  <a:pt x="167198" y="194823"/>
                </a:cubicBezTo>
                <a:cubicBezTo>
                  <a:pt x="160099" y="185999"/>
                  <a:pt x="156549" y="176262"/>
                  <a:pt x="156549" y="165615"/>
                </a:cubicBezTo>
                <a:cubicBezTo>
                  <a:pt x="156549" y="151322"/>
                  <a:pt x="160962" y="136693"/>
                  <a:pt x="169787" y="121729"/>
                </a:cubicBezTo>
                <a:cubicBezTo>
                  <a:pt x="178613" y="106764"/>
                  <a:pt x="189692" y="95158"/>
                  <a:pt x="203026" y="86908"/>
                </a:cubicBezTo>
                <a:cubicBezTo>
                  <a:pt x="216359" y="78563"/>
                  <a:pt x="230076" y="74390"/>
                  <a:pt x="244177" y="74390"/>
                </a:cubicBezTo>
                <a:cubicBezTo>
                  <a:pt x="254345" y="74390"/>
                  <a:pt x="261875" y="76452"/>
                  <a:pt x="266767" y="80577"/>
                </a:cubicBezTo>
                <a:cubicBezTo>
                  <a:pt x="271659" y="84702"/>
                  <a:pt x="274106" y="89594"/>
                  <a:pt x="274106" y="95253"/>
                </a:cubicBezTo>
                <a:cubicBezTo>
                  <a:pt x="274106" y="103215"/>
                  <a:pt x="270940" y="110841"/>
                  <a:pt x="264610" y="118132"/>
                </a:cubicBezTo>
                <a:cubicBezTo>
                  <a:pt x="256264" y="127628"/>
                  <a:pt x="243985" y="135302"/>
                  <a:pt x="227774" y="141154"/>
                </a:cubicBezTo>
                <a:cubicBezTo>
                  <a:pt x="217031" y="145087"/>
                  <a:pt x="201922" y="148156"/>
                  <a:pt x="182450" y="150362"/>
                </a:cubicBezTo>
                <a:moveTo>
                  <a:pt x="183456" y="143312"/>
                </a:moveTo>
                <a:cubicBezTo>
                  <a:pt x="197653" y="141681"/>
                  <a:pt x="209213" y="138899"/>
                  <a:pt x="218133" y="134967"/>
                </a:cubicBezTo>
                <a:cubicBezTo>
                  <a:pt x="229933" y="129691"/>
                  <a:pt x="238758" y="123407"/>
                  <a:pt x="244609" y="116117"/>
                </a:cubicBezTo>
                <a:cubicBezTo>
                  <a:pt x="250556" y="108731"/>
                  <a:pt x="253529" y="101729"/>
                  <a:pt x="253529" y="95110"/>
                </a:cubicBezTo>
                <a:cubicBezTo>
                  <a:pt x="253529" y="91081"/>
                  <a:pt x="252235" y="87820"/>
                  <a:pt x="249645" y="85325"/>
                </a:cubicBezTo>
                <a:cubicBezTo>
                  <a:pt x="247151" y="82831"/>
                  <a:pt x="243554" y="81584"/>
                  <a:pt x="238853" y="81584"/>
                </a:cubicBezTo>
                <a:cubicBezTo>
                  <a:pt x="229069" y="81584"/>
                  <a:pt x="218661" y="86812"/>
                  <a:pt x="207630" y="97268"/>
                </a:cubicBezTo>
                <a:cubicBezTo>
                  <a:pt x="196694" y="107628"/>
                  <a:pt x="188637" y="122976"/>
                  <a:pt x="183456" y="143312"/>
                </a:cubicBezTo>
                <a:moveTo>
                  <a:pt x="343316" y="74390"/>
                </a:moveTo>
                <a:lnTo>
                  <a:pt x="324178" y="139859"/>
                </a:lnTo>
                <a:cubicBezTo>
                  <a:pt x="342117" y="113096"/>
                  <a:pt x="355833" y="95494"/>
                  <a:pt x="365330" y="87052"/>
                </a:cubicBezTo>
                <a:cubicBezTo>
                  <a:pt x="374922" y="78610"/>
                  <a:pt x="384132" y="74390"/>
                  <a:pt x="392956" y="74390"/>
                </a:cubicBezTo>
                <a:cubicBezTo>
                  <a:pt x="397753" y="74390"/>
                  <a:pt x="401687" y="75973"/>
                  <a:pt x="404756" y="79138"/>
                </a:cubicBezTo>
                <a:cubicBezTo>
                  <a:pt x="407921" y="82304"/>
                  <a:pt x="409504" y="86429"/>
                  <a:pt x="409504" y="91512"/>
                </a:cubicBezTo>
                <a:cubicBezTo>
                  <a:pt x="409504" y="97268"/>
                  <a:pt x="408113" y="104942"/>
                  <a:pt x="405331" y="114535"/>
                </a:cubicBezTo>
                <a:lnTo>
                  <a:pt x="387777" y="175111"/>
                </a:lnTo>
                <a:cubicBezTo>
                  <a:pt x="385763" y="182114"/>
                  <a:pt x="384755" y="186382"/>
                  <a:pt x="384755" y="187917"/>
                </a:cubicBezTo>
                <a:cubicBezTo>
                  <a:pt x="384755" y="189260"/>
                  <a:pt x="385139" y="190411"/>
                  <a:pt x="385907" y="191370"/>
                </a:cubicBezTo>
                <a:cubicBezTo>
                  <a:pt x="386673" y="192234"/>
                  <a:pt x="387490" y="192665"/>
                  <a:pt x="388353" y="192665"/>
                </a:cubicBezTo>
                <a:cubicBezTo>
                  <a:pt x="389504" y="192665"/>
                  <a:pt x="390895" y="192042"/>
                  <a:pt x="392525" y="190795"/>
                </a:cubicBezTo>
                <a:cubicBezTo>
                  <a:pt x="397609" y="186766"/>
                  <a:pt x="403173" y="180627"/>
                  <a:pt x="409216" y="172377"/>
                </a:cubicBezTo>
                <a:lnTo>
                  <a:pt x="413676" y="175111"/>
                </a:lnTo>
                <a:cubicBezTo>
                  <a:pt x="404756" y="187869"/>
                  <a:pt x="396314" y="196982"/>
                  <a:pt x="388353" y="202449"/>
                </a:cubicBezTo>
                <a:cubicBezTo>
                  <a:pt x="382789" y="206191"/>
                  <a:pt x="377801" y="208061"/>
                  <a:pt x="373388" y="208061"/>
                </a:cubicBezTo>
                <a:cubicBezTo>
                  <a:pt x="369839" y="208061"/>
                  <a:pt x="367010" y="206958"/>
                  <a:pt x="364898" y="204752"/>
                </a:cubicBezTo>
                <a:cubicBezTo>
                  <a:pt x="362788" y="202642"/>
                  <a:pt x="361733" y="199764"/>
                  <a:pt x="361733" y="196119"/>
                </a:cubicBezTo>
                <a:cubicBezTo>
                  <a:pt x="361733" y="191514"/>
                  <a:pt x="363364" y="183601"/>
                  <a:pt x="366625" y="172377"/>
                </a:cubicBezTo>
                <a:lnTo>
                  <a:pt x="383317" y="114535"/>
                </a:lnTo>
                <a:cubicBezTo>
                  <a:pt x="385427" y="107340"/>
                  <a:pt x="386482" y="101729"/>
                  <a:pt x="386482" y="97699"/>
                </a:cubicBezTo>
                <a:cubicBezTo>
                  <a:pt x="386482" y="95781"/>
                  <a:pt x="385858" y="94246"/>
                  <a:pt x="384612" y="93095"/>
                </a:cubicBezTo>
                <a:cubicBezTo>
                  <a:pt x="383364" y="91848"/>
                  <a:pt x="381830" y="91225"/>
                  <a:pt x="380007" y="91225"/>
                </a:cubicBezTo>
                <a:cubicBezTo>
                  <a:pt x="377321" y="91225"/>
                  <a:pt x="374107" y="92376"/>
                  <a:pt x="370366" y="94678"/>
                </a:cubicBezTo>
                <a:cubicBezTo>
                  <a:pt x="363268" y="98995"/>
                  <a:pt x="355882" y="106141"/>
                  <a:pt x="348208" y="116117"/>
                </a:cubicBezTo>
                <a:cubicBezTo>
                  <a:pt x="340534" y="125998"/>
                  <a:pt x="332428" y="138659"/>
                  <a:pt x="323891" y="154104"/>
                </a:cubicBezTo>
                <a:cubicBezTo>
                  <a:pt x="319382" y="162257"/>
                  <a:pt x="315641" y="171178"/>
                  <a:pt x="312668" y="180867"/>
                </a:cubicBezTo>
                <a:lnTo>
                  <a:pt x="305474" y="204608"/>
                </a:lnTo>
                <a:lnTo>
                  <a:pt x="283890" y="204608"/>
                </a:lnTo>
                <a:lnTo>
                  <a:pt x="310077" y="114535"/>
                </a:lnTo>
                <a:cubicBezTo>
                  <a:pt x="313148" y="103695"/>
                  <a:pt x="314682" y="97172"/>
                  <a:pt x="314682" y="94966"/>
                </a:cubicBezTo>
                <a:cubicBezTo>
                  <a:pt x="314682" y="92855"/>
                  <a:pt x="313818" y="91033"/>
                  <a:pt x="312092" y="89498"/>
                </a:cubicBezTo>
                <a:cubicBezTo>
                  <a:pt x="310462" y="87868"/>
                  <a:pt x="308399" y="87052"/>
                  <a:pt x="305904" y="87052"/>
                </a:cubicBezTo>
                <a:cubicBezTo>
                  <a:pt x="304754" y="87052"/>
                  <a:pt x="302739" y="87244"/>
                  <a:pt x="299862" y="87627"/>
                </a:cubicBezTo>
                <a:lnTo>
                  <a:pt x="294393" y="88491"/>
                </a:lnTo>
                <a:lnTo>
                  <a:pt x="293530" y="83311"/>
                </a:lnTo>
                <a:lnTo>
                  <a:pt x="343316" y="74390"/>
                </a:lnTo>
                <a:moveTo>
                  <a:pt x="532528" y="74390"/>
                </a:moveTo>
                <a:lnTo>
                  <a:pt x="523750" y="118563"/>
                </a:lnTo>
                <a:lnTo>
                  <a:pt x="518426" y="118563"/>
                </a:lnTo>
                <a:cubicBezTo>
                  <a:pt x="517947" y="105709"/>
                  <a:pt x="515213" y="96356"/>
                  <a:pt x="510225" y="90505"/>
                </a:cubicBezTo>
                <a:cubicBezTo>
                  <a:pt x="505237" y="84654"/>
                  <a:pt x="499050" y="81728"/>
                  <a:pt x="491664" y="81728"/>
                </a:cubicBezTo>
                <a:cubicBezTo>
                  <a:pt x="485716" y="81728"/>
                  <a:pt x="480968" y="83359"/>
                  <a:pt x="477419" y="86620"/>
                </a:cubicBezTo>
                <a:cubicBezTo>
                  <a:pt x="473965" y="89882"/>
                  <a:pt x="472239" y="93815"/>
                  <a:pt x="472239" y="98419"/>
                </a:cubicBezTo>
                <a:cubicBezTo>
                  <a:pt x="472239" y="101584"/>
                  <a:pt x="472910" y="104606"/>
                  <a:pt x="474253" y="107484"/>
                </a:cubicBezTo>
                <a:cubicBezTo>
                  <a:pt x="475692" y="110362"/>
                  <a:pt x="478762" y="114390"/>
                  <a:pt x="483462" y="119570"/>
                </a:cubicBezTo>
                <a:cubicBezTo>
                  <a:pt x="495932" y="133192"/>
                  <a:pt x="503991" y="143456"/>
                  <a:pt x="507635" y="150362"/>
                </a:cubicBezTo>
                <a:cubicBezTo>
                  <a:pt x="511280" y="157269"/>
                  <a:pt x="513103" y="163792"/>
                  <a:pt x="513103" y="169931"/>
                </a:cubicBezTo>
                <a:cubicBezTo>
                  <a:pt x="513103" y="179907"/>
                  <a:pt x="508930" y="188781"/>
                  <a:pt x="500585" y="196550"/>
                </a:cubicBezTo>
                <a:cubicBezTo>
                  <a:pt x="492335" y="204224"/>
                  <a:pt x="481880" y="208061"/>
                  <a:pt x="469218" y="208061"/>
                </a:cubicBezTo>
                <a:cubicBezTo>
                  <a:pt x="462310" y="208061"/>
                  <a:pt x="454349" y="206431"/>
                  <a:pt x="445331" y="203169"/>
                </a:cubicBezTo>
                <a:cubicBezTo>
                  <a:pt x="442166" y="202018"/>
                  <a:pt x="439720" y="201442"/>
                  <a:pt x="437993" y="201442"/>
                </a:cubicBezTo>
                <a:cubicBezTo>
                  <a:pt x="433677" y="201442"/>
                  <a:pt x="430415" y="203649"/>
                  <a:pt x="428209" y="208061"/>
                </a:cubicBezTo>
                <a:lnTo>
                  <a:pt x="422886" y="208061"/>
                </a:lnTo>
                <a:lnTo>
                  <a:pt x="431663" y="161442"/>
                </a:lnTo>
                <a:lnTo>
                  <a:pt x="436987" y="161442"/>
                </a:lnTo>
                <a:cubicBezTo>
                  <a:pt x="437562" y="176022"/>
                  <a:pt x="440584" y="186335"/>
                  <a:pt x="446052" y="192377"/>
                </a:cubicBezTo>
                <a:cubicBezTo>
                  <a:pt x="451519" y="198421"/>
                  <a:pt x="459001" y="201442"/>
                  <a:pt x="468497" y="201442"/>
                </a:cubicBezTo>
                <a:cubicBezTo>
                  <a:pt x="475788" y="201442"/>
                  <a:pt x="481544" y="199428"/>
                  <a:pt x="485764" y="195399"/>
                </a:cubicBezTo>
                <a:cubicBezTo>
                  <a:pt x="490081" y="191275"/>
                  <a:pt x="492240" y="186238"/>
                  <a:pt x="492240" y="180291"/>
                </a:cubicBezTo>
                <a:cubicBezTo>
                  <a:pt x="492240" y="176454"/>
                  <a:pt x="491472" y="172905"/>
                  <a:pt x="489937" y="169643"/>
                </a:cubicBezTo>
                <a:cubicBezTo>
                  <a:pt x="487252" y="163888"/>
                  <a:pt x="481592" y="155926"/>
                  <a:pt x="472959" y="145758"/>
                </a:cubicBezTo>
                <a:cubicBezTo>
                  <a:pt x="464422" y="135590"/>
                  <a:pt x="458905" y="127964"/>
                  <a:pt x="456412" y="122880"/>
                </a:cubicBezTo>
                <a:cubicBezTo>
                  <a:pt x="454013" y="117796"/>
                  <a:pt x="452814" y="112712"/>
                  <a:pt x="452814" y="107628"/>
                </a:cubicBezTo>
                <a:cubicBezTo>
                  <a:pt x="452814" y="98323"/>
                  <a:pt x="456172" y="90457"/>
                  <a:pt x="462886" y="84031"/>
                </a:cubicBezTo>
                <a:cubicBezTo>
                  <a:pt x="469697" y="77603"/>
                  <a:pt x="478426" y="74390"/>
                  <a:pt x="489073" y="74390"/>
                </a:cubicBezTo>
                <a:cubicBezTo>
                  <a:pt x="492144" y="74390"/>
                  <a:pt x="494926" y="74630"/>
                  <a:pt x="497419" y="75109"/>
                </a:cubicBezTo>
                <a:cubicBezTo>
                  <a:pt x="498763" y="75397"/>
                  <a:pt x="501879" y="76500"/>
                  <a:pt x="506772" y="78419"/>
                </a:cubicBezTo>
                <a:cubicBezTo>
                  <a:pt x="511760" y="80241"/>
                  <a:pt x="515070" y="81153"/>
                  <a:pt x="516700" y="81153"/>
                </a:cubicBezTo>
                <a:cubicBezTo>
                  <a:pt x="520825" y="81153"/>
                  <a:pt x="524278" y="78898"/>
                  <a:pt x="527060" y="74390"/>
                </a:cubicBezTo>
                <a:lnTo>
                  <a:pt x="532528" y="74390"/>
                </a:lnTo>
                <a:moveTo>
                  <a:pt x="575550" y="150362"/>
                </a:moveTo>
                <a:cubicBezTo>
                  <a:pt x="574879" y="155159"/>
                  <a:pt x="574543" y="159139"/>
                  <a:pt x="574543" y="162305"/>
                </a:cubicBezTo>
                <a:cubicBezTo>
                  <a:pt x="574543" y="170842"/>
                  <a:pt x="577565" y="178133"/>
                  <a:pt x="583608" y="184176"/>
                </a:cubicBezTo>
                <a:cubicBezTo>
                  <a:pt x="589652" y="190124"/>
                  <a:pt x="596990" y="193097"/>
                  <a:pt x="605623" y="193097"/>
                </a:cubicBezTo>
                <a:cubicBezTo>
                  <a:pt x="612529" y="193097"/>
                  <a:pt x="619148" y="191706"/>
                  <a:pt x="625479" y="188924"/>
                </a:cubicBezTo>
                <a:cubicBezTo>
                  <a:pt x="631907" y="186047"/>
                  <a:pt x="641402" y="179764"/>
                  <a:pt x="653969" y="170075"/>
                </a:cubicBezTo>
                <a:lnTo>
                  <a:pt x="656990" y="174248"/>
                </a:lnTo>
                <a:cubicBezTo>
                  <a:pt x="634256" y="196790"/>
                  <a:pt x="612578" y="208061"/>
                  <a:pt x="591953" y="208061"/>
                </a:cubicBezTo>
                <a:cubicBezTo>
                  <a:pt x="577948" y="208061"/>
                  <a:pt x="567396" y="203649"/>
                  <a:pt x="560298" y="194823"/>
                </a:cubicBezTo>
                <a:cubicBezTo>
                  <a:pt x="553199" y="185999"/>
                  <a:pt x="549651" y="176262"/>
                  <a:pt x="549651" y="165615"/>
                </a:cubicBezTo>
                <a:cubicBezTo>
                  <a:pt x="549651" y="151322"/>
                  <a:pt x="554063" y="136693"/>
                  <a:pt x="562889" y="121729"/>
                </a:cubicBezTo>
                <a:cubicBezTo>
                  <a:pt x="571713" y="106764"/>
                  <a:pt x="582793" y="95158"/>
                  <a:pt x="596126" y="86908"/>
                </a:cubicBezTo>
                <a:cubicBezTo>
                  <a:pt x="609460" y="78563"/>
                  <a:pt x="623177" y="74390"/>
                  <a:pt x="637278" y="74390"/>
                </a:cubicBezTo>
                <a:cubicBezTo>
                  <a:pt x="647446" y="74390"/>
                  <a:pt x="654976" y="76452"/>
                  <a:pt x="659868" y="80577"/>
                </a:cubicBezTo>
                <a:cubicBezTo>
                  <a:pt x="664761" y="84702"/>
                  <a:pt x="667207" y="89594"/>
                  <a:pt x="667207" y="95253"/>
                </a:cubicBezTo>
                <a:cubicBezTo>
                  <a:pt x="667207" y="103215"/>
                  <a:pt x="664041" y="110841"/>
                  <a:pt x="657710" y="118132"/>
                </a:cubicBezTo>
                <a:cubicBezTo>
                  <a:pt x="649365" y="127628"/>
                  <a:pt x="637086" y="135302"/>
                  <a:pt x="620875" y="141154"/>
                </a:cubicBezTo>
                <a:cubicBezTo>
                  <a:pt x="610132" y="145087"/>
                  <a:pt x="595023" y="148156"/>
                  <a:pt x="575550" y="150362"/>
                </a:cubicBezTo>
                <a:moveTo>
                  <a:pt x="576557" y="143312"/>
                </a:moveTo>
                <a:cubicBezTo>
                  <a:pt x="590754" y="141681"/>
                  <a:pt x="602313" y="138899"/>
                  <a:pt x="611234" y="134967"/>
                </a:cubicBezTo>
                <a:cubicBezTo>
                  <a:pt x="623033" y="129691"/>
                  <a:pt x="631858" y="123407"/>
                  <a:pt x="637709" y="116117"/>
                </a:cubicBezTo>
                <a:cubicBezTo>
                  <a:pt x="643656" y="108731"/>
                  <a:pt x="646630" y="101729"/>
                  <a:pt x="646630" y="95110"/>
                </a:cubicBezTo>
                <a:cubicBezTo>
                  <a:pt x="646630" y="91081"/>
                  <a:pt x="645336" y="87820"/>
                  <a:pt x="642746" y="85325"/>
                </a:cubicBezTo>
                <a:cubicBezTo>
                  <a:pt x="640251" y="82831"/>
                  <a:pt x="636654" y="81584"/>
                  <a:pt x="631954" y="81584"/>
                </a:cubicBezTo>
                <a:cubicBezTo>
                  <a:pt x="622170" y="81584"/>
                  <a:pt x="611761" y="86812"/>
                  <a:pt x="600731" y="97268"/>
                </a:cubicBezTo>
                <a:cubicBezTo>
                  <a:pt x="589795" y="107628"/>
                  <a:pt x="581738" y="122976"/>
                  <a:pt x="576557" y="143312"/>
                </a:cubicBez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7" name="path-7538">
            <a:extLst xmlns:a="http://schemas.openxmlformats.org/drawingml/2006/main">
              <a:ext uri="{FF2B5EF4-FFF2-40B4-BE49-F238E27FC236}">
                <a16:creationId xmlns:a16="http://schemas.microsoft.com/office/drawing/2014/main" id="{A45A19F6-C329-495A-B361-51579EEE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564" y="6454643"/>
            <a:ext cx="3620222" cy="635694"/>
          </a:xfrm>
          <a:custGeom xmlns:a="http://schemas.openxmlformats.org/drawingml/2006/main">
            <a:pathLst>
              <a:path w="3094158" h="543319">
                <a:moveTo>
                  <a:pt x="1862951" y="543319"/>
                </a:moveTo>
                <a:lnTo>
                  <a:pt x="0" y="0"/>
                </a:lnTo>
                <a:lnTo>
                  <a:pt x="3094158" y="0"/>
                </a:lnTo>
                <a:lnTo>
                  <a:pt x="1862951" y="543319"/>
                </a:lnTo>
              </a:path>
            </a:pathLst>
          </a:custGeom>
          <a:solidFill xmlns:a="http://schemas.openxmlformats.org/drawingml/2006/main">
            <a:srgbClr val="FF2121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8" name="path-7539">
            <a:extLst xmlns:a="http://schemas.openxmlformats.org/drawingml/2006/main">
              <a:ext uri="{FF2B5EF4-FFF2-40B4-BE49-F238E27FC236}">
                <a16:creationId xmlns:a16="http://schemas.microsoft.com/office/drawing/2014/main" id="{A9668A69-C8D1-4105-95F4-6F5BFC9E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5301774"/>
            <a:ext cx="4137396" cy="3232340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9" name="path-7540">
            <a:extLst xmlns:a="http://schemas.openxmlformats.org/drawingml/2006/main">
              <a:ext uri="{FF2B5EF4-FFF2-40B4-BE49-F238E27FC236}">
                <a16:creationId xmlns:a16="http://schemas.microsoft.com/office/drawing/2014/main" id="{D1E79118-3346-47A6-ACE1-18018846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7844548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0" name="path-7541">
            <a:extLst xmlns:a="http://schemas.openxmlformats.org/drawingml/2006/main">
              <a:ext uri="{FF2B5EF4-FFF2-40B4-BE49-F238E27FC236}">
                <a16:creationId xmlns:a16="http://schemas.microsoft.com/office/drawing/2014/main" id="{53FFF55B-8E03-434F-B00B-87422783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7844548"/>
            <a:ext cx="4137396" cy="689566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1" name="path-7542">
            <a:extLst xmlns:a="http://schemas.openxmlformats.org/drawingml/2006/main">
              <a:ext uri="{FF2B5EF4-FFF2-40B4-BE49-F238E27FC236}">
                <a16:creationId xmlns:a16="http://schemas.microsoft.com/office/drawing/2014/main" id="{0C71726B-5FD6-469A-AD7D-F98A801B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869" y="81003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2" name="path-7543">
            <a:extLst xmlns:a="http://schemas.openxmlformats.org/drawingml/2006/main">
              <a:ext uri="{FF2B5EF4-FFF2-40B4-BE49-F238E27FC236}">
                <a16:creationId xmlns:a16="http://schemas.microsoft.com/office/drawing/2014/main" id="{9DFDC1BD-4368-48E9-84C6-D8D2EB4C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4228" y="81400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3" name="path-7544">
            <a:extLst xmlns:a="http://schemas.openxmlformats.org/drawingml/2006/main">
              <a:ext uri="{FF2B5EF4-FFF2-40B4-BE49-F238E27FC236}">
                <a16:creationId xmlns:a16="http://schemas.microsoft.com/office/drawing/2014/main" id="{8B17EB8E-19FE-480F-8DA7-84A1E37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9798" y="8156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4" name="path-7545">
            <a:extLst xmlns:a="http://schemas.openxmlformats.org/drawingml/2006/main">
              <a:ext uri="{FF2B5EF4-FFF2-40B4-BE49-F238E27FC236}">
                <a16:creationId xmlns:a16="http://schemas.microsoft.com/office/drawing/2014/main" id="{6E54F475-ABEF-462C-950E-DDA03D4C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8476" y="81580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5" name="path-7546">
            <a:extLst xmlns:a="http://schemas.openxmlformats.org/drawingml/2006/main">
              <a:ext uri="{FF2B5EF4-FFF2-40B4-BE49-F238E27FC236}">
                <a16:creationId xmlns:a16="http://schemas.microsoft.com/office/drawing/2014/main" id="{4E96DAAF-9519-48A3-8682-DC122AB0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405" y="8145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6" name="path-7547">
            <a:extLst xmlns:a="http://schemas.openxmlformats.org/drawingml/2006/main">
              <a:ext uri="{FF2B5EF4-FFF2-40B4-BE49-F238E27FC236}">
                <a16:creationId xmlns:a16="http://schemas.microsoft.com/office/drawing/2014/main" id="{C6377F73-C8AE-4303-86F6-B036C07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1068" y="8137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7" name="path-7548">
            <a:extLst xmlns:a="http://schemas.openxmlformats.org/drawingml/2006/main">
              <a:ext uri="{FF2B5EF4-FFF2-40B4-BE49-F238E27FC236}">
                <a16:creationId xmlns:a16="http://schemas.microsoft.com/office/drawing/2014/main" id="{9FEBFC74-9A10-49AF-8B8D-C231720D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6962" y="8149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8" name="path-7549">
            <a:extLst xmlns:a="http://schemas.openxmlformats.org/drawingml/2006/main">
              <a:ext uri="{FF2B5EF4-FFF2-40B4-BE49-F238E27FC236}">
                <a16:creationId xmlns:a16="http://schemas.microsoft.com/office/drawing/2014/main" id="{5D973676-1C34-4D37-BA65-CF4B0164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1952" y="8165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9" name="path-7550">
            <a:extLst xmlns:a="http://schemas.openxmlformats.org/drawingml/2006/main">
              <a:ext uri="{FF2B5EF4-FFF2-40B4-BE49-F238E27FC236}">
                <a16:creationId xmlns:a16="http://schemas.microsoft.com/office/drawing/2014/main" id="{9260063A-F1A9-49F1-B691-F21B8C7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0096" y="81569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0" name="path-7551">
            <a:extLst xmlns:a="http://schemas.openxmlformats.org/drawingml/2006/main">
              <a:ext uri="{FF2B5EF4-FFF2-40B4-BE49-F238E27FC236}">
                <a16:creationId xmlns:a16="http://schemas.microsoft.com/office/drawing/2014/main" id="{2ACAD66A-0946-4FF4-B4F0-A8B479A2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024" y="8122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1" name="path-7552">
            <a:extLst xmlns:a="http://schemas.openxmlformats.org/drawingml/2006/main">
              <a:ext uri="{FF2B5EF4-FFF2-40B4-BE49-F238E27FC236}">
                <a16:creationId xmlns:a16="http://schemas.microsoft.com/office/drawing/2014/main" id="{B4CF4372-D2A6-4614-A471-671B14C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8121" y="81156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2" name="path-7553">
            <a:extLst xmlns:a="http://schemas.openxmlformats.org/drawingml/2006/main">
              <a:ext uri="{FF2B5EF4-FFF2-40B4-BE49-F238E27FC236}">
                <a16:creationId xmlns:a16="http://schemas.microsoft.com/office/drawing/2014/main" id="{0500DB15-49DD-4755-97C5-8B7162BC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4451" y="81535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3" name="path-7554">
            <a:extLst xmlns:a="http://schemas.openxmlformats.org/drawingml/2006/main">
              <a:ext uri="{FF2B5EF4-FFF2-40B4-BE49-F238E27FC236}">
                <a16:creationId xmlns:a16="http://schemas.microsoft.com/office/drawing/2014/main" id="{0F7113BF-0FFB-4599-8847-98EBB87C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76" y="81420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4" name="path-7555">
            <a:extLst xmlns:a="http://schemas.openxmlformats.org/drawingml/2006/main">
              <a:ext uri="{FF2B5EF4-FFF2-40B4-BE49-F238E27FC236}">
                <a16:creationId xmlns:a16="http://schemas.microsoft.com/office/drawing/2014/main" id="{827F606F-F6FA-4F1D-B91E-D9F34B46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7320" y="81599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5" name="path-7556">
            <a:extLst xmlns:a="http://schemas.openxmlformats.org/drawingml/2006/main">
              <a:ext uri="{FF2B5EF4-FFF2-40B4-BE49-F238E27FC236}">
                <a16:creationId xmlns:a16="http://schemas.microsoft.com/office/drawing/2014/main" id="{F2ED0B3F-2BCC-4148-858E-DD761860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788" y="81416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6" name="path-7557">
            <a:extLst xmlns:a="http://schemas.openxmlformats.org/drawingml/2006/main">
              <a:ext uri="{FF2B5EF4-FFF2-40B4-BE49-F238E27FC236}">
                <a16:creationId xmlns:a16="http://schemas.microsoft.com/office/drawing/2014/main" id="{99CE6232-79BF-4E5C-A4D9-03E9F838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4777" y="81167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7" name="path-7558">
            <a:extLst xmlns:a="http://schemas.openxmlformats.org/drawingml/2006/main">
              <a:ext uri="{FF2B5EF4-FFF2-40B4-BE49-F238E27FC236}">
                <a16:creationId xmlns:a16="http://schemas.microsoft.com/office/drawing/2014/main" id="{A1475133-1A23-4C54-99B1-7E9B7AA8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7359" y="81557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8" name="path-7559">
            <a:extLst xmlns:a="http://schemas.openxmlformats.org/drawingml/2006/main">
              <a:ext uri="{FF2B5EF4-FFF2-40B4-BE49-F238E27FC236}">
                <a16:creationId xmlns:a16="http://schemas.microsoft.com/office/drawing/2014/main" id="{FB3AB3A5-B172-4A48-BBD6-6979C448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1380" y="81427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9" name="path-7560">
            <a:extLst xmlns:a="http://schemas.openxmlformats.org/drawingml/2006/main">
              <a:ext uri="{FF2B5EF4-FFF2-40B4-BE49-F238E27FC236}">
                <a16:creationId xmlns:a16="http://schemas.microsoft.com/office/drawing/2014/main" id="{8C007984-6720-4A8A-AAFF-7C6A245D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088" y="81248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0" name="path-7561">
            <a:extLst xmlns:a="http://schemas.openxmlformats.org/drawingml/2006/main">
              <a:ext uri="{FF2B5EF4-FFF2-40B4-BE49-F238E27FC236}">
                <a16:creationId xmlns:a16="http://schemas.microsoft.com/office/drawing/2014/main" id="{A15DCA6B-F778-43B6-AF5B-3F412C9F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0973" y="81327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1" name="path-7562">
            <a:extLst xmlns:a="http://schemas.openxmlformats.org/drawingml/2006/main">
              <a:ext uri="{FF2B5EF4-FFF2-40B4-BE49-F238E27FC236}">
                <a16:creationId xmlns:a16="http://schemas.microsoft.com/office/drawing/2014/main" id="{63F30FF3-CD52-4BDF-8F43-5722F84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3356" y="81537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2" name="path-7563">
            <a:extLst xmlns:a="http://schemas.openxmlformats.org/drawingml/2006/main">
              <a:ext uri="{FF2B5EF4-FFF2-40B4-BE49-F238E27FC236}">
                <a16:creationId xmlns:a16="http://schemas.microsoft.com/office/drawing/2014/main" id="{9D584E1D-62C2-4B7D-8E2A-12EF45C1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0194" y="81197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3" name="path-7564">
            <a:extLst xmlns:a="http://schemas.openxmlformats.org/drawingml/2006/main">
              <a:ext uri="{FF2B5EF4-FFF2-40B4-BE49-F238E27FC236}">
                <a16:creationId xmlns:a16="http://schemas.microsoft.com/office/drawing/2014/main" id="{92D1C138-BFD9-4A22-BCC8-59832092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9795" y="8139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4" name="path-7565">
            <a:extLst xmlns:a="http://schemas.openxmlformats.org/drawingml/2006/main">
              <a:ext uri="{FF2B5EF4-FFF2-40B4-BE49-F238E27FC236}">
                <a16:creationId xmlns:a16="http://schemas.microsoft.com/office/drawing/2014/main" id="{8E9044F0-31DD-4A53-8810-C329302C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022" y="81169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5" name="path-7566">
            <a:extLst xmlns:a="http://schemas.openxmlformats.org/drawingml/2006/main">
              <a:ext uri="{FF2B5EF4-FFF2-40B4-BE49-F238E27FC236}">
                <a16:creationId xmlns:a16="http://schemas.microsoft.com/office/drawing/2014/main" id="{0C33E733-B557-439C-8EA8-876F187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65" y="81376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6" name="path-7567">
            <a:extLst xmlns:a="http://schemas.openxmlformats.org/drawingml/2006/main">
              <a:ext uri="{FF2B5EF4-FFF2-40B4-BE49-F238E27FC236}">
                <a16:creationId xmlns:a16="http://schemas.microsoft.com/office/drawing/2014/main" id="{B4DA0FBE-C0EF-42D1-9C6A-891EF97A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4793" y="81866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7" name="path-7568">
            <a:extLst xmlns:a="http://schemas.openxmlformats.org/drawingml/2006/main">
              <a:ext uri="{FF2B5EF4-FFF2-40B4-BE49-F238E27FC236}">
                <a16:creationId xmlns:a16="http://schemas.microsoft.com/office/drawing/2014/main" id="{00789F81-90D8-41AB-B74B-429F9D85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0170" y="81348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8" name="path-7569">
            <a:extLst xmlns:a="http://schemas.openxmlformats.org/drawingml/2006/main">
              <a:ext uri="{FF2B5EF4-FFF2-40B4-BE49-F238E27FC236}">
                <a16:creationId xmlns:a16="http://schemas.microsoft.com/office/drawing/2014/main" id="{714178B3-09E8-4428-B621-1BF7F2C8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436" y="81766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9" name="path-7570">
            <a:extLst xmlns:a="http://schemas.openxmlformats.org/drawingml/2006/main">
              <a:ext uri="{FF2B5EF4-FFF2-40B4-BE49-F238E27FC236}">
                <a16:creationId xmlns:a16="http://schemas.microsoft.com/office/drawing/2014/main" id="{EB161876-B95E-4344-983C-1B62A738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6134" y="81802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0" name="path-7571">
            <a:extLst xmlns:a="http://schemas.openxmlformats.org/drawingml/2006/main">
              <a:ext uri="{FF2B5EF4-FFF2-40B4-BE49-F238E27FC236}">
                <a16:creationId xmlns:a16="http://schemas.microsoft.com/office/drawing/2014/main" id="{3B22186C-122E-4CD2-A9CB-899FF50B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578" y="81396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1" name="path-7572">
            <a:extLst xmlns:a="http://schemas.openxmlformats.org/drawingml/2006/main">
              <a:ext uri="{FF2B5EF4-FFF2-40B4-BE49-F238E27FC236}">
                <a16:creationId xmlns:a16="http://schemas.microsoft.com/office/drawing/2014/main" id="{9DB2BFFD-C76A-4F06-924B-A1E923F3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8546" y="81635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2" name="path-7573">
            <a:extLst xmlns:a="http://schemas.openxmlformats.org/drawingml/2006/main">
              <a:ext uri="{FF2B5EF4-FFF2-40B4-BE49-F238E27FC236}">
                <a16:creationId xmlns:a16="http://schemas.microsoft.com/office/drawing/2014/main" id="{589C53A2-1376-41B7-8C61-203F254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6272" y="8125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3" name="path-7574">
            <a:extLst xmlns:a="http://schemas.openxmlformats.org/drawingml/2006/main">
              <a:ext uri="{FF2B5EF4-FFF2-40B4-BE49-F238E27FC236}">
                <a16:creationId xmlns:a16="http://schemas.microsoft.com/office/drawing/2014/main" id="{F9029C90-AB6F-4A1E-8747-91A4A6FD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904" y="81100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4" name="path-7575">
            <a:extLst xmlns:a="http://schemas.openxmlformats.org/drawingml/2006/main">
              <a:ext uri="{FF2B5EF4-FFF2-40B4-BE49-F238E27FC236}">
                <a16:creationId xmlns:a16="http://schemas.microsoft.com/office/drawing/2014/main" id="{E9B3DD0C-FC3D-455E-BE24-B0C0CEAF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4150" y="81682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5" name="path-7576">
            <a:extLst xmlns:a="http://schemas.openxmlformats.org/drawingml/2006/main">
              <a:ext uri="{FF2B5EF4-FFF2-40B4-BE49-F238E27FC236}">
                <a16:creationId xmlns:a16="http://schemas.microsoft.com/office/drawing/2014/main" id="{E2C1ED00-D697-438A-A14E-80028777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0032" y="81700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6" name="path-7577">
            <a:extLst xmlns:a="http://schemas.openxmlformats.org/drawingml/2006/main">
              <a:ext uri="{FF2B5EF4-FFF2-40B4-BE49-F238E27FC236}">
                <a16:creationId xmlns:a16="http://schemas.microsoft.com/office/drawing/2014/main" id="{58F96BD9-33A6-47C0-99E4-AAFEE529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0186" y="81565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7" name="path-7578">
            <a:extLst xmlns:a="http://schemas.openxmlformats.org/drawingml/2006/main">
              <a:ext uri="{FF2B5EF4-FFF2-40B4-BE49-F238E27FC236}">
                <a16:creationId xmlns:a16="http://schemas.microsoft.com/office/drawing/2014/main" id="{13DDA2C4-2F33-4FD6-AED3-C0B3AC62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614" y="81316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8" name="path-7579">
            <a:extLst xmlns:a="http://schemas.openxmlformats.org/drawingml/2006/main">
              <a:ext uri="{FF2B5EF4-FFF2-40B4-BE49-F238E27FC236}">
                <a16:creationId xmlns:a16="http://schemas.microsoft.com/office/drawing/2014/main" id="{1B0878CB-B245-486C-9B3F-2B49CE43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251" y="81317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9" name="path-7580">
            <a:extLst xmlns:a="http://schemas.openxmlformats.org/drawingml/2006/main">
              <a:ext uri="{FF2B5EF4-FFF2-40B4-BE49-F238E27FC236}">
                <a16:creationId xmlns:a16="http://schemas.microsoft.com/office/drawing/2014/main" id="{5BA07F98-1B34-4E3F-AB60-A4080F0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7610" y="8160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0" name="path-7581">
            <a:extLst xmlns:a="http://schemas.openxmlformats.org/drawingml/2006/main">
              <a:ext uri="{FF2B5EF4-FFF2-40B4-BE49-F238E27FC236}">
                <a16:creationId xmlns:a16="http://schemas.microsoft.com/office/drawing/2014/main" id="{1227864B-2F42-484E-A3E0-54160D4C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8844" y="81378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1" name="path-7582">
            <a:extLst xmlns:a="http://schemas.openxmlformats.org/drawingml/2006/main">
              <a:ext uri="{FF2B5EF4-FFF2-40B4-BE49-F238E27FC236}">
                <a16:creationId xmlns:a16="http://schemas.microsoft.com/office/drawing/2014/main" id="{07DDBD39-CBD0-4597-8968-F726470B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279" y="81517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2" name="path-7583">
            <a:extLst xmlns:a="http://schemas.openxmlformats.org/drawingml/2006/main">
              <a:ext uri="{FF2B5EF4-FFF2-40B4-BE49-F238E27FC236}">
                <a16:creationId xmlns:a16="http://schemas.microsoft.com/office/drawing/2014/main" id="{FD524B15-6E80-4AD2-B92F-6CFBC9FC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400" y="81634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3" name="path-7584">
            <a:extLst xmlns:a="http://schemas.openxmlformats.org/drawingml/2006/main">
              <a:ext uri="{FF2B5EF4-FFF2-40B4-BE49-F238E27FC236}">
                <a16:creationId xmlns:a16="http://schemas.microsoft.com/office/drawing/2014/main" id="{68A39153-9EC6-4716-A46D-5F4C3656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5991" y="81199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4" name="path-7585">
            <a:extLst xmlns:a="http://schemas.openxmlformats.org/drawingml/2006/main">
              <a:ext uri="{FF2B5EF4-FFF2-40B4-BE49-F238E27FC236}">
                <a16:creationId xmlns:a16="http://schemas.microsoft.com/office/drawing/2014/main" id="{6562AAC6-6E2A-449B-B98C-91EA483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1581" y="8162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5" name="path-7586">
            <a:extLst xmlns:a="http://schemas.openxmlformats.org/drawingml/2006/main">
              <a:ext uri="{FF2B5EF4-FFF2-40B4-BE49-F238E27FC236}">
                <a16:creationId xmlns:a16="http://schemas.microsoft.com/office/drawing/2014/main" id="{FA08C967-4C4D-412A-B338-48851C2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2385" y="8118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6" name="path-7587">
            <a:extLst xmlns:a="http://schemas.openxmlformats.org/drawingml/2006/main">
              <a:ext uri="{FF2B5EF4-FFF2-40B4-BE49-F238E27FC236}">
                <a16:creationId xmlns:a16="http://schemas.microsoft.com/office/drawing/2014/main" id="{ECF74662-E2CD-41AE-B2E5-A341C47A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3702" y="8151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7" name="path-7588">
            <a:extLst xmlns:a="http://schemas.openxmlformats.org/drawingml/2006/main">
              <a:ext uri="{FF2B5EF4-FFF2-40B4-BE49-F238E27FC236}">
                <a16:creationId xmlns:a16="http://schemas.microsoft.com/office/drawing/2014/main" id="{50EA09CD-FF3D-4E7D-83BF-C4DB9EA8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274" y="814660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8" name="path-7589">
            <a:extLst xmlns:a="http://schemas.openxmlformats.org/drawingml/2006/main">
              <a:ext uri="{FF2B5EF4-FFF2-40B4-BE49-F238E27FC236}">
                <a16:creationId xmlns:a16="http://schemas.microsoft.com/office/drawing/2014/main" id="{88131DE5-FAAD-40B0-BB78-E5B24DDA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8620" y="81235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9" name="path-7590">
            <a:extLst xmlns:a="http://schemas.openxmlformats.org/drawingml/2006/main">
              <a:ext uri="{FF2B5EF4-FFF2-40B4-BE49-F238E27FC236}">
                <a16:creationId xmlns:a16="http://schemas.microsoft.com/office/drawing/2014/main" id="{D17BC0F4-FB5E-4EE6-A843-40BA4FB2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8790" y="81611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0" name="path-7591">
            <a:extLst xmlns:a="http://schemas.openxmlformats.org/drawingml/2006/main">
              <a:ext uri="{FF2B5EF4-FFF2-40B4-BE49-F238E27FC236}">
                <a16:creationId xmlns:a16="http://schemas.microsoft.com/office/drawing/2014/main" id="{D6723DF7-375E-46E7-AD1F-E157EA29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1124" y="8154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1" name="path-7592">
            <a:extLst xmlns:a="http://schemas.openxmlformats.org/drawingml/2006/main">
              <a:ext uri="{FF2B5EF4-FFF2-40B4-BE49-F238E27FC236}">
                <a16:creationId xmlns:a16="http://schemas.microsoft.com/office/drawing/2014/main" id="{29EB15BD-13DE-46DB-A65A-56358B2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779" y="81083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2" name="path-7593">
            <a:extLst xmlns:a="http://schemas.openxmlformats.org/drawingml/2006/main">
              <a:ext uri="{FF2B5EF4-FFF2-40B4-BE49-F238E27FC236}">
                <a16:creationId xmlns:a16="http://schemas.microsoft.com/office/drawing/2014/main" id="{7E850C97-1DDC-4568-9D52-5F339DC5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5038" y="8152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3" name="path-7594">
            <a:extLst xmlns:a="http://schemas.openxmlformats.org/drawingml/2006/main">
              <a:ext uri="{FF2B5EF4-FFF2-40B4-BE49-F238E27FC236}">
                <a16:creationId xmlns:a16="http://schemas.microsoft.com/office/drawing/2014/main" id="{AC3D7728-2A32-47D6-82E7-BB396738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8168" y="8118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4" name="path-7595">
            <a:extLst xmlns:a="http://schemas.openxmlformats.org/drawingml/2006/main">
              <a:ext uri="{FF2B5EF4-FFF2-40B4-BE49-F238E27FC236}">
                <a16:creationId xmlns:a16="http://schemas.microsoft.com/office/drawing/2014/main" id="{D39DBE7C-D633-4FFA-8D5E-1CD51F6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1422" y="81404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5" name="path-7596">
            <a:extLst xmlns:a="http://schemas.openxmlformats.org/drawingml/2006/main">
              <a:ext uri="{FF2B5EF4-FFF2-40B4-BE49-F238E27FC236}">
                <a16:creationId xmlns:a16="http://schemas.microsoft.com/office/drawing/2014/main" id="{FE633FDF-2029-4845-937B-A2A52E8F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1092" y="81889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6" name="path-7597">
            <a:extLst xmlns:a="http://schemas.openxmlformats.org/drawingml/2006/main">
              <a:ext uri="{FF2B5EF4-FFF2-40B4-BE49-F238E27FC236}">
                <a16:creationId xmlns:a16="http://schemas.microsoft.com/office/drawing/2014/main" id="{14CB3718-CAEE-4EF0-8887-4B8EB01E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4982" y="81149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7" name="path-7598">
            <a:extLst xmlns:a="http://schemas.openxmlformats.org/drawingml/2006/main">
              <a:ext uri="{FF2B5EF4-FFF2-40B4-BE49-F238E27FC236}">
                <a16:creationId xmlns:a16="http://schemas.microsoft.com/office/drawing/2014/main" id="{81D9E74A-E54F-4E69-8464-A803DC14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9291" y="8160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8" name="path-7599">
            <a:extLst xmlns:a="http://schemas.openxmlformats.org/drawingml/2006/main">
              <a:ext uri="{FF2B5EF4-FFF2-40B4-BE49-F238E27FC236}">
                <a16:creationId xmlns:a16="http://schemas.microsoft.com/office/drawing/2014/main" id="{DB98B79E-5047-4D78-B09E-1722FB33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2735" y="81349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9" name="path-7600">
            <a:extLst xmlns:a="http://schemas.openxmlformats.org/drawingml/2006/main">
              <a:ext uri="{FF2B5EF4-FFF2-40B4-BE49-F238E27FC236}">
                <a16:creationId xmlns:a16="http://schemas.microsoft.com/office/drawing/2014/main" id="{6C7B219D-8EB2-42B8-BE9E-4F66DF88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3272" y="81355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0" name="path-7601">
            <a:extLst xmlns:a="http://schemas.openxmlformats.org/drawingml/2006/main">
              <a:ext uri="{FF2B5EF4-FFF2-40B4-BE49-F238E27FC236}">
                <a16:creationId xmlns:a16="http://schemas.microsoft.com/office/drawing/2014/main" id="{19BEF54A-2F17-4F88-89DF-95816D6F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409" y="81381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1" name="path-7602">
            <a:extLst xmlns:a="http://schemas.openxmlformats.org/drawingml/2006/main">
              <a:ext uri="{FF2B5EF4-FFF2-40B4-BE49-F238E27FC236}">
                <a16:creationId xmlns:a16="http://schemas.microsoft.com/office/drawing/2014/main" id="{775E92ED-E31F-4BE6-A172-DBE87874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9743" y="81266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2" name="path-7603">
            <a:extLst xmlns:a="http://schemas.openxmlformats.org/drawingml/2006/main">
              <a:ext uri="{FF2B5EF4-FFF2-40B4-BE49-F238E27FC236}">
                <a16:creationId xmlns:a16="http://schemas.microsoft.com/office/drawing/2014/main" id="{A95A4221-98EC-44CE-B50C-FCEF88A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449" y="81307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3" name="path-7604">
            <a:extLst xmlns:a="http://schemas.openxmlformats.org/drawingml/2006/main">
              <a:ext uri="{FF2B5EF4-FFF2-40B4-BE49-F238E27FC236}">
                <a16:creationId xmlns:a16="http://schemas.microsoft.com/office/drawing/2014/main" id="{DC3F2138-14CE-4FE4-A7E1-FC1DCC02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03" y="81449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4" name="path-7605">
            <a:extLst xmlns:a="http://schemas.openxmlformats.org/drawingml/2006/main">
              <a:ext uri="{FF2B5EF4-FFF2-40B4-BE49-F238E27FC236}">
                <a16:creationId xmlns:a16="http://schemas.microsoft.com/office/drawing/2014/main" id="{BC5E7C66-F0CB-44B1-8A0F-BACC10CA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624" y="81700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5" name="path-7606">
            <a:extLst xmlns:a="http://schemas.openxmlformats.org/drawingml/2006/main">
              <a:ext uri="{FF2B5EF4-FFF2-40B4-BE49-F238E27FC236}">
                <a16:creationId xmlns:a16="http://schemas.microsoft.com/office/drawing/2014/main" id="{5043C06A-C305-463C-8F10-4C72A1B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0010" y="81208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6" name="path-7607">
            <a:extLst xmlns:a="http://schemas.openxmlformats.org/drawingml/2006/main">
              <a:ext uri="{FF2B5EF4-FFF2-40B4-BE49-F238E27FC236}">
                <a16:creationId xmlns:a16="http://schemas.microsoft.com/office/drawing/2014/main" id="{8D9B0612-1DFB-4C2D-B029-A0006C85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5849" y="81313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7" name="path-7608">
            <a:extLst xmlns:a="http://schemas.openxmlformats.org/drawingml/2006/main">
              <a:ext uri="{FF2B5EF4-FFF2-40B4-BE49-F238E27FC236}">
                <a16:creationId xmlns:a16="http://schemas.microsoft.com/office/drawing/2014/main" id="{40681631-2169-4561-9FD6-93048248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144" y="8153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8" name="path-7609">
            <a:extLst xmlns:a="http://schemas.openxmlformats.org/drawingml/2006/main">
              <a:ext uri="{FF2B5EF4-FFF2-40B4-BE49-F238E27FC236}">
                <a16:creationId xmlns:a16="http://schemas.microsoft.com/office/drawing/2014/main" id="{342548F2-6EE0-4788-B1B1-F3DEA9AC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2481" y="81780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9" name="path-7610">
            <a:extLst xmlns:a="http://schemas.openxmlformats.org/drawingml/2006/main">
              <a:ext uri="{FF2B5EF4-FFF2-40B4-BE49-F238E27FC236}">
                <a16:creationId xmlns:a16="http://schemas.microsoft.com/office/drawing/2014/main" id="{DF330E25-BF21-4B1D-B5E6-655C48D8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433" y="81646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0" name="path-7611">
            <a:extLst xmlns:a="http://schemas.openxmlformats.org/drawingml/2006/main">
              <a:ext uri="{FF2B5EF4-FFF2-40B4-BE49-F238E27FC236}">
                <a16:creationId xmlns:a16="http://schemas.microsoft.com/office/drawing/2014/main" id="{1EA94CFD-7D53-4151-819A-18004075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8148" y="81241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1" name="path-7612">
            <a:extLst xmlns:a="http://schemas.openxmlformats.org/drawingml/2006/main">
              <a:ext uri="{FF2B5EF4-FFF2-40B4-BE49-F238E27FC236}">
                <a16:creationId xmlns:a16="http://schemas.microsoft.com/office/drawing/2014/main" id="{419AFC67-2136-4AE2-BFD8-6B4E3810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9973" y="8172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2" name="path-7613">
            <a:extLst xmlns:a="http://schemas.openxmlformats.org/drawingml/2006/main">
              <a:ext uri="{FF2B5EF4-FFF2-40B4-BE49-F238E27FC236}">
                <a16:creationId xmlns:a16="http://schemas.microsoft.com/office/drawing/2014/main" id="{BD331EEF-A686-46F5-AE14-E0019A1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5044" y="81487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3" name="path-7614">
            <a:extLst xmlns:a="http://schemas.openxmlformats.org/drawingml/2006/main">
              <a:ext uri="{FF2B5EF4-FFF2-40B4-BE49-F238E27FC236}">
                <a16:creationId xmlns:a16="http://schemas.microsoft.com/office/drawing/2014/main" id="{A7E1D10E-7DAE-4629-B5C2-96538315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133" y="81350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4" name="path-7615">
            <a:extLst xmlns:a="http://schemas.openxmlformats.org/drawingml/2006/main">
              <a:ext uri="{FF2B5EF4-FFF2-40B4-BE49-F238E27FC236}">
                <a16:creationId xmlns:a16="http://schemas.microsoft.com/office/drawing/2014/main" id="{FDB21BC9-DA4C-4577-93CF-E73E0256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7927" y="81499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5" name="path-7616">
            <a:extLst xmlns:a="http://schemas.openxmlformats.org/drawingml/2006/main">
              <a:ext uri="{FF2B5EF4-FFF2-40B4-BE49-F238E27FC236}">
                <a16:creationId xmlns:a16="http://schemas.microsoft.com/office/drawing/2014/main" id="{3CBA8AF6-3D94-4DD3-B5FE-2A99B2AF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6320" y="81324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6" name="path-7617">
            <a:extLst xmlns:a="http://schemas.openxmlformats.org/drawingml/2006/main">
              <a:ext uri="{FF2B5EF4-FFF2-40B4-BE49-F238E27FC236}">
                <a16:creationId xmlns:a16="http://schemas.microsoft.com/office/drawing/2014/main" id="{375DB646-F4A0-4FBE-9B60-CC91CCB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3806" y="8143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7" name="path-7618">
            <a:extLst xmlns:a="http://schemas.openxmlformats.org/drawingml/2006/main">
              <a:ext uri="{FF2B5EF4-FFF2-40B4-BE49-F238E27FC236}">
                <a16:creationId xmlns:a16="http://schemas.microsoft.com/office/drawing/2014/main" id="{49AE513B-D595-4B4B-89BE-D7FAF0CF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1119" y="81561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8" name="path-7619">
            <a:extLst xmlns:a="http://schemas.openxmlformats.org/drawingml/2006/main">
              <a:ext uri="{FF2B5EF4-FFF2-40B4-BE49-F238E27FC236}">
                <a16:creationId xmlns:a16="http://schemas.microsoft.com/office/drawing/2014/main" id="{6052E598-17C0-42F6-B9A5-DA9A7F13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1589" y="8147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9" name="path-7620">
            <a:extLst xmlns:a="http://schemas.openxmlformats.org/drawingml/2006/main">
              <a:ext uri="{FF2B5EF4-FFF2-40B4-BE49-F238E27FC236}">
                <a16:creationId xmlns:a16="http://schemas.microsoft.com/office/drawing/2014/main" id="{D7C17F49-E39F-4123-B43E-1F8FAEFC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3973" y="81373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0" name="path-7621">
            <a:extLst xmlns:a="http://schemas.openxmlformats.org/drawingml/2006/main">
              <a:ext uri="{FF2B5EF4-FFF2-40B4-BE49-F238E27FC236}">
                <a16:creationId xmlns:a16="http://schemas.microsoft.com/office/drawing/2014/main" id="{DF6586B2-FFCD-4FFA-9E49-89C56AE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8609" y="81682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1" name="path-7622">
            <a:extLst xmlns:a="http://schemas.openxmlformats.org/drawingml/2006/main">
              <a:ext uri="{FF2B5EF4-FFF2-40B4-BE49-F238E27FC236}">
                <a16:creationId xmlns:a16="http://schemas.microsoft.com/office/drawing/2014/main" id="{86A60E37-D097-457E-B56B-5589A13E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0349" y="81491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2" name="path-7623">
            <a:extLst xmlns:a="http://schemas.openxmlformats.org/drawingml/2006/main">
              <a:ext uri="{FF2B5EF4-FFF2-40B4-BE49-F238E27FC236}">
                <a16:creationId xmlns:a16="http://schemas.microsoft.com/office/drawing/2014/main" id="{1B455A9C-EEA7-465D-B136-6370B21D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2158" y="8111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3" name="path-7624">
            <a:extLst xmlns:a="http://schemas.openxmlformats.org/drawingml/2006/main">
              <a:ext uri="{FF2B5EF4-FFF2-40B4-BE49-F238E27FC236}">
                <a16:creationId xmlns:a16="http://schemas.microsoft.com/office/drawing/2014/main" id="{AFE411D0-DCDD-4391-9ACC-E1743BCE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327" y="81468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4" name="path-7625">
            <a:extLst xmlns:a="http://schemas.openxmlformats.org/drawingml/2006/main">
              <a:ext uri="{FF2B5EF4-FFF2-40B4-BE49-F238E27FC236}">
                <a16:creationId xmlns:a16="http://schemas.microsoft.com/office/drawing/2014/main" id="{74BB3C84-B098-432A-B1ED-E7F60875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1789" y="81382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5" name="path-7626">
            <a:extLst xmlns:a="http://schemas.openxmlformats.org/drawingml/2006/main">
              <a:ext uri="{FF2B5EF4-FFF2-40B4-BE49-F238E27FC236}">
                <a16:creationId xmlns:a16="http://schemas.microsoft.com/office/drawing/2014/main" id="{AC720802-B5D7-401A-961F-3E921E36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7337" y="8102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6" name="path-7627">
            <a:extLst xmlns:a="http://schemas.openxmlformats.org/drawingml/2006/main">
              <a:ext uri="{FF2B5EF4-FFF2-40B4-BE49-F238E27FC236}">
                <a16:creationId xmlns:a16="http://schemas.microsoft.com/office/drawing/2014/main" id="{DE182852-17BD-4F1A-A430-C5F381C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5981" y="81719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7" name="path-7628">
            <a:extLst xmlns:a="http://schemas.openxmlformats.org/drawingml/2006/main">
              <a:ext uri="{FF2B5EF4-FFF2-40B4-BE49-F238E27FC236}">
                <a16:creationId xmlns:a16="http://schemas.microsoft.com/office/drawing/2014/main" id="{29578C80-801C-4B60-A944-864BA7D0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200" y="81404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8" name="path-7629">
            <a:extLst xmlns:a="http://schemas.openxmlformats.org/drawingml/2006/main">
              <a:ext uri="{FF2B5EF4-FFF2-40B4-BE49-F238E27FC236}">
                <a16:creationId xmlns:a16="http://schemas.microsoft.com/office/drawing/2014/main" id="{AE52597F-B183-4081-B0F5-1FAA22AF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3286" y="81455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9" name="path-7630">
            <a:extLst xmlns:a="http://schemas.openxmlformats.org/drawingml/2006/main">
              <a:ext uri="{FF2B5EF4-FFF2-40B4-BE49-F238E27FC236}">
                <a16:creationId xmlns:a16="http://schemas.microsoft.com/office/drawing/2014/main" id="{4A4D4573-6B48-41C9-933F-F235302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0620" y="814430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0" name="path-7631">
            <a:extLst xmlns:a="http://schemas.openxmlformats.org/drawingml/2006/main">
              <a:ext uri="{FF2B5EF4-FFF2-40B4-BE49-F238E27FC236}">
                <a16:creationId xmlns:a16="http://schemas.microsoft.com/office/drawing/2014/main" id="{17379DDE-EA82-4989-8C78-E03A7822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2376" y="81478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1" name="path-7632">
            <a:extLst xmlns:a="http://schemas.openxmlformats.org/drawingml/2006/main">
              <a:ext uri="{FF2B5EF4-FFF2-40B4-BE49-F238E27FC236}">
                <a16:creationId xmlns:a16="http://schemas.microsoft.com/office/drawing/2014/main" id="{50A3FF80-3E50-4EA5-A649-36BD298A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5483" y="81666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2" name="path-7633">
            <a:extLst xmlns:a="http://schemas.openxmlformats.org/drawingml/2006/main">
              <a:ext uri="{FF2B5EF4-FFF2-40B4-BE49-F238E27FC236}">
                <a16:creationId xmlns:a16="http://schemas.microsoft.com/office/drawing/2014/main" id="{5B32CD7C-ED35-4E20-BA98-9C66B652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538" y="8158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3" name="path-7634">
            <a:extLst xmlns:a="http://schemas.openxmlformats.org/drawingml/2006/main">
              <a:ext uri="{FF2B5EF4-FFF2-40B4-BE49-F238E27FC236}">
                <a16:creationId xmlns:a16="http://schemas.microsoft.com/office/drawing/2014/main" id="{E45522F9-B927-4CC8-8BD0-72D5A6B9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4730" y="81197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4" name="path-7635">
            <a:extLst xmlns:a="http://schemas.openxmlformats.org/drawingml/2006/main">
              <a:ext uri="{FF2B5EF4-FFF2-40B4-BE49-F238E27FC236}">
                <a16:creationId xmlns:a16="http://schemas.microsoft.com/office/drawing/2014/main" id="{5CE043C0-E975-4E7C-BC5E-7DF62840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201" y="81489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5" name="path-7636">
            <a:extLst xmlns:a="http://schemas.openxmlformats.org/drawingml/2006/main">
              <a:ext uri="{FF2B5EF4-FFF2-40B4-BE49-F238E27FC236}">
                <a16:creationId xmlns:a16="http://schemas.microsoft.com/office/drawing/2014/main" id="{EE1F320D-5ADA-4861-8BF6-97CD01E4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7299" y="81573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6" name="path-7637">
            <a:extLst xmlns:a="http://schemas.openxmlformats.org/drawingml/2006/main">
              <a:ext uri="{FF2B5EF4-FFF2-40B4-BE49-F238E27FC236}">
                <a16:creationId xmlns:a16="http://schemas.microsoft.com/office/drawing/2014/main" id="{A0CCFBD8-9F6B-4DD3-B15C-CF1F6F1F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305" y="81731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7" name="path-7638">
            <a:extLst xmlns:a="http://schemas.openxmlformats.org/drawingml/2006/main">
              <a:ext uri="{FF2B5EF4-FFF2-40B4-BE49-F238E27FC236}">
                <a16:creationId xmlns:a16="http://schemas.microsoft.com/office/drawing/2014/main" id="{3FA17579-B6C4-4D64-967F-E580A460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365" y="81567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8" name="path-7639">
            <a:extLst xmlns:a="http://schemas.openxmlformats.org/drawingml/2006/main">
              <a:ext uri="{FF2B5EF4-FFF2-40B4-BE49-F238E27FC236}">
                <a16:creationId xmlns:a16="http://schemas.microsoft.com/office/drawing/2014/main" id="{030315CA-5D0F-42F3-BF1F-DDAF958D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0712" y="81174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9" name="path-7640">
            <a:extLst xmlns:a="http://schemas.openxmlformats.org/drawingml/2006/main">
              <a:ext uri="{FF2B5EF4-FFF2-40B4-BE49-F238E27FC236}">
                <a16:creationId xmlns:a16="http://schemas.microsoft.com/office/drawing/2014/main" id="{2BE349C5-07DD-4FBD-A60B-BE45CCDF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5707" y="816118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0" name="path-7641">
            <a:extLst xmlns:a="http://schemas.openxmlformats.org/drawingml/2006/main">
              <a:ext uri="{FF2B5EF4-FFF2-40B4-BE49-F238E27FC236}">
                <a16:creationId xmlns:a16="http://schemas.microsoft.com/office/drawing/2014/main" id="{07D81D5C-D9CA-43C6-95BB-22F6E156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6375" y="81182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1" name="path-7642">
            <a:extLst xmlns:a="http://schemas.openxmlformats.org/drawingml/2006/main">
              <a:ext uri="{FF2B5EF4-FFF2-40B4-BE49-F238E27FC236}">
                <a16:creationId xmlns:a16="http://schemas.microsoft.com/office/drawing/2014/main" id="{F4DFBDDC-101C-4949-8912-614D82E6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965" y="81500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2" name="path-7643">
            <a:extLst xmlns:a="http://schemas.openxmlformats.org/drawingml/2006/main">
              <a:ext uri="{FF2B5EF4-FFF2-40B4-BE49-F238E27FC236}">
                <a16:creationId xmlns:a16="http://schemas.microsoft.com/office/drawing/2014/main" id="{F2D17938-E6CE-48E2-8AAB-4F212582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5955" y="81415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3" name="path-7644">
            <a:extLst xmlns:a="http://schemas.openxmlformats.org/drawingml/2006/main">
              <a:ext uri="{FF2B5EF4-FFF2-40B4-BE49-F238E27FC236}">
                <a16:creationId xmlns:a16="http://schemas.microsoft.com/office/drawing/2014/main" id="{BA0A097F-F80B-41DC-8D4D-AF1E860D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7459" y="81559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4" name="path-7645">
            <a:extLst xmlns:a="http://schemas.openxmlformats.org/drawingml/2006/main">
              <a:ext uri="{FF2B5EF4-FFF2-40B4-BE49-F238E27FC236}">
                <a16:creationId xmlns:a16="http://schemas.microsoft.com/office/drawing/2014/main" id="{48852A05-23A0-4585-9183-47443D70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7140" y="81190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5" name="path-7646">
            <a:extLst xmlns:a="http://schemas.openxmlformats.org/drawingml/2006/main">
              <a:ext uri="{FF2B5EF4-FFF2-40B4-BE49-F238E27FC236}">
                <a16:creationId xmlns:a16="http://schemas.microsoft.com/office/drawing/2014/main" id="{1FE22EB8-DE64-4BA2-9D27-DC34EB7E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4872" y="81505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6" name="path-7647">
            <a:extLst xmlns:a="http://schemas.openxmlformats.org/drawingml/2006/main">
              <a:ext uri="{FF2B5EF4-FFF2-40B4-BE49-F238E27FC236}">
                <a16:creationId xmlns:a16="http://schemas.microsoft.com/office/drawing/2014/main" id="{0C13C458-1FC0-4E2F-AB6B-88888AB3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4230" y="81530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7" name="path-7648">
            <a:extLst xmlns:a="http://schemas.openxmlformats.org/drawingml/2006/main">
              <a:ext uri="{FF2B5EF4-FFF2-40B4-BE49-F238E27FC236}">
                <a16:creationId xmlns:a16="http://schemas.microsoft.com/office/drawing/2014/main" id="{E9B32B06-B3D7-44E4-91B4-BCF6BA35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651" y="81412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8" name="path-7649">
            <a:extLst xmlns:a="http://schemas.openxmlformats.org/drawingml/2006/main">
              <a:ext uri="{FF2B5EF4-FFF2-40B4-BE49-F238E27FC236}">
                <a16:creationId xmlns:a16="http://schemas.microsoft.com/office/drawing/2014/main" id="{5B2A01A3-8862-4AC2-9D02-30AFA103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2868" y="8177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9" name="path-7650">
            <a:extLst xmlns:a="http://schemas.openxmlformats.org/drawingml/2006/main">
              <a:ext uri="{FF2B5EF4-FFF2-40B4-BE49-F238E27FC236}">
                <a16:creationId xmlns:a16="http://schemas.microsoft.com/office/drawing/2014/main" id="{A6540EC8-D093-40E9-8676-2AB9BE08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04" y="81318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0" name="path-7651">
            <a:extLst xmlns:a="http://schemas.openxmlformats.org/drawingml/2006/main">
              <a:ext uri="{FF2B5EF4-FFF2-40B4-BE49-F238E27FC236}">
                <a16:creationId xmlns:a16="http://schemas.microsoft.com/office/drawing/2014/main" id="{40977C8E-BC33-4695-9CBA-5AC53737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2038" y="81329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1" name="path-7652">
            <a:extLst xmlns:a="http://schemas.openxmlformats.org/drawingml/2006/main">
              <a:ext uri="{FF2B5EF4-FFF2-40B4-BE49-F238E27FC236}">
                <a16:creationId xmlns:a16="http://schemas.microsoft.com/office/drawing/2014/main" id="{F4BEECDB-5CD4-4DB8-8928-A63FBC53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9942" y="81745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2" name="path-7653">
            <a:extLst xmlns:a="http://schemas.openxmlformats.org/drawingml/2006/main">
              <a:ext uri="{FF2B5EF4-FFF2-40B4-BE49-F238E27FC236}">
                <a16:creationId xmlns:a16="http://schemas.microsoft.com/office/drawing/2014/main" id="{8C394F55-467D-4E17-98C6-43C27699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2912" y="8179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3" name="path-7654">
            <a:extLst xmlns:a="http://schemas.openxmlformats.org/drawingml/2006/main">
              <a:ext uri="{FF2B5EF4-FFF2-40B4-BE49-F238E27FC236}">
                <a16:creationId xmlns:a16="http://schemas.microsoft.com/office/drawing/2014/main" id="{2E6CAD63-71C6-498F-ACBD-6DA1291F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627" y="8137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4" name="path-7655">
            <a:extLst xmlns:a="http://schemas.openxmlformats.org/drawingml/2006/main">
              <a:ext uri="{FF2B5EF4-FFF2-40B4-BE49-F238E27FC236}">
                <a16:creationId xmlns:a16="http://schemas.microsoft.com/office/drawing/2014/main" id="{908E4CE0-5317-4F14-A7E4-EB948C72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278" y="81624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5" name="path-7656">
            <a:extLst xmlns:a="http://schemas.openxmlformats.org/drawingml/2006/main">
              <a:ext uri="{FF2B5EF4-FFF2-40B4-BE49-F238E27FC236}">
                <a16:creationId xmlns:a16="http://schemas.microsoft.com/office/drawing/2014/main" id="{2FE52ADC-1A49-4862-8DF4-64C730E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8595" y="81384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6" name="path-7657">
            <a:extLst xmlns:a="http://schemas.openxmlformats.org/drawingml/2006/main">
              <a:ext uri="{FF2B5EF4-FFF2-40B4-BE49-F238E27FC236}">
                <a16:creationId xmlns:a16="http://schemas.microsoft.com/office/drawing/2014/main" id="{0D677B86-83E7-4BCE-A6D3-D4B0CD9D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129" y="81408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7" name="path-7658">
            <a:extLst xmlns:a="http://schemas.openxmlformats.org/drawingml/2006/main">
              <a:ext uri="{FF2B5EF4-FFF2-40B4-BE49-F238E27FC236}">
                <a16:creationId xmlns:a16="http://schemas.microsoft.com/office/drawing/2014/main" id="{8653B1AC-0E8D-4B71-B4CF-A1FD2083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946" y="81324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8" name="path-7659">
            <a:extLst xmlns:a="http://schemas.openxmlformats.org/drawingml/2006/main">
              <a:ext uri="{FF2B5EF4-FFF2-40B4-BE49-F238E27FC236}">
                <a16:creationId xmlns:a16="http://schemas.microsoft.com/office/drawing/2014/main" id="{41B7D970-FB33-478F-93B8-1833A9AA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2766" y="81547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9" name="path-7660">
            <a:extLst xmlns:a="http://schemas.openxmlformats.org/drawingml/2006/main">
              <a:ext uri="{FF2B5EF4-FFF2-40B4-BE49-F238E27FC236}">
                <a16:creationId xmlns:a16="http://schemas.microsoft.com/office/drawing/2014/main" id="{AB2EDF15-7734-4557-AE54-BD0E08AE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9196" y="81617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0" name="path-7661">
            <a:extLst xmlns:a="http://schemas.openxmlformats.org/drawingml/2006/main">
              <a:ext uri="{FF2B5EF4-FFF2-40B4-BE49-F238E27FC236}">
                <a16:creationId xmlns:a16="http://schemas.microsoft.com/office/drawing/2014/main" id="{8FDD94CD-B089-42F4-8AC1-FB154FF7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5213" y="81586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1" name="path-7662">
            <a:extLst xmlns:a="http://schemas.openxmlformats.org/drawingml/2006/main">
              <a:ext uri="{FF2B5EF4-FFF2-40B4-BE49-F238E27FC236}">
                <a16:creationId xmlns:a16="http://schemas.microsoft.com/office/drawing/2014/main" id="{F9C39C73-3A07-4F23-984F-3345B4F7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810" y="81612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2" name="path-7663">
            <a:extLst xmlns:a="http://schemas.openxmlformats.org/drawingml/2006/main">
              <a:ext uri="{FF2B5EF4-FFF2-40B4-BE49-F238E27FC236}">
                <a16:creationId xmlns:a16="http://schemas.microsoft.com/office/drawing/2014/main" id="{2DFA2ABE-F9D0-4E21-BD53-5617CC0C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7806" y="81558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3" name="path-7664">
            <a:extLst xmlns:a="http://schemas.openxmlformats.org/drawingml/2006/main">
              <a:ext uri="{FF2B5EF4-FFF2-40B4-BE49-F238E27FC236}">
                <a16:creationId xmlns:a16="http://schemas.microsoft.com/office/drawing/2014/main" id="{834FEC48-1BAE-4E53-AE43-41E08AB1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915" y="818208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4" name="path-7665">
            <a:extLst xmlns:a="http://schemas.openxmlformats.org/drawingml/2006/main">
              <a:ext uri="{FF2B5EF4-FFF2-40B4-BE49-F238E27FC236}">
                <a16:creationId xmlns:a16="http://schemas.microsoft.com/office/drawing/2014/main" id="{B111F824-A78E-436E-8B8E-6F34F52F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5904" y="81441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5" name="path-7666">
            <a:extLst xmlns:a="http://schemas.openxmlformats.org/drawingml/2006/main">
              <a:ext uri="{FF2B5EF4-FFF2-40B4-BE49-F238E27FC236}">
                <a16:creationId xmlns:a16="http://schemas.microsoft.com/office/drawing/2014/main" id="{A9132F33-870C-40E4-A557-48622AB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5904" y="81248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6" name="path-7667">
            <a:extLst xmlns:a="http://schemas.openxmlformats.org/drawingml/2006/main">
              <a:ext uri="{FF2B5EF4-FFF2-40B4-BE49-F238E27FC236}">
                <a16:creationId xmlns:a16="http://schemas.microsoft.com/office/drawing/2014/main" id="{49EB8F49-95C1-46A7-9827-959C7726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2907" y="81219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7" name="path-7668">
            <a:extLst xmlns:a="http://schemas.openxmlformats.org/drawingml/2006/main">
              <a:ext uri="{FF2B5EF4-FFF2-40B4-BE49-F238E27FC236}">
                <a16:creationId xmlns:a16="http://schemas.microsoft.com/office/drawing/2014/main" id="{D834D287-4C8D-40BB-A15A-4E452AA4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2409" y="8118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8" name="path-7669">
            <a:extLst xmlns:a="http://schemas.openxmlformats.org/drawingml/2006/main">
              <a:ext uri="{FF2B5EF4-FFF2-40B4-BE49-F238E27FC236}">
                <a16:creationId xmlns:a16="http://schemas.microsoft.com/office/drawing/2014/main" id="{08EA9BE7-E32F-4D7D-8A72-34A34AB0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8891" y="81556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9" name="path-7670">
            <a:extLst xmlns:a="http://schemas.openxmlformats.org/drawingml/2006/main">
              <a:ext uri="{FF2B5EF4-FFF2-40B4-BE49-F238E27FC236}">
                <a16:creationId xmlns:a16="http://schemas.microsoft.com/office/drawing/2014/main" id="{0378FC5B-6E80-4289-A853-BE74CB7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271" y="81655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0" name="path-7671">
            <a:extLst xmlns:a="http://schemas.openxmlformats.org/drawingml/2006/main">
              <a:ext uri="{FF2B5EF4-FFF2-40B4-BE49-F238E27FC236}">
                <a16:creationId xmlns:a16="http://schemas.microsoft.com/office/drawing/2014/main" id="{B5894680-2097-4455-B73B-7C32DCDF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171" y="81644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1" name="path-7672">
            <a:extLst xmlns:a="http://schemas.openxmlformats.org/drawingml/2006/main">
              <a:ext uri="{FF2B5EF4-FFF2-40B4-BE49-F238E27FC236}">
                <a16:creationId xmlns:a16="http://schemas.microsoft.com/office/drawing/2014/main" id="{C09511CB-49C5-4424-8A3C-60149F51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8435" y="81086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2" name="path-7673">
            <a:extLst xmlns:a="http://schemas.openxmlformats.org/drawingml/2006/main">
              <a:ext uri="{FF2B5EF4-FFF2-40B4-BE49-F238E27FC236}">
                <a16:creationId xmlns:a16="http://schemas.microsoft.com/office/drawing/2014/main" id="{7901F25B-2B5C-4D3D-AE2C-DF058892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770" y="81167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3" name="path-7674">
            <a:extLst xmlns:a="http://schemas.openxmlformats.org/drawingml/2006/main">
              <a:ext uri="{FF2B5EF4-FFF2-40B4-BE49-F238E27FC236}">
                <a16:creationId xmlns:a16="http://schemas.microsoft.com/office/drawing/2014/main" id="{14BF0EDB-94EB-4D77-9633-3D06D348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3281" y="81337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4" name="path-7675">
            <a:extLst xmlns:a="http://schemas.openxmlformats.org/drawingml/2006/main">
              <a:ext uri="{FF2B5EF4-FFF2-40B4-BE49-F238E27FC236}">
                <a16:creationId xmlns:a16="http://schemas.microsoft.com/office/drawing/2014/main" id="{247C112A-A899-4C67-99B2-F4519111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352" y="81523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5" name="path-7676">
            <a:extLst xmlns:a="http://schemas.openxmlformats.org/drawingml/2006/main">
              <a:ext uri="{FF2B5EF4-FFF2-40B4-BE49-F238E27FC236}">
                <a16:creationId xmlns:a16="http://schemas.microsoft.com/office/drawing/2014/main" id="{5C6AEECB-5862-46FD-B79E-063D38CA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520" y="81431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6" name="path-7677">
            <a:extLst xmlns:a="http://schemas.openxmlformats.org/drawingml/2006/main">
              <a:ext uri="{FF2B5EF4-FFF2-40B4-BE49-F238E27FC236}">
                <a16:creationId xmlns:a16="http://schemas.microsoft.com/office/drawing/2014/main" id="{7E2083D6-E7AE-4EBF-933C-93D3041C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8570" y="81647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7" name="path-7678">
            <a:extLst xmlns:a="http://schemas.openxmlformats.org/drawingml/2006/main">
              <a:ext uri="{FF2B5EF4-FFF2-40B4-BE49-F238E27FC236}">
                <a16:creationId xmlns:a16="http://schemas.microsoft.com/office/drawing/2014/main" id="{FDA5A116-9796-424D-AFA3-40F6F161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7685" y="81502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8" name="path-7679">
            <a:extLst xmlns:a="http://schemas.openxmlformats.org/drawingml/2006/main">
              <a:ext uri="{FF2B5EF4-FFF2-40B4-BE49-F238E27FC236}">
                <a16:creationId xmlns:a16="http://schemas.microsoft.com/office/drawing/2014/main" id="{6CC69478-A737-44D6-9A5B-A0C678D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608" y="812206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9" name="path-7680">
            <a:extLst xmlns:a="http://schemas.openxmlformats.org/drawingml/2006/main">
              <a:ext uri="{FF2B5EF4-FFF2-40B4-BE49-F238E27FC236}">
                <a16:creationId xmlns:a16="http://schemas.microsoft.com/office/drawing/2014/main" id="{A8B80029-E21E-4ADA-B60B-0E6479C4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126" y="81695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0" name="path-7681">
            <a:extLst xmlns:a="http://schemas.openxmlformats.org/drawingml/2006/main">
              <a:ext uri="{FF2B5EF4-FFF2-40B4-BE49-F238E27FC236}">
                <a16:creationId xmlns:a16="http://schemas.microsoft.com/office/drawing/2014/main" id="{CD800414-017C-45E0-B47D-D7ACE6A0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7255" y="81345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1" name="path-7682">
            <a:extLst xmlns:a="http://schemas.openxmlformats.org/drawingml/2006/main">
              <a:ext uri="{FF2B5EF4-FFF2-40B4-BE49-F238E27FC236}">
                <a16:creationId xmlns:a16="http://schemas.microsoft.com/office/drawing/2014/main" id="{0FF8CE97-200F-44BC-81F5-1AFFCC7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024" y="8143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2" name="path-7683">
            <a:extLst xmlns:a="http://schemas.openxmlformats.org/drawingml/2006/main">
              <a:ext uri="{FF2B5EF4-FFF2-40B4-BE49-F238E27FC236}">
                <a16:creationId xmlns:a16="http://schemas.microsoft.com/office/drawing/2014/main" id="{9F1DFCEC-CF22-4F20-AE18-AD3BA307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6753" y="81686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3" name="path-7684">
            <a:extLst xmlns:a="http://schemas.openxmlformats.org/drawingml/2006/main">
              <a:ext uri="{FF2B5EF4-FFF2-40B4-BE49-F238E27FC236}">
                <a16:creationId xmlns:a16="http://schemas.microsoft.com/office/drawing/2014/main" id="{798A8E52-5BAD-4170-B548-3D8A9DD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362" y="81560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4" name="path-7685">
            <a:extLst xmlns:a="http://schemas.openxmlformats.org/drawingml/2006/main">
              <a:ext uri="{FF2B5EF4-FFF2-40B4-BE49-F238E27FC236}">
                <a16:creationId xmlns:a16="http://schemas.microsoft.com/office/drawing/2014/main" id="{BBA0854E-708F-4D64-A2BE-C87296C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6112" y="81333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5" name="path-7686">
            <a:extLst xmlns:a="http://schemas.openxmlformats.org/drawingml/2006/main">
              <a:ext uri="{FF2B5EF4-FFF2-40B4-BE49-F238E27FC236}">
                <a16:creationId xmlns:a16="http://schemas.microsoft.com/office/drawing/2014/main" id="{64FBB2D6-0575-44E3-87E6-D250822E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434" y="81769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6" name="path-7687">
            <a:extLst xmlns:a="http://schemas.openxmlformats.org/drawingml/2006/main">
              <a:ext uri="{FF2B5EF4-FFF2-40B4-BE49-F238E27FC236}">
                <a16:creationId xmlns:a16="http://schemas.microsoft.com/office/drawing/2014/main" id="{2F4E8A1C-CEDF-44B8-BE1F-630F99D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5187" y="8127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7" name="path-7688">
            <a:extLst xmlns:a="http://schemas.openxmlformats.org/drawingml/2006/main">
              <a:ext uri="{FF2B5EF4-FFF2-40B4-BE49-F238E27FC236}">
                <a16:creationId xmlns:a16="http://schemas.microsoft.com/office/drawing/2014/main" id="{06EABADC-9B00-4420-842E-52AB3224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450" y="8143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8" name="path-7689">
            <a:extLst xmlns:a="http://schemas.openxmlformats.org/drawingml/2006/main">
              <a:ext uri="{FF2B5EF4-FFF2-40B4-BE49-F238E27FC236}">
                <a16:creationId xmlns:a16="http://schemas.microsoft.com/office/drawing/2014/main" id="{620BB8F0-B74A-4ECE-89AA-BBCD1E8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7369" y="81491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9" name="path-7690">
            <a:extLst xmlns:a="http://schemas.openxmlformats.org/drawingml/2006/main">
              <a:ext uri="{FF2B5EF4-FFF2-40B4-BE49-F238E27FC236}">
                <a16:creationId xmlns:a16="http://schemas.microsoft.com/office/drawing/2014/main" id="{35E2C545-6AAB-4A4F-9FDC-65014B44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0299" y="81291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0" name="path-7691">
            <a:extLst xmlns:a="http://schemas.openxmlformats.org/drawingml/2006/main">
              <a:ext uri="{FF2B5EF4-FFF2-40B4-BE49-F238E27FC236}">
                <a16:creationId xmlns:a16="http://schemas.microsoft.com/office/drawing/2014/main" id="{09752E6A-16FA-4BAF-AA5B-1CB26998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0782" y="81615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1" name="path-7692">
            <a:extLst xmlns:a="http://schemas.openxmlformats.org/drawingml/2006/main">
              <a:ext uri="{FF2B5EF4-FFF2-40B4-BE49-F238E27FC236}">
                <a16:creationId xmlns:a16="http://schemas.microsoft.com/office/drawing/2014/main" id="{5DE9DE56-A233-4B2A-BDB2-E0892A5D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1377" y="81348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2" name="path-7693">
            <a:extLst xmlns:a="http://schemas.openxmlformats.org/drawingml/2006/main">
              <a:ext uri="{FF2B5EF4-FFF2-40B4-BE49-F238E27FC236}">
                <a16:creationId xmlns:a16="http://schemas.microsoft.com/office/drawing/2014/main" id="{C22E8140-5023-4D75-AFF9-B3D317C1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2052" y="816504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3" name="path-7694">
            <a:extLst xmlns:a="http://schemas.openxmlformats.org/drawingml/2006/main">
              <a:ext uri="{FF2B5EF4-FFF2-40B4-BE49-F238E27FC236}">
                <a16:creationId xmlns:a16="http://schemas.microsoft.com/office/drawing/2014/main" id="{19E14C0B-3DA9-4017-9ABF-BDBBB1AB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678" y="81273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4" name="path-7695">
            <a:extLst xmlns:a="http://schemas.openxmlformats.org/drawingml/2006/main">
              <a:ext uri="{FF2B5EF4-FFF2-40B4-BE49-F238E27FC236}">
                <a16:creationId xmlns:a16="http://schemas.microsoft.com/office/drawing/2014/main" id="{5ABF33FF-39A6-45CA-9B1C-EFB90614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6736" y="81591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5" name="path-7696">
            <a:extLst xmlns:a="http://schemas.openxmlformats.org/drawingml/2006/main">
              <a:ext uri="{FF2B5EF4-FFF2-40B4-BE49-F238E27FC236}">
                <a16:creationId xmlns:a16="http://schemas.microsoft.com/office/drawing/2014/main" id="{F6D78EAF-E40E-4F13-A19E-0D367B0A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6563" y="81489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6" name="path-7697">
            <a:extLst xmlns:a="http://schemas.openxmlformats.org/drawingml/2006/main">
              <a:ext uri="{FF2B5EF4-FFF2-40B4-BE49-F238E27FC236}">
                <a16:creationId xmlns:a16="http://schemas.microsoft.com/office/drawing/2014/main" id="{ED7C07AA-AD08-4E74-A6AD-9E31AA9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243" y="815434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7" name="path-7698">
            <a:extLst xmlns:a="http://schemas.openxmlformats.org/drawingml/2006/main">
              <a:ext uri="{FF2B5EF4-FFF2-40B4-BE49-F238E27FC236}">
                <a16:creationId xmlns:a16="http://schemas.microsoft.com/office/drawing/2014/main" id="{634F07B4-DC0A-425C-BD3C-AFB077B8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5777" y="8168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8" name="path-7699">
            <a:extLst xmlns:a="http://schemas.openxmlformats.org/drawingml/2006/main">
              <a:ext uri="{FF2B5EF4-FFF2-40B4-BE49-F238E27FC236}">
                <a16:creationId xmlns:a16="http://schemas.microsoft.com/office/drawing/2014/main" id="{E7E95AB4-210D-4DFD-9740-575A55FB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7675" y="81428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9" name="path-7700">
            <a:extLst xmlns:a="http://schemas.openxmlformats.org/drawingml/2006/main">
              <a:ext uri="{FF2B5EF4-FFF2-40B4-BE49-F238E27FC236}">
                <a16:creationId xmlns:a16="http://schemas.microsoft.com/office/drawing/2014/main" id="{B3737277-95F5-43B0-8F4E-AA5ECA3D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9422" y="81327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0" name="path-7701">
            <a:extLst xmlns:a="http://schemas.openxmlformats.org/drawingml/2006/main">
              <a:ext uri="{FF2B5EF4-FFF2-40B4-BE49-F238E27FC236}">
                <a16:creationId xmlns:a16="http://schemas.microsoft.com/office/drawing/2014/main" id="{0ABE60A8-5959-4262-BD5D-C5AE44C4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7230" y="8126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1" name="path-7702">
            <a:extLst xmlns:a="http://schemas.openxmlformats.org/drawingml/2006/main">
              <a:ext uri="{FF2B5EF4-FFF2-40B4-BE49-F238E27FC236}">
                <a16:creationId xmlns:a16="http://schemas.microsoft.com/office/drawing/2014/main" id="{58C4A847-1B9C-4665-9F2A-678FA59E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5643" y="813870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2" name="path-7703">
            <a:extLst xmlns:a="http://schemas.openxmlformats.org/drawingml/2006/main">
              <a:ext uri="{FF2B5EF4-FFF2-40B4-BE49-F238E27FC236}">
                <a16:creationId xmlns:a16="http://schemas.microsoft.com/office/drawing/2014/main" id="{E2B63F71-94EC-4434-AFFA-347C267E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61" y="81131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3" name="path-7704">
            <a:extLst xmlns:a="http://schemas.openxmlformats.org/drawingml/2006/main">
              <a:ext uri="{FF2B5EF4-FFF2-40B4-BE49-F238E27FC236}">
                <a16:creationId xmlns:a16="http://schemas.microsoft.com/office/drawing/2014/main" id="{AE151E82-39EF-43FE-8EAE-83556D6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2598" y="81437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4" name="path-7705">
            <a:extLst xmlns:a="http://schemas.openxmlformats.org/drawingml/2006/main">
              <a:ext uri="{FF2B5EF4-FFF2-40B4-BE49-F238E27FC236}">
                <a16:creationId xmlns:a16="http://schemas.microsoft.com/office/drawing/2014/main" id="{8BA98BA0-B601-432E-8584-D995416B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7130" y="8106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5" name="path-7706">
            <a:extLst xmlns:a="http://schemas.openxmlformats.org/drawingml/2006/main">
              <a:ext uri="{FF2B5EF4-FFF2-40B4-BE49-F238E27FC236}">
                <a16:creationId xmlns:a16="http://schemas.microsoft.com/office/drawing/2014/main" id="{229FCC42-B6E6-4A90-88A0-C0330B44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172" y="81465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6" name="path-7707">
            <a:extLst xmlns:a="http://schemas.openxmlformats.org/drawingml/2006/main">
              <a:ext uri="{FF2B5EF4-FFF2-40B4-BE49-F238E27FC236}">
                <a16:creationId xmlns:a16="http://schemas.microsoft.com/office/drawing/2014/main" id="{0C000C84-4F61-475B-8730-F0192F7E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843" y="81582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7" name="path-7708">
            <a:extLst xmlns:a="http://schemas.openxmlformats.org/drawingml/2006/main">
              <a:ext uri="{FF2B5EF4-FFF2-40B4-BE49-F238E27FC236}">
                <a16:creationId xmlns:a16="http://schemas.microsoft.com/office/drawing/2014/main" id="{81AB17AB-27FD-4FA2-B5F8-4B19B0A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5782" y="81617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8" name="path-7709">
            <a:extLst xmlns:a="http://schemas.openxmlformats.org/drawingml/2006/main">
              <a:ext uri="{FF2B5EF4-FFF2-40B4-BE49-F238E27FC236}">
                <a16:creationId xmlns:a16="http://schemas.microsoft.com/office/drawing/2014/main" id="{E0430EF7-82E4-4DE6-8F44-8E4F1A71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979" y="8146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9" name="path-7710">
            <a:extLst xmlns:a="http://schemas.openxmlformats.org/drawingml/2006/main">
              <a:ext uri="{FF2B5EF4-FFF2-40B4-BE49-F238E27FC236}">
                <a16:creationId xmlns:a16="http://schemas.microsoft.com/office/drawing/2014/main" id="{4D8FF2EA-E064-4652-8335-37CE9CA0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3460" y="81391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0" name="path-7711">
            <a:extLst xmlns:a="http://schemas.openxmlformats.org/drawingml/2006/main">
              <a:ext uri="{FF2B5EF4-FFF2-40B4-BE49-F238E27FC236}">
                <a16:creationId xmlns:a16="http://schemas.microsoft.com/office/drawing/2014/main" id="{C0BB66D4-72FD-4016-8770-17CCBF73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0007" y="81424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1" name="path-7712">
            <a:extLst xmlns:a="http://schemas.openxmlformats.org/drawingml/2006/main">
              <a:ext uri="{FF2B5EF4-FFF2-40B4-BE49-F238E27FC236}">
                <a16:creationId xmlns:a16="http://schemas.microsoft.com/office/drawing/2014/main" id="{8BDD8E08-C8FF-4492-B228-50379A58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937" y="81410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2" name="path-7713">
            <a:extLst xmlns:a="http://schemas.openxmlformats.org/drawingml/2006/main">
              <a:ext uri="{FF2B5EF4-FFF2-40B4-BE49-F238E27FC236}">
                <a16:creationId xmlns:a16="http://schemas.microsoft.com/office/drawing/2014/main" id="{29C53E06-A1D9-4DEE-8A49-44B579EA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8797" y="81183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3" name="path-7714">
            <a:extLst xmlns:a="http://schemas.openxmlformats.org/drawingml/2006/main">
              <a:ext uri="{FF2B5EF4-FFF2-40B4-BE49-F238E27FC236}">
                <a16:creationId xmlns:a16="http://schemas.microsoft.com/office/drawing/2014/main" id="{C4634638-D6CA-45AD-AD25-390A00CD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481" y="81317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4" name="path-7715">
            <a:extLst xmlns:a="http://schemas.openxmlformats.org/drawingml/2006/main">
              <a:ext uri="{FF2B5EF4-FFF2-40B4-BE49-F238E27FC236}">
                <a16:creationId xmlns:a16="http://schemas.microsoft.com/office/drawing/2014/main" id="{0CD89544-870F-476B-9193-0F9915C1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2347" y="81483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5" name="path-7716">
            <a:extLst xmlns:a="http://schemas.openxmlformats.org/drawingml/2006/main">
              <a:ext uri="{FF2B5EF4-FFF2-40B4-BE49-F238E27FC236}">
                <a16:creationId xmlns:a16="http://schemas.microsoft.com/office/drawing/2014/main" id="{0BBB5F56-BC4D-4A45-8AD3-8F8EFE68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9832" y="81342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6" name="path-7717">
            <a:extLst xmlns:a="http://schemas.openxmlformats.org/drawingml/2006/main">
              <a:ext uri="{FF2B5EF4-FFF2-40B4-BE49-F238E27FC236}">
                <a16:creationId xmlns:a16="http://schemas.microsoft.com/office/drawing/2014/main" id="{FAA01343-95FC-42B7-A0D9-62A94DBC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722" y="81605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7" name="path-7718">
            <a:extLst xmlns:a="http://schemas.openxmlformats.org/drawingml/2006/main">
              <a:ext uri="{FF2B5EF4-FFF2-40B4-BE49-F238E27FC236}">
                <a16:creationId xmlns:a16="http://schemas.microsoft.com/office/drawing/2014/main" id="{3EDA2BD7-4AEA-4396-BE54-B9CD9D8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994" y="81709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8" name="path-7719">
            <a:extLst xmlns:a="http://schemas.openxmlformats.org/drawingml/2006/main">
              <a:ext uri="{FF2B5EF4-FFF2-40B4-BE49-F238E27FC236}">
                <a16:creationId xmlns:a16="http://schemas.microsoft.com/office/drawing/2014/main" id="{C8AF872D-B01C-4EF9-AABC-D3B197B3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4920" y="81408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9" name="path-7720">
            <a:extLst xmlns:a="http://schemas.openxmlformats.org/drawingml/2006/main">
              <a:ext uri="{FF2B5EF4-FFF2-40B4-BE49-F238E27FC236}">
                <a16:creationId xmlns:a16="http://schemas.microsoft.com/office/drawing/2014/main" id="{27600EE7-977B-4556-A5C3-20FF3A29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2306" y="81220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0" name="path-7721">
            <a:extLst xmlns:a="http://schemas.openxmlformats.org/drawingml/2006/main">
              <a:ext uri="{FF2B5EF4-FFF2-40B4-BE49-F238E27FC236}">
                <a16:creationId xmlns:a16="http://schemas.microsoft.com/office/drawing/2014/main" id="{2D6810F0-CDAB-4E3A-B0F4-02B8E3EF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9545" y="81585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1" name="path-7722">
            <a:extLst xmlns:a="http://schemas.openxmlformats.org/drawingml/2006/main">
              <a:ext uri="{FF2B5EF4-FFF2-40B4-BE49-F238E27FC236}">
                <a16:creationId xmlns:a16="http://schemas.microsoft.com/office/drawing/2014/main" id="{79A3894E-FA9C-46D6-BE9D-306CB3FB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0313" y="81507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2" name="path-7723">
            <a:extLst xmlns:a="http://schemas.openxmlformats.org/drawingml/2006/main">
              <a:ext uri="{FF2B5EF4-FFF2-40B4-BE49-F238E27FC236}">
                <a16:creationId xmlns:a16="http://schemas.microsoft.com/office/drawing/2014/main" id="{CBCE6B94-8E61-482D-B056-D6AB3F1A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3007" y="81479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3" name="path-7724">
            <a:extLst xmlns:a="http://schemas.openxmlformats.org/drawingml/2006/main">
              <a:ext uri="{FF2B5EF4-FFF2-40B4-BE49-F238E27FC236}">
                <a16:creationId xmlns:a16="http://schemas.microsoft.com/office/drawing/2014/main" id="{0EC59598-C1AD-43D6-9FD4-C17904D5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7001" y="8144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4" name="path-7725">
            <a:extLst xmlns:a="http://schemas.openxmlformats.org/drawingml/2006/main">
              <a:ext uri="{FF2B5EF4-FFF2-40B4-BE49-F238E27FC236}">
                <a16:creationId xmlns:a16="http://schemas.microsoft.com/office/drawing/2014/main" id="{0B73ADB7-1058-4FC8-97CD-7EB314AE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609" y="81297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5" name="path-7726">
            <a:extLst xmlns:a="http://schemas.openxmlformats.org/drawingml/2006/main">
              <a:ext uri="{FF2B5EF4-FFF2-40B4-BE49-F238E27FC236}">
                <a16:creationId xmlns:a16="http://schemas.microsoft.com/office/drawing/2014/main" id="{C79AF892-1CEB-49EB-B0EB-9458D81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5221" y="81354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6" name="path-7727">
            <a:extLst xmlns:a="http://schemas.openxmlformats.org/drawingml/2006/main">
              <a:ext uri="{FF2B5EF4-FFF2-40B4-BE49-F238E27FC236}">
                <a16:creationId xmlns:a16="http://schemas.microsoft.com/office/drawing/2014/main" id="{B872E38A-A0B5-434D-8A30-CED536C9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5825" y="81708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7" name="path-7728">
            <a:extLst xmlns:a="http://schemas.openxmlformats.org/drawingml/2006/main">
              <a:ext uri="{FF2B5EF4-FFF2-40B4-BE49-F238E27FC236}">
                <a16:creationId xmlns:a16="http://schemas.microsoft.com/office/drawing/2014/main" id="{E29255B9-C01B-4B28-A106-D83F47E7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612" y="81437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8" name="path-7729">
            <a:extLst xmlns:a="http://schemas.openxmlformats.org/drawingml/2006/main">
              <a:ext uri="{FF2B5EF4-FFF2-40B4-BE49-F238E27FC236}">
                <a16:creationId xmlns:a16="http://schemas.microsoft.com/office/drawing/2014/main" id="{2C36C30A-415A-43C5-BE57-6C2452F8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4107" y="81343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9" name="path-7730">
            <a:extLst xmlns:a="http://schemas.openxmlformats.org/drawingml/2006/main">
              <a:ext uri="{FF2B5EF4-FFF2-40B4-BE49-F238E27FC236}">
                <a16:creationId xmlns:a16="http://schemas.microsoft.com/office/drawing/2014/main" id="{3B35167A-67A1-420E-8611-735C917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0281" y="8156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0" name="path-7731">
            <a:extLst xmlns:a="http://schemas.openxmlformats.org/drawingml/2006/main">
              <a:ext uri="{FF2B5EF4-FFF2-40B4-BE49-F238E27FC236}">
                <a16:creationId xmlns:a16="http://schemas.microsoft.com/office/drawing/2014/main" id="{839BB5CE-2B49-4C1B-8674-D6EA3485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3" y="81373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1" name="path-7732">
            <a:extLst xmlns:a="http://schemas.openxmlformats.org/drawingml/2006/main">
              <a:ext uri="{FF2B5EF4-FFF2-40B4-BE49-F238E27FC236}">
                <a16:creationId xmlns:a16="http://schemas.microsoft.com/office/drawing/2014/main" id="{9C03C5C5-A3B8-4035-BD8D-1A39AED4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3006" y="8156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2" name="path-7733">
            <a:extLst xmlns:a="http://schemas.openxmlformats.org/drawingml/2006/main">
              <a:ext uri="{FF2B5EF4-FFF2-40B4-BE49-F238E27FC236}">
                <a16:creationId xmlns:a16="http://schemas.microsoft.com/office/drawing/2014/main" id="{FF73774F-9237-4B16-86EB-07606799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1833" y="81481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3" name="path-7734">
            <a:extLst xmlns:a="http://schemas.openxmlformats.org/drawingml/2006/main">
              <a:ext uri="{FF2B5EF4-FFF2-40B4-BE49-F238E27FC236}">
                <a16:creationId xmlns:a16="http://schemas.microsoft.com/office/drawing/2014/main" id="{A99B84C3-DC11-4D7F-8D37-9E76114E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3052" y="81462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4" name="path-7735">
            <a:extLst xmlns:a="http://schemas.openxmlformats.org/drawingml/2006/main">
              <a:ext uri="{FF2B5EF4-FFF2-40B4-BE49-F238E27FC236}">
                <a16:creationId xmlns:a16="http://schemas.microsoft.com/office/drawing/2014/main" id="{F10CAF10-1298-4953-9861-2629583F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655" y="8132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5" name="path-7736">
            <a:extLst xmlns:a="http://schemas.openxmlformats.org/drawingml/2006/main">
              <a:ext uri="{FF2B5EF4-FFF2-40B4-BE49-F238E27FC236}">
                <a16:creationId xmlns:a16="http://schemas.microsoft.com/office/drawing/2014/main" id="{C58B9054-0AA8-445C-B4E4-A19C5EC8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045" y="81784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6" name="path-7737">
            <a:extLst xmlns:a="http://schemas.openxmlformats.org/drawingml/2006/main">
              <a:ext uri="{FF2B5EF4-FFF2-40B4-BE49-F238E27FC236}">
                <a16:creationId xmlns:a16="http://schemas.microsoft.com/office/drawing/2014/main" id="{FA8BA47A-4BAE-46A7-96FD-61C0D1F5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2711" y="81316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7" name="path-7738">
            <a:extLst xmlns:a="http://schemas.openxmlformats.org/drawingml/2006/main">
              <a:ext uri="{FF2B5EF4-FFF2-40B4-BE49-F238E27FC236}">
                <a16:creationId xmlns:a16="http://schemas.microsoft.com/office/drawing/2014/main" id="{FC7E1964-29E5-43FE-81F0-341BFFDB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9050" y="81133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8" name="path-7739">
            <a:extLst xmlns:a="http://schemas.openxmlformats.org/drawingml/2006/main">
              <a:ext uri="{FF2B5EF4-FFF2-40B4-BE49-F238E27FC236}">
                <a16:creationId xmlns:a16="http://schemas.microsoft.com/office/drawing/2014/main" id="{7CB99BF3-16D1-429D-80E0-A8B309DA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585" y="81665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9" name="path-7740">
            <a:extLst xmlns:a="http://schemas.openxmlformats.org/drawingml/2006/main">
              <a:ext uri="{FF2B5EF4-FFF2-40B4-BE49-F238E27FC236}">
                <a16:creationId xmlns:a16="http://schemas.microsoft.com/office/drawing/2014/main" id="{94407266-980E-4BD8-8211-184A737B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5660" y="81817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0" name="path-7741">
            <a:extLst xmlns:a="http://schemas.openxmlformats.org/drawingml/2006/main">
              <a:ext uri="{FF2B5EF4-FFF2-40B4-BE49-F238E27FC236}">
                <a16:creationId xmlns:a16="http://schemas.microsoft.com/office/drawing/2014/main" id="{0C45AF86-980E-486E-AC54-A909EFE9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606" y="81612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1" name="path-7742">
            <a:extLst xmlns:a="http://schemas.openxmlformats.org/drawingml/2006/main">
              <a:ext uri="{FF2B5EF4-FFF2-40B4-BE49-F238E27FC236}">
                <a16:creationId xmlns:a16="http://schemas.microsoft.com/office/drawing/2014/main" id="{093F9AC0-8A27-4C8F-BB9B-F046AD91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8473" y="81625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2" name="path-7743">
            <a:extLst xmlns:a="http://schemas.openxmlformats.org/drawingml/2006/main">
              <a:ext uri="{FF2B5EF4-FFF2-40B4-BE49-F238E27FC236}">
                <a16:creationId xmlns:a16="http://schemas.microsoft.com/office/drawing/2014/main" id="{5E17CF30-A71B-47A0-999F-6601119D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1740" y="81599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3" name="path-7744">
            <a:extLst xmlns:a="http://schemas.openxmlformats.org/drawingml/2006/main">
              <a:ext uri="{FF2B5EF4-FFF2-40B4-BE49-F238E27FC236}">
                <a16:creationId xmlns:a16="http://schemas.microsoft.com/office/drawing/2014/main" id="{EE7A26F5-4673-41B9-9573-3B38D0B4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2150" y="81231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4" name="path-7745">
            <a:extLst xmlns:a="http://schemas.openxmlformats.org/drawingml/2006/main">
              <a:ext uri="{FF2B5EF4-FFF2-40B4-BE49-F238E27FC236}">
                <a16:creationId xmlns:a16="http://schemas.microsoft.com/office/drawing/2014/main" id="{07584659-565F-4E42-907A-32D389D1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211" y="81416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5" name="path-7746">
            <a:extLst xmlns:a="http://schemas.openxmlformats.org/drawingml/2006/main">
              <a:ext uri="{FF2B5EF4-FFF2-40B4-BE49-F238E27FC236}">
                <a16:creationId xmlns:a16="http://schemas.microsoft.com/office/drawing/2014/main" id="{1783A40A-A060-468A-9B84-64737E4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5028" y="8130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6" name="path-7747">
            <a:extLst xmlns:a="http://schemas.openxmlformats.org/drawingml/2006/main">
              <a:ext uri="{FF2B5EF4-FFF2-40B4-BE49-F238E27FC236}">
                <a16:creationId xmlns:a16="http://schemas.microsoft.com/office/drawing/2014/main" id="{474C7EA4-87AF-403B-870D-8D59F03E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1260" y="8125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7" name="path-7748">
            <a:extLst xmlns:a="http://schemas.openxmlformats.org/drawingml/2006/main">
              <a:ext uri="{FF2B5EF4-FFF2-40B4-BE49-F238E27FC236}">
                <a16:creationId xmlns:a16="http://schemas.microsoft.com/office/drawing/2014/main" id="{116A5F17-D017-4AE5-8108-DCD53DAD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533" y="8138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8" name="path-7749">
            <a:extLst xmlns:a="http://schemas.openxmlformats.org/drawingml/2006/main">
              <a:ext uri="{FF2B5EF4-FFF2-40B4-BE49-F238E27FC236}">
                <a16:creationId xmlns:a16="http://schemas.microsoft.com/office/drawing/2014/main" id="{BC15B7FA-F9A3-4DD9-AD54-E2D9DDE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5191" y="8168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9" name="path-7750">
            <a:extLst xmlns:a="http://schemas.openxmlformats.org/drawingml/2006/main">
              <a:ext uri="{FF2B5EF4-FFF2-40B4-BE49-F238E27FC236}">
                <a16:creationId xmlns:a16="http://schemas.microsoft.com/office/drawing/2014/main" id="{CEDE4337-940B-4DDF-94C9-712AC1C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3542" y="8159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0" name="path-7751">
            <a:extLst xmlns:a="http://schemas.openxmlformats.org/drawingml/2006/main">
              <a:ext uri="{FF2B5EF4-FFF2-40B4-BE49-F238E27FC236}">
                <a16:creationId xmlns:a16="http://schemas.microsoft.com/office/drawing/2014/main" id="{24562612-3CFC-44E9-B292-AC7EE4C5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481" y="81513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1" name="path-7752">
            <a:extLst xmlns:a="http://schemas.openxmlformats.org/drawingml/2006/main">
              <a:ext uri="{FF2B5EF4-FFF2-40B4-BE49-F238E27FC236}">
                <a16:creationId xmlns:a16="http://schemas.microsoft.com/office/drawing/2014/main" id="{193F21D9-5796-4045-A3CB-CF932CE2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399" y="81517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2" name="path-7753">
            <a:extLst xmlns:a="http://schemas.openxmlformats.org/drawingml/2006/main">
              <a:ext uri="{FF2B5EF4-FFF2-40B4-BE49-F238E27FC236}">
                <a16:creationId xmlns:a16="http://schemas.microsoft.com/office/drawing/2014/main" id="{68DDC897-1315-46F6-80C3-3B7D4CEB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2584" y="81378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3" name="path-7754">
            <a:extLst xmlns:a="http://schemas.openxmlformats.org/drawingml/2006/main">
              <a:ext uri="{FF2B5EF4-FFF2-40B4-BE49-F238E27FC236}">
                <a16:creationId xmlns:a16="http://schemas.microsoft.com/office/drawing/2014/main" id="{A2758848-9347-431B-9D6E-969A2498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473" y="81454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4" name="path-7755">
            <a:extLst xmlns:a="http://schemas.openxmlformats.org/drawingml/2006/main">
              <a:ext uri="{FF2B5EF4-FFF2-40B4-BE49-F238E27FC236}">
                <a16:creationId xmlns:a16="http://schemas.microsoft.com/office/drawing/2014/main" id="{AE57136D-8E28-4DD4-B316-373BD981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4948" y="81327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5" name="path-7756">
            <a:extLst xmlns:a="http://schemas.openxmlformats.org/drawingml/2006/main">
              <a:ext uri="{FF2B5EF4-FFF2-40B4-BE49-F238E27FC236}">
                <a16:creationId xmlns:a16="http://schemas.microsoft.com/office/drawing/2014/main" id="{9F721F3D-C98B-4951-A084-EED5B68A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7206" y="81662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6" name="path-7757">
            <a:extLst xmlns:a="http://schemas.openxmlformats.org/drawingml/2006/main">
              <a:ext uri="{FF2B5EF4-FFF2-40B4-BE49-F238E27FC236}">
                <a16:creationId xmlns:a16="http://schemas.microsoft.com/office/drawing/2014/main" id="{6661A989-0354-4BEA-A002-13A5B6A8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139" y="81631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7" name="path-7758">
            <a:extLst xmlns:a="http://schemas.openxmlformats.org/drawingml/2006/main">
              <a:ext uri="{FF2B5EF4-FFF2-40B4-BE49-F238E27FC236}">
                <a16:creationId xmlns:a16="http://schemas.microsoft.com/office/drawing/2014/main" id="{15F2E8A8-1249-4818-8396-1AF4AE93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5486" y="81269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8" name="path-7759">
            <a:extLst xmlns:a="http://schemas.openxmlformats.org/drawingml/2006/main">
              <a:ext uri="{FF2B5EF4-FFF2-40B4-BE49-F238E27FC236}">
                <a16:creationId xmlns:a16="http://schemas.microsoft.com/office/drawing/2014/main" id="{6D87C95C-A36C-4770-8672-0B3D46D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6614" y="8122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9" name="path-7760">
            <a:extLst xmlns:a="http://schemas.openxmlformats.org/drawingml/2006/main">
              <a:ext uri="{FF2B5EF4-FFF2-40B4-BE49-F238E27FC236}">
                <a16:creationId xmlns:a16="http://schemas.microsoft.com/office/drawing/2014/main" id="{40F795D7-48E3-4395-A6CA-EF71CE45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859" y="81484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0" name="path-7761">
            <a:extLst xmlns:a="http://schemas.openxmlformats.org/drawingml/2006/main">
              <a:ext uri="{FF2B5EF4-FFF2-40B4-BE49-F238E27FC236}">
                <a16:creationId xmlns:a16="http://schemas.microsoft.com/office/drawing/2014/main" id="{E94F881F-78D8-4354-BB7F-F7F5A618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201" y="8120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1" name="path-7762">
            <a:extLst xmlns:a="http://schemas.openxmlformats.org/drawingml/2006/main">
              <a:ext uri="{FF2B5EF4-FFF2-40B4-BE49-F238E27FC236}">
                <a16:creationId xmlns:a16="http://schemas.microsoft.com/office/drawing/2014/main" id="{FAD80DC2-0171-4086-9FC2-34CB2317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7061" y="81472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2" name="path-7763">
            <a:extLst xmlns:a="http://schemas.openxmlformats.org/drawingml/2006/main">
              <a:ext uri="{FF2B5EF4-FFF2-40B4-BE49-F238E27FC236}">
                <a16:creationId xmlns:a16="http://schemas.microsoft.com/office/drawing/2014/main" id="{E8EA9D77-EA57-4EE0-9EE3-F9260B9F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6470" y="81497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3" name="path-7764">
            <a:extLst xmlns:a="http://schemas.openxmlformats.org/drawingml/2006/main">
              <a:ext uri="{FF2B5EF4-FFF2-40B4-BE49-F238E27FC236}">
                <a16:creationId xmlns:a16="http://schemas.microsoft.com/office/drawing/2014/main" id="{CA2FC442-C959-40AC-89AF-36735A63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191" y="81532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4" name="path-7765">
            <a:extLst xmlns:a="http://schemas.openxmlformats.org/drawingml/2006/main">
              <a:ext uri="{FF2B5EF4-FFF2-40B4-BE49-F238E27FC236}">
                <a16:creationId xmlns:a16="http://schemas.microsoft.com/office/drawing/2014/main" id="{CC5A27D8-B769-410E-B5B1-D3E25D46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1277" y="81275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5" name="path-7766">
            <a:extLst xmlns:a="http://schemas.openxmlformats.org/drawingml/2006/main">
              <a:ext uri="{FF2B5EF4-FFF2-40B4-BE49-F238E27FC236}">
                <a16:creationId xmlns:a16="http://schemas.microsoft.com/office/drawing/2014/main" id="{30795DC9-ADDB-48A1-B509-5AA4629C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280" y="81115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6" name="path-7767">
            <a:extLst xmlns:a="http://schemas.openxmlformats.org/drawingml/2006/main">
              <a:ext uri="{FF2B5EF4-FFF2-40B4-BE49-F238E27FC236}">
                <a16:creationId xmlns:a16="http://schemas.microsoft.com/office/drawing/2014/main" id="{A99E8D47-6841-4F1A-B321-BA4C1312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120" y="81674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7" name="path-7768">
            <a:extLst xmlns:a="http://schemas.openxmlformats.org/drawingml/2006/main">
              <a:ext uri="{FF2B5EF4-FFF2-40B4-BE49-F238E27FC236}">
                <a16:creationId xmlns:a16="http://schemas.microsoft.com/office/drawing/2014/main" id="{623B81C4-FFEE-4A55-8C38-19D72E3C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4574" y="81478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8" name="path-7769">
            <a:extLst xmlns:a="http://schemas.openxmlformats.org/drawingml/2006/main">
              <a:ext uri="{FF2B5EF4-FFF2-40B4-BE49-F238E27FC236}">
                <a16:creationId xmlns:a16="http://schemas.microsoft.com/office/drawing/2014/main" id="{087638D5-6DD0-421B-A7ED-EC04C350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6415" y="8158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9" name="path-7770">
            <a:extLst xmlns:a="http://schemas.openxmlformats.org/drawingml/2006/main">
              <a:ext uri="{FF2B5EF4-FFF2-40B4-BE49-F238E27FC236}">
                <a16:creationId xmlns:a16="http://schemas.microsoft.com/office/drawing/2014/main" id="{73EB71DF-83F6-4FD4-8427-BAA77293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0764" y="81669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0" name="path-7771">
            <a:extLst xmlns:a="http://schemas.openxmlformats.org/drawingml/2006/main">
              <a:ext uri="{FF2B5EF4-FFF2-40B4-BE49-F238E27FC236}">
                <a16:creationId xmlns:a16="http://schemas.microsoft.com/office/drawing/2014/main" id="{D3985786-8F11-4605-B79D-7B9D06D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4" y="81526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1" name="path-7772">
            <a:extLst xmlns:a="http://schemas.openxmlformats.org/drawingml/2006/main">
              <a:ext uri="{FF2B5EF4-FFF2-40B4-BE49-F238E27FC236}">
                <a16:creationId xmlns:a16="http://schemas.microsoft.com/office/drawing/2014/main" id="{991CC534-00FF-4E25-A97E-6DA0AEEE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046" y="81356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2" name="path-7773">
            <a:extLst xmlns:a="http://schemas.openxmlformats.org/drawingml/2006/main">
              <a:ext uri="{FF2B5EF4-FFF2-40B4-BE49-F238E27FC236}">
                <a16:creationId xmlns:a16="http://schemas.microsoft.com/office/drawing/2014/main" id="{314050E6-7F02-446C-80CE-47EB6EA3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6966" y="81629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3" name="path-7774">
            <a:extLst xmlns:a="http://schemas.openxmlformats.org/drawingml/2006/main">
              <a:ext uri="{FF2B5EF4-FFF2-40B4-BE49-F238E27FC236}">
                <a16:creationId xmlns:a16="http://schemas.microsoft.com/office/drawing/2014/main" id="{EC1BC385-7544-4788-974F-68C7CAAD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3593" y="81524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4" name="path-7775">
            <a:extLst xmlns:a="http://schemas.openxmlformats.org/drawingml/2006/main">
              <a:ext uri="{FF2B5EF4-FFF2-40B4-BE49-F238E27FC236}">
                <a16:creationId xmlns:a16="http://schemas.microsoft.com/office/drawing/2014/main" id="{ED3647B9-8400-4CC4-AE32-926A8A1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848" y="81517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5" name="path-7776">
            <a:extLst xmlns:a="http://schemas.openxmlformats.org/drawingml/2006/main">
              <a:ext uri="{FF2B5EF4-FFF2-40B4-BE49-F238E27FC236}">
                <a16:creationId xmlns:a16="http://schemas.microsoft.com/office/drawing/2014/main" id="{9587CA8A-6EEA-4701-9F3D-7417E011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5511" y="81805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6" name="path-7777">
            <a:extLst xmlns:a="http://schemas.openxmlformats.org/drawingml/2006/main">
              <a:ext uri="{FF2B5EF4-FFF2-40B4-BE49-F238E27FC236}">
                <a16:creationId xmlns:a16="http://schemas.microsoft.com/office/drawing/2014/main" id="{E65D2B67-202C-4EF3-B497-644DCA60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725" y="81473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7" name="path-7778">
            <a:extLst xmlns:a="http://schemas.openxmlformats.org/drawingml/2006/main">
              <a:ext uri="{FF2B5EF4-FFF2-40B4-BE49-F238E27FC236}">
                <a16:creationId xmlns:a16="http://schemas.microsoft.com/office/drawing/2014/main" id="{8D94727A-2455-4FC0-AA35-5B1177E7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6071" y="81294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8" name="path-7779">
            <a:extLst xmlns:a="http://schemas.openxmlformats.org/drawingml/2006/main">
              <a:ext uri="{FF2B5EF4-FFF2-40B4-BE49-F238E27FC236}">
                <a16:creationId xmlns:a16="http://schemas.microsoft.com/office/drawing/2014/main" id="{C5E363F1-3D72-4B9C-946D-4EECFAEB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0571" y="81402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9" name="path-7780">
            <a:extLst xmlns:a="http://schemas.openxmlformats.org/drawingml/2006/main">
              <a:ext uri="{FF2B5EF4-FFF2-40B4-BE49-F238E27FC236}">
                <a16:creationId xmlns:a16="http://schemas.microsoft.com/office/drawing/2014/main" id="{4FC2B376-6747-4140-A478-F62380E3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5788" y="81477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0" name="path-7781">
            <a:extLst xmlns:a="http://schemas.openxmlformats.org/drawingml/2006/main">
              <a:ext uri="{FF2B5EF4-FFF2-40B4-BE49-F238E27FC236}">
                <a16:creationId xmlns:a16="http://schemas.microsoft.com/office/drawing/2014/main" id="{A6763B62-F73D-47D5-9AA1-FCEE5E77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0804" y="81766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1" name="path-7782">
            <a:extLst xmlns:a="http://schemas.openxmlformats.org/drawingml/2006/main">
              <a:ext uri="{FF2B5EF4-FFF2-40B4-BE49-F238E27FC236}">
                <a16:creationId xmlns:a16="http://schemas.microsoft.com/office/drawing/2014/main" id="{4D405859-DD8B-4C4C-9971-8AC09FA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1849" y="81396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2" name="path-7783">
            <a:extLst xmlns:a="http://schemas.openxmlformats.org/drawingml/2006/main">
              <a:ext uri="{FF2B5EF4-FFF2-40B4-BE49-F238E27FC236}">
                <a16:creationId xmlns:a16="http://schemas.microsoft.com/office/drawing/2014/main" id="{EFF94104-0FEA-4D4B-B853-46CB3BF5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9777" y="8176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3" name="path-7784">
            <a:extLst xmlns:a="http://schemas.openxmlformats.org/drawingml/2006/main">
              <a:ext uri="{FF2B5EF4-FFF2-40B4-BE49-F238E27FC236}">
                <a16:creationId xmlns:a16="http://schemas.microsoft.com/office/drawing/2014/main" id="{370ADB1F-BEF0-4C69-BA15-F0C4B652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675" y="81271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4" name="path-7785">
            <a:extLst xmlns:a="http://schemas.openxmlformats.org/drawingml/2006/main">
              <a:ext uri="{FF2B5EF4-FFF2-40B4-BE49-F238E27FC236}">
                <a16:creationId xmlns:a16="http://schemas.microsoft.com/office/drawing/2014/main" id="{FB094736-5FB9-43D3-A5BA-21883B2F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6165" y="81079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5" name="path-7786">
            <a:extLst xmlns:a="http://schemas.openxmlformats.org/drawingml/2006/main">
              <a:ext uri="{FF2B5EF4-FFF2-40B4-BE49-F238E27FC236}">
                <a16:creationId xmlns:a16="http://schemas.microsoft.com/office/drawing/2014/main" id="{78AD7E55-DFF6-4357-B623-2928336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180" y="81790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6" name="path-7787">
            <a:extLst xmlns:a="http://schemas.openxmlformats.org/drawingml/2006/main">
              <a:ext uri="{FF2B5EF4-FFF2-40B4-BE49-F238E27FC236}">
                <a16:creationId xmlns:a16="http://schemas.microsoft.com/office/drawing/2014/main" id="{23B73739-7CFD-47CA-B1D3-C1675C21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8547" y="8144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7" name="path-7788">
            <a:extLst xmlns:a="http://schemas.openxmlformats.org/drawingml/2006/main">
              <a:ext uri="{FF2B5EF4-FFF2-40B4-BE49-F238E27FC236}">
                <a16:creationId xmlns:a16="http://schemas.microsoft.com/office/drawing/2014/main" id="{49F594DF-58BC-43F9-9EAF-B3B5BC8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489" y="8144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8" name="path-7789">
            <a:extLst xmlns:a="http://schemas.openxmlformats.org/drawingml/2006/main">
              <a:ext uri="{FF2B5EF4-FFF2-40B4-BE49-F238E27FC236}">
                <a16:creationId xmlns:a16="http://schemas.microsoft.com/office/drawing/2014/main" id="{18806263-FF51-413F-BCB9-29A89C18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6649" y="81325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9" name="path-7790">
            <a:extLst xmlns:a="http://schemas.openxmlformats.org/drawingml/2006/main">
              <a:ext uri="{FF2B5EF4-FFF2-40B4-BE49-F238E27FC236}">
                <a16:creationId xmlns:a16="http://schemas.microsoft.com/office/drawing/2014/main" id="{FC6D8C9D-B195-4C46-8BEB-B944F98B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8914" y="813617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0" name="path-7791">
            <a:extLst xmlns:a="http://schemas.openxmlformats.org/drawingml/2006/main">
              <a:ext uri="{FF2B5EF4-FFF2-40B4-BE49-F238E27FC236}">
                <a16:creationId xmlns:a16="http://schemas.microsoft.com/office/drawing/2014/main" id="{F56D591C-5FFD-462D-954A-28017715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712" y="81254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1" name="path-7792">
            <a:extLst xmlns:a="http://schemas.openxmlformats.org/drawingml/2006/main">
              <a:ext uri="{FF2B5EF4-FFF2-40B4-BE49-F238E27FC236}">
                <a16:creationId xmlns:a16="http://schemas.microsoft.com/office/drawing/2014/main" id="{1D099D76-42B5-4462-A68F-C6C6CC05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2257" y="81208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2" name="path-7793">
            <a:extLst xmlns:a="http://schemas.openxmlformats.org/drawingml/2006/main">
              <a:ext uri="{FF2B5EF4-FFF2-40B4-BE49-F238E27FC236}">
                <a16:creationId xmlns:a16="http://schemas.microsoft.com/office/drawing/2014/main" id="{4E530D1B-3B17-4CB2-AAB4-A70ECBAF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465" y="81433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3" name="path-7794">
            <a:extLst xmlns:a="http://schemas.openxmlformats.org/drawingml/2006/main">
              <a:ext uri="{FF2B5EF4-FFF2-40B4-BE49-F238E27FC236}">
                <a16:creationId xmlns:a16="http://schemas.microsoft.com/office/drawing/2014/main" id="{C020CED9-A0C6-4BC0-AD93-6B12805D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7122" y="81161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4" name="path-7795">
            <a:extLst xmlns:a="http://schemas.openxmlformats.org/drawingml/2006/main">
              <a:ext uri="{FF2B5EF4-FFF2-40B4-BE49-F238E27FC236}">
                <a16:creationId xmlns:a16="http://schemas.microsoft.com/office/drawing/2014/main" id="{5C4C3D5D-E691-42C0-A342-ECFB449D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6231" y="81653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5" name="path-7796">
            <a:extLst xmlns:a="http://schemas.openxmlformats.org/drawingml/2006/main">
              <a:ext uri="{FF2B5EF4-FFF2-40B4-BE49-F238E27FC236}">
                <a16:creationId xmlns:a16="http://schemas.microsoft.com/office/drawing/2014/main" id="{4A0F2393-73CB-44E3-A0BE-DD95379B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7419" y="81287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6" name="path-7797">
            <a:extLst xmlns:a="http://schemas.openxmlformats.org/drawingml/2006/main">
              <a:ext uri="{FF2B5EF4-FFF2-40B4-BE49-F238E27FC236}">
                <a16:creationId xmlns:a16="http://schemas.microsoft.com/office/drawing/2014/main" id="{274BBD96-F8C7-48A0-B15E-A9733E0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719" y="81285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7" name="path-7798">
            <a:extLst xmlns:a="http://schemas.openxmlformats.org/drawingml/2006/main">
              <a:ext uri="{FF2B5EF4-FFF2-40B4-BE49-F238E27FC236}">
                <a16:creationId xmlns:a16="http://schemas.microsoft.com/office/drawing/2014/main" id="{3471CA1D-3496-4276-9C5E-D874782F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2304" y="81250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8" name="path-7799">
            <a:extLst xmlns:a="http://schemas.openxmlformats.org/drawingml/2006/main">
              <a:ext uri="{FF2B5EF4-FFF2-40B4-BE49-F238E27FC236}">
                <a16:creationId xmlns:a16="http://schemas.microsoft.com/office/drawing/2014/main" id="{9E34B921-00EE-448B-B8AF-371F579E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4222" y="81351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9" name="path-7800">
            <a:extLst xmlns:a="http://schemas.openxmlformats.org/drawingml/2006/main">
              <a:ext uri="{FF2B5EF4-FFF2-40B4-BE49-F238E27FC236}">
                <a16:creationId xmlns:a16="http://schemas.microsoft.com/office/drawing/2014/main" id="{0EC4C65C-8619-4394-B3A7-52F41DE2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5471" y="81291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0" name="path-7801">
            <a:extLst xmlns:a="http://schemas.openxmlformats.org/drawingml/2006/main">
              <a:ext uri="{FF2B5EF4-FFF2-40B4-BE49-F238E27FC236}">
                <a16:creationId xmlns:a16="http://schemas.microsoft.com/office/drawing/2014/main" id="{E6269A47-FA43-495C-A800-1748DBA4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6121" y="81526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1" name="path-7802">
            <a:extLst xmlns:a="http://schemas.openxmlformats.org/drawingml/2006/main">
              <a:ext uri="{FF2B5EF4-FFF2-40B4-BE49-F238E27FC236}">
                <a16:creationId xmlns:a16="http://schemas.microsoft.com/office/drawing/2014/main" id="{7E09208F-DD80-43E9-8540-AD77BF6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2574" y="8160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2" name="path-7803">
            <a:extLst xmlns:a="http://schemas.openxmlformats.org/drawingml/2006/main">
              <a:ext uri="{FF2B5EF4-FFF2-40B4-BE49-F238E27FC236}">
                <a16:creationId xmlns:a16="http://schemas.microsoft.com/office/drawing/2014/main" id="{E542DC01-28C7-49CB-A24D-06F723FA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9033" y="81638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3" name="path-7804">
            <a:extLst xmlns:a="http://schemas.openxmlformats.org/drawingml/2006/main">
              <a:ext uri="{FF2B5EF4-FFF2-40B4-BE49-F238E27FC236}">
                <a16:creationId xmlns:a16="http://schemas.microsoft.com/office/drawing/2014/main" id="{C770406E-EBA5-443E-88A6-36B3D63F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817" y="81372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4" name="path-7805">
            <a:extLst xmlns:a="http://schemas.openxmlformats.org/drawingml/2006/main">
              <a:ext uri="{FF2B5EF4-FFF2-40B4-BE49-F238E27FC236}">
                <a16:creationId xmlns:a16="http://schemas.microsoft.com/office/drawing/2014/main" id="{1FD10C28-47D4-4876-B3E1-BFF8C1AB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458" y="815665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5" name="path-7806">
            <a:extLst xmlns:a="http://schemas.openxmlformats.org/drawingml/2006/main">
              <a:ext uri="{FF2B5EF4-FFF2-40B4-BE49-F238E27FC236}">
                <a16:creationId xmlns:a16="http://schemas.microsoft.com/office/drawing/2014/main" id="{486D0930-AD12-45F6-9113-216CAF3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6218" y="81546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6" name="path-7807">
            <a:extLst xmlns:a="http://schemas.openxmlformats.org/drawingml/2006/main">
              <a:ext uri="{FF2B5EF4-FFF2-40B4-BE49-F238E27FC236}">
                <a16:creationId xmlns:a16="http://schemas.microsoft.com/office/drawing/2014/main" id="{4547AB3C-0F51-492F-8CFC-B1B8580B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527" y="81561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7" name="path-7808">
            <a:extLst xmlns:a="http://schemas.openxmlformats.org/drawingml/2006/main">
              <a:ext uri="{FF2B5EF4-FFF2-40B4-BE49-F238E27FC236}">
                <a16:creationId xmlns:a16="http://schemas.microsoft.com/office/drawing/2014/main" id="{7340B478-06DC-4967-B219-A16E09F5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1162" y="8134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8" name="path-7809">
            <a:extLst xmlns:a="http://schemas.openxmlformats.org/drawingml/2006/main">
              <a:ext uri="{FF2B5EF4-FFF2-40B4-BE49-F238E27FC236}">
                <a16:creationId xmlns:a16="http://schemas.microsoft.com/office/drawing/2014/main" id="{CCCCA2F5-C7B7-4313-B1A9-1FA37313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461" y="81098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9" name="path-7810">
            <a:extLst xmlns:a="http://schemas.openxmlformats.org/drawingml/2006/main">
              <a:ext uri="{FF2B5EF4-FFF2-40B4-BE49-F238E27FC236}">
                <a16:creationId xmlns:a16="http://schemas.microsoft.com/office/drawing/2014/main" id="{FDC71293-35CA-4F2D-AC8E-D4E033D1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4563" y="81006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0" name="path-7811">
            <a:extLst xmlns:a="http://schemas.openxmlformats.org/drawingml/2006/main">
              <a:ext uri="{FF2B5EF4-FFF2-40B4-BE49-F238E27FC236}">
                <a16:creationId xmlns:a16="http://schemas.microsoft.com/office/drawing/2014/main" id="{7658A097-7DC1-4A80-B23D-858711A9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7559" y="81517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1" name="path-7812">
            <a:extLst xmlns:a="http://schemas.openxmlformats.org/drawingml/2006/main">
              <a:ext uri="{FF2B5EF4-FFF2-40B4-BE49-F238E27FC236}">
                <a16:creationId xmlns:a16="http://schemas.microsoft.com/office/drawing/2014/main" id="{2AFF3974-81CB-4A44-9C2D-D23E3A82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5085" y="81445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2" name="path-7813">
            <a:extLst xmlns:a="http://schemas.openxmlformats.org/drawingml/2006/main">
              <a:ext uri="{FF2B5EF4-FFF2-40B4-BE49-F238E27FC236}">
                <a16:creationId xmlns:a16="http://schemas.microsoft.com/office/drawing/2014/main" id="{DBD9203E-BA25-4AE1-ADEF-42F74B58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3821" y="81415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3" name="path-7814">
            <a:extLst xmlns:a="http://schemas.openxmlformats.org/drawingml/2006/main">
              <a:ext uri="{FF2B5EF4-FFF2-40B4-BE49-F238E27FC236}">
                <a16:creationId xmlns:a16="http://schemas.microsoft.com/office/drawing/2014/main" id="{350A409F-947D-4F44-AE11-F7368512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5454" y="81384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4" name="path-7815">
            <a:extLst xmlns:a="http://schemas.openxmlformats.org/drawingml/2006/main">
              <a:ext uri="{FF2B5EF4-FFF2-40B4-BE49-F238E27FC236}">
                <a16:creationId xmlns:a16="http://schemas.microsoft.com/office/drawing/2014/main" id="{AABBE1B4-E484-412A-9713-7C3ED756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586" y="81255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5" name="path-7816">
            <a:extLst xmlns:a="http://schemas.openxmlformats.org/drawingml/2006/main">
              <a:ext uri="{FF2B5EF4-FFF2-40B4-BE49-F238E27FC236}">
                <a16:creationId xmlns:a16="http://schemas.microsoft.com/office/drawing/2014/main" id="{7C9F0133-A4B5-41EE-851D-1A7D6CC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3408" y="81624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6" name="path-7817">
            <a:extLst xmlns:a="http://schemas.openxmlformats.org/drawingml/2006/main">
              <a:ext uri="{FF2B5EF4-FFF2-40B4-BE49-F238E27FC236}">
                <a16:creationId xmlns:a16="http://schemas.microsoft.com/office/drawing/2014/main" id="{319836EB-09BE-433B-9CD4-23184CAB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3746" y="813632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7" name="path-7818">
            <a:extLst xmlns:a="http://schemas.openxmlformats.org/drawingml/2006/main">
              <a:ext uri="{FF2B5EF4-FFF2-40B4-BE49-F238E27FC236}">
                <a16:creationId xmlns:a16="http://schemas.microsoft.com/office/drawing/2014/main" id="{4E1F3CEC-9274-4C40-A98F-A864E6B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7894" y="81346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8" name="path-7819">
            <a:extLst xmlns:a="http://schemas.openxmlformats.org/drawingml/2006/main">
              <a:ext uri="{FF2B5EF4-FFF2-40B4-BE49-F238E27FC236}">
                <a16:creationId xmlns:a16="http://schemas.microsoft.com/office/drawing/2014/main" id="{733E8722-4066-4C57-B057-370976D0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1570" y="81698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9" name="path-7820">
            <a:extLst xmlns:a="http://schemas.openxmlformats.org/drawingml/2006/main">
              <a:ext uri="{FF2B5EF4-FFF2-40B4-BE49-F238E27FC236}">
                <a16:creationId xmlns:a16="http://schemas.microsoft.com/office/drawing/2014/main" id="{D995E658-5896-4AC8-9494-5C12325F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562" y="81522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0" name="path-7821">
            <a:extLst xmlns:a="http://schemas.openxmlformats.org/drawingml/2006/main">
              <a:ext uri="{FF2B5EF4-FFF2-40B4-BE49-F238E27FC236}">
                <a16:creationId xmlns:a16="http://schemas.microsoft.com/office/drawing/2014/main" id="{3F011307-670F-4F63-8553-7F7C7E2A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2812" y="81744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1" name="path-7822">
            <a:extLst xmlns:a="http://schemas.openxmlformats.org/drawingml/2006/main">
              <a:ext uri="{FF2B5EF4-FFF2-40B4-BE49-F238E27FC236}">
                <a16:creationId xmlns:a16="http://schemas.microsoft.com/office/drawing/2014/main" id="{B7861648-F259-453D-992F-7F590C6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4355" y="8118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2" name="path-7823">
            <a:extLst xmlns:a="http://schemas.openxmlformats.org/drawingml/2006/main">
              <a:ext uri="{FF2B5EF4-FFF2-40B4-BE49-F238E27FC236}">
                <a16:creationId xmlns:a16="http://schemas.microsoft.com/office/drawing/2014/main" id="{06C193FD-003F-43B7-A2C4-C006471D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937" y="81707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3" name="path-7824">
            <a:extLst xmlns:a="http://schemas.openxmlformats.org/drawingml/2006/main">
              <a:ext uri="{FF2B5EF4-FFF2-40B4-BE49-F238E27FC236}">
                <a16:creationId xmlns:a16="http://schemas.microsoft.com/office/drawing/2014/main" id="{0FE4AAF8-2581-47D0-B1C6-93E39682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8316" y="81187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4" name="path-7825">
            <a:extLst xmlns:a="http://schemas.openxmlformats.org/drawingml/2006/main">
              <a:ext uri="{FF2B5EF4-FFF2-40B4-BE49-F238E27FC236}">
                <a16:creationId xmlns:a16="http://schemas.microsoft.com/office/drawing/2014/main" id="{AA5F237F-8F7E-493D-8133-C96D4CB7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014" y="81458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5" name="path-7826">
            <a:extLst xmlns:a="http://schemas.openxmlformats.org/drawingml/2006/main">
              <a:ext uri="{FF2B5EF4-FFF2-40B4-BE49-F238E27FC236}">
                <a16:creationId xmlns:a16="http://schemas.microsoft.com/office/drawing/2014/main" id="{FF06733F-4328-4739-81EB-EB63A524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0167" y="81685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6" name="path-7827">
            <a:extLst xmlns:a="http://schemas.openxmlformats.org/drawingml/2006/main">
              <a:ext uri="{FF2B5EF4-FFF2-40B4-BE49-F238E27FC236}">
                <a16:creationId xmlns:a16="http://schemas.microsoft.com/office/drawing/2014/main" id="{D56FC2DB-86BD-4469-81C6-7CDFA7F6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585" y="81497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7" name="path-7828">
            <a:extLst xmlns:a="http://schemas.openxmlformats.org/drawingml/2006/main">
              <a:ext uri="{FF2B5EF4-FFF2-40B4-BE49-F238E27FC236}">
                <a16:creationId xmlns:a16="http://schemas.microsoft.com/office/drawing/2014/main" id="{E0955AC1-C500-4558-9776-6DABFAEF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242" y="8151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8" name="path-7829">
            <a:extLst xmlns:a="http://schemas.openxmlformats.org/drawingml/2006/main">
              <a:ext uri="{FF2B5EF4-FFF2-40B4-BE49-F238E27FC236}">
                <a16:creationId xmlns:a16="http://schemas.microsoft.com/office/drawing/2014/main" id="{09C9EDDA-23AE-4343-8635-544BAA21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7829" y="81594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9" name="path-7830">
            <a:extLst xmlns:a="http://schemas.openxmlformats.org/drawingml/2006/main">
              <a:ext uri="{FF2B5EF4-FFF2-40B4-BE49-F238E27FC236}">
                <a16:creationId xmlns:a16="http://schemas.microsoft.com/office/drawing/2014/main" id="{206D084C-9132-4446-8E23-D8CBA02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6243" y="813683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0" name="path-7831">
            <a:extLst xmlns:a="http://schemas.openxmlformats.org/drawingml/2006/main">
              <a:ext uri="{FF2B5EF4-FFF2-40B4-BE49-F238E27FC236}">
                <a16:creationId xmlns:a16="http://schemas.microsoft.com/office/drawing/2014/main" id="{2C3DE620-ABB3-4991-A39D-A4C4E72C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9109" y="81555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1" name="path-7832">
            <a:extLst xmlns:a="http://schemas.openxmlformats.org/drawingml/2006/main">
              <a:ext uri="{FF2B5EF4-FFF2-40B4-BE49-F238E27FC236}">
                <a16:creationId xmlns:a16="http://schemas.microsoft.com/office/drawing/2014/main" id="{B22684B5-0E67-461D-9ECB-5CB6CB70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902" y="81621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2" name="path-7833">
            <a:extLst xmlns:a="http://schemas.openxmlformats.org/drawingml/2006/main">
              <a:ext uri="{FF2B5EF4-FFF2-40B4-BE49-F238E27FC236}">
                <a16:creationId xmlns:a16="http://schemas.microsoft.com/office/drawing/2014/main" id="{5C0B7E03-387D-4ACE-9002-EB66455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5051" y="8126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3" name="path-7834">
            <a:extLst xmlns:a="http://schemas.openxmlformats.org/drawingml/2006/main">
              <a:ext uri="{FF2B5EF4-FFF2-40B4-BE49-F238E27FC236}">
                <a16:creationId xmlns:a16="http://schemas.microsoft.com/office/drawing/2014/main" id="{5AD95718-1E1F-4BFD-B120-6135A5C9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0967" y="81558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4" name="path-7835">
            <a:extLst xmlns:a="http://schemas.openxmlformats.org/drawingml/2006/main">
              <a:ext uri="{FF2B5EF4-FFF2-40B4-BE49-F238E27FC236}">
                <a16:creationId xmlns:a16="http://schemas.microsoft.com/office/drawing/2014/main" id="{3876AA06-C60E-4172-AEFF-CAD3080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352" y="81647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5" name="path-7836">
            <a:extLst xmlns:a="http://schemas.openxmlformats.org/drawingml/2006/main">
              <a:ext uri="{FF2B5EF4-FFF2-40B4-BE49-F238E27FC236}">
                <a16:creationId xmlns:a16="http://schemas.microsoft.com/office/drawing/2014/main" id="{4C9C4D19-34C1-4E38-AA51-06666895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692" y="81417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6" name="path-7837">
            <a:extLst xmlns:a="http://schemas.openxmlformats.org/drawingml/2006/main">
              <a:ext uri="{FF2B5EF4-FFF2-40B4-BE49-F238E27FC236}">
                <a16:creationId xmlns:a16="http://schemas.microsoft.com/office/drawing/2014/main" id="{47D0B210-F8A7-4B1F-8A5E-0B8CC678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3911" y="81265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7" name="path-7838">
            <a:extLst xmlns:a="http://schemas.openxmlformats.org/drawingml/2006/main">
              <a:ext uri="{FF2B5EF4-FFF2-40B4-BE49-F238E27FC236}">
                <a16:creationId xmlns:a16="http://schemas.microsoft.com/office/drawing/2014/main" id="{624AE178-1174-4F67-B6A5-965CBCD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4289" y="81401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8" name="path-7839">
            <a:extLst xmlns:a="http://schemas.openxmlformats.org/drawingml/2006/main">
              <a:ext uri="{FF2B5EF4-FFF2-40B4-BE49-F238E27FC236}">
                <a16:creationId xmlns:a16="http://schemas.microsoft.com/office/drawing/2014/main" id="{F2C07E3C-D155-4566-AF57-E9A506F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6929" y="80954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9" name="path-7840">
            <a:extLst xmlns:a="http://schemas.openxmlformats.org/drawingml/2006/main">
              <a:ext uri="{FF2B5EF4-FFF2-40B4-BE49-F238E27FC236}">
                <a16:creationId xmlns:a16="http://schemas.microsoft.com/office/drawing/2014/main" id="{0172E7BF-9AE7-4EDE-9DBF-73DD71A2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7435" y="81188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0" name="path-7841">
            <a:extLst xmlns:a="http://schemas.openxmlformats.org/drawingml/2006/main">
              <a:ext uri="{FF2B5EF4-FFF2-40B4-BE49-F238E27FC236}">
                <a16:creationId xmlns:a16="http://schemas.microsoft.com/office/drawing/2014/main" id="{26F9C613-ED51-4865-8C42-7FBD746F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461" y="81572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1" name="path-7842">
            <a:extLst xmlns:a="http://schemas.openxmlformats.org/drawingml/2006/main">
              <a:ext uri="{FF2B5EF4-FFF2-40B4-BE49-F238E27FC236}">
                <a16:creationId xmlns:a16="http://schemas.microsoft.com/office/drawing/2014/main" id="{728C5B96-1B62-4524-BE65-18530F23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820" y="8155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2" name="path-7843">
            <a:extLst xmlns:a="http://schemas.openxmlformats.org/drawingml/2006/main">
              <a:ext uri="{FF2B5EF4-FFF2-40B4-BE49-F238E27FC236}">
                <a16:creationId xmlns:a16="http://schemas.microsoft.com/office/drawing/2014/main" id="{9702E60D-999B-403B-BEB5-4A10D2FE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308" y="81291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3" name="path-7844">
            <a:extLst xmlns:a="http://schemas.openxmlformats.org/drawingml/2006/main">
              <a:ext uri="{FF2B5EF4-FFF2-40B4-BE49-F238E27FC236}">
                <a16:creationId xmlns:a16="http://schemas.microsoft.com/office/drawing/2014/main" id="{4560CC6E-AE82-414D-BDB3-30853B24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353" y="81452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4" name="path-7845">
            <a:extLst xmlns:a="http://schemas.openxmlformats.org/drawingml/2006/main">
              <a:ext uri="{FF2B5EF4-FFF2-40B4-BE49-F238E27FC236}">
                <a16:creationId xmlns:a16="http://schemas.microsoft.com/office/drawing/2014/main" id="{CF53224D-D42A-4CDB-98EE-DB997E7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259" y="814617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5" name="path-7846">
            <a:extLst xmlns:a="http://schemas.openxmlformats.org/drawingml/2006/main">
              <a:ext uri="{FF2B5EF4-FFF2-40B4-BE49-F238E27FC236}">
                <a16:creationId xmlns:a16="http://schemas.microsoft.com/office/drawing/2014/main" id="{658AAE32-82EC-46B1-AEA8-6A1D0456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2365" y="81497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6" name="path-7847">
            <a:extLst xmlns:a="http://schemas.openxmlformats.org/drawingml/2006/main">
              <a:ext uri="{FF2B5EF4-FFF2-40B4-BE49-F238E27FC236}">
                <a16:creationId xmlns:a16="http://schemas.microsoft.com/office/drawing/2014/main" id="{DE4B25BE-978D-4CA6-957C-BB4AC060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9961" y="812281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7" name="path-7848">
            <a:extLst xmlns:a="http://schemas.openxmlformats.org/drawingml/2006/main">
              <a:ext uri="{FF2B5EF4-FFF2-40B4-BE49-F238E27FC236}">
                <a16:creationId xmlns:a16="http://schemas.microsoft.com/office/drawing/2014/main" id="{421E7A47-88FA-4F4E-96B5-BE3E3CDF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647" y="81161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8" name="path-7849">
            <a:extLst xmlns:a="http://schemas.openxmlformats.org/drawingml/2006/main">
              <a:ext uri="{FF2B5EF4-FFF2-40B4-BE49-F238E27FC236}">
                <a16:creationId xmlns:a16="http://schemas.microsoft.com/office/drawing/2014/main" id="{3CE52AAA-2CA7-4103-9E01-F60A61FD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970" y="813027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9" name="path-7850">
            <a:extLst xmlns:a="http://schemas.openxmlformats.org/drawingml/2006/main">
              <a:ext uri="{FF2B5EF4-FFF2-40B4-BE49-F238E27FC236}">
                <a16:creationId xmlns:a16="http://schemas.microsoft.com/office/drawing/2014/main" id="{4167EBA5-8FF6-49F9-AA03-750F888B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201" y="81547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0" name="path-7851">
            <a:extLst xmlns:a="http://schemas.openxmlformats.org/drawingml/2006/main">
              <a:ext uri="{FF2B5EF4-FFF2-40B4-BE49-F238E27FC236}">
                <a16:creationId xmlns:a16="http://schemas.microsoft.com/office/drawing/2014/main" id="{A9D84C31-254B-4827-B0DA-6D29E53E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287" y="81187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1" name="path-7852">
            <a:extLst xmlns:a="http://schemas.openxmlformats.org/drawingml/2006/main">
              <a:ext uri="{FF2B5EF4-FFF2-40B4-BE49-F238E27FC236}">
                <a16:creationId xmlns:a16="http://schemas.microsoft.com/office/drawing/2014/main" id="{2EA342D0-1506-43E4-80BC-BAB6C986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3749" y="81494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2" name="path-7853">
            <a:extLst xmlns:a="http://schemas.openxmlformats.org/drawingml/2006/main">
              <a:ext uri="{FF2B5EF4-FFF2-40B4-BE49-F238E27FC236}">
                <a16:creationId xmlns:a16="http://schemas.microsoft.com/office/drawing/2014/main" id="{29092595-8BE3-4894-83A3-722428C5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049" y="81385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3" name="path-7854">
            <a:extLst xmlns:a="http://schemas.openxmlformats.org/drawingml/2006/main">
              <a:ext uri="{FF2B5EF4-FFF2-40B4-BE49-F238E27FC236}">
                <a16:creationId xmlns:a16="http://schemas.microsoft.com/office/drawing/2014/main" id="{9B8F6EE2-D53B-4604-BD71-65ECDF5E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4371" y="813382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4" name="path-7855">
            <a:extLst xmlns:a="http://schemas.openxmlformats.org/drawingml/2006/main">
              <a:ext uri="{FF2B5EF4-FFF2-40B4-BE49-F238E27FC236}">
                <a16:creationId xmlns:a16="http://schemas.microsoft.com/office/drawing/2014/main" id="{D9C816FE-0560-4CDD-95DC-14E0DEF9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1192" y="817185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5" name="path-7856">
            <a:extLst xmlns:a="http://schemas.openxmlformats.org/drawingml/2006/main">
              <a:ext uri="{FF2B5EF4-FFF2-40B4-BE49-F238E27FC236}">
                <a16:creationId xmlns:a16="http://schemas.microsoft.com/office/drawing/2014/main" id="{6314BB0E-8B69-4371-800D-A549E71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6023" y="81454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6" name="path-7857">
            <a:extLst xmlns:a="http://schemas.openxmlformats.org/drawingml/2006/main">
              <a:ext uri="{FF2B5EF4-FFF2-40B4-BE49-F238E27FC236}">
                <a16:creationId xmlns:a16="http://schemas.microsoft.com/office/drawing/2014/main" id="{41750894-5258-47BC-9CBC-06E5C679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8248" y="810737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7" name="path-7858">
            <a:extLst xmlns:a="http://schemas.openxmlformats.org/drawingml/2006/main">
              <a:ext uri="{FF2B5EF4-FFF2-40B4-BE49-F238E27FC236}">
                <a16:creationId xmlns:a16="http://schemas.microsoft.com/office/drawing/2014/main" id="{2CEFFD22-2A28-4A69-8F84-C7E27B0C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6405" y="81465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8" name="path-7859">
            <a:extLst xmlns:a="http://schemas.openxmlformats.org/drawingml/2006/main">
              <a:ext uri="{FF2B5EF4-FFF2-40B4-BE49-F238E27FC236}">
                <a16:creationId xmlns:a16="http://schemas.microsoft.com/office/drawing/2014/main" id="{24356DDB-3228-462E-8E85-61B25651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6453" y="81502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9" name="path-7860">
            <a:extLst xmlns:a="http://schemas.openxmlformats.org/drawingml/2006/main">
              <a:ext uri="{FF2B5EF4-FFF2-40B4-BE49-F238E27FC236}">
                <a16:creationId xmlns:a16="http://schemas.microsoft.com/office/drawing/2014/main" id="{06B32863-CF8A-43E5-888D-313989F6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2987" y="81373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0" name="path-7861">
            <a:extLst xmlns:a="http://schemas.openxmlformats.org/drawingml/2006/main">
              <a:ext uri="{FF2B5EF4-FFF2-40B4-BE49-F238E27FC236}">
                <a16:creationId xmlns:a16="http://schemas.microsoft.com/office/drawing/2014/main" id="{3928C5B7-1B12-448D-AB34-6C6166A6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0482" y="814745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1" name="path-7862">
            <a:extLst xmlns:a="http://schemas.openxmlformats.org/drawingml/2006/main">
              <a:ext uri="{FF2B5EF4-FFF2-40B4-BE49-F238E27FC236}">
                <a16:creationId xmlns:a16="http://schemas.microsoft.com/office/drawing/2014/main" id="{395573BF-768E-45FC-A32C-57C08A2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3651" y="81272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2" name="path-7863">
            <a:extLst xmlns:a="http://schemas.openxmlformats.org/drawingml/2006/main">
              <a:ext uri="{FF2B5EF4-FFF2-40B4-BE49-F238E27FC236}">
                <a16:creationId xmlns:a16="http://schemas.microsoft.com/office/drawing/2014/main" id="{5F303006-2324-4CA6-A7B0-127F61B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7005" y="81576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3" name="path-7864">
            <a:extLst xmlns:a="http://schemas.openxmlformats.org/drawingml/2006/main">
              <a:ext uri="{FF2B5EF4-FFF2-40B4-BE49-F238E27FC236}">
                <a16:creationId xmlns:a16="http://schemas.microsoft.com/office/drawing/2014/main" id="{36021E51-A2C4-4B55-9D67-4C66D67E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1894" y="81320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4" name="path-7865">
            <a:extLst xmlns:a="http://schemas.openxmlformats.org/drawingml/2006/main">
              <a:ext uri="{FF2B5EF4-FFF2-40B4-BE49-F238E27FC236}">
                <a16:creationId xmlns:a16="http://schemas.microsoft.com/office/drawing/2014/main" id="{BE61B9F1-0F19-479D-923F-B65B47E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7333" y="8169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5" name="path-7866">
            <a:extLst xmlns:a="http://schemas.openxmlformats.org/drawingml/2006/main">
              <a:ext uri="{FF2B5EF4-FFF2-40B4-BE49-F238E27FC236}">
                <a16:creationId xmlns:a16="http://schemas.microsoft.com/office/drawing/2014/main" id="{6EE5333F-4615-42FF-9AD9-E8C5C9A6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3106" y="81455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6" name="path-7867">
            <a:extLst xmlns:a="http://schemas.openxmlformats.org/drawingml/2006/main">
              <a:ext uri="{FF2B5EF4-FFF2-40B4-BE49-F238E27FC236}">
                <a16:creationId xmlns:a16="http://schemas.microsoft.com/office/drawing/2014/main" id="{5156E6C7-91D2-43D0-92D5-A4CDFA71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749" y="81494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7" name="path-7868">
            <a:extLst xmlns:a="http://schemas.openxmlformats.org/drawingml/2006/main">
              <a:ext uri="{FF2B5EF4-FFF2-40B4-BE49-F238E27FC236}">
                <a16:creationId xmlns:a16="http://schemas.microsoft.com/office/drawing/2014/main" id="{2F119333-F4D7-4D7F-A612-0CB20DEF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6109" y="81579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8" name="path-7869">
            <a:extLst xmlns:a="http://schemas.openxmlformats.org/drawingml/2006/main">
              <a:ext uri="{FF2B5EF4-FFF2-40B4-BE49-F238E27FC236}">
                <a16:creationId xmlns:a16="http://schemas.microsoft.com/office/drawing/2014/main" id="{35585E5C-5818-408F-A811-E7642B7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048" y="81323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9" name="path-7870">
            <a:extLst xmlns:a="http://schemas.openxmlformats.org/drawingml/2006/main">
              <a:ext uri="{FF2B5EF4-FFF2-40B4-BE49-F238E27FC236}">
                <a16:creationId xmlns:a16="http://schemas.microsoft.com/office/drawing/2014/main" id="{FF1FE385-E191-4B36-B08E-CB3AE48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18" y="81494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0" name="path-7871">
            <a:extLst xmlns:a="http://schemas.openxmlformats.org/drawingml/2006/main">
              <a:ext uri="{FF2B5EF4-FFF2-40B4-BE49-F238E27FC236}">
                <a16:creationId xmlns:a16="http://schemas.microsoft.com/office/drawing/2014/main" id="{83096752-8AD0-4CE0-8E9C-6E80C2AE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246" y="8151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1" name="path-7872">
            <a:extLst xmlns:a="http://schemas.openxmlformats.org/drawingml/2006/main">
              <a:ext uri="{FF2B5EF4-FFF2-40B4-BE49-F238E27FC236}">
                <a16:creationId xmlns:a16="http://schemas.microsoft.com/office/drawing/2014/main" id="{91842DFD-6209-4B9B-A0CB-06AB9589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1800" y="81497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2" name="path-7873">
            <a:extLst xmlns:a="http://schemas.openxmlformats.org/drawingml/2006/main">
              <a:ext uri="{FF2B5EF4-FFF2-40B4-BE49-F238E27FC236}">
                <a16:creationId xmlns:a16="http://schemas.microsoft.com/office/drawing/2014/main" id="{9AC8C393-036F-4DEF-A463-FC86A93C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4199" y="81456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3" name="path-7874">
            <a:extLst xmlns:a="http://schemas.openxmlformats.org/drawingml/2006/main">
              <a:ext uri="{FF2B5EF4-FFF2-40B4-BE49-F238E27FC236}">
                <a16:creationId xmlns:a16="http://schemas.microsoft.com/office/drawing/2014/main" id="{4D2D3C94-0126-4F80-98EC-A326A28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823" y="813917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4" name="path-7875">
            <a:extLst xmlns:a="http://schemas.openxmlformats.org/drawingml/2006/main">
              <a:ext uri="{FF2B5EF4-FFF2-40B4-BE49-F238E27FC236}">
                <a16:creationId xmlns:a16="http://schemas.microsoft.com/office/drawing/2014/main" id="{9DD3431F-9B34-4B94-8DAA-6D854C6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799" y="81191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5" name="path-7876">
            <a:extLst xmlns:a="http://schemas.openxmlformats.org/drawingml/2006/main">
              <a:ext uri="{FF2B5EF4-FFF2-40B4-BE49-F238E27FC236}">
                <a16:creationId xmlns:a16="http://schemas.microsoft.com/office/drawing/2014/main" id="{78DBBF86-288A-4D78-8138-7E224D88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8493" y="8131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6" name="path-7877">
            <a:extLst xmlns:a="http://schemas.openxmlformats.org/drawingml/2006/main">
              <a:ext uri="{FF2B5EF4-FFF2-40B4-BE49-F238E27FC236}">
                <a16:creationId xmlns:a16="http://schemas.microsoft.com/office/drawing/2014/main" id="{5CF789D4-F718-407D-AE35-96FEF5E8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493" y="81751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7" name="path-7878">
            <a:extLst xmlns:a="http://schemas.openxmlformats.org/drawingml/2006/main">
              <a:ext uri="{FF2B5EF4-FFF2-40B4-BE49-F238E27FC236}">
                <a16:creationId xmlns:a16="http://schemas.microsoft.com/office/drawing/2014/main" id="{2E40FA5D-1E88-4A73-8643-C4F2FBEB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276" y="81426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8" name="path-7879">
            <a:extLst xmlns:a="http://schemas.openxmlformats.org/drawingml/2006/main">
              <a:ext uri="{FF2B5EF4-FFF2-40B4-BE49-F238E27FC236}">
                <a16:creationId xmlns:a16="http://schemas.microsoft.com/office/drawing/2014/main" id="{5FAF87A7-260A-482D-B1C4-0E007B83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558" y="81512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9" name="path-7880">
            <a:extLst xmlns:a="http://schemas.openxmlformats.org/drawingml/2006/main">
              <a:ext uri="{FF2B5EF4-FFF2-40B4-BE49-F238E27FC236}">
                <a16:creationId xmlns:a16="http://schemas.microsoft.com/office/drawing/2014/main" id="{E021AA49-6DB6-4C70-96D4-6310A27F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5961" y="81535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0" name="path-7881">
            <a:extLst xmlns:a="http://schemas.openxmlformats.org/drawingml/2006/main">
              <a:ext uri="{FF2B5EF4-FFF2-40B4-BE49-F238E27FC236}">
                <a16:creationId xmlns:a16="http://schemas.microsoft.com/office/drawing/2014/main" id="{1AC8112B-7134-416B-90EF-F8A7549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828" y="81411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1" name="path-7882">
            <a:extLst xmlns:a="http://schemas.openxmlformats.org/drawingml/2006/main">
              <a:ext uri="{FF2B5EF4-FFF2-40B4-BE49-F238E27FC236}">
                <a16:creationId xmlns:a16="http://schemas.microsoft.com/office/drawing/2014/main" id="{26D1BEE3-AD7E-4412-8337-D755C9A4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166" y="81611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2" name="path-7883">
            <a:extLst xmlns:a="http://schemas.openxmlformats.org/drawingml/2006/main">
              <a:ext uri="{FF2B5EF4-FFF2-40B4-BE49-F238E27FC236}">
                <a16:creationId xmlns:a16="http://schemas.microsoft.com/office/drawing/2014/main" id="{B03F1D3A-CD79-4319-930C-56EDECD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6888" y="81422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3" name="path-7884">
            <a:extLst xmlns:a="http://schemas.openxmlformats.org/drawingml/2006/main">
              <a:ext uri="{FF2B5EF4-FFF2-40B4-BE49-F238E27FC236}">
                <a16:creationId xmlns:a16="http://schemas.microsoft.com/office/drawing/2014/main" id="{F7E04882-F1D6-47E9-A08D-66BF04D0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247" y="81440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4" name="path-7885">
            <a:extLst xmlns:a="http://schemas.openxmlformats.org/drawingml/2006/main">
              <a:ext uri="{FF2B5EF4-FFF2-40B4-BE49-F238E27FC236}">
                <a16:creationId xmlns:a16="http://schemas.microsoft.com/office/drawing/2014/main" id="{F197449E-A3B5-4C50-A6A3-E4FC1CD9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710" y="81652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5" name="path-7886">
            <a:extLst xmlns:a="http://schemas.openxmlformats.org/drawingml/2006/main">
              <a:ext uri="{FF2B5EF4-FFF2-40B4-BE49-F238E27FC236}">
                <a16:creationId xmlns:a16="http://schemas.microsoft.com/office/drawing/2014/main" id="{31C4F8BD-E873-4A0C-863C-507F3391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496" y="81427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6" name="path-7887">
            <a:extLst xmlns:a="http://schemas.openxmlformats.org/drawingml/2006/main">
              <a:ext uri="{FF2B5EF4-FFF2-40B4-BE49-F238E27FC236}">
                <a16:creationId xmlns:a16="http://schemas.microsoft.com/office/drawing/2014/main" id="{E33AA183-99A4-4DFE-9713-C6A418D2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4699" y="814353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7" name="path-7888">
            <a:extLst xmlns:a="http://schemas.openxmlformats.org/drawingml/2006/main">
              <a:ext uri="{FF2B5EF4-FFF2-40B4-BE49-F238E27FC236}">
                <a16:creationId xmlns:a16="http://schemas.microsoft.com/office/drawing/2014/main" id="{EA2E8D49-041F-4BE5-A2C8-C62139C2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3645" y="813648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8" name="path-7889">
            <a:extLst xmlns:a="http://schemas.openxmlformats.org/drawingml/2006/main">
              <a:ext uri="{FF2B5EF4-FFF2-40B4-BE49-F238E27FC236}">
                <a16:creationId xmlns:a16="http://schemas.microsoft.com/office/drawing/2014/main" id="{FE96D8AD-17FE-4794-B791-F550B973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506" y="81423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9" name="path-7890">
            <a:extLst xmlns:a="http://schemas.openxmlformats.org/drawingml/2006/main">
              <a:ext uri="{FF2B5EF4-FFF2-40B4-BE49-F238E27FC236}">
                <a16:creationId xmlns:a16="http://schemas.microsoft.com/office/drawing/2014/main" id="{F193ED6E-21E5-4551-A395-BE8C7535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815" y="812932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0" name="path-7891">
            <a:extLst xmlns:a="http://schemas.openxmlformats.org/drawingml/2006/main">
              <a:ext uri="{FF2B5EF4-FFF2-40B4-BE49-F238E27FC236}">
                <a16:creationId xmlns:a16="http://schemas.microsoft.com/office/drawing/2014/main" id="{CF8D6BB5-FF6B-47FD-A877-5B118C39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1494" y="814492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1" name="path-7892">
            <a:extLst xmlns:a="http://schemas.openxmlformats.org/drawingml/2006/main">
              <a:ext uri="{FF2B5EF4-FFF2-40B4-BE49-F238E27FC236}">
                <a16:creationId xmlns:a16="http://schemas.microsoft.com/office/drawing/2014/main" id="{16391830-FC60-4747-9E8D-DF5CB92E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6700" y="816176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2" name="path-7893">
            <a:extLst xmlns:a="http://schemas.openxmlformats.org/drawingml/2006/main">
              <a:ext uri="{FF2B5EF4-FFF2-40B4-BE49-F238E27FC236}">
                <a16:creationId xmlns:a16="http://schemas.microsoft.com/office/drawing/2014/main" id="{CB4AB41B-8C39-42EC-880F-BD554216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258" y="81354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3" name="path-7894">
            <a:extLst xmlns:a="http://schemas.openxmlformats.org/drawingml/2006/main">
              <a:ext uri="{FF2B5EF4-FFF2-40B4-BE49-F238E27FC236}">
                <a16:creationId xmlns:a16="http://schemas.microsoft.com/office/drawing/2014/main" id="{3606F413-4B55-4BC5-8567-B35D18C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0500" y="81192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4" name="path-7895">
            <a:extLst xmlns:a="http://schemas.openxmlformats.org/drawingml/2006/main">
              <a:ext uri="{FF2B5EF4-FFF2-40B4-BE49-F238E27FC236}">
                <a16:creationId xmlns:a16="http://schemas.microsoft.com/office/drawing/2014/main" id="{E5E3DD49-80E0-48FB-8295-713E179D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073" y="814623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5" name="path-7896">
            <a:extLst xmlns:a="http://schemas.openxmlformats.org/drawingml/2006/main">
              <a:ext uri="{FF2B5EF4-FFF2-40B4-BE49-F238E27FC236}">
                <a16:creationId xmlns:a16="http://schemas.microsoft.com/office/drawing/2014/main" id="{DE2FB12F-DB8D-4883-86C1-C77A6840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196" y="813958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6" name="path-7897">
            <a:extLst xmlns:a="http://schemas.openxmlformats.org/drawingml/2006/main">
              <a:ext uri="{FF2B5EF4-FFF2-40B4-BE49-F238E27FC236}">
                <a16:creationId xmlns:a16="http://schemas.microsoft.com/office/drawing/2014/main" id="{C21B48AC-5996-47E7-837F-7DE7255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9249" y="81341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7" name="path-7898">
            <a:extLst xmlns:a="http://schemas.openxmlformats.org/drawingml/2006/main">
              <a:ext uri="{FF2B5EF4-FFF2-40B4-BE49-F238E27FC236}">
                <a16:creationId xmlns:a16="http://schemas.microsoft.com/office/drawing/2014/main" id="{8F44EF43-53FD-4A5F-8360-8027FF09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862" y="81199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8" name="path-7899">
            <a:extLst xmlns:a="http://schemas.openxmlformats.org/drawingml/2006/main">
              <a:ext uri="{FF2B5EF4-FFF2-40B4-BE49-F238E27FC236}">
                <a16:creationId xmlns:a16="http://schemas.microsoft.com/office/drawing/2014/main" id="{6E7EE87F-2C2E-4AF0-B642-CF6B2D7A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3009" y="81265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9" name="path-7900">
            <a:extLst xmlns:a="http://schemas.openxmlformats.org/drawingml/2006/main">
              <a:ext uri="{FF2B5EF4-FFF2-40B4-BE49-F238E27FC236}">
                <a16:creationId xmlns:a16="http://schemas.microsoft.com/office/drawing/2014/main" id="{09F78C3F-E3D5-4B03-905F-6B9F69A1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4402" y="81480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0" name="path-7901">
            <a:extLst xmlns:a="http://schemas.openxmlformats.org/drawingml/2006/main">
              <a:ext uri="{FF2B5EF4-FFF2-40B4-BE49-F238E27FC236}">
                <a16:creationId xmlns:a16="http://schemas.microsoft.com/office/drawing/2014/main" id="{F6ABD821-2451-49EE-8EDA-0110812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3024" y="811905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1" name="path-7902">
            <a:extLst xmlns:a="http://schemas.openxmlformats.org/drawingml/2006/main">
              <a:ext uri="{FF2B5EF4-FFF2-40B4-BE49-F238E27FC236}">
                <a16:creationId xmlns:a16="http://schemas.microsoft.com/office/drawing/2014/main" id="{A58E955D-6AE9-4677-A064-3990EBDB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4847" y="81405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2" name="path-7903">
            <a:extLst xmlns:a="http://schemas.openxmlformats.org/drawingml/2006/main">
              <a:ext uri="{FF2B5EF4-FFF2-40B4-BE49-F238E27FC236}">
                <a16:creationId xmlns:a16="http://schemas.microsoft.com/office/drawing/2014/main" id="{95B49327-59AE-4BF5-BC83-574DFC45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563" y="81276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3" name="path-7904">
            <a:extLst xmlns:a="http://schemas.openxmlformats.org/drawingml/2006/main">
              <a:ext uri="{FF2B5EF4-FFF2-40B4-BE49-F238E27FC236}">
                <a16:creationId xmlns:a16="http://schemas.microsoft.com/office/drawing/2014/main" id="{BA3C92EC-5F3F-43C2-B9F4-8AFEB585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6270" y="81339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4" name="path-7905">
            <a:extLst xmlns:a="http://schemas.openxmlformats.org/drawingml/2006/main">
              <a:ext uri="{FF2B5EF4-FFF2-40B4-BE49-F238E27FC236}">
                <a16:creationId xmlns:a16="http://schemas.microsoft.com/office/drawing/2014/main" id="{5766A6F7-BF94-464B-9056-152FCE86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1146" y="81534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5" name="path-7906">
            <a:extLst xmlns:a="http://schemas.openxmlformats.org/drawingml/2006/main">
              <a:ext uri="{FF2B5EF4-FFF2-40B4-BE49-F238E27FC236}">
                <a16:creationId xmlns:a16="http://schemas.microsoft.com/office/drawing/2014/main" id="{32B0BD6C-192C-4D05-9EE9-4D426770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6370" y="81331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6" name="path-7907">
            <a:extLst xmlns:a="http://schemas.openxmlformats.org/drawingml/2006/main">
              <a:ext uri="{FF2B5EF4-FFF2-40B4-BE49-F238E27FC236}">
                <a16:creationId xmlns:a16="http://schemas.microsoft.com/office/drawing/2014/main" id="{FD175EC4-6A30-4DA4-BA04-5EEDDDCD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2375" y="81428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7" name="path-7908">
            <a:extLst xmlns:a="http://schemas.openxmlformats.org/drawingml/2006/main">
              <a:ext uri="{FF2B5EF4-FFF2-40B4-BE49-F238E27FC236}">
                <a16:creationId xmlns:a16="http://schemas.microsoft.com/office/drawing/2014/main" id="{A3A46B5C-47EC-4E48-94CD-C0C21501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943" y="815376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8" name="path-7909">
            <a:extLst xmlns:a="http://schemas.openxmlformats.org/drawingml/2006/main">
              <a:ext uri="{FF2B5EF4-FFF2-40B4-BE49-F238E27FC236}">
                <a16:creationId xmlns:a16="http://schemas.microsoft.com/office/drawing/2014/main" id="{9623C077-82E7-4914-92FB-76361BCE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335" y="81291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9" name="path-7910">
            <a:extLst xmlns:a="http://schemas.openxmlformats.org/drawingml/2006/main">
              <a:ext uri="{FF2B5EF4-FFF2-40B4-BE49-F238E27FC236}">
                <a16:creationId xmlns:a16="http://schemas.microsoft.com/office/drawing/2014/main" id="{B3CE551D-84AF-41CC-A227-1DBB49D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2549" y="8172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0" name="path-7911">
            <a:extLst xmlns:a="http://schemas.openxmlformats.org/drawingml/2006/main">
              <a:ext uri="{FF2B5EF4-FFF2-40B4-BE49-F238E27FC236}">
                <a16:creationId xmlns:a16="http://schemas.microsoft.com/office/drawing/2014/main" id="{833C38CD-75E9-455D-9595-4102EF86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493" y="81458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1" name="path-7912">
            <a:extLst xmlns:a="http://schemas.openxmlformats.org/drawingml/2006/main">
              <a:ext uri="{FF2B5EF4-FFF2-40B4-BE49-F238E27FC236}">
                <a16:creationId xmlns:a16="http://schemas.microsoft.com/office/drawing/2014/main" id="{14E62B12-6AB4-41E8-A15F-60F5FBE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019" y="81360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2" name="path-7913">
            <a:extLst xmlns:a="http://schemas.openxmlformats.org/drawingml/2006/main">
              <a:ext uri="{FF2B5EF4-FFF2-40B4-BE49-F238E27FC236}">
                <a16:creationId xmlns:a16="http://schemas.microsoft.com/office/drawing/2014/main" id="{45C7797E-723E-4C12-9A8A-301540BC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880" y="813310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3" name="path-7914">
            <a:extLst xmlns:a="http://schemas.openxmlformats.org/drawingml/2006/main">
              <a:ext uri="{FF2B5EF4-FFF2-40B4-BE49-F238E27FC236}">
                <a16:creationId xmlns:a16="http://schemas.microsoft.com/office/drawing/2014/main" id="{D2D0E8FB-F2FC-4CAA-AE29-13CB5749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9464" y="816343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4" name="path-7915">
            <a:extLst xmlns:a="http://schemas.openxmlformats.org/drawingml/2006/main">
              <a:ext uri="{FF2B5EF4-FFF2-40B4-BE49-F238E27FC236}">
                <a16:creationId xmlns:a16="http://schemas.microsoft.com/office/drawing/2014/main" id="{A433894F-ABF9-4A59-979C-36369150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238" y="81653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5" name="path-7916">
            <a:extLst xmlns:a="http://schemas.openxmlformats.org/drawingml/2006/main">
              <a:ext uri="{FF2B5EF4-FFF2-40B4-BE49-F238E27FC236}">
                <a16:creationId xmlns:a16="http://schemas.microsoft.com/office/drawing/2014/main" id="{AEAE7120-49EB-4725-943A-43266C90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6458" y="81345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6" name="path-7917">
            <a:extLst xmlns:a="http://schemas.openxmlformats.org/drawingml/2006/main">
              <a:ext uri="{FF2B5EF4-FFF2-40B4-BE49-F238E27FC236}">
                <a16:creationId xmlns:a16="http://schemas.microsoft.com/office/drawing/2014/main" id="{BCA9AE46-E46E-4BA9-9DF0-7B957D4D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1597" y="81442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7" name="path-7918">
            <a:extLst xmlns:a="http://schemas.openxmlformats.org/drawingml/2006/main">
              <a:ext uri="{FF2B5EF4-FFF2-40B4-BE49-F238E27FC236}">
                <a16:creationId xmlns:a16="http://schemas.microsoft.com/office/drawing/2014/main" id="{44E66B85-F081-4002-BE3D-A5527E02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8083" y="81756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8" name="path-7919">
            <a:extLst xmlns:a="http://schemas.openxmlformats.org/drawingml/2006/main">
              <a:ext uri="{FF2B5EF4-FFF2-40B4-BE49-F238E27FC236}">
                <a16:creationId xmlns:a16="http://schemas.microsoft.com/office/drawing/2014/main" id="{D0EFC8A5-9D7E-4BAC-92EA-137ABF1A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8373" y="81161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9" name="path-7920">
            <a:extLst xmlns:a="http://schemas.openxmlformats.org/drawingml/2006/main">
              <a:ext uri="{FF2B5EF4-FFF2-40B4-BE49-F238E27FC236}">
                <a16:creationId xmlns:a16="http://schemas.microsoft.com/office/drawing/2014/main" id="{5A0A9358-08CE-4EC6-9B6C-88605C09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0094" y="81167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0" name="path-7921">
            <a:extLst xmlns:a="http://schemas.openxmlformats.org/drawingml/2006/main">
              <a:ext uri="{FF2B5EF4-FFF2-40B4-BE49-F238E27FC236}">
                <a16:creationId xmlns:a16="http://schemas.microsoft.com/office/drawing/2014/main" id="{F9EFA315-8999-426C-BE82-82681B8E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9286" y="81329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1" name="path-7922">
            <a:extLst xmlns:a="http://schemas.openxmlformats.org/drawingml/2006/main">
              <a:ext uri="{FF2B5EF4-FFF2-40B4-BE49-F238E27FC236}">
                <a16:creationId xmlns:a16="http://schemas.microsoft.com/office/drawing/2014/main" id="{2D6B97E1-D109-42D3-8DE3-08A9E4A4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688" y="81391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2" name="path-7923">
            <a:extLst xmlns:a="http://schemas.openxmlformats.org/drawingml/2006/main">
              <a:ext uri="{FF2B5EF4-FFF2-40B4-BE49-F238E27FC236}">
                <a16:creationId xmlns:a16="http://schemas.microsoft.com/office/drawing/2014/main" id="{75F99C14-BA42-40DC-BEE6-98731BBF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630" y="81137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3" name="path-7924">
            <a:extLst xmlns:a="http://schemas.openxmlformats.org/drawingml/2006/main">
              <a:ext uri="{FF2B5EF4-FFF2-40B4-BE49-F238E27FC236}">
                <a16:creationId xmlns:a16="http://schemas.microsoft.com/office/drawing/2014/main" id="{475572C4-5E70-4AC3-944F-9D8353D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256" y="81319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4" name="path-7925">
            <a:extLst xmlns:a="http://schemas.openxmlformats.org/drawingml/2006/main">
              <a:ext uri="{FF2B5EF4-FFF2-40B4-BE49-F238E27FC236}">
                <a16:creationId xmlns:a16="http://schemas.microsoft.com/office/drawing/2014/main" id="{2097A20C-5E57-49FB-B4A4-70E3973E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2591" y="81347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5" name="path-7926">
            <a:extLst xmlns:a="http://schemas.openxmlformats.org/drawingml/2006/main">
              <a:ext uri="{FF2B5EF4-FFF2-40B4-BE49-F238E27FC236}">
                <a16:creationId xmlns:a16="http://schemas.microsoft.com/office/drawing/2014/main" id="{5129BA15-BD05-4BC4-B5E4-2E539651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1191" y="81546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6" name="path-7927">
            <a:extLst xmlns:a="http://schemas.openxmlformats.org/drawingml/2006/main">
              <a:ext uri="{FF2B5EF4-FFF2-40B4-BE49-F238E27FC236}">
                <a16:creationId xmlns:a16="http://schemas.microsoft.com/office/drawing/2014/main" id="{AEEC248F-DA6D-4BF5-82BE-AB61DBB8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3377" y="81446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7" name="path-7928">
            <a:extLst xmlns:a="http://schemas.openxmlformats.org/drawingml/2006/main">
              <a:ext uri="{FF2B5EF4-FFF2-40B4-BE49-F238E27FC236}">
                <a16:creationId xmlns:a16="http://schemas.microsoft.com/office/drawing/2014/main" id="{38D31077-3B34-4E55-A179-68F2AFB2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362" y="81403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8" name="path-7929">
            <a:extLst xmlns:a="http://schemas.openxmlformats.org/drawingml/2006/main">
              <a:ext uri="{FF2B5EF4-FFF2-40B4-BE49-F238E27FC236}">
                <a16:creationId xmlns:a16="http://schemas.microsoft.com/office/drawing/2014/main" id="{3AE794B6-15C0-4531-B424-9AA72FA7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4065" y="815252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9" name="path-7930">
            <a:extLst xmlns:a="http://schemas.openxmlformats.org/drawingml/2006/main">
              <a:ext uri="{FF2B5EF4-FFF2-40B4-BE49-F238E27FC236}">
                <a16:creationId xmlns:a16="http://schemas.microsoft.com/office/drawing/2014/main" id="{07AED5A9-173E-4EED-9415-583DBCDA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439" y="8173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0" name="path-7931">
            <a:extLst xmlns:a="http://schemas.openxmlformats.org/drawingml/2006/main">
              <a:ext uri="{FF2B5EF4-FFF2-40B4-BE49-F238E27FC236}">
                <a16:creationId xmlns:a16="http://schemas.microsoft.com/office/drawing/2014/main" id="{06F87C2E-D1C9-4B49-B221-3EB365AE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6266" y="81285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1" name="path-7932">
            <a:extLst xmlns:a="http://schemas.openxmlformats.org/drawingml/2006/main">
              <a:ext uri="{FF2B5EF4-FFF2-40B4-BE49-F238E27FC236}">
                <a16:creationId xmlns:a16="http://schemas.microsoft.com/office/drawing/2014/main" id="{B460AB73-E50F-4827-8FD7-8D278A13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4463" y="81419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2" name="path-7933">
            <a:extLst xmlns:a="http://schemas.openxmlformats.org/drawingml/2006/main">
              <a:ext uri="{FF2B5EF4-FFF2-40B4-BE49-F238E27FC236}">
                <a16:creationId xmlns:a16="http://schemas.microsoft.com/office/drawing/2014/main" id="{641FB1F5-9A91-401C-ADB2-13500069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4695" y="81370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3" name="path-7934">
            <a:extLst xmlns:a="http://schemas.openxmlformats.org/drawingml/2006/main">
              <a:ext uri="{FF2B5EF4-FFF2-40B4-BE49-F238E27FC236}">
                <a16:creationId xmlns:a16="http://schemas.microsoft.com/office/drawing/2014/main" id="{15A3800A-6CB3-44AE-B8ED-C95E382D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3358" y="811705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4" name="path-7935">
            <a:extLst xmlns:a="http://schemas.openxmlformats.org/drawingml/2006/main">
              <a:ext uri="{FF2B5EF4-FFF2-40B4-BE49-F238E27FC236}">
                <a16:creationId xmlns:a16="http://schemas.microsoft.com/office/drawing/2014/main" id="{D6954DF3-52B9-454A-8737-54218579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205" y="817906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5" name="path-7936">
            <a:extLst xmlns:a="http://schemas.openxmlformats.org/drawingml/2006/main">
              <a:ext uri="{FF2B5EF4-FFF2-40B4-BE49-F238E27FC236}">
                <a16:creationId xmlns:a16="http://schemas.microsoft.com/office/drawing/2014/main" id="{1B6403C8-5C6D-47C1-8F6C-6C0D51C7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9170" y="8098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6" name="path-7937">
            <a:extLst xmlns:a="http://schemas.openxmlformats.org/drawingml/2006/main">
              <a:ext uri="{FF2B5EF4-FFF2-40B4-BE49-F238E27FC236}">
                <a16:creationId xmlns:a16="http://schemas.microsoft.com/office/drawing/2014/main" id="{3DD5E0CE-5D39-46F4-898C-5EF63E02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260" y="812644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7" name="path-7938">
            <a:extLst xmlns:a="http://schemas.openxmlformats.org/drawingml/2006/main">
              <a:ext uri="{FF2B5EF4-FFF2-40B4-BE49-F238E27FC236}">
                <a16:creationId xmlns:a16="http://schemas.microsoft.com/office/drawing/2014/main" id="{BD29059E-73E5-46EB-AB66-A3E17C32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417" y="81311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8" name="path-7939">
            <a:extLst xmlns:a="http://schemas.openxmlformats.org/drawingml/2006/main">
              <a:ext uri="{FF2B5EF4-FFF2-40B4-BE49-F238E27FC236}">
                <a16:creationId xmlns:a16="http://schemas.microsoft.com/office/drawing/2014/main" id="{6C362EAE-366E-4A15-88F9-26AA17EC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7128" y="81481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9" name="path-7940">
            <a:extLst xmlns:a="http://schemas.openxmlformats.org/drawingml/2006/main">
              <a:ext uri="{FF2B5EF4-FFF2-40B4-BE49-F238E27FC236}">
                <a16:creationId xmlns:a16="http://schemas.microsoft.com/office/drawing/2014/main" id="{E54B29F2-04F9-4F64-ABA9-1BBE1988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0266" y="81869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0" name="path-7941">
            <a:extLst xmlns:a="http://schemas.openxmlformats.org/drawingml/2006/main">
              <a:ext uri="{FF2B5EF4-FFF2-40B4-BE49-F238E27FC236}">
                <a16:creationId xmlns:a16="http://schemas.microsoft.com/office/drawing/2014/main" id="{69F5CA04-D776-4F8C-8743-7C66A41F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7973" y="816281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1" name="path-7942">
            <a:extLst xmlns:a="http://schemas.openxmlformats.org/drawingml/2006/main">
              <a:ext uri="{FF2B5EF4-FFF2-40B4-BE49-F238E27FC236}">
                <a16:creationId xmlns:a16="http://schemas.microsoft.com/office/drawing/2014/main" id="{2FF78039-E49B-4110-8B1F-89AB240A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9457" y="81219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2" name="path-7943">
            <a:extLst xmlns:a="http://schemas.openxmlformats.org/drawingml/2006/main">
              <a:ext uri="{FF2B5EF4-FFF2-40B4-BE49-F238E27FC236}">
                <a16:creationId xmlns:a16="http://schemas.microsoft.com/office/drawing/2014/main" id="{BA6008FF-0494-4F9B-B277-75113535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9394" y="811855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3" name="path-7944">
            <a:extLst xmlns:a="http://schemas.openxmlformats.org/drawingml/2006/main">
              <a:ext uri="{FF2B5EF4-FFF2-40B4-BE49-F238E27FC236}">
                <a16:creationId xmlns:a16="http://schemas.microsoft.com/office/drawing/2014/main" id="{2D96D02F-91C0-44F8-BAC0-89A954A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9861" y="81595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4" name="path-7945">
            <a:extLst xmlns:a="http://schemas.openxmlformats.org/drawingml/2006/main">
              <a:ext uri="{FF2B5EF4-FFF2-40B4-BE49-F238E27FC236}">
                <a16:creationId xmlns:a16="http://schemas.microsoft.com/office/drawing/2014/main" id="{4DDEF9D6-5A29-4F3F-930D-6A6A69C0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0173" y="815914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5" name="path-7946">
            <a:extLst xmlns:a="http://schemas.openxmlformats.org/drawingml/2006/main">
              <a:ext uri="{FF2B5EF4-FFF2-40B4-BE49-F238E27FC236}">
                <a16:creationId xmlns:a16="http://schemas.microsoft.com/office/drawing/2014/main" id="{3235F406-7EF6-4508-BCDE-4596D4AD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647" y="81433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6" name="path-7947">
            <a:extLst xmlns:a="http://schemas.openxmlformats.org/drawingml/2006/main">
              <a:ext uri="{FF2B5EF4-FFF2-40B4-BE49-F238E27FC236}">
                <a16:creationId xmlns:a16="http://schemas.microsoft.com/office/drawing/2014/main" id="{45D77D49-505B-49CD-8567-5C8959D1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3200" y="81475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7" name="path-7948">
            <a:extLst xmlns:a="http://schemas.openxmlformats.org/drawingml/2006/main">
              <a:ext uri="{FF2B5EF4-FFF2-40B4-BE49-F238E27FC236}">
                <a16:creationId xmlns:a16="http://schemas.microsoft.com/office/drawing/2014/main" id="{656026ED-4C94-4FF6-983B-D337BF38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9225" y="814120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8" name="path-7949">
            <a:extLst xmlns:a="http://schemas.openxmlformats.org/drawingml/2006/main">
              <a:ext uri="{FF2B5EF4-FFF2-40B4-BE49-F238E27FC236}">
                <a16:creationId xmlns:a16="http://schemas.microsoft.com/office/drawing/2014/main" id="{D8A26457-73A0-4F93-AFC2-C28143B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1058" y="81434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9" name="path-7950">
            <a:extLst xmlns:a="http://schemas.openxmlformats.org/drawingml/2006/main">
              <a:ext uri="{FF2B5EF4-FFF2-40B4-BE49-F238E27FC236}">
                <a16:creationId xmlns:a16="http://schemas.microsoft.com/office/drawing/2014/main" id="{72C3A971-BD67-4729-8F21-B06E993F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8000" y="81259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0" name="path-7951">
            <a:extLst xmlns:a="http://schemas.openxmlformats.org/drawingml/2006/main">
              <a:ext uri="{FF2B5EF4-FFF2-40B4-BE49-F238E27FC236}">
                <a16:creationId xmlns:a16="http://schemas.microsoft.com/office/drawing/2014/main" id="{54E1882F-0E85-45FB-AE72-6B355BC7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4269" y="815634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1" name="path-7952">
            <a:extLst xmlns:a="http://schemas.openxmlformats.org/drawingml/2006/main">
              <a:ext uri="{FF2B5EF4-FFF2-40B4-BE49-F238E27FC236}">
                <a16:creationId xmlns:a16="http://schemas.microsoft.com/office/drawing/2014/main" id="{5DD79CB0-9103-47A6-8002-4018F6AA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1852" y="81399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2" name="path-7953">
            <a:extLst xmlns:a="http://schemas.openxmlformats.org/drawingml/2006/main">
              <a:ext uri="{FF2B5EF4-FFF2-40B4-BE49-F238E27FC236}">
                <a16:creationId xmlns:a16="http://schemas.microsoft.com/office/drawing/2014/main" id="{B5363FE3-9DDB-42D6-8281-E34B3F15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511" y="81166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3" name="path-7954">
            <a:extLst xmlns:a="http://schemas.openxmlformats.org/drawingml/2006/main">
              <a:ext uri="{FF2B5EF4-FFF2-40B4-BE49-F238E27FC236}">
                <a16:creationId xmlns:a16="http://schemas.microsoft.com/office/drawing/2014/main" id="{C84E7591-866D-4A2D-B86D-6422CE64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137" y="811468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4" name="path-7955">
            <a:extLst xmlns:a="http://schemas.openxmlformats.org/drawingml/2006/main">
              <a:ext uri="{FF2B5EF4-FFF2-40B4-BE49-F238E27FC236}">
                <a16:creationId xmlns:a16="http://schemas.microsoft.com/office/drawing/2014/main" id="{2B7B1E92-5AAE-4E56-A45C-9A51A9F6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5301" y="81242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5" name="path-7956">
            <a:extLst xmlns:a="http://schemas.openxmlformats.org/drawingml/2006/main">
              <a:ext uri="{FF2B5EF4-FFF2-40B4-BE49-F238E27FC236}">
                <a16:creationId xmlns:a16="http://schemas.microsoft.com/office/drawing/2014/main" id="{110E8858-5F39-4D1D-891C-67884AA2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8412" y="81821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6" name="path-7957">
            <a:extLst xmlns:a="http://schemas.openxmlformats.org/drawingml/2006/main">
              <a:ext uri="{FF2B5EF4-FFF2-40B4-BE49-F238E27FC236}">
                <a16:creationId xmlns:a16="http://schemas.microsoft.com/office/drawing/2014/main" id="{924FB2CE-BDEC-4953-A164-3C6E4772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1099" y="8175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7" name="path-7958">
            <a:extLst xmlns:a="http://schemas.openxmlformats.org/drawingml/2006/main">
              <a:ext uri="{FF2B5EF4-FFF2-40B4-BE49-F238E27FC236}">
                <a16:creationId xmlns:a16="http://schemas.microsoft.com/office/drawing/2014/main" id="{2D4F907D-3DC4-432F-B816-DFFA2B27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2610" y="81602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8" name="path-7959">
            <a:extLst xmlns:a="http://schemas.openxmlformats.org/drawingml/2006/main">
              <a:ext uri="{FF2B5EF4-FFF2-40B4-BE49-F238E27FC236}">
                <a16:creationId xmlns:a16="http://schemas.microsoft.com/office/drawing/2014/main" id="{C1BBF5CC-C245-49C2-98E0-20A707F3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210" y="81490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9" name="path-7960">
            <a:extLst xmlns:a="http://schemas.openxmlformats.org/drawingml/2006/main">
              <a:ext uri="{FF2B5EF4-FFF2-40B4-BE49-F238E27FC236}">
                <a16:creationId xmlns:a16="http://schemas.microsoft.com/office/drawing/2014/main" id="{C0450422-AA1C-4197-9824-0AD37911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3507" y="813512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0" name="path-7961">
            <a:extLst xmlns:a="http://schemas.openxmlformats.org/drawingml/2006/main">
              <a:ext uri="{FF2B5EF4-FFF2-40B4-BE49-F238E27FC236}">
                <a16:creationId xmlns:a16="http://schemas.microsoft.com/office/drawing/2014/main" id="{43BDE2B3-B09E-49DC-AC0C-979B3E3C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5172" y="815779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1" name="path-7962">
            <a:extLst xmlns:a="http://schemas.openxmlformats.org/drawingml/2006/main">
              <a:ext uri="{FF2B5EF4-FFF2-40B4-BE49-F238E27FC236}">
                <a16:creationId xmlns:a16="http://schemas.microsoft.com/office/drawing/2014/main" id="{25FAF41C-6B8E-4228-989D-B3969B8A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481" y="81261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2" name="path-7963">
            <a:extLst xmlns:a="http://schemas.openxmlformats.org/drawingml/2006/main">
              <a:ext uri="{FF2B5EF4-FFF2-40B4-BE49-F238E27FC236}">
                <a16:creationId xmlns:a16="http://schemas.microsoft.com/office/drawing/2014/main" id="{645C732B-A0F8-4C35-BDAE-D720BBE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503" y="814192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3" name="path-7964">
            <a:extLst xmlns:a="http://schemas.openxmlformats.org/drawingml/2006/main">
              <a:ext uri="{FF2B5EF4-FFF2-40B4-BE49-F238E27FC236}">
                <a16:creationId xmlns:a16="http://schemas.microsoft.com/office/drawing/2014/main" id="{00A58967-B5B3-4458-B940-3FB13666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0223" y="812933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4" name="path-7965">
            <a:extLst xmlns:a="http://schemas.openxmlformats.org/drawingml/2006/main">
              <a:ext uri="{FF2B5EF4-FFF2-40B4-BE49-F238E27FC236}">
                <a16:creationId xmlns:a16="http://schemas.microsoft.com/office/drawing/2014/main" id="{514D7C27-0383-4E3D-83B7-F6E7E43F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7847" y="815800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5" name="path-7966">
            <a:extLst xmlns:a="http://schemas.openxmlformats.org/drawingml/2006/main">
              <a:ext uri="{FF2B5EF4-FFF2-40B4-BE49-F238E27FC236}">
                <a16:creationId xmlns:a16="http://schemas.microsoft.com/office/drawing/2014/main" id="{2ED1BA07-9F5D-4E27-A891-E6274180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567" y="813321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6" name="path-7967">
            <a:extLst xmlns:a="http://schemas.openxmlformats.org/drawingml/2006/main">
              <a:ext uri="{FF2B5EF4-FFF2-40B4-BE49-F238E27FC236}">
                <a16:creationId xmlns:a16="http://schemas.microsoft.com/office/drawing/2014/main" id="{BA689341-A902-4712-A75D-A738EDEC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4932" y="814743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7" name="path-7968">
            <a:extLst xmlns:a="http://schemas.openxmlformats.org/drawingml/2006/main">
              <a:ext uri="{FF2B5EF4-FFF2-40B4-BE49-F238E27FC236}">
                <a16:creationId xmlns:a16="http://schemas.microsoft.com/office/drawing/2014/main" id="{BAAC39AE-68AA-4082-8DEF-FA25723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321" y="8126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8" name="path-7969">
            <a:extLst xmlns:a="http://schemas.openxmlformats.org/drawingml/2006/main">
              <a:ext uri="{FF2B5EF4-FFF2-40B4-BE49-F238E27FC236}">
                <a16:creationId xmlns:a16="http://schemas.microsoft.com/office/drawing/2014/main" id="{C028BE1C-9053-447B-91D6-7E65CE21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756" y="813454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9" name="path-7970">
            <a:extLst xmlns:a="http://schemas.openxmlformats.org/drawingml/2006/main">
              <a:ext uri="{FF2B5EF4-FFF2-40B4-BE49-F238E27FC236}">
                <a16:creationId xmlns:a16="http://schemas.microsoft.com/office/drawing/2014/main" id="{91A0DAD0-AF60-4C9F-B592-99EE1D6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976" y="81443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0" name="path-7971">
            <a:extLst xmlns:a="http://schemas.openxmlformats.org/drawingml/2006/main">
              <a:ext uri="{FF2B5EF4-FFF2-40B4-BE49-F238E27FC236}">
                <a16:creationId xmlns:a16="http://schemas.microsoft.com/office/drawing/2014/main" id="{7363094E-CA50-4AE2-86A4-74B51475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5604" y="81582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1" name="path-7972">
            <a:extLst xmlns:a="http://schemas.openxmlformats.org/drawingml/2006/main">
              <a:ext uri="{FF2B5EF4-FFF2-40B4-BE49-F238E27FC236}">
                <a16:creationId xmlns:a16="http://schemas.microsoft.com/office/drawing/2014/main" id="{0C2D45C1-3293-44BD-BFFD-AE87D037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9540" y="815043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2" name="path-7973">
            <a:extLst xmlns:a="http://schemas.openxmlformats.org/drawingml/2006/main">
              <a:ext uri="{FF2B5EF4-FFF2-40B4-BE49-F238E27FC236}">
                <a16:creationId xmlns:a16="http://schemas.microsoft.com/office/drawing/2014/main" id="{D87C010E-99E4-4AC1-8AD3-EFB739E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188" y="812901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3" name="path-7974">
            <a:extLst xmlns:a="http://schemas.openxmlformats.org/drawingml/2006/main">
              <a:ext uri="{FF2B5EF4-FFF2-40B4-BE49-F238E27FC236}">
                <a16:creationId xmlns:a16="http://schemas.microsoft.com/office/drawing/2014/main" id="{BF166889-A3D1-437D-80C9-D902BBAB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1467" y="816709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4" name="path-7975">
            <a:extLst xmlns:a="http://schemas.openxmlformats.org/drawingml/2006/main">
              <a:ext uri="{FF2B5EF4-FFF2-40B4-BE49-F238E27FC236}">
                <a16:creationId xmlns:a16="http://schemas.microsoft.com/office/drawing/2014/main" id="{DEA2A4C3-1B7C-451E-BC09-74BEF2AD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5160" y="816065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5" name="path-7976">
            <a:extLst xmlns:a="http://schemas.openxmlformats.org/drawingml/2006/main">
              <a:ext uri="{FF2B5EF4-FFF2-40B4-BE49-F238E27FC236}">
                <a16:creationId xmlns:a16="http://schemas.microsoft.com/office/drawing/2014/main" id="{51A131BB-1F2B-4CF5-9915-6E4698E2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6350" y="814308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6" name="path-7977">
            <a:extLst xmlns:a="http://schemas.openxmlformats.org/drawingml/2006/main">
              <a:ext uri="{FF2B5EF4-FFF2-40B4-BE49-F238E27FC236}">
                <a16:creationId xmlns:a16="http://schemas.microsoft.com/office/drawing/2014/main" id="{E3093055-D6D9-49A7-9F72-E9BB9769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3171" y="816743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7" name="path-7978">
            <a:extLst xmlns:a="http://schemas.openxmlformats.org/drawingml/2006/main">
              <a:ext uri="{FF2B5EF4-FFF2-40B4-BE49-F238E27FC236}">
                <a16:creationId xmlns:a16="http://schemas.microsoft.com/office/drawing/2014/main" id="{1D8FFE28-70A5-4D7E-8225-B90B835A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754" y="810484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8" name="path-7979">
            <a:extLst xmlns:a="http://schemas.openxmlformats.org/drawingml/2006/main">
              <a:ext uri="{FF2B5EF4-FFF2-40B4-BE49-F238E27FC236}">
                <a16:creationId xmlns:a16="http://schemas.microsoft.com/office/drawing/2014/main" id="{06623629-098F-4220-B2B8-85B8A47C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028" y="81054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9" name="path-7980">
            <a:extLst xmlns:a="http://schemas.openxmlformats.org/drawingml/2006/main">
              <a:ext uri="{FF2B5EF4-FFF2-40B4-BE49-F238E27FC236}">
                <a16:creationId xmlns:a16="http://schemas.microsoft.com/office/drawing/2014/main" id="{54438764-CEE7-42DA-820A-7BB593A9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324" y="81391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0" name="path-7981">
            <a:extLst xmlns:a="http://schemas.openxmlformats.org/drawingml/2006/main">
              <a:ext uri="{FF2B5EF4-FFF2-40B4-BE49-F238E27FC236}">
                <a16:creationId xmlns:a16="http://schemas.microsoft.com/office/drawing/2014/main" id="{1772ED4E-10D2-4E8B-8212-3DE79495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556" y="8180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1" name="path-7982">
            <a:extLst xmlns:a="http://schemas.openxmlformats.org/drawingml/2006/main">
              <a:ext uri="{FF2B5EF4-FFF2-40B4-BE49-F238E27FC236}">
                <a16:creationId xmlns:a16="http://schemas.microsoft.com/office/drawing/2014/main" id="{CFC6D218-45EB-40D4-9FF9-959DF7DF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2775" y="81425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2" name="path-7983">
            <a:extLst xmlns:a="http://schemas.openxmlformats.org/drawingml/2006/main">
              <a:ext uri="{FF2B5EF4-FFF2-40B4-BE49-F238E27FC236}">
                <a16:creationId xmlns:a16="http://schemas.microsoft.com/office/drawing/2014/main" id="{C73B3B24-4CEB-43C7-A1D4-0E4B72EF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4399" y="815789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3" name="path-7984">
            <a:extLst xmlns:a="http://schemas.openxmlformats.org/drawingml/2006/main">
              <a:ext uri="{FF2B5EF4-FFF2-40B4-BE49-F238E27FC236}">
                <a16:creationId xmlns:a16="http://schemas.microsoft.com/office/drawing/2014/main" id="{1D37FAD9-DC4E-45B4-B083-6953E9B9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9921" y="81581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4" name="path-7985">
            <a:extLst xmlns:a="http://schemas.openxmlformats.org/drawingml/2006/main">
              <a:ext uri="{FF2B5EF4-FFF2-40B4-BE49-F238E27FC236}">
                <a16:creationId xmlns:a16="http://schemas.microsoft.com/office/drawing/2014/main" id="{13450283-4D73-49E4-99E9-AE8F630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6938" y="81369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5" name="path-7986">
            <a:extLst xmlns:a="http://schemas.openxmlformats.org/drawingml/2006/main">
              <a:ext uri="{FF2B5EF4-FFF2-40B4-BE49-F238E27FC236}">
                <a16:creationId xmlns:a16="http://schemas.microsoft.com/office/drawing/2014/main" id="{73B6A7C3-E1E9-40C9-B089-F92F17F0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7283" y="81207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6" name="path-7987">
            <a:extLst xmlns:a="http://schemas.openxmlformats.org/drawingml/2006/main">
              <a:ext uri="{FF2B5EF4-FFF2-40B4-BE49-F238E27FC236}">
                <a16:creationId xmlns:a16="http://schemas.microsoft.com/office/drawing/2014/main" id="{64287778-B923-4C9E-9642-6B6648C0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375" y="814877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7" name="path-7988">
            <a:extLst xmlns:a="http://schemas.openxmlformats.org/drawingml/2006/main">
              <a:ext uri="{FF2B5EF4-FFF2-40B4-BE49-F238E27FC236}">
                <a16:creationId xmlns:a16="http://schemas.microsoft.com/office/drawing/2014/main" id="{6EE0BFAF-6DDF-4D85-B142-78130B6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76" y="814940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8" name="path-7989">
            <a:extLst xmlns:a="http://schemas.openxmlformats.org/drawingml/2006/main">
              <a:ext uri="{FF2B5EF4-FFF2-40B4-BE49-F238E27FC236}">
                <a16:creationId xmlns:a16="http://schemas.microsoft.com/office/drawing/2014/main" id="{1AD00D7C-1792-4F7B-89D3-6AA00D38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877" y="81417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9" name="path-7990">
            <a:extLst xmlns:a="http://schemas.openxmlformats.org/drawingml/2006/main">
              <a:ext uri="{FF2B5EF4-FFF2-40B4-BE49-F238E27FC236}">
                <a16:creationId xmlns:a16="http://schemas.microsoft.com/office/drawing/2014/main" id="{4327326A-CFD5-4ACE-BEE4-7E03308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1686" y="81463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0" name="path-7991">
            <a:extLst xmlns:a="http://schemas.openxmlformats.org/drawingml/2006/main">
              <a:ext uri="{FF2B5EF4-FFF2-40B4-BE49-F238E27FC236}">
                <a16:creationId xmlns:a16="http://schemas.microsoft.com/office/drawing/2014/main" id="{64D380EA-F401-48D9-A6CD-B41050DD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040" y="813348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1" name="path-7992">
            <a:extLst xmlns:a="http://schemas.openxmlformats.org/drawingml/2006/main">
              <a:ext uri="{FF2B5EF4-FFF2-40B4-BE49-F238E27FC236}">
                <a16:creationId xmlns:a16="http://schemas.microsoft.com/office/drawing/2014/main" id="{967B07AB-F91C-43D9-BA4C-7809D5FE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2899" y="81412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2" name="path-7993">
            <a:extLst xmlns:a="http://schemas.openxmlformats.org/drawingml/2006/main">
              <a:ext uri="{FF2B5EF4-FFF2-40B4-BE49-F238E27FC236}">
                <a16:creationId xmlns:a16="http://schemas.microsoft.com/office/drawing/2014/main" id="{F23FF94B-2114-400D-B8D7-8A176592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914" y="81424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3" name="path-7994">
            <a:extLst xmlns:a="http://schemas.openxmlformats.org/drawingml/2006/main">
              <a:ext uri="{FF2B5EF4-FFF2-40B4-BE49-F238E27FC236}">
                <a16:creationId xmlns:a16="http://schemas.microsoft.com/office/drawing/2014/main" id="{27673CCA-4F97-4928-A0C2-C6E55E23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0594" y="8132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4" name="path-7995">
            <a:extLst xmlns:a="http://schemas.openxmlformats.org/drawingml/2006/main">
              <a:ext uri="{FF2B5EF4-FFF2-40B4-BE49-F238E27FC236}">
                <a16:creationId xmlns:a16="http://schemas.microsoft.com/office/drawing/2014/main" id="{3BBB6C5F-E12C-4CA0-A0C9-FEF289C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7393" y="817605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5" name="path-7996">
            <a:extLst xmlns:a="http://schemas.openxmlformats.org/drawingml/2006/main">
              <a:ext uri="{FF2B5EF4-FFF2-40B4-BE49-F238E27FC236}">
                <a16:creationId xmlns:a16="http://schemas.microsoft.com/office/drawing/2014/main" id="{4D118624-2F0D-4E9C-ABDA-22500935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615" y="813876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6" name="path-7997">
            <a:extLst xmlns:a="http://schemas.openxmlformats.org/drawingml/2006/main">
              <a:ext uri="{FF2B5EF4-FFF2-40B4-BE49-F238E27FC236}">
                <a16:creationId xmlns:a16="http://schemas.microsoft.com/office/drawing/2014/main" id="{B29CFB52-FF47-4344-90D1-283B48D0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569" y="81449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7" name="path-7998">
            <a:extLst xmlns:a="http://schemas.openxmlformats.org/drawingml/2006/main">
              <a:ext uri="{FF2B5EF4-FFF2-40B4-BE49-F238E27FC236}">
                <a16:creationId xmlns:a16="http://schemas.microsoft.com/office/drawing/2014/main" id="{80DADD60-3F5C-447E-AD91-04E0E39C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8358" y="809120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8" name="path-7999">
            <a:extLst xmlns:a="http://schemas.openxmlformats.org/drawingml/2006/main">
              <a:ext uri="{FF2B5EF4-FFF2-40B4-BE49-F238E27FC236}">
                <a16:creationId xmlns:a16="http://schemas.microsoft.com/office/drawing/2014/main" id="{596D2A47-DAD9-400B-8FB9-0944373D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1084" y="81296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9" name="path-8000">
            <a:extLst xmlns:a="http://schemas.openxmlformats.org/drawingml/2006/main">
              <a:ext uri="{FF2B5EF4-FFF2-40B4-BE49-F238E27FC236}">
                <a16:creationId xmlns:a16="http://schemas.microsoft.com/office/drawing/2014/main" id="{1446395D-C69C-4671-A67C-07B96758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7625" y="816320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0" name="path-8001">
            <a:extLst xmlns:a="http://schemas.openxmlformats.org/drawingml/2006/main">
              <a:ext uri="{FF2B5EF4-FFF2-40B4-BE49-F238E27FC236}">
                <a16:creationId xmlns:a16="http://schemas.microsoft.com/office/drawing/2014/main" id="{9063DF7D-3A9D-4D3E-9C10-E0B1F78B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5027" y="810089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1" name="path-8002">
            <a:extLst xmlns:a="http://schemas.openxmlformats.org/drawingml/2006/main">
              <a:ext uri="{FF2B5EF4-FFF2-40B4-BE49-F238E27FC236}">
                <a16:creationId xmlns:a16="http://schemas.microsoft.com/office/drawing/2014/main" id="{D3532701-6B10-4BB5-96A9-D97BA9BC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8738" y="812917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2" name="path-8003">
            <a:extLst xmlns:a="http://schemas.openxmlformats.org/drawingml/2006/main">
              <a:ext uri="{FF2B5EF4-FFF2-40B4-BE49-F238E27FC236}">
                <a16:creationId xmlns:a16="http://schemas.microsoft.com/office/drawing/2014/main" id="{9F08D53F-15C5-4D8D-AE7F-D749016D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5668" y="81227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3" name="path-8004">
            <a:extLst xmlns:a="http://schemas.openxmlformats.org/drawingml/2006/main">
              <a:ext uri="{FF2B5EF4-FFF2-40B4-BE49-F238E27FC236}">
                <a16:creationId xmlns:a16="http://schemas.microsoft.com/office/drawing/2014/main" id="{9188FB3B-43CC-4B50-A542-F9B136C0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562" y="815596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4" name="path-8005">
            <a:extLst xmlns:a="http://schemas.openxmlformats.org/drawingml/2006/main">
              <a:ext uri="{FF2B5EF4-FFF2-40B4-BE49-F238E27FC236}">
                <a16:creationId xmlns:a16="http://schemas.microsoft.com/office/drawing/2014/main" id="{AE48A466-D0B1-4413-8E50-EA0E8415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5752" y="814487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5" name="path-8006">
            <a:extLst xmlns:a="http://schemas.openxmlformats.org/drawingml/2006/main">
              <a:ext uri="{FF2B5EF4-FFF2-40B4-BE49-F238E27FC236}">
                <a16:creationId xmlns:a16="http://schemas.microsoft.com/office/drawing/2014/main" id="{7BB8AFF8-3F3E-4086-B086-798B5AE4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4273" y="81622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6" name="path-8007">
            <a:extLst xmlns:a="http://schemas.openxmlformats.org/drawingml/2006/main">
              <a:ext uri="{FF2B5EF4-FFF2-40B4-BE49-F238E27FC236}">
                <a16:creationId xmlns:a16="http://schemas.microsoft.com/office/drawing/2014/main" id="{9EE1569C-11AB-4D17-83E8-E95BB5B7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1467" y="814673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7" name="path-8008">
            <a:extLst xmlns:a="http://schemas.openxmlformats.org/drawingml/2006/main">
              <a:ext uri="{FF2B5EF4-FFF2-40B4-BE49-F238E27FC236}">
                <a16:creationId xmlns:a16="http://schemas.microsoft.com/office/drawing/2014/main" id="{89C23CD4-D57D-4EBC-90FB-14E21AA3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074" y="81392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8" name="path-8009">
            <a:extLst xmlns:a="http://schemas.openxmlformats.org/drawingml/2006/main">
              <a:ext uri="{FF2B5EF4-FFF2-40B4-BE49-F238E27FC236}">
                <a16:creationId xmlns:a16="http://schemas.microsoft.com/office/drawing/2014/main" id="{092B1F33-27FF-405D-8E46-7345089D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254" y="813092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9" name="path-8010">
            <a:extLst xmlns:a="http://schemas.openxmlformats.org/drawingml/2006/main">
              <a:ext uri="{FF2B5EF4-FFF2-40B4-BE49-F238E27FC236}">
                <a16:creationId xmlns:a16="http://schemas.microsoft.com/office/drawing/2014/main" id="{2CA8BFBC-9075-401D-9DA8-E2B54F07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7465" y="812803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0" name="path-8011">
            <a:extLst xmlns:a="http://schemas.openxmlformats.org/drawingml/2006/main">
              <a:ext uri="{FF2B5EF4-FFF2-40B4-BE49-F238E27FC236}">
                <a16:creationId xmlns:a16="http://schemas.microsoft.com/office/drawing/2014/main" id="{083B344C-4A06-4FFF-9B23-BC1F80DC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346" y="817439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1" name="path-8012">
            <a:extLst xmlns:a="http://schemas.openxmlformats.org/drawingml/2006/main">
              <a:ext uri="{FF2B5EF4-FFF2-40B4-BE49-F238E27FC236}">
                <a16:creationId xmlns:a16="http://schemas.microsoft.com/office/drawing/2014/main" id="{633BF3FD-EAAD-445C-A744-FE965C99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7022" y="817230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2" name="path-8013">
            <a:extLst xmlns:a="http://schemas.openxmlformats.org/drawingml/2006/main">
              <a:ext uri="{FF2B5EF4-FFF2-40B4-BE49-F238E27FC236}">
                <a16:creationId xmlns:a16="http://schemas.microsoft.com/office/drawing/2014/main" id="{C7294DD7-A6C0-49BB-BF28-2CAA554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6994" y="813221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3" name="path-8014">
            <a:extLst xmlns:a="http://schemas.openxmlformats.org/drawingml/2006/main">
              <a:ext uri="{FF2B5EF4-FFF2-40B4-BE49-F238E27FC236}">
                <a16:creationId xmlns:a16="http://schemas.microsoft.com/office/drawing/2014/main" id="{B054ACA5-761C-412C-9BE1-DBC4E1F8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5169" y="81429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4" name="path-8015">
            <a:extLst xmlns:a="http://schemas.openxmlformats.org/drawingml/2006/main">
              <a:ext uri="{FF2B5EF4-FFF2-40B4-BE49-F238E27FC236}">
                <a16:creationId xmlns:a16="http://schemas.microsoft.com/office/drawing/2014/main" id="{D6D8523C-20B3-4AC1-AF94-93CAFAEF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2768" y="812811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5" name="path-8016">
            <a:extLst xmlns:a="http://schemas.openxmlformats.org/drawingml/2006/main">
              <a:ext uri="{FF2B5EF4-FFF2-40B4-BE49-F238E27FC236}">
                <a16:creationId xmlns:a16="http://schemas.microsoft.com/office/drawing/2014/main" id="{243E9DAB-C71A-4BF5-897B-E5E84E0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1788" y="815309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6" name="path-8017">
            <a:extLst xmlns:a="http://schemas.openxmlformats.org/drawingml/2006/main">
              <a:ext uri="{FF2B5EF4-FFF2-40B4-BE49-F238E27FC236}">
                <a16:creationId xmlns:a16="http://schemas.microsoft.com/office/drawing/2014/main" id="{7805DFCB-077F-4AF3-8AB7-FDCB436A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4353" y="8144014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7" name="path-8018">
            <a:extLst xmlns:a="http://schemas.openxmlformats.org/drawingml/2006/main">
              <a:ext uri="{FF2B5EF4-FFF2-40B4-BE49-F238E27FC236}">
                <a16:creationId xmlns:a16="http://schemas.microsoft.com/office/drawing/2014/main" id="{5999B39D-B559-4383-9F01-9F73DF8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108" y="815858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8" name="path-8019">
            <a:extLst xmlns:a="http://schemas.openxmlformats.org/drawingml/2006/main">
              <a:ext uri="{FF2B5EF4-FFF2-40B4-BE49-F238E27FC236}">
                <a16:creationId xmlns:a16="http://schemas.microsoft.com/office/drawing/2014/main" id="{40BDD535-AC7A-4FC7-A995-82DE499F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985" y="8153052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9" name="path-8020">
            <a:extLst xmlns:a="http://schemas.openxmlformats.org/drawingml/2006/main">
              <a:ext uri="{FF2B5EF4-FFF2-40B4-BE49-F238E27FC236}">
                <a16:creationId xmlns:a16="http://schemas.microsoft.com/office/drawing/2014/main" id="{AED25440-1857-423C-B679-CA761DB2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0849" y="815256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0" name="path-8021">
            <a:extLst xmlns:a="http://schemas.openxmlformats.org/drawingml/2006/main">
              <a:ext uri="{FF2B5EF4-FFF2-40B4-BE49-F238E27FC236}">
                <a16:creationId xmlns:a16="http://schemas.microsoft.com/office/drawing/2014/main" id="{B599EF87-9087-4395-8418-3E2978BF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670" y="81373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1" name="path-8022">
            <a:extLst xmlns:a="http://schemas.openxmlformats.org/drawingml/2006/main">
              <a:ext uri="{FF2B5EF4-FFF2-40B4-BE49-F238E27FC236}">
                <a16:creationId xmlns:a16="http://schemas.microsoft.com/office/drawing/2014/main" id="{97152913-1951-4F36-B5C3-16585DF6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8048" y="814329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2" name="path-8023">
            <a:extLst xmlns:a="http://schemas.openxmlformats.org/drawingml/2006/main">
              <a:ext uri="{FF2B5EF4-FFF2-40B4-BE49-F238E27FC236}">
                <a16:creationId xmlns:a16="http://schemas.microsoft.com/office/drawing/2014/main" id="{E00CE22F-B545-43ED-8057-57BC9D36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904" y="814956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3" name="path-8024">
            <a:extLst xmlns:a="http://schemas.openxmlformats.org/drawingml/2006/main">
              <a:ext uri="{FF2B5EF4-FFF2-40B4-BE49-F238E27FC236}">
                <a16:creationId xmlns:a16="http://schemas.microsoft.com/office/drawing/2014/main" id="{344F141D-564D-4335-B095-805AA3B6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612" y="812562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4" name="path-8025">
            <a:extLst xmlns:a="http://schemas.openxmlformats.org/drawingml/2006/main">
              <a:ext uri="{FF2B5EF4-FFF2-40B4-BE49-F238E27FC236}">
                <a16:creationId xmlns:a16="http://schemas.microsoft.com/office/drawing/2014/main" id="{8E952974-40C1-4908-9DC4-E2088D5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720" y="814198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5" name="path-8026">
            <a:extLst xmlns:a="http://schemas.openxmlformats.org/drawingml/2006/main">
              <a:ext uri="{FF2B5EF4-FFF2-40B4-BE49-F238E27FC236}">
                <a16:creationId xmlns:a16="http://schemas.microsoft.com/office/drawing/2014/main" id="{CDD6C185-9236-47F6-ACE0-4B78B8FD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425" y="815566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6" name="path-8027">
            <a:extLst xmlns:a="http://schemas.openxmlformats.org/drawingml/2006/main">
              <a:ext uri="{FF2B5EF4-FFF2-40B4-BE49-F238E27FC236}">
                <a16:creationId xmlns:a16="http://schemas.microsoft.com/office/drawing/2014/main" id="{A1DF651E-307B-4929-88CE-32B31C81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7283" y="812154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7" name="path-8028">
            <a:extLst xmlns:a="http://schemas.openxmlformats.org/drawingml/2006/main">
              <a:ext uri="{FF2B5EF4-FFF2-40B4-BE49-F238E27FC236}">
                <a16:creationId xmlns:a16="http://schemas.microsoft.com/office/drawing/2014/main" id="{97188341-4069-4020-82D2-B1D80287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3768" y="8188385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8" name="path-8029">
            <a:extLst xmlns:a="http://schemas.openxmlformats.org/drawingml/2006/main">
              <a:ext uri="{FF2B5EF4-FFF2-40B4-BE49-F238E27FC236}">
                <a16:creationId xmlns:a16="http://schemas.microsoft.com/office/drawing/2014/main" id="{A528EDF9-4549-4360-B5A9-8E51F9E6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8980" y="8126358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9" name="path-8030">
            <a:extLst xmlns:a="http://schemas.openxmlformats.org/drawingml/2006/main">
              <a:ext uri="{FF2B5EF4-FFF2-40B4-BE49-F238E27FC236}">
                <a16:creationId xmlns:a16="http://schemas.microsoft.com/office/drawing/2014/main" id="{5C28F29D-6354-487A-834A-A7FA4ED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5752" y="8136027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0" name="path-8031">
            <a:extLst xmlns:a="http://schemas.openxmlformats.org/drawingml/2006/main">
              <a:ext uri="{FF2B5EF4-FFF2-40B4-BE49-F238E27FC236}">
                <a16:creationId xmlns:a16="http://schemas.microsoft.com/office/drawing/2014/main" id="{6E0E1694-6AD4-43C5-A48C-01AE1A59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7190" y="814809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1" name="path-8032">
            <a:extLst xmlns:a="http://schemas.openxmlformats.org/drawingml/2006/main">
              <a:ext uri="{FF2B5EF4-FFF2-40B4-BE49-F238E27FC236}">
                <a16:creationId xmlns:a16="http://schemas.microsoft.com/office/drawing/2014/main" id="{53FD24CB-AB20-4013-A3C1-9AE605E0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6470" y="8151316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2" name="path-8033">
            <a:extLst xmlns:a="http://schemas.openxmlformats.org/drawingml/2006/main">
              <a:ext uri="{FF2B5EF4-FFF2-40B4-BE49-F238E27FC236}">
                <a16:creationId xmlns:a16="http://schemas.microsoft.com/office/drawing/2014/main" id="{CC281306-6D27-4648-9A00-E1AA4BA0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838" y="811919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3" name="path-8034">
            <a:extLst xmlns:a="http://schemas.openxmlformats.org/drawingml/2006/main">
              <a:ext uri="{FF2B5EF4-FFF2-40B4-BE49-F238E27FC236}">
                <a16:creationId xmlns:a16="http://schemas.microsoft.com/office/drawing/2014/main" id="{D1802D32-CE35-464E-9F18-6FB4D069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4665" y="814097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4" name="path-8035">
            <a:extLst xmlns:a="http://schemas.openxmlformats.org/drawingml/2006/main">
              <a:ext uri="{FF2B5EF4-FFF2-40B4-BE49-F238E27FC236}">
                <a16:creationId xmlns:a16="http://schemas.microsoft.com/office/drawing/2014/main" id="{861998C0-8D04-4032-A5AD-F4658932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2096" y="815971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5" name="path-8036">
            <a:extLst xmlns:a="http://schemas.openxmlformats.org/drawingml/2006/main">
              <a:ext uri="{FF2B5EF4-FFF2-40B4-BE49-F238E27FC236}">
                <a16:creationId xmlns:a16="http://schemas.microsoft.com/office/drawing/2014/main" id="{55C38E58-E866-4AE8-BC8F-4DE505E4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275" y="8125443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6" name="path-8037">
            <a:extLst xmlns:a="http://schemas.openxmlformats.org/drawingml/2006/main">
              <a:ext uri="{FF2B5EF4-FFF2-40B4-BE49-F238E27FC236}">
                <a16:creationId xmlns:a16="http://schemas.microsoft.com/office/drawing/2014/main" id="{A6CC08F2-ACD2-4E1A-9B92-64083CF6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8043" y="8125579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7" name="path-8038">
            <a:extLst xmlns:a="http://schemas.openxmlformats.org/drawingml/2006/main">
              <a:ext uri="{FF2B5EF4-FFF2-40B4-BE49-F238E27FC236}">
                <a16:creationId xmlns:a16="http://schemas.microsoft.com/office/drawing/2014/main" id="{B9D56851-B210-4306-83C4-171D7E8A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3909" y="813304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8" name="path-8039">
            <a:extLst xmlns:a="http://schemas.openxmlformats.org/drawingml/2006/main">
              <a:ext uri="{FF2B5EF4-FFF2-40B4-BE49-F238E27FC236}">
                <a16:creationId xmlns:a16="http://schemas.microsoft.com/office/drawing/2014/main" id="{7F0019B6-9731-4E35-9C8E-6B1FF2BC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816" y="8125411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9" name="path-8040">
            <a:extLst xmlns:a="http://schemas.openxmlformats.org/drawingml/2006/main">
              <a:ext uri="{FF2B5EF4-FFF2-40B4-BE49-F238E27FC236}">
                <a16:creationId xmlns:a16="http://schemas.microsoft.com/office/drawing/2014/main" id="{8CE3C941-F60A-44D6-8251-F175D47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669" y="813286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0" name="path-8041">
            <a:extLst xmlns:a="http://schemas.openxmlformats.org/drawingml/2006/main">
              <a:ext uri="{FF2B5EF4-FFF2-40B4-BE49-F238E27FC236}">
                <a16:creationId xmlns:a16="http://schemas.microsoft.com/office/drawing/2014/main" id="{6A8C1E37-06FF-4E16-89C5-A608160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275" y="8164090"/>
            <a:ext cx="90859" cy="90858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1" name="path-8042">
            <a:extLst xmlns:a="http://schemas.openxmlformats.org/drawingml/2006/main">
              <a:ext uri="{FF2B5EF4-FFF2-40B4-BE49-F238E27FC236}">
                <a16:creationId xmlns:a16="http://schemas.microsoft.com/office/drawing/2014/main" id="{DC2EF802-EB0F-48EE-89D6-14129DAC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2701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2" name="path-8043">
            <a:extLst xmlns:a="http://schemas.openxmlformats.org/drawingml/2006/main">
              <a:ext uri="{FF2B5EF4-FFF2-40B4-BE49-F238E27FC236}">
                <a16:creationId xmlns:a16="http://schemas.microsoft.com/office/drawing/2014/main" id="{CBA22A81-9F5C-4F48-88CF-19495A86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334" y="8066032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3" name="path-8044">
            <a:extLst xmlns:a="http://schemas.openxmlformats.org/drawingml/2006/main">
              <a:ext uri="{FF2B5EF4-FFF2-40B4-BE49-F238E27FC236}">
                <a16:creationId xmlns:a16="http://schemas.microsoft.com/office/drawing/2014/main" id="{71BE32BB-CD47-474A-8FEB-9CA4ED2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1833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4" name="path-8045">
            <a:extLst xmlns:a="http://schemas.openxmlformats.org/drawingml/2006/main">
              <a:ext uri="{FF2B5EF4-FFF2-40B4-BE49-F238E27FC236}">
                <a16:creationId xmlns:a16="http://schemas.microsoft.com/office/drawing/2014/main" id="{6705ACDA-EDF8-4CF3-9601-D182088C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7467" y="8066032"/>
            <a:ext cx="246602" cy="246602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5" name="path-8046">
            <a:extLst xmlns:a="http://schemas.openxmlformats.org/drawingml/2006/main">
              <a:ext uri="{FF2B5EF4-FFF2-40B4-BE49-F238E27FC236}">
                <a16:creationId xmlns:a16="http://schemas.microsoft.com/office/drawing/2014/main" id="{A4E6B456-8D48-480B-9935-5B23CE15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3135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6" name="path-8047">
            <a:extLst xmlns:a="http://schemas.openxmlformats.org/drawingml/2006/main">
              <a:ext uri="{FF2B5EF4-FFF2-40B4-BE49-F238E27FC236}">
                <a16:creationId xmlns:a16="http://schemas.microsoft.com/office/drawing/2014/main" id="{D489D4EE-B095-4EC5-9F50-4F8037A1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9890" y="8048275"/>
            <a:ext cx="264360" cy="264360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7" name="path-8048">
            <a:extLst xmlns:a="http://schemas.openxmlformats.org/drawingml/2006/main">
              <a:ext uri="{FF2B5EF4-FFF2-40B4-BE49-F238E27FC236}">
                <a16:creationId xmlns:a16="http://schemas.microsoft.com/office/drawing/2014/main" id="{343F9548-80AB-44A5-8849-B7DC30E0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3" y="8080398"/>
            <a:ext cx="217870" cy="217871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8" name="path-8049">
            <a:extLst xmlns:a="http://schemas.openxmlformats.org/drawingml/2006/main">
              <a:ext uri="{FF2B5EF4-FFF2-40B4-BE49-F238E27FC236}">
                <a16:creationId xmlns:a16="http://schemas.microsoft.com/office/drawing/2014/main" id="{DCB6DDEA-35DB-428E-BA45-A3D0B5B4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758" y="8048275"/>
            <a:ext cx="264360" cy="264360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9" name="path-8050">
            <a:extLst xmlns:a="http://schemas.openxmlformats.org/drawingml/2006/main">
              <a:ext uri="{FF2B5EF4-FFF2-40B4-BE49-F238E27FC236}">
                <a16:creationId xmlns:a16="http://schemas.microsoft.com/office/drawing/2014/main" id="{AC33F72F-341D-48AB-9632-72C1D9E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8415595"/>
            <a:ext cx="106398" cy="118519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8" y="90508"/>
                </a:lnTo>
                <a:lnTo>
                  <a:pt x="22496" y="98402"/>
                </a:lnTo>
                <a:lnTo>
                  <a:pt x="36834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0" name="path-8051">
            <a:extLst xmlns:a="http://schemas.openxmlformats.org/drawingml/2006/main">
              <a:ext uri="{FF2B5EF4-FFF2-40B4-BE49-F238E27FC236}">
                <a16:creationId xmlns:a16="http://schemas.microsoft.com/office/drawing/2014/main" id="{35E61D38-443B-4AB1-815F-66B858AC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8113910"/>
            <a:ext cx="21548" cy="15084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1" name="path-8052">
            <a:extLst xmlns:a="http://schemas.openxmlformats.org/drawingml/2006/main">
              <a:ext uri="{FF2B5EF4-FFF2-40B4-BE49-F238E27FC236}">
                <a16:creationId xmlns:a16="http://schemas.microsoft.com/office/drawing/2014/main" id="{BC348D6D-2C61-4482-BE37-28941B0B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7844548"/>
            <a:ext cx="106398" cy="118519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4" y="0"/>
                </a:lnTo>
                <a:lnTo>
                  <a:pt x="22496" y="2895"/>
                </a:lnTo>
                <a:lnTo>
                  <a:pt x="10788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2" name="path-8053">
            <a:extLst xmlns:a="http://schemas.openxmlformats.org/drawingml/2006/main">
              <a:ext uri="{FF2B5EF4-FFF2-40B4-BE49-F238E27FC236}">
                <a16:creationId xmlns:a16="http://schemas.microsoft.com/office/drawing/2014/main" id="{90AB8AA5-6808-4896-A8E7-11DC4C2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1153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3" name="path-8054">
            <a:extLst xmlns:a="http://schemas.openxmlformats.org/drawingml/2006/main">
              <a:ext uri="{FF2B5EF4-FFF2-40B4-BE49-F238E27FC236}">
                <a16:creationId xmlns:a16="http://schemas.microsoft.com/office/drawing/2014/main" id="{73367FE3-B467-44A2-AE62-C5F8C0B2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4354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4" name="path-8055">
            <a:extLst xmlns:a="http://schemas.openxmlformats.org/drawingml/2006/main">
              <a:ext uri="{FF2B5EF4-FFF2-40B4-BE49-F238E27FC236}">
                <a16:creationId xmlns:a16="http://schemas.microsoft.com/office/drawing/2014/main" id="{24CCF8A4-72AD-4032-8FED-44CF25F9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55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5" name="path-8056">
            <a:extLst xmlns:a="http://schemas.openxmlformats.org/drawingml/2006/main">
              <a:ext uri="{FF2B5EF4-FFF2-40B4-BE49-F238E27FC236}">
                <a16:creationId xmlns:a16="http://schemas.microsoft.com/office/drawing/2014/main" id="{BBCBD59A-4AFB-4D9D-9B2D-5434F939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0754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6" name="path-8057">
            <a:extLst xmlns:a="http://schemas.openxmlformats.org/drawingml/2006/main">
              <a:ext uri="{FF2B5EF4-FFF2-40B4-BE49-F238E27FC236}">
                <a16:creationId xmlns:a16="http://schemas.microsoft.com/office/drawing/2014/main" id="{FEF618A8-249A-4143-9553-03B45E7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95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7" name="path-8058">
            <a:extLst xmlns:a="http://schemas.openxmlformats.org/drawingml/2006/main">
              <a:ext uri="{FF2B5EF4-FFF2-40B4-BE49-F238E27FC236}">
                <a16:creationId xmlns:a16="http://schemas.microsoft.com/office/drawing/2014/main" id="{674AB62A-201B-48CC-870F-1A5ECB2F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153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8" name="path-8059">
            <a:extLst xmlns:a="http://schemas.openxmlformats.org/drawingml/2006/main">
              <a:ext uri="{FF2B5EF4-FFF2-40B4-BE49-F238E27FC236}">
                <a16:creationId xmlns:a16="http://schemas.microsoft.com/office/drawing/2014/main" id="{F68D8AB2-EB28-494E-AD97-C4251DA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354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9" name="path-8060">
            <a:extLst xmlns:a="http://schemas.openxmlformats.org/drawingml/2006/main">
              <a:ext uri="{FF2B5EF4-FFF2-40B4-BE49-F238E27FC236}">
                <a16:creationId xmlns:a16="http://schemas.microsoft.com/office/drawing/2014/main" id="{FFC09956-FD36-4B26-A9E6-674B5C5F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3553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0" name="path-8061">
            <a:extLst xmlns:a="http://schemas.openxmlformats.org/drawingml/2006/main">
              <a:ext uri="{FF2B5EF4-FFF2-40B4-BE49-F238E27FC236}">
                <a16:creationId xmlns:a16="http://schemas.microsoft.com/office/drawing/2014/main" id="{128A29B1-C276-40FE-B714-6D72703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6753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1" name="path-8062">
            <a:extLst xmlns:a="http://schemas.openxmlformats.org/drawingml/2006/main">
              <a:ext uri="{FF2B5EF4-FFF2-40B4-BE49-F238E27FC236}">
                <a16:creationId xmlns:a16="http://schemas.microsoft.com/office/drawing/2014/main" id="{1A3199FE-48D4-4AFB-A5A4-C315233B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9954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2" name="path-8063">
            <a:extLst xmlns:a="http://schemas.openxmlformats.org/drawingml/2006/main">
              <a:ext uri="{FF2B5EF4-FFF2-40B4-BE49-F238E27FC236}">
                <a16:creationId xmlns:a16="http://schemas.microsoft.com/office/drawing/2014/main" id="{A70E42AE-2283-4A4E-981F-8ED65B82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3153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3" name="path-8064">
            <a:extLst xmlns:a="http://schemas.openxmlformats.org/drawingml/2006/main">
              <a:ext uri="{FF2B5EF4-FFF2-40B4-BE49-F238E27FC236}">
                <a16:creationId xmlns:a16="http://schemas.microsoft.com/office/drawing/2014/main" id="{9FA52DB2-E715-4F46-BE87-2CE6FED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354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4" name="path-8065">
            <a:extLst xmlns:a="http://schemas.openxmlformats.org/drawingml/2006/main">
              <a:ext uri="{FF2B5EF4-FFF2-40B4-BE49-F238E27FC236}">
                <a16:creationId xmlns:a16="http://schemas.microsoft.com/office/drawing/2014/main" id="{250DC68F-9E80-42F7-B504-3433F32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553" y="7844548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5" name="path-8066">
            <a:extLst xmlns:a="http://schemas.openxmlformats.org/drawingml/2006/main">
              <a:ext uri="{FF2B5EF4-FFF2-40B4-BE49-F238E27FC236}">
                <a16:creationId xmlns:a16="http://schemas.microsoft.com/office/drawing/2014/main" id="{504D48E3-7DDF-4221-899D-6F93DE19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754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6" name="path-8067">
            <a:extLst xmlns:a="http://schemas.openxmlformats.org/drawingml/2006/main">
              <a:ext uri="{FF2B5EF4-FFF2-40B4-BE49-F238E27FC236}">
                <a16:creationId xmlns:a16="http://schemas.microsoft.com/office/drawing/2014/main" id="{9347AC37-51A6-43C3-A8A8-1D5BBD20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954" y="7844548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7" name="path-8068">
            <a:extLst xmlns:a="http://schemas.openxmlformats.org/drawingml/2006/main">
              <a:ext uri="{FF2B5EF4-FFF2-40B4-BE49-F238E27FC236}">
                <a16:creationId xmlns:a16="http://schemas.microsoft.com/office/drawing/2014/main" id="{1F9733AA-9743-425E-8498-E054591C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9153" y="7844548"/>
            <a:ext cx="106398" cy="118519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8" y="10789"/>
                </a:lnTo>
                <a:lnTo>
                  <a:pt x="68439" y="2895"/>
                </a:lnTo>
                <a:lnTo>
                  <a:pt x="54101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8" name="path-8069">
            <a:extLst xmlns:a="http://schemas.openxmlformats.org/drawingml/2006/main">
              <a:ext uri="{FF2B5EF4-FFF2-40B4-BE49-F238E27FC236}">
                <a16:creationId xmlns:a16="http://schemas.microsoft.com/office/drawing/2014/main" id="{AD256261-30A0-4660-A531-5F1C0271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4002" y="8113910"/>
            <a:ext cx="21550" cy="15084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9" name="path-8070">
            <a:extLst xmlns:a="http://schemas.openxmlformats.org/drawingml/2006/main">
              <a:ext uri="{FF2B5EF4-FFF2-40B4-BE49-F238E27FC236}">
                <a16:creationId xmlns:a16="http://schemas.microsoft.com/office/drawing/2014/main" id="{69207B1F-7B55-4B02-BFB5-DA057E84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9153" y="8415595"/>
            <a:ext cx="106398" cy="118519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1" y="101297"/>
                </a:lnTo>
                <a:lnTo>
                  <a:pt x="68439" y="98402"/>
                </a:lnTo>
                <a:lnTo>
                  <a:pt x="80148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0" name="path-8071">
            <a:extLst xmlns:a="http://schemas.openxmlformats.org/drawingml/2006/main">
              <a:ext uri="{FF2B5EF4-FFF2-40B4-BE49-F238E27FC236}">
                <a16:creationId xmlns:a16="http://schemas.microsoft.com/office/drawing/2014/main" id="{970F727B-642F-438B-92E0-96490459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954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1" name="path-8072">
            <a:extLst xmlns:a="http://schemas.openxmlformats.org/drawingml/2006/main">
              <a:ext uri="{FF2B5EF4-FFF2-40B4-BE49-F238E27FC236}">
                <a16:creationId xmlns:a16="http://schemas.microsoft.com/office/drawing/2014/main" id="{F8A9FF5B-505F-4F95-B598-CD1CEC0A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754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2" name="path-8073">
            <a:extLst xmlns:a="http://schemas.openxmlformats.org/drawingml/2006/main">
              <a:ext uri="{FF2B5EF4-FFF2-40B4-BE49-F238E27FC236}">
                <a16:creationId xmlns:a16="http://schemas.microsoft.com/office/drawing/2014/main" id="{55398413-C016-4EC3-A7AB-574048E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553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3" name="path-8074">
            <a:extLst xmlns:a="http://schemas.openxmlformats.org/drawingml/2006/main">
              <a:ext uri="{FF2B5EF4-FFF2-40B4-BE49-F238E27FC236}">
                <a16:creationId xmlns:a16="http://schemas.microsoft.com/office/drawing/2014/main" id="{E29F7C8F-3629-4A06-8F4B-D2D4C0F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354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4" name="path-8075">
            <a:extLst xmlns:a="http://schemas.openxmlformats.org/drawingml/2006/main">
              <a:ext uri="{FF2B5EF4-FFF2-40B4-BE49-F238E27FC236}">
                <a16:creationId xmlns:a16="http://schemas.microsoft.com/office/drawing/2014/main" id="{D6ED9AD3-B2C0-4765-A464-F6767154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3153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5" name="path-8076">
            <a:extLst xmlns:a="http://schemas.openxmlformats.org/drawingml/2006/main">
              <a:ext uri="{FF2B5EF4-FFF2-40B4-BE49-F238E27FC236}">
                <a16:creationId xmlns:a16="http://schemas.microsoft.com/office/drawing/2014/main" id="{FDB3D70A-FDE7-4783-9B36-90283CA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995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6" name="path-8077">
            <a:extLst xmlns:a="http://schemas.openxmlformats.org/drawingml/2006/main">
              <a:ext uri="{FF2B5EF4-FFF2-40B4-BE49-F238E27FC236}">
                <a16:creationId xmlns:a16="http://schemas.microsoft.com/office/drawing/2014/main" id="{93B08B9F-A755-478D-9607-A35B8F18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6753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7" name="path-8078">
            <a:extLst xmlns:a="http://schemas.openxmlformats.org/drawingml/2006/main">
              <a:ext uri="{FF2B5EF4-FFF2-40B4-BE49-F238E27FC236}">
                <a16:creationId xmlns:a16="http://schemas.microsoft.com/office/drawing/2014/main" id="{2D8A944C-EB0C-4CE0-9ED2-4243FBA7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3553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8" name="path-8079">
            <a:extLst xmlns:a="http://schemas.openxmlformats.org/drawingml/2006/main">
              <a:ext uri="{FF2B5EF4-FFF2-40B4-BE49-F238E27FC236}">
                <a16:creationId xmlns:a16="http://schemas.microsoft.com/office/drawing/2014/main" id="{3AAF22D5-CA19-449E-B94F-4CCE1108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354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9" name="path-8080">
            <a:extLst xmlns:a="http://schemas.openxmlformats.org/drawingml/2006/main">
              <a:ext uri="{FF2B5EF4-FFF2-40B4-BE49-F238E27FC236}">
                <a16:creationId xmlns:a16="http://schemas.microsoft.com/office/drawing/2014/main" id="{9764A85E-E829-4BD9-893F-4F2DCBDC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153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0" name="path-8081">
            <a:extLst xmlns:a="http://schemas.openxmlformats.org/drawingml/2006/main">
              <a:ext uri="{FF2B5EF4-FFF2-40B4-BE49-F238E27FC236}">
                <a16:creationId xmlns:a16="http://schemas.microsoft.com/office/drawing/2014/main" id="{746BDC2B-33F3-4C57-AD1F-6F9903DA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95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1" name="path-8082">
            <a:extLst xmlns:a="http://schemas.openxmlformats.org/drawingml/2006/main">
              <a:ext uri="{FF2B5EF4-FFF2-40B4-BE49-F238E27FC236}">
                <a16:creationId xmlns:a16="http://schemas.microsoft.com/office/drawing/2014/main" id="{51F331CD-F175-44C7-8F78-FF7316F9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0754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2" name="path-8083">
            <a:extLst xmlns:a="http://schemas.openxmlformats.org/drawingml/2006/main">
              <a:ext uri="{FF2B5EF4-FFF2-40B4-BE49-F238E27FC236}">
                <a16:creationId xmlns:a16="http://schemas.microsoft.com/office/drawing/2014/main" id="{3823250A-6338-431E-82A1-3C140EF2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554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3" name="path-8084">
            <a:extLst xmlns:a="http://schemas.openxmlformats.org/drawingml/2006/main">
              <a:ext uri="{FF2B5EF4-FFF2-40B4-BE49-F238E27FC236}">
                <a16:creationId xmlns:a16="http://schemas.microsoft.com/office/drawing/2014/main" id="{7F374345-CCA9-43AF-8A79-B0D93462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4354" y="8512565"/>
            <a:ext cx="126599" cy="21549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4" name="path-8085">
            <a:extLst xmlns:a="http://schemas.openxmlformats.org/drawingml/2006/main">
              <a:ext uri="{FF2B5EF4-FFF2-40B4-BE49-F238E27FC236}">
                <a16:creationId xmlns:a16="http://schemas.microsoft.com/office/drawing/2014/main" id="{02C73DBA-35A2-48DC-9127-45D85552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1153" y="8512565"/>
            <a:ext cx="126600" cy="21549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5" name="path-8086">
            <a:extLst xmlns:a="http://schemas.openxmlformats.org/drawingml/2006/main">
              <a:ext uri="{FF2B5EF4-FFF2-40B4-BE49-F238E27FC236}">
                <a16:creationId xmlns:a16="http://schemas.microsoft.com/office/drawing/2014/main" id="{8DB83D9A-1004-4958-ADA5-102637FE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624" y="5401597"/>
            <a:ext cx="3690266" cy="365648"/>
          </a:xfrm>
          <a:custGeom xmlns:a="http://schemas.openxmlformats.org/drawingml/2006/main">
            <a:pathLst>
              <a:path w="3154024" h="312514">
                <a:moveTo>
                  <a:pt x="211875" y="0"/>
                </a:moveTo>
                <a:lnTo>
                  <a:pt x="192567" y="78598"/>
                </a:lnTo>
                <a:lnTo>
                  <a:pt x="186928" y="78598"/>
                </a:lnTo>
                <a:cubicBezTo>
                  <a:pt x="185675" y="66296"/>
                  <a:pt x="183454" y="56443"/>
                  <a:pt x="180264" y="49038"/>
                </a:cubicBezTo>
                <a:cubicBezTo>
                  <a:pt x="175481" y="38331"/>
                  <a:pt x="169101" y="30072"/>
                  <a:pt x="161128" y="24263"/>
                </a:cubicBezTo>
                <a:cubicBezTo>
                  <a:pt x="153268" y="18453"/>
                  <a:pt x="144725" y="15548"/>
                  <a:pt x="135498" y="15548"/>
                </a:cubicBezTo>
                <a:cubicBezTo>
                  <a:pt x="126613" y="15548"/>
                  <a:pt x="118810" y="18966"/>
                  <a:pt x="112089" y="25801"/>
                </a:cubicBezTo>
                <a:cubicBezTo>
                  <a:pt x="105482" y="32521"/>
                  <a:pt x="102179" y="40153"/>
                  <a:pt x="102179" y="48697"/>
                </a:cubicBezTo>
                <a:cubicBezTo>
                  <a:pt x="102179" y="57126"/>
                  <a:pt x="104457" y="65441"/>
                  <a:pt x="109013" y="73643"/>
                </a:cubicBezTo>
                <a:cubicBezTo>
                  <a:pt x="113684" y="81731"/>
                  <a:pt x="124619" y="93976"/>
                  <a:pt x="141820" y="110380"/>
                </a:cubicBezTo>
                <a:cubicBezTo>
                  <a:pt x="155603" y="123479"/>
                  <a:pt x="164830" y="134756"/>
                  <a:pt x="169499" y="144211"/>
                </a:cubicBezTo>
                <a:cubicBezTo>
                  <a:pt x="174284" y="153665"/>
                  <a:pt x="176677" y="163918"/>
                  <a:pt x="176677" y="174967"/>
                </a:cubicBezTo>
                <a:cubicBezTo>
                  <a:pt x="176677" y="187383"/>
                  <a:pt x="173373" y="198831"/>
                  <a:pt x="166766" y="209311"/>
                </a:cubicBezTo>
                <a:cubicBezTo>
                  <a:pt x="160159" y="219791"/>
                  <a:pt x="150533" y="227936"/>
                  <a:pt x="137889" y="233745"/>
                </a:cubicBezTo>
                <a:cubicBezTo>
                  <a:pt x="125359" y="239441"/>
                  <a:pt x="111121" y="242288"/>
                  <a:pt x="95173" y="242288"/>
                </a:cubicBezTo>
                <a:cubicBezTo>
                  <a:pt x="85377" y="242288"/>
                  <a:pt x="73017" y="240807"/>
                  <a:pt x="58095" y="237846"/>
                </a:cubicBezTo>
                <a:cubicBezTo>
                  <a:pt x="43286" y="234998"/>
                  <a:pt x="33433" y="233574"/>
                  <a:pt x="28535" y="233574"/>
                </a:cubicBezTo>
                <a:cubicBezTo>
                  <a:pt x="24662" y="233574"/>
                  <a:pt x="21187" y="234201"/>
                  <a:pt x="18112" y="235453"/>
                </a:cubicBezTo>
                <a:cubicBezTo>
                  <a:pt x="15037" y="236593"/>
                  <a:pt x="11221" y="238871"/>
                  <a:pt x="6664" y="242288"/>
                </a:cubicBezTo>
                <a:lnTo>
                  <a:pt x="0" y="242288"/>
                </a:lnTo>
                <a:lnTo>
                  <a:pt x="20675" y="153950"/>
                </a:lnTo>
                <a:lnTo>
                  <a:pt x="27169" y="153950"/>
                </a:lnTo>
                <a:cubicBezTo>
                  <a:pt x="28649" y="169442"/>
                  <a:pt x="31782" y="182656"/>
                  <a:pt x="36566" y="193592"/>
                </a:cubicBezTo>
                <a:cubicBezTo>
                  <a:pt x="41350" y="204413"/>
                  <a:pt x="48184" y="212899"/>
                  <a:pt x="57070" y="219051"/>
                </a:cubicBezTo>
                <a:cubicBezTo>
                  <a:pt x="65955" y="225088"/>
                  <a:pt x="76093" y="228107"/>
                  <a:pt x="87484" y="228107"/>
                </a:cubicBezTo>
                <a:cubicBezTo>
                  <a:pt x="98762" y="228107"/>
                  <a:pt x="108159" y="224404"/>
                  <a:pt x="115677" y="217000"/>
                </a:cubicBezTo>
                <a:cubicBezTo>
                  <a:pt x="123309" y="209482"/>
                  <a:pt x="127125" y="200711"/>
                  <a:pt x="127125" y="190687"/>
                </a:cubicBezTo>
                <a:cubicBezTo>
                  <a:pt x="127125" y="182143"/>
                  <a:pt x="124960" y="173942"/>
                  <a:pt x="120633" y="166082"/>
                </a:cubicBezTo>
                <a:cubicBezTo>
                  <a:pt x="116417" y="158222"/>
                  <a:pt x="106678" y="146774"/>
                  <a:pt x="91414" y="131738"/>
                </a:cubicBezTo>
                <a:cubicBezTo>
                  <a:pt x="76264" y="116702"/>
                  <a:pt x="65784" y="103260"/>
                  <a:pt x="59974" y="91414"/>
                </a:cubicBezTo>
                <a:cubicBezTo>
                  <a:pt x="55760" y="82642"/>
                  <a:pt x="53652" y="73301"/>
                  <a:pt x="53652" y="63391"/>
                </a:cubicBezTo>
                <a:cubicBezTo>
                  <a:pt x="53652" y="46191"/>
                  <a:pt x="60430" y="31325"/>
                  <a:pt x="73986" y="18795"/>
                </a:cubicBezTo>
                <a:cubicBezTo>
                  <a:pt x="87540" y="6265"/>
                  <a:pt x="105254" y="0"/>
                  <a:pt x="127125" y="0"/>
                </a:cubicBezTo>
                <a:cubicBezTo>
                  <a:pt x="137035" y="0"/>
                  <a:pt x="150078" y="2221"/>
                  <a:pt x="166254" y="6663"/>
                </a:cubicBezTo>
                <a:cubicBezTo>
                  <a:pt x="175708" y="9284"/>
                  <a:pt x="182372" y="10594"/>
                  <a:pt x="186245" y="10594"/>
                </a:cubicBezTo>
                <a:cubicBezTo>
                  <a:pt x="189549" y="10594"/>
                  <a:pt x="192511" y="9910"/>
                  <a:pt x="195130" y="8543"/>
                </a:cubicBezTo>
                <a:cubicBezTo>
                  <a:pt x="197750" y="7062"/>
                  <a:pt x="200826" y="4214"/>
                  <a:pt x="204356" y="0"/>
                </a:cubicBezTo>
                <a:lnTo>
                  <a:pt x="211875" y="0"/>
                </a:lnTo>
                <a:moveTo>
                  <a:pt x="302776" y="36907"/>
                </a:moveTo>
                <a:lnTo>
                  <a:pt x="289106" y="83382"/>
                </a:lnTo>
                <a:lnTo>
                  <a:pt x="311490" y="83382"/>
                </a:lnTo>
                <a:lnTo>
                  <a:pt x="305509" y="103032"/>
                </a:lnTo>
                <a:lnTo>
                  <a:pt x="283468" y="103032"/>
                </a:lnTo>
                <a:lnTo>
                  <a:pt x="254933" y="202135"/>
                </a:lnTo>
                <a:cubicBezTo>
                  <a:pt x="253111" y="208286"/>
                  <a:pt x="252199" y="212956"/>
                  <a:pt x="252199" y="216146"/>
                </a:cubicBezTo>
                <a:cubicBezTo>
                  <a:pt x="252199" y="217626"/>
                  <a:pt x="252712" y="218936"/>
                  <a:pt x="253738" y="220076"/>
                </a:cubicBezTo>
                <a:cubicBezTo>
                  <a:pt x="254762" y="221101"/>
                  <a:pt x="255901" y="221614"/>
                  <a:pt x="257155" y="221614"/>
                </a:cubicBezTo>
                <a:cubicBezTo>
                  <a:pt x="259091" y="221614"/>
                  <a:pt x="261084" y="220816"/>
                  <a:pt x="263135" y="219221"/>
                </a:cubicBezTo>
                <a:cubicBezTo>
                  <a:pt x="268375" y="215234"/>
                  <a:pt x="274469" y="208286"/>
                  <a:pt x="281417" y="198375"/>
                </a:cubicBezTo>
                <a:lnTo>
                  <a:pt x="287397" y="202135"/>
                </a:lnTo>
                <a:cubicBezTo>
                  <a:pt x="279538" y="215804"/>
                  <a:pt x="270881" y="225828"/>
                  <a:pt x="261426" y="232207"/>
                </a:cubicBezTo>
                <a:cubicBezTo>
                  <a:pt x="251972" y="238586"/>
                  <a:pt x="242688" y="241776"/>
                  <a:pt x="233575" y="241776"/>
                </a:cubicBezTo>
                <a:cubicBezTo>
                  <a:pt x="225828" y="241776"/>
                  <a:pt x="219792" y="239839"/>
                  <a:pt x="215463" y="235966"/>
                </a:cubicBezTo>
                <a:cubicBezTo>
                  <a:pt x="211248" y="231980"/>
                  <a:pt x="209141" y="226967"/>
                  <a:pt x="209141" y="220930"/>
                </a:cubicBezTo>
                <a:cubicBezTo>
                  <a:pt x="209141" y="214323"/>
                  <a:pt x="210621" y="205837"/>
                  <a:pt x="213583" y="195471"/>
                </a:cubicBezTo>
                <a:lnTo>
                  <a:pt x="240580" y="103032"/>
                </a:lnTo>
                <a:lnTo>
                  <a:pt x="217342" y="103032"/>
                </a:lnTo>
                <a:lnTo>
                  <a:pt x="220760" y="90388"/>
                </a:lnTo>
                <a:cubicBezTo>
                  <a:pt x="235340" y="85034"/>
                  <a:pt x="247643" y="78769"/>
                  <a:pt x="257667" y="71593"/>
                </a:cubicBezTo>
                <a:cubicBezTo>
                  <a:pt x="267691" y="64416"/>
                  <a:pt x="279766" y="52855"/>
                  <a:pt x="293891" y="36907"/>
                </a:cubicBezTo>
                <a:lnTo>
                  <a:pt x="302776" y="36907"/>
                </a:lnTo>
                <a:moveTo>
                  <a:pt x="382742" y="78598"/>
                </a:moveTo>
                <a:lnTo>
                  <a:pt x="356940" y="174625"/>
                </a:lnTo>
                <a:cubicBezTo>
                  <a:pt x="378128" y="127808"/>
                  <a:pt x="394075" y="98988"/>
                  <a:pt x="404783" y="88167"/>
                </a:cubicBezTo>
                <a:cubicBezTo>
                  <a:pt x="411048" y="81788"/>
                  <a:pt x="417655" y="78598"/>
                  <a:pt x="424603" y="78598"/>
                </a:cubicBezTo>
                <a:cubicBezTo>
                  <a:pt x="429387" y="78598"/>
                  <a:pt x="433261" y="80364"/>
                  <a:pt x="436223" y="83895"/>
                </a:cubicBezTo>
                <a:cubicBezTo>
                  <a:pt x="439184" y="87312"/>
                  <a:pt x="440665" y="92211"/>
                  <a:pt x="440665" y="98589"/>
                </a:cubicBezTo>
                <a:cubicBezTo>
                  <a:pt x="440665" y="109639"/>
                  <a:pt x="437989" y="118923"/>
                  <a:pt x="432634" y="126441"/>
                </a:cubicBezTo>
                <a:cubicBezTo>
                  <a:pt x="429217" y="131225"/>
                  <a:pt x="425401" y="133617"/>
                  <a:pt x="421186" y="133617"/>
                </a:cubicBezTo>
                <a:cubicBezTo>
                  <a:pt x="416630" y="133617"/>
                  <a:pt x="413213" y="131510"/>
                  <a:pt x="410935" y="127295"/>
                </a:cubicBezTo>
                <a:cubicBezTo>
                  <a:pt x="408656" y="123080"/>
                  <a:pt x="407061" y="120631"/>
                  <a:pt x="406150" y="119948"/>
                </a:cubicBezTo>
                <a:cubicBezTo>
                  <a:pt x="405238" y="119150"/>
                  <a:pt x="404271" y="118752"/>
                  <a:pt x="403245" y="118752"/>
                </a:cubicBezTo>
                <a:cubicBezTo>
                  <a:pt x="402106" y="118752"/>
                  <a:pt x="400911" y="119094"/>
                  <a:pt x="399657" y="119777"/>
                </a:cubicBezTo>
                <a:cubicBezTo>
                  <a:pt x="397151" y="121144"/>
                  <a:pt x="393847" y="124504"/>
                  <a:pt x="389746" y="129858"/>
                </a:cubicBezTo>
                <a:cubicBezTo>
                  <a:pt x="385760" y="135098"/>
                  <a:pt x="380804" y="143926"/>
                  <a:pt x="374881" y="156343"/>
                </a:cubicBezTo>
                <a:cubicBezTo>
                  <a:pt x="368958" y="168759"/>
                  <a:pt x="364345" y="179296"/>
                  <a:pt x="361041" y="187953"/>
                </a:cubicBezTo>
                <a:cubicBezTo>
                  <a:pt x="357738" y="196496"/>
                  <a:pt x="353125" y="212843"/>
                  <a:pt x="347201" y="236992"/>
                </a:cubicBezTo>
                <a:lnTo>
                  <a:pt x="305851" y="236992"/>
                </a:lnTo>
                <a:lnTo>
                  <a:pt x="334044" y="123707"/>
                </a:lnTo>
                <a:cubicBezTo>
                  <a:pt x="336095" y="115277"/>
                  <a:pt x="337121" y="109696"/>
                  <a:pt x="337121" y="106962"/>
                </a:cubicBezTo>
                <a:cubicBezTo>
                  <a:pt x="337121" y="103887"/>
                  <a:pt x="336550" y="101494"/>
                  <a:pt x="335411" y="99786"/>
                </a:cubicBezTo>
                <a:cubicBezTo>
                  <a:pt x="334386" y="98077"/>
                  <a:pt x="332905" y="96824"/>
                  <a:pt x="330969" y="96026"/>
                </a:cubicBezTo>
                <a:cubicBezTo>
                  <a:pt x="329146" y="95229"/>
                  <a:pt x="325274" y="94831"/>
                  <a:pt x="319350" y="94831"/>
                </a:cubicBezTo>
                <a:lnTo>
                  <a:pt x="320888" y="89875"/>
                </a:lnTo>
                <a:lnTo>
                  <a:pt x="372489" y="78598"/>
                </a:lnTo>
                <a:lnTo>
                  <a:pt x="382742" y="78598"/>
                </a:lnTo>
                <a:moveTo>
                  <a:pt x="551216" y="78598"/>
                </a:moveTo>
                <a:cubicBezTo>
                  <a:pt x="560214" y="78598"/>
                  <a:pt x="568644" y="80706"/>
                  <a:pt x="576504" y="84921"/>
                </a:cubicBezTo>
                <a:cubicBezTo>
                  <a:pt x="584478" y="89021"/>
                  <a:pt x="590458" y="94774"/>
                  <a:pt x="594444" y="102178"/>
                </a:cubicBezTo>
                <a:cubicBezTo>
                  <a:pt x="598545" y="109582"/>
                  <a:pt x="600596" y="117784"/>
                  <a:pt x="600596" y="126782"/>
                </a:cubicBezTo>
                <a:cubicBezTo>
                  <a:pt x="600596" y="145236"/>
                  <a:pt x="595413" y="163690"/>
                  <a:pt x="585047" y="182143"/>
                </a:cubicBezTo>
                <a:cubicBezTo>
                  <a:pt x="574795" y="200597"/>
                  <a:pt x="561240" y="215177"/>
                  <a:pt x="544380" y="225885"/>
                </a:cubicBezTo>
                <a:cubicBezTo>
                  <a:pt x="527522" y="236479"/>
                  <a:pt x="510549" y="241776"/>
                  <a:pt x="493463" y="241776"/>
                </a:cubicBezTo>
                <a:cubicBezTo>
                  <a:pt x="477970" y="241776"/>
                  <a:pt x="465953" y="237163"/>
                  <a:pt x="457410" y="227936"/>
                </a:cubicBezTo>
                <a:cubicBezTo>
                  <a:pt x="448980" y="218709"/>
                  <a:pt x="444766" y="207431"/>
                  <a:pt x="444766" y="194104"/>
                </a:cubicBezTo>
                <a:cubicBezTo>
                  <a:pt x="444766" y="178270"/>
                  <a:pt x="447898" y="163462"/>
                  <a:pt x="454163" y="149679"/>
                </a:cubicBezTo>
                <a:cubicBezTo>
                  <a:pt x="460542" y="135782"/>
                  <a:pt x="468573" y="123707"/>
                  <a:pt x="478255" y="113455"/>
                </a:cubicBezTo>
                <a:cubicBezTo>
                  <a:pt x="488052" y="103089"/>
                  <a:pt x="499272" y="94716"/>
                  <a:pt x="511916" y="88338"/>
                </a:cubicBezTo>
                <a:cubicBezTo>
                  <a:pt x="524560" y="81845"/>
                  <a:pt x="537660" y="78598"/>
                  <a:pt x="551216" y="78598"/>
                </a:cubicBezTo>
                <a:moveTo>
                  <a:pt x="544210" y="87654"/>
                </a:moveTo>
                <a:cubicBezTo>
                  <a:pt x="538173" y="87654"/>
                  <a:pt x="533160" y="89420"/>
                  <a:pt x="529173" y="92951"/>
                </a:cubicBezTo>
                <a:cubicBezTo>
                  <a:pt x="521200" y="100128"/>
                  <a:pt x="512201" y="116929"/>
                  <a:pt x="502177" y="143357"/>
                </a:cubicBezTo>
                <a:cubicBezTo>
                  <a:pt x="492153" y="169670"/>
                  <a:pt x="487141" y="193421"/>
                  <a:pt x="487141" y="214608"/>
                </a:cubicBezTo>
                <a:cubicBezTo>
                  <a:pt x="487141" y="219848"/>
                  <a:pt x="488735" y="224177"/>
                  <a:pt x="491925" y="227594"/>
                </a:cubicBezTo>
                <a:cubicBezTo>
                  <a:pt x="495115" y="231011"/>
                  <a:pt x="498874" y="232720"/>
                  <a:pt x="503202" y="232720"/>
                </a:cubicBezTo>
                <a:cubicBezTo>
                  <a:pt x="507644" y="232720"/>
                  <a:pt x="511575" y="231353"/>
                  <a:pt x="514992" y="228619"/>
                </a:cubicBezTo>
                <a:cubicBezTo>
                  <a:pt x="520004" y="224518"/>
                  <a:pt x="526155" y="215348"/>
                  <a:pt x="533446" y="201109"/>
                </a:cubicBezTo>
                <a:cubicBezTo>
                  <a:pt x="540736" y="186757"/>
                  <a:pt x="546716" y="170980"/>
                  <a:pt x="551386" y="153780"/>
                </a:cubicBezTo>
                <a:cubicBezTo>
                  <a:pt x="556057" y="136465"/>
                  <a:pt x="558392" y="120631"/>
                  <a:pt x="558392" y="106279"/>
                </a:cubicBezTo>
                <a:cubicBezTo>
                  <a:pt x="558392" y="100355"/>
                  <a:pt x="556968" y="95799"/>
                  <a:pt x="554121" y="92609"/>
                </a:cubicBezTo>
                <a:cubicBezTo>
                  <a:pt x="551272" y="89306"/>
                  <a:pt x="547969" y="87654"/>
                  <a:pt x="544210" y="87654"/>
                </a:cubicBezTo>
                <a:moveTo>
                  <a:pt x="704654" y="78598"/>
                </a:moveTo>
                <a:lnTo>
                  <a:pt x="683467" y="151900"/>
                </a:lnTo>
                <a:cubicBezTo>
                  <a:pt x="697705" y="130485"/>
                  <a:pt x="708356" y="115847"/>
                  <a:pt x="715419" y="107987"/>
                </a:cubicBezTo>
                <a:cubicBezTo>
                  <a:pt x="725785" y="96596"/>
                  <a:pt x="734726" y="88850"/>
                  <a:pt x="742244" y="84750"/>
                </a:cubicBezTo>
                <a:cubicBezTo>
                  <a:pt x="749762" y="80649"/>
                  <a:pt x="756824" y="78598"/>
                  <a:pt x="763431" y="78598"/>
                </a:cubicBezTo>
                <a:cubicBezTo>
                  <a:pt x="769355" y="78598"/>
                  <a:pt x="774424" y="80819"/>
                  <a:pt x="778639" y="85262"/>
                </a:cubicBezTo>
                <a:cubicBezTo>
                  <a:pt x="782854" y="89591"/>
                  <a:pt x="784961" y="95286"/>
                  <a:pt x="784961" y="102349"/>
                </a:cubicBezTo>
                <a:cubicBezTo>
                  <a:pt x="784961" y="108728"/>
                  <a:pt x="783594" y="116474"/>
                  <a:pt x="780860" y="125587"/>
                </a:cubicBezTo>
                <a:lnTo>
                  <a:pt x="758989" y="198546"/>
                </a:lnTo>
                <a:cubicBezTo>
                  <a:pt x="757166" y="204926"/>
                  <a:pt x="756256" y="209083"/>
                  <a:pt x="756256" y="211020"/>
                </a:cubicBezTo>
                <a:cubicBezTo>
                  <a:pt x="756256" y="212159"/>
                  <a:pt x="756654" y="213184"/>
                  <a:pt x="757451" y="214095"/>
                </a:cubicBezTo>
                <a:cubicBezTo>
                  <a:pt x="758363" y="215007"/>
                  <a:pt x="759274" y="215463"/>
                  <a:pt x="760185" y="215463"/>
                </a:cubicBezTo>
                <a:cubicBezTo>
                  <a:pt x="761325" y="215463"/>
                  <a:pt x="762521" y="215007"/>
                  <a:pt x="763773" y="214095"/>
                </a:cubicBezTo>
                <a:cubicBezTo>
                  <a:pt x="767760" y="210792"/>
                  <a:pt x="771804" y="206121"/>
                  <a:pt x="775905" y="200085"/>
                </a:cubicBezTo>
                <a:cubicBezTo>
                  <a:pt x="776931" y="198490"/>
                  <a:pt x="778582" y="196097"/>
                  <a:pt x="780860" y="192908"/>
                </a:cubicBezTo>
                <a:lnTo>
                  <a:pt x="787353" y="196838"/>
                </a:lnTo>
                <a:cubicBezTo>
                  <a:pt x="770609" y="224974"/>
                  <a:pt x="753009" y="239042"/>
                  <a:pt x="734555" y="239042"/>
                </a:cubicBezTo>
                <a:cubicBezTo>
                  <a:pt x="727492" y="239042"/>
                  <a:pt x="721968" y="237219"/>
                  <a:pt x="717982" y="233574"/>
                </a:cubicBezTo>
                <a:cubicBezTo>
                  <a:pt x="713995" y="229929"/>
                  <a:pt x="712000" y="225373"/>
                  <a:pt x="712000" y="219905"/>
                </a:cubicBezTo>
                <a:cubicBezTo>
                  <a:pt x="712000" y="215121"/>
                  <a:pt x="713368" y="208001"/>
                  <a:pt x="716102" y="198546"/>
                </a:cubicBezTo>
                <a:lnTo>
                  <a:pt x="737460" y="125587"/>
                </a:lnTo>
                <a:cubicBezTo>
                  <a:pt x="738941" y="120802"/>
                  <a:pt x="739681" y="117271"/>
                  <a:pt x="739681" y="114993"/>
                </a:cubicBezTo>
                <a:cubicBezTo>
                  <a:pt x="739681" y="113740"/>
                  <a:pt x="739169" y="112658"/>
                  <a:pt x="738143" y="111746"/>
                </a:cubicBezTo>
                <a:cubicBezTo>
                  <a:pt x="737118" y="110721"/>
                  <a:pt x="735922" y="110209"/>
                  <a:pt x="734555" y="110209"/>
                </a:cubicBezTo>
                <a:cubicBezTo>
                  <a:pt x="730227" y="110209"/>
                  <a:pt x="724987" y="113170"/>
                  <a:pt x="718836" y="119094"/>
                </a:cubicBezTo>
                <a:cubicBezTo>
                  <a:pt x="703115" y="134130"/>
                  <a:pt x="687909" y="156514"/>
                  <a:pt x="673214" y="186244"/>
                </a:cubicBezTo>
                <a:lnTo>
                  <a:pt x="659203" y="236992"/>
                </a:lnTo>
                <a:lnTo>
                  <a:pt x="615633" y="236992"/>
                </a:lnTo>
                <a:lnTo>
                  <a:pt x="647585" y="127295"/>
                </a:lnTo>
                <a:cubicBezTo>
                  <a:pt x="650660" y="116474"/>
                  <a:pt x="652197" y="108785"/>
                  <a:pt x="652197" y="104228"/>
                </a:cubicBezTo>
                <a:cubicBezTo>
                  <a:pt x="652197" y="102292"/>
                  <a:pt x="651742" y="100697"/>
                  <a:pt x="650831" y="99444"/>
                </a:cubicBezTo>
                <a:cubicBezTo>
                  <a:pt x="649919" y="98077"/>
                  <a:pt x="648439" y="97052"/>
                  <a:pt x="646389" y="96368"/>
                </a:cubicBezTo>
                <a:cubicBezTo>
                  <a:pt x="644338" y="95571"/>
                  <a:pt x="640465" y="95172"/>
                  <a:pt x="634769" y="95172"/>
                </a:cubicBezTo>
                <a:lnTo>
                  <a:pt x="636648" y="88680"/>
                </a:lnTo>
                <a:lnTo>
                  <a:pt x="694231" y="78598"/>
                </a:lnTo>
                <a:lnTo>
                  <a:pt x="704654" y="78598"/>
                </a:lnTo>
                <a:moveTo>
                  <a:pt x="941304" y="89021"/>
                </a:moveTo>
                <a:lnTo>
                  <a:pt x="986754" y="89021"/>
                </a:lnTo>
                <a:lnTo>
                  <a:pt x="981287" y="107816"/>
                </a:lnTo>
                <a:lnTo>
                  <a:pt x="957707" y="107816"/>
                </a:lnTo>
                <a:cubicBezTo>
                  <a:pt x="961352" y="114537"/>
                  <a:pt x="963175" y="120916"/>
                  <a:pt x="963175" y="126953"/>
                </a:cubicBezTo>
                <a:cubicBezTo>
                  <a:pt x="963175" y="137319"/>
                  <a:pt x="960327" y="146888"/>
                  <a:pt x="954631" y="155659"/>
                </a:cubicBezTo>
                <a:cubicBezTo>
                  <a:pt x="949050" y="164430"/>
                  <a:pt x="940734" y="171436"/>
                  <a:pt x="929685" y="176675"/>
                </a:cubicBezTo>
                <a:cubicBezTo>
                  <a:pt x="918749" y="181916"/>
                  <a:pt x="906561" y="184536"/>
                  <a:pt x="893119" y="184536"/>
                </a:cubicBezTo>
                <a:cubicBezTo>
                  <a:pt x="889588" y="184536"/>
                  <a:pt x="885658" y="184308"/>
                  <a:pt x="881329" y="183852"/>
                </a:cubicBezTo>
                <a:cubicBezTo>
                  <a:pt x="877115" y="183282"/>
                  <a:pt x="872501" y="182542"/>
                  <a:pt x="867490" y="181631"/>
                </a:cubicBezTo>
                <a:cubicBezTo>
                  <a:pt x="859972" y="185504"/>
                  <a:pt x="855244" y="188580"/>
                  <a:pt x="853308" y="190858"/>
                </a:cubicBezTo>
                <a:cubicBezTo>
                  <a:pt x="851941" y="192453"/>
                  <a:pt x="851257" y="194104"/>
                  <a:pt x="851257" y="195813"/>
                </a:cubicBezTo>
                <a:cubicBezTo>
                  <a:pt x="851257" y="197863"/>
                  <a:pt x="852111" y="199629"/>
                  <a:pt x="853820" y="201109"/>
                </a:cubicBezTo>
                <a:cubicBezTo>
                  <a:pt x="856782" y="203729"/>
                  <a:pt x="861168" y="205666"/>
                  <a:pt x="866976" y="206919"/>
                </a:cubicBezTo>
                <a:cubicBezTo>
                  <a:pt x="890215" y="211931"/>
                  <a:pt x="905535" y="215975"/>
                  <a:pt x="912939" y="219051"/>
                </a:cubicBezTo>
                <a:cubicBezTo>
                  <a:pt x="923078" y="223265"/>
                  <a:pt x="930710" y="228676"/>
                  <a:pt x="935836" y="235283"/>
                </a:cubicBezTo>
                <a:cubicBezTo>
                  <a:pt x="941076" y="241890"/>
                  <a:pt x="943695" y="249863"/>
                  <a:pt x="943695" y="259204"/>
                </a:cubicBezTo>
                <a:cubicBezTo>
                  <a:pt x="943695" y="273443"/>
                  <a:pt x="937146" y="285859"/>
                  <a:pt x="924046" y="296453"/>
                </a:cubicBezTo>
                <a:cubicBezTo>
                  <a:pt x="910946" y="307160"/>
                  <a:pt x="890670" y="312514"/>
                  <a:pt x="863217" y="312514"/>
                </a:cubicBezTo>
                <a:cubicBezTo>
                  <a:pt x="835538" y="312514"/>
                  <a:pt x="815148" y="307958"/>
                  <a:pt x="802047" y="298845"/>
                </a:cubicBezTo>
                <a:cubicBezTo>
                  <a:pt x="792593" y="292238"/>
                  <a:pt x="787866" y="284378"/>
                  <a:pt x="787866" y="275265"/>
                </a:cubicBezTo>
                <a:cubicBezTo>
                  <a:pt x="787866" y="268317"/>
                  <a:pt x="790999" y="261881"/>
                  <a:pt x="797263" y="255958"/>
                </a:cubicBezTo>
                <a:cubicBezTo>
                  <a:pt x="803414" y="250034"/>
                  <a:pt x="816685" y="244794"/>
                  <a:pt x="837075" y="240238"/>
                </a:cubicBezTo>
                <a:cubicBezTo>
                  <a:pt x="830127" y="236365"/>
                  <a:pt x="825456" y="232834"/>
                  <a:pt x="823064" y="229644"/>
                </a:cubicBezTo>
                <a:cubicBezTo>
                  <a:pt x="819761" y="225316"/>
                  <a:pt x="818109" y="220816"/>
                  <a:pt x="818109" y="216146"/>
                </a:cubicBezTo>
                <a:cubicBezTo>
                  <a:pt x="818109" y="208514"/>
                  <a:pt x="821128" y="201793"/>
                  <a:pt x="827165" y="195984"/>
                </a:cubicBezTo>
                <a:cubicBezTo>
                  <a:pt x="833317" y="190174"/>
                  <a:pt x="843568" y="184421"/>
                  <a:pt x="857921" y="178726"/>
                </a:cubicBezTo>
                <a:cubicBezTo>
                  <a:pt x="846758" y="174284"/>
                  <a:pt x="838670" y="168588"/>
                  <a:pt x="833658" y="161639"/>
                </a:cubicBezTo>
                <a:cubicBezTo>
                  <a:pt x="828759" y="154577"/>
                  <a:pt x="826311" y="146375"/>
                  <a:pt x="826311" y="137035"/>
                </a:cubicBezTo>
                <a:cubicBezTo>
                  <a:pt x="826311" y="127124"/>
                  <a:pt x="829273" y="117726"/>
                  <a:pt x="835196" y="108842"/>
                </a:cubicBezTo>
                <a:cubicBezTo>
                  <a:pt x="841233" y="99843"/>
                  <a:pt x="850061" y="92553"/>
                  <a:pt x="861680" y="86971"/>
                </a:cubicBezTo>
                <a:cubicBezTo>
                  <a:pt x="873413" y="81389"/>
                  <a:pt x="886854" y="78598"/>
                  <a:pt x="902005" y="78598"/>
                </a:cubicBezTo>
                <a:cubicBezTo>
                  <a:pt x="911687" y="78598"/>
                  <a:pt x="920287" y="79680"/>
                  <a:pt x="927805" y="81845"/>
                </a:cubicBezTo>
                <a:cubicBezTo>
                  <a:pt x="931678" y="82984"/>
                  <a:pt x="936178" y="85376"/>
                  <a:pt x="941304" y="89021"/>
                </a:cubicBezTo>
                <a:moveTo>
                  <a:pt x="905593" y="86971"/>
                </a:moveTo>
                <a:cubicBezTo>
                  <a:pt x="900012" y="86971"/>
                  <a:pt x="895284" y="88793"/>
                  <a:pt x="891410" y="92438"/>
                </a:cubicBezTo>
                <a:cubicBezTo>
                  <a:pt x="885260" y="98020"/>
                  <a:pt x="879849" y="107361"/>
                  <a:pt x="875179" y="120460"/>
                </a:cubicBezTo>
                <a:cubicBezTo>
                  <a:pt x="870622" y="133560"/>
                  <a:pt x="868344" y="145977"/>
                  <a:pt x="868344" y="157709"/>
                </a:cubicBezTo>
                <a:cubicBezTo>
                  <a:pt x="868344" y="163291"/>
                  <a:pt x="869938" y="167733"/>
                  <a:pt x="873128" y="171037"/>
                </a:cubicBezTo>
                <a:cubicBezTo>
                  <a:pt x="876431" y="174226"/>
                  <a:pt x="880475" y="175821"/>
                  <a:pt x="885260" y="175821"/>
                </a:cubicBezTo>
                <a:cubicBezTo>
                  <a:pt x="889929" y="175821"/>
                  <a:pt x="893973" y="174226"/>
                  <a:pt x="897390" y="171037"/>
                </a:cubicBezTo>
                <a:cubicBezTo>
                  <a:pt x="903884" y="164772"/>
                  <a:pt x="909522" y="154804"/>
                  <a:pt x="914307" y="141136"/>
                </a:cubicBezTo>
                <a:cubicBezTo>
                  <a:pt x="919091" y="127352"/>
                  <a:pt x="921483" y="114879"/>
                  <a:pt x="921483" y="103716"/>
                </a:cubicBezTo>
                <a:cubicBezTo>
                  <a:pt x="921483" y="98704"/>
                  <a:pt x="919945" y="94660"/>
                  <a:pt x="916870" y="91584"/>
                </a:cubicBezTo>
                <a:cubicBezTo>
                  <a:pt x="913795" y="88509"/>
                  <a:pt x="910036" y="86971"/>
                  <a:pt x="905593" y="86971"/>
                </a:cubicBezTo>
                <a:moveTo>
                  <a:pt x="846644" y="244168"/>
                </a:moveTo>
                <a:cubicBezTo>
                  <a:pt x="835822" y="248382"/>
                  <a:pt x="828417" y="252939"/>
                  <a:pt x="824431" y="257837"/>
                </a:cubicBezTo>
                <a:cubicBezTo>
                  <a:pt x="820558" y="262736"/>
                  <a:pt x="818622" y="268032"/>
                  <a:pt x="818622" y="273728"/>
                </a:cubicBezTo>
                <a:cubicBezTo>
                  <a:pt x="818622" y="281132"/>
                  <a:pt x="822494" y="287796"/>
                  <a:pt x="830240" y="293719"/>
                </a:cubicBezTo>
                <a:cubicBezTo>
                  <a:pt x="838101" y="299756"/>
                  <a:pt x="850573" y="302775"/>
                  <a:pt x="867660" y="302775"/>
                </a:cubicBezTo>
                <a:cubicBezTo>
                  <a:pt x="881900" y="302775"/>
                  <a:pt x="892207" y="300155"/>
                  <a:pt x="898587" y="294915"/>
                </a:cubicBezTo>
                <a:cubicBezTo>
                  <a:pt x="904966" y="289789"/>
                  <a:pt x="908156" y="283752"/>
                  <a:pt x="908156" y="276804"/>
                </a:cubicBezTo>
                <a:cubicBezTo>
                  <a:pt x="908156" y="270652"/>
                  <a:pt x="905195" y="265640"/>
                  <a:pt x="899271" y="261767"/>
                </a:cubicBezTo>
                <a:cubicBezTo>
                  <a:pt x="893461" y="257894"/>
                  <a:pt x="882241" y="253850"/>
                  <a:pt x="865610" y="249636"/>
                </a:cubicBezTo>
                <a:cubicBezTo>
                  <a:pt x="857864" y="247585"/>
                  <a:pt x="851542" y="245763"/>
                  <a:pt x="846644" y="244168"/>
                </a:cubicBezTo>
                <a:moveTo>
                  <a:pt x="1116783" y="11619"/>
                </a:moveTo>
                <a:lnTo>
                  <a:pt x="1118663" y="5297"/>
                </a:lnTo>
                <a:lnTo>
                  <a:pt x="1231776" y="5297"/>
                </a:lnTo>
                <a:lnTo>
                  <a:pt x="1229555" y="11619"/>
                </a:lnTo>
                <a:cubicBezTo>
                  <a:pt x="1219304" y="11619"/>
                  <a:pt x="1211443" y="13897"/>
                  <a:pt x="1205976" y="18453"/>
                </a:cubicBezTo>
                <a:cubicBezTo>
                  <a:pt x="1200622" y="23010"/>
                  <a:pt x="1195895" y="32521"/>
                  <a:pt x="1191793" y="46988"/>
                </a:cubicBezTo>
                <a:lnTo>
                  <a:pt x="1149419" y="195300"/>
                </a:lnTo>
                <a:cubicBezTo>
                  <a:pt x="1146344" y="205780"/>
                  <a:pt x="1144806" y="212785"/>
                  <a:pt x="1144806" y="216316"/>
                </a:cubicBezTo>
                <a:cubicBezTo>
                  <a:pt x="1144806" y="220417"/>
                  <a:pt x="1146400" y="223607"/>
                  <a:pt x="1149590" y="225885"/>
                </a:cubicBezTo>
                <a:cubicBezTo>
                  <a:pt x="1153691" y="228847"/>
                  <a:pt x="1161436" y="230441"/>
                  <a:pt x="1172827" y="230670"/>
                </a:cubicBezTo>
                <a:lnTo>
                  <a:pt x="1171119" y="236992"/>
                </a:lnTo>
                <a:lnTo>
                  <a:pt x="1056125" y="236992"/>
                </a:lnTo>
                <a:lnTo>
                  <a:pt x="1058006" y="230670"/>
                </a:lnTo>
                <a:cubicBezTo>
                  <a:pt x="1069511" y="230670"/>
                  <a:pt x="1077939" y="228505"/>
                  <a:pt x="1083294" y="224177"/>
                </a:cubicBezTo>
                <a:cubicBezTo>
                  <a:pt x="1088647" y="219734"/>
                  <a:pt x="1093488" y="210109"/>
                  <a:pt x="1097817" y="195300"/>
                </a:cubicBezTo>
                <a:lnTo>
                  <a:pt x="1140534" y="46988"/>
                </a:lnTo>
                <a:cubicBezTo>
                  <a:pt x="1143154" y="37875"/>
                  <a:pt x="1144464" y="30984"/>
                  <a:pt x="1144464" y="26313"/>
                </a:cubicBezTo>
                <a:cubicBezTo>
                  <a:pt x="1144464" y="22099"/>
                  <a:pt x="1142869" y="18795"/>
                  <a:pt x="1139680" y="16403"/>
                </a:cubicBezTo>
                <a:cubicBezTo>
                  <a:pt x="1136490" y="14011"/>
                  <a:pt x="1128858" y="12416"/>
                  <a:pt x="1116783" y="11619"/>
                </a:cubicBezTo>
                <a:moveTo>
                  <a:pt x="1298244" y="78598"/>
                </a:moveTo>
                <a:lnTo>
                  <a:pt x="1277056" y="151900"/>
                </a:lnTo>
                <a:cubicBezTo>
                  <a:pt x="1291295" y="130485"/>
                  <a:pt x="1301946" y="115847"/>
                  <a:pt x="1309008" y="107987"/>
                </a:cubicBezTo>
                <a:cubicBezTo>
                  <a:pt x="1319374" y="96596"/>
                  <a:pt x="1328317" y="88850"/>
                  <a:pt x="1335834" y="84750"/>
                </a:cubicBezTo>
                <a:cubicBezTo>
                  <a:pt x="1343352" y="80649"/>
                  <a:pt x="1350415" y="78598"/>
                  <a:pt x="1357022" y="78598"/>
                </a:cubicBezTo>
                <a:cubicBezTo>
                  <a:pt x="1362945" y="78598"/>
                  <a:pt x="1368015" y="80819"/>
                  <a:pt x="1372229" y="85262"/>
                </a:cubicBezTo>
                <a:cubicBezTo>
                  <a:pt x="1376443" y="89591"/>
                  <a:pt x="1378551" y="95286"/>
                  <a:pt x="1378551" y="102349"/>
                </a:cubicBezTo>
                <a:cubicBezTo>
                  <a:pt x="1378551" y="108728"/>
                  <a:pt x="1377184" y="116474"/>
                  <a:pt x="1374450" y="125587"/>
                </a:cubicBezTo>
                <a:lnTo>
                  <a:pt x="1352579" y="198546"/>
                </a:lnTo>
                <a:cubicBezTo>
                  <a:pt x="1350757" y="204926"/>
                  <a:pt x="1349846" y="209083"/>
                  <a:pt x="1349846" y="211020"/>
                </a:cubicBezTo>
                <a:cubicBezTo>
                  <a:pt x="1349846" y="212159"/>
                  <a:pt x="1350244" y="213184"/>
                  <a:pt x="1351042" y="214095"/>
                </a:cubicBezTo>
                <a:cubicBezTo>
                  <a:pt x="1351952" y="215007"/>
                  <a:pt x="1352864" y="215463"/>
                  <a:pt x="1353775" y="215463"/>
                </a:cubicBezTo>
                <a:cubicBezTo>
                  <a:pt x="1354914" y="215463"/>
                  <a:pt x="1356111" y="215007"/>
                  <a:pt x="1357364" y="214095"/>
                </a:cubicBezTo>
                <a:cubicBezTo>
                  <a:pt x="1361351" y="210792"/>
                  <a:pt x="1365395" y="206121"/>
                  <a:pt x="1369495" y="200085"/>
                </a:cubicBezTo>
                <a:cubicBezTo>
                  <a:pt x="1370520" y="198490"/>
                  <a:pt x="1372172" y="196097"/>
                  <a:pt x="1374450" y="192908"/>
                </a:cubicBezTo>
                <a:lnTo>
                  <a:pt x="1380942" y="196838"/>
                </a:lnTo>
                <a:cubicBezTo>
                  <a:pt x="1364198" y="224974"/>
                  <a:pt x="1346599" y="239042"/>
                  <a:pt x="1328145" y="239042"/>
                </a:cubicBezTo>
                <a:cubicBezTo>
                  <a:pt x="1321083" y="239042"/>
                  <a:pt x="1315558" y="237219"/>
                  <a:pt x="1311571" y="233574"/>
                </a:cubicBezTo>
                <a:cubicBezTo>
                  <a:pt x="1307585" y="229929"/>
                  <a:pt x="1305591" y="225373"/>
                  <a:pt x="1305591" y="219905"/>
                </a:cubicBezTo>
                <a:cubicBezTo>
                  <a:pt x="1305591" y="215121"/>
                  <a:pt x="1306958" y="208001"/>
                  <a:pt x="1309691" y="198546"/>
                </a:cubicBezTo>
                <a:lnTo>
                  <a:pt x="1331050" y="125587"/>
                </a:lnTo>
                <a:cubicBezTo>
                  <a:pt x="1332531" y="120802"/>
                  <a:pt x="1333271" y="117271"/>
                  <a:pt x="1333271" y="114993"/>
                </a:cubicBezTo>
                <a:cubicBezTo>
                  <a:pt x="1333271" y="113740"/>
                  <a:pt x="1332759" y="112658"/>
                  <a:pt x="1331734" y="111746"/>
                </a:cubicBezTo>
                <a:cubicBezTo>
                  <a:pt x="1330708" y="110721"/>
                  <a:pt x="1329512" y="110209"/>
                  <a:pt x="1328145" y="110209"/>
                </a:cubicBezTo>
                <a:cubicBezTo>
                  <a:pt x="1323816" y="110209"/>
                  <a:pt x="1318576" y="113170"/>
                  <a:pt x="1312426" y="119094"/>
                </a:cubicBezTo>
                <a:cubicBezTo>
                  <a:pt x="1296706" y="134130"/>
                  <a:pt x="1281498" y="156514"/>
                  <a:pt x="1266805" y="186244"/>
                </a:cubicBezTo>
                <a:lnTo>
                  <a:pt x="1252793" y="236992"/>
                </a:lnTo>
                <a:lnTo>
                  <a:pt x="1209222" y="236992"/>
                </a:lnTo>
                <a:lnTo>
                  <a:pt x="1241175" y="127295"/>
                </a:lnTo>
                <a:cubicBezTo>
                  <a:pt x="1244250" y="116474"/>
                  <a:pt x="1245788" y="108785"/>
                  <a:pt x="1245788" y="104228"/>
                </a:cubicBezTo>
                <a:cubicBezTo>
                  <a:pt x="1245788" y="102292"/>
                  <a:pt x="1245332" y="100697"/>
                  <a:pt x="1244420" y="99444"/>
                </a:cubicBezTo>
                <a:cubicBezTo>
                  <a:pt x="1243510" y="98077"/>
                  <a:pt x="1242029" y="97052"/>
                  <a:pt x="1239978" y="96368"/>
                </a:cubicBezTo>
                <a:cubicBezTo>
                  <a:pt x="1237928" y="95571"/>
                  <a:pt x="1234054" y="95172"/>
                  <a:pt x="1228359" y="95172"/>
                </a:cubicBezTo>
                <a:lnTo>
                  <a:pt x="1230239" y="88680"/>
                </a:lnTo>
                <a:lnTo>
                  <a:pt x="1287820" y="78598"/>
                </a:lnTo>
                <a:lnTo>
                  <a:pt x="1298244" y="78598"/>
                </a:lnTo>
                <a:moveTo>
                  <a:pt x="1590426" y="0"/>
                </a:moveTo>
                <a:lnTo>
                  <a:pt x="1534894" y="191199"/>
                </a:lnTo>
                <a:cubicBezTo>
                  <a:pt x="1531362" y="203160"/>
                  <a:pt x="1529596" y="210393"/>
                  <a:pt x="1529596" y="212899"/>
                </a:cubicBezTo>
                <a:cubicBezTo>
                  <a:pt x="1529596" y="214153"/>
                  <a:pt x="1530053" y="215234"/>
                  <a:pt x="1530964" y="216146"/>
                </a:cubicBezTo>
                <a:cubicBezTo>
                  <a:pt x="1531876" y="217057"/>
                  <a:pt x="1532843" y="217513"/>
                  <a:pt x="1533869" y="217513"/>
                </a:cubicBezTo>
                <a:cubicBezTo>
                  <a:pt x="1535805" y="217513"/>
                  <a:pt x="1538026" y="216544"/>
                  <a:pt x="1540532" y="214608"/>
                </a:cubicBezTo>
                <a:cubicBezTo>
                  <a:pt x="1544747" y="211419"/>
                  <a:pt x="1549873" y="205381"/>
                  <a:pt x="1555910" y="196496"/>
                </a:cubicBezTo>
                <a:lnTo>
                  <a:pt x="1562062" y="199743"/>
                </a:lnTo>
                <a:cubicBezTo>
                  <a:pt x="1546000" y="227765"/>
                  <a:pt x="1528344" y="241776"/>
                  <a:pt x="1509093" y="241776"/>
                </a:cubicBezTo>
                <a:cubicBezTo>
                  <a:pt x="1502259" y="241776"/>
                  <a:pt x="1496961" y="240010"/>
                  <a:pt x="1493202" y="236479"/>
                </a:cubicBezTo>
                <a:cubicBezTo>
                  <a:pt x="1489558" y="232834"/>
                  <a:pt x="1487734" y="228220"/>
                  <a:pt x="1487734" y="222638"/>
                </a:cubicBezTo>
                <a:cubicBezTo>
                  <a:pt x="1487734" y="217285"/>
                  <a:pt x="1489215" y="209653"/>
                  <a:pt x="1492177" y="199743"/>
                </a:cubicBezTo>
                <a:lnTo>
                  <a:pt x="1497303" y="182314"/>
                </a:lnTo>
                <a:cubicBezTo>
                  <a:pt x="1483064" y="207489"/>
                  <a:pt x="1470704" y="224233"/>
                  <a:pt x="1460225" y="232549"/>
                </a:cubicBezTo>
                <a:cubicBezTo>
                  <a:pt x="1452252" y="238700"/>
                  <a:pt x="1444505" y="241776"/>
                  <a:pt x="1436988" y="241776"/>
                </a:cubicBezTo>
                <a:cubicBezTo>
                  <a:pt x="1428444" y="241776"/>
                  <a:pt x="1421210" y="238302"/>
                  <a:pt x="1415287" y="231353"/>
                </a:cubicBezTo>
                <a:cubicBezTo>
                  <a:pt x="1409478" y="224404"/>
                  <a:pt x="1406573" y="214266"/>
                  <a:pt x="1406573" y="200938"/>
                </a:cubicBezTo>
                <a:cubicBezTo>
                  <a:pt x="1406573" y="183966"/>
                  <a:pt x="1410332" y="167221"/>
                  <a:pt x="1417850" y="150704"/>
                </a:cubicBezTo>
                <a:cubicBezTo>
                  <a:pt x="1425368" y="134187"/>
                  <a:pt x="1434026" y="120404"/>
                  <a:pt x="1443822" y="109354"/>
                </a:cubicBezTo>
                <a:cubicBezTo>
                  <a:pt x="1453732" y="98305"/>
                  <a:pt x="1463130" y="90445"/>
                  <a:pt x="1472015" y="85775"/>
                </a:cubicBezTo>
                <a:cubicBezTo>
                  <a:pt x="1481013" y="80990"/>
                  <a:pt x="1489842" y="78598"/>
                  <a:pt x="1498500" y="78598"/>
                </a:cubicBezTo>
                <a:cubicBezTo>
                  <a:pt x="1502942" y="78598"/>
                  <a:pt x="1506872" y="79509"/>
                  <a:pt x="1510289" y="81332"/>
                </a:cubicBezTo>
                <a:cubicBezTo>
                  <a:pt x="1513820" y="83155"/>
                  <a:pt x="1517808" y="86572"/>
                  <a:pt x="1522250" y="91584"/>
                </a:cubicBezTo>
                <a:lnTo>
                  <a:pt x="1534894" y="49038"/>
                </a:lnTo>
                <a:cubicBezTo>
                  <a:pt x="1537969" y="38559"/>
                  <a:pt x="1539507" y="31040"/>
                  <a:pt x="1539507" y="26484"/>
                </a:cubicBezTo>
                <a:cubicBezTo>
                  <a:pt x="1539507" y="23750"/>
                  <a:pt x="1538482" y="21415"/>
                  <a:pt x="1536432" y="19479"/>
                </a:cubicBezTo>
                <a:cubicBezTo>
                  <a:pt x="1534381" y="17542"/>
                  <a:pt x="1531647" y="16574"/>
                  <a:pt x="1528230" y="16574"/>
                </a:cubicBezTo>
                <a:cubicBezTo>
                  <a:pt x="1526636" y="16574"/>
                  <a:pt x="1524642" y="16745"/>
                  <a:pt x="1522250" y="17087"/>
                </a:cubicBezTo>
                <a:lnTo>
                  <a:pt x="1523958" y="10423"/>
                </a:lnTo>
                <a:lnTo>
                  <a:pt x="1580174" y="0"/>
                </a:lnTo>
                <a:lnTo>
                  <a:pt x="1590426" y="0"/>
                </a:lnTo>
                <a:moveTo>
                  <a:pt x="1515244" y="108329"/>
                </a:moveTo>
                <a:cubicBezTo>
                  <a:pt x="1515244" y="101380"/>
                  <a:pt x="1513877" y="96311"/>
                  <a:pt x="1511144" y="93122"/>
                </a:cubicBezTo>
                <a:cubicBezTo>
                  <a:pt x="1508409" y="89933"/>
                  <a:pt x="1505220" y="88338"/>
                  <a:pt x="1501575" y="88338"/>
                </a:cubicBezTo>
                <a:cubicBezTo>
                  <a:pt x="1497930" y="88338"/>
                  <a:pt x="1494000" y="90217"/>
                  <a:pt x="1489785" y="93976"/>
                </a:cubicBezTo>
                <a:cubicBezTo>
                  <a:pt x="1481697" y="101267"/>
                  <a:pt x="1473211" y="115961"/>
                  <a:pt x="1464325" y="138060"/>
                </a:cubicBezTo>
                <a:cubicBezTo>
                  <a:pt x="1455555" y="160045"/>
                  <a:pt x="1451169" y="178555"/>
                  <a:pt x="1451169" y="193592"/>
                </a:cubicBezTo>
                <a:cubicBezTo>
                  <a:pt x="1451169" y="199059"/>
                  <a:pt x="1452137" y="203103"/>
                  <a:pt x="1454074" y="205723"/>
                </a:cubicBezTo>
                <a:cubicBezTo>
                  <a:pt x="1456010" y="208343"/>
                  <a:pt x="1458175" y="209653"/>
                  <a:pt x="1460567" y="209653"/>
                </a:cubicBezTo>
                <a:cubicBezTo>
                  <a:pt x="1464554" y="209653"/>
                  <a:pt x="1468541" y="207830"/>
                  <a:pt x="1472528" y="204185"/>
                </a:cubicBezTo>
                <a:cubicBezTo>
                  <a:pt x="1482210" y="195528"/>
                  <a:pt x="1491721" y="180663"/>
                  <a:pt x="1501062" y="159589"/>
                </a:cubicBezTo>
                <a:cubicBezTo>
                  <a:pt x="1510517" y="138402"/>
                  <a:pt x="1515244" y="121315"/>
                  <a:pt x="1515244" y="108329"/>
                </a:cubicBezTo>
                <a:moveTo>
                  <a:pt x="1667486" y="78598"/>
                </a:moveTo>
                <a:lnTo>
                  <a:pt x="1634338" y="194787"/>
                </a:lnTo>
                <a:cubicBezTo>
                  <a:pt x="1632744" y="200141"/>
                  <a:pt x="1631945" y="203843"/>
                  <a:pt x="1631945" y="205894"/>
                </a:cubicBezTo>
                <a:cubicBezTo>
                  <a:pt x="1631945" y="206919"/>
                  <a:pt x="1632344" y="207716"/>
                  <a:pt x="1633142" y="208286"/>
                </a:cubicBezTo>
                <a:cubicBezTo>
                  <a:pt x="1634053" y="209197"/>
                  <a:pt x="1635135" y="209653"/>
                  <a:pt x="1636388" y="209653"/>
                </a:cubicBezTo>
                <a:cubicBezTo>
                  <a:pt x="1641629" y="209653"/>
                  <a:pt x="1648633" y="204982"/>
                  <a:pt x="1657405" y="195642"/>
                </a:cubicBezTo>
                <a:cubicBezTo>
                  <a:pt x="1669935" y="182087"/>
                  <a:pt x="1683091" y="162608"/>
                  <a:pt x="1696875" y="137206"/>
                </a:cubicBezTo>
                <a:lnTo>
                  <a:pt x="1712423" y="84921"/>
                </a:lnTo>
                <a:lnTo>
                  <a:pt x="1755653" y="83382"/>
                </a:lnTo>
                <a:lnTo>
                  <a:pt x="1722847" y="196155"/>
                </a:lnTo>
                <a:cubicBezTo>
                  <a:pt x="1720113" y="205723"/>
                  <a:pt x="1718747" y="211191"/>
                  <a:pt x="1718747" y="212558"/>
                </a:cubicBezTo>
                <a:cubicBezTo>
                  <a:pt x="1718747" y="213469"/>
                  <a:pt x="1719144" y="214437"/>
                  <a:pt x="1719942" y="215463"/>
                </a:cubicBezTo>
                <a:cubicBezTo>
                  <a:pt x="1720853" y="216374"/>
                  <a:pt x="1721765" y="216829"/>
                  <a:pt x="1722676" y="216829"/>
                </a:cubicBezTo>
                <a:cubicBezTo>
                  <a:pt x="1724270" y="216829"/>
                  <a:pt x="1725808" y="216146"/>
                  <a:pt x="1727289" y="214779"/>
                </a:cubicBezTo>
                <a:cubicBezTo>
                  <a:pt x="1731391" y="211475"/>
                  <a:pt x="1736801" y="204812"/>
                  <a:pt x="1743521" y="194787"/>
                </a:cubicBezTo>
                <a:lnTo>
                  <a:pt x="1749331" y="198888"/>
                </a:lnTo>
                <a:cubicBezTo>
                  <a:pt x="1733497" y="227480"/>
                  <a:pt x="1716069" y="241776"/>
                  <a:pt x="1697046" y="241776"/>
                </a:cubicBezTo>
                <a:cubicBezTo>
                  <a:pt x="1689984" y="241776"/>
                  <a:pt x="1684402" y="240010"/>
                  <a:pt x="1680301" y="236479"/>
                </a:cubicBezTo>
                <a:cubicBezTo>
                  <a:pt x="1676314" y="232834"/>
                  <a:pt x="1674321" y="228107"/>
                  <a:pt x="1674321" y="222297"/>
                </a:cubicBezTo>
                <a:cubicBezTo>
                  <a:pt x="1674321" y="216146"/>
                  <a:pt x="1675745" y="208343"/>
                  <a:pt x="1678592" y="198888"/>
                </a:cubicBezTo>
                <a:lnTo>
                  <a:pt x="1686965" y="170012"/>
                </a:lnTo>
                <a:cubicBezTo>
                  <a:pt x="1672157" y="191541"/>
                  <a:pt x="1661392" y="206065"/>
                  <a:pt x="1654671" y="213583"/>
                </a:cubicBezTo>
                <a:cubicBezTo>
                  <a:pt x="1644419" y="224860"/>
                  <a:pt x="1635762" y="232378"/>
                  <a:pt x="1628700" y="236137"/>
                </a:cubicBezTo>
                <a:cubicBezTo>
                  <a:pt x="1621751" y="239896"/>
                  <a:pt x="1615087" y="241776"/>
                  <a:pt x="1608708" y="241776"/>
                </a:cubicBezTo>
                <a:cubicBezTo>
                  <a:pt x="1602670" y="241776"/>
                  <a:pt x="1597430" y="239555"/>
                  <a:pt x="1592988" y="235112"/>
                </a:cubicBezTo>
                <a:cubicBezTo>
                  <a:pt x="1588660" y="230670"/>
                  <a:pt x="1586496" y="225031"/>
                  <a:pt x="1586496" y="218196"/>
                </a:cubicBezTo>
                <a:cubicBezTo>
                  <a:pt x="1586496" y="212387"/>
                  <a:pt x="1587920" y="204584"/>
                  <a:pt x="1590767" y="194787"/>
                </a:cubicBezTo>
                <a:lnTo>
                  <a:pt x="1610074" y="126441"/>
                </a:lnTo>
                <a:cubicBezTo>
                  <a:pt x="1613264" y="115277"/>
                  <a:pt x="1614859" y="107760"/>
                  <a:pt x="1614859" y="103887"/>
                </a:cubicBezTo>
                <a:cubicBezTo>
                  <a:pt x="1614859" y="102178"/>
                  <a:pt x="1614403" y="100697"/>
                  <a:pt x="1613493" y="99444"/>
                </a:cubicBezTo>
                <a:cubicBezTo>
                  <a:pt x="1612581" y="98077"/>
                  <a:pt x="1611043" y="97052"/>
                  <a:pt x="1608879" y="96368"/>
                </a:cubicBezTo>
                <a:cubicBezTo>
                  <a:pt x="1606829" y="95571"/>
                  <a:pt x="1602955" y="95172"/>
                  <a:pt x="1597260" y="95172"/>
                </a:cubicBezTo>
                <a:lnTo>
                  <a:pt x="1598968" y="88680"/>
                </a:lnTo>
                <a:lnTo>
                  <a:pt x="1657235" y="78598"/>
                </a:lnTo>
                <a:lnTo>
                  <a:pt x="1667486" y="78598"/>
                </a:lnTo>
                <a:moveTo>
                  <a:pt x="1900719" y="195813"/>
                </a:moveTo>
                <a:lnTo>
                  <a:pt x="1905845" y="200426"/>
                </a:lnTo>
                <a:cubicBezTo>
                  <a:pt x="1894795" y="213640"/>
                  <a:pt x="1883917" y="223322"/>
                  <a:pt x="1873209" y="229473"/>
                </a:cubicBezTo>
                <a:cubicBezTo>
                  <a:pt x="1858971" y="237675"/>
                  <a:pt x="1844219" y="241776"/>
                  <a:pt x="1828955" y="241776"/>
                </a:cubicBezTo>
                <a:cubicBezTo>
                  <a:pt x="1818703" y="241776"/>
                  <a:pt x="1809589" y="239611"/>
                  <a:pt x="1801616" y="235283"/>
                </a:cubicBezTo>
                <a:cubicBezTo>
                  <a:pt x="1793757" y="230841"/>
                  <a:pt x="1787947" y="224689"/>
                  <a:pt x="1784188" y="216829"/>
                </a:cubicBezTo>
                <a:cubicBezTo>
                  <a:pt x="1780429" y="208855"/>
                  <a:pt x="1778550" y="200711"/>
                  <a:pt x="1778550" y="192395"/>
                </a:cubicBezTo>
                <a:cubicBezTo>
                  <a:pt x="1778550" y="173714"/>
                  <a:pt x="1783618" y="155375"/>
                  <a:pt x="1793757" y="137376"/>
                </a:cubicBezTo>
                <a:cubicBezTo>
                  <a:pt x="1803894" y="119265"/>
                  <a:pt x="1817279" y="104969"/>
                  <a:pt x="1833910" y="94489"/>
                </a:cubicBezTo>
                <a:cubicBezTo>
                  <a:pt x="1850541" y="83895"/>
                  <a:pt x="1866887" y="78598"/>
                  <a:pt x="1882948" y="78598"/>
                </a:cubicBezTo>
                <a:cubicBezTo>
                  <a:pt x="1895821" y="78598"/>
                  <a:pt x="1905503" y="81446"/>
                  <a:pt x="1911996" y="87142"/>
                </a:cubicBezTo>
                <a:cubicBezTo>
                  <a:pt x="1918489" y="92837"/>
                  <a:pt x="1921735" y="99899"/>
                  <a:pt x="1921735" y="108329"/>
                </a:cubicBezTo>
                <a:cubicBezTo>
                  <a:pt x="1921735" y="115961"/>
                  <a:pt x="1919286" y="122454"/>
                  <a:pt x="1914388" y="127808"/>
                </a:cubicBezTo>
                <a:cubicBezTo>
                  <a:pt x="1909490" y="133162"/>
                  <a:pt x="1904022" y="135838"/>
                  <a:pt x="1897985" y="135838"/>
                </a:cubicBezTo>
                <a:cubicBezTo>
                  <a:pt x="1892745" y="135838"/>
                  <a:pt x="1888360" y="134130"/>
                  <a:pt x="1884828" y="130713"/>
                </a:cubicBezTo>
                <a:cubicBezTo>
                  <a:pt x="1881411" y="127295"/>
                  <a:pt x="1879703" y="123251"/>
                  <a:pt x="1879703" y="118581"/>
                </a:cubicBezTo>
                <a:cubicBezTo>
                  <a:pt x="1879703" y="112430"/>
                  <a:pt x="1882778" y="107076"/>
                  <a:pt x="1888928" y="102519"/>
                </a:cubicBezTo>
                <a:cubicBezTo>
                  <a:pt x="1893144" y="99330"/>
                  <a:pt x="1895252" y="96539"/>
                  <a:pt x="1895252" y="94147"/>
                </a:cubicBezTo>
                <a:cubicBezTo>
                  <a:pt x="1895252" y="92097"/>
                  <a:pt x="1894397" y="90445"/>
                  <a:pt x="1892689" y="89192"/>
                </a:cubicBezTo>
                <a:cubicBezTo>
                  <a:pt x="1890409" y="87370"/>
                  <a:pt x="1887448" y="86458"/>
                  <a:pt x="1883803" y="86458"/>
                </a:cubicBezTo>
                <a:cubicBezTo>
                  <a:pt x="1874235" y="86458"/>
                  <a:pt x="1865235" y="90331"/>
                  <a:pt x="1856806" y="98077"/>
                </a:cubicBezTo>
                <a:cubicBezTo>
                  <a:pt x="1845643" y="108329"/>
                  <a:pt x="1837100" y="121315"/>
                  <a:pt x="1831177" y="137035"/>
                </a:cubicBezTo>
                <a:cubicBezTo>
                  <a:pt x="1825253" y="152754"/>
                  <a:pt x="1822291" y="167677"/>
                  <a:pt x="1822291" y="181802"/>
                </a:cubicBezTo>
                <a:cubicBezTo>
                  <a:pt x="1822291" y="192965"/>
                  <a:pt x="1825310" y="201907"/>
                  <a:pt x="1831347" y="208628"/>
                </a:cubicBezTo>
                <a:cubicBezTo>
                  <a:pt x="1837384" y="215234"/>
                  <a:pt x="1844561" y="218538"/>
                  <a:pt x="1852876" y="218538"/>
                </a:cubicBezTo>
                <a:cubicBezTo>
                  <a:pt x="1860167" y="218538"/>
                  <a:pt x="1868026" y="216658"/>
                  <a:pt x="1876456" y="212899"/>
                </a:cubicBezTo>
                <a:cubicBezTo>
                  <a:pt x="1884999" y="209141"/>
                  <a:pt x="1893087" y="203445"/>
                  <a:pt x="1900719" y="195813"/>
                </a:cubicBezTo>
                <a:moveTo>
                  <a:pt x="2025110" y="36907"/>
                </a:moveTo>
                <a:lnTo>
                  <a:pt x="2011440" y="83382"/>
                </a:lnTo>
                <a:lnTo>
                  <a:pt x="2033824" y="83382"/>
                </a:lnTo>
                <a:lnTo>
                  <a:pt x="2027843" y="103032"/>
                </a:lnTo>
                <a:lnTo>
                  <a:pt x="2005802" y="103032"/>
                </a:lnTo>
                <a:lnTo>
                  <a:pt x="1977267" y="202135"/>
                </a:lnTo>
                <a:cubicBezTo>
                  <a:pt x="1975445" y="208286"/>
                  <a:pt x="1974533" y="212956"/>
                  <a:pt x="1974533" y="216146"/>
                </a:cubicBezTo>
                <a:cubicBezTo>
                  <a:pt x="1974533" y="217626"/>
                  <a:pt x="1975046" y="218936"/>
                  <a:pt x="1976072" y="220076"/>
                </a:cubicBezTo>
                <a:cubicBezTo>
                  <a:pt x="1977096" y="221101"/>
                  <a:pt x="1978235" y="221614"/>
                  <a:pt x="1979489" y="221614"/>
                </a:cubicBezTo>
                <a:cubicBezTo>
                  <a:pt x="1981425" y="221614"/>
                  <a:pt x="1983418" y="220816"/>
                  <a:pt x="1985469" y="219221"/>
                </a:cubicBezTo>
                <a:cubicBezTo>
                  <a:pt x="1990709" y="215234"/>
                  <a:pt x="1996802" y="208286"/>
                  <a:pt x="2003751" y="198375"/>
                </a:cubicBezTo>
                <a:lnTo>
                  <a:pt x="2009731" y="202135"/>
                </a:lnTo>
                <a:cubicBezTo>
                  <a:pt x="2001872" y="215804"/>
                  <a:pt x="1993215" y="225828"/>
                  <a:pt x="1983760" y="232207"/>
                </a:cubicBezTo>
                <a:cubicBezTo>
                  <a:pt x="1974306" y="238586"/>
                  <a:pt x="1965022" y="241776"/>
                  <a:pt x="1955909" y="241776"/>
                </a:cubicBezTo>
                <a:cubicBezTo>
                  <a:pt x="1948162" y="241776"/>
                  <a:pt x="1942126" y="239839"/>
                  <a:pt x="1937797" y="235966"/>
                </a:cubicBezTo>
                <a:cubicBezTo>
                  <a:pt x="1933582" y="231980"/>
                  <a:pt x="1931475" y="226967"/>
                  <a:pt x="1931475" y="220930"/>
                </a:cubicBezTo>
                <a:cubicBezTo>
                  <a:pt x="1931475" y="214323"/>
                  <a:pt x="1932955" y="205837"/>
                  <a:pt x="1935917" y="195471"/>
                </a:cubicBezTo>
                <a:lnTo>
                  <a:pt x="1962914" y="103032"/>
                </a:lnTo>
                <a:lnTo>
                  <a:pt x="1939676" y="103032"/>
                </a:lnTo>
                <a:lnTo>
                  <a:pt x="1943093" y="90388"/>
                </a:lnTo>
                <a:cubicBezTo>
                  <a:pt x="1957674" y="85034"/>
                  <a:pt x="1969977" y="78769"/>
                  <a:pt x="1980001" y="71593"/>
                </a:cubicBezTo>
                <a:cubicBezTo>
                  <a:pt x="1990025" y="64416"/>
                  <a:pt x="2002100" y="52855"/>
                  <a:pt x="2016225" y="36907"/>
                </a:cubicBezTo>
                <a:lnTo>
                  <a:pt x="2025110" y="36907"/>
                </a:lnTo>
                <a:moveTo>
                  <a:pt x="2100804" y="0"/>
                </a:moveTo>
                <a:cubicBezTo>
                  <a:pt x="2107866" y="0"/>
                  <a:pt x="2113789" y="2449"/>
                  <a:pt x="2118574" y="7347"/>
                </a:cubicBezTo>
                <a:cubicBezTo>
                  <a:pt x="2123472" y="12245"/>
                  <a:pt x="2125921" y="18169"/>
                  <a:pt x="2125921" y="25117"/>
                </a:cubicBezTo>
                <a:cubicBezTo>
                  <a:pt x="2125921" y="32065"/>
                  <a:pt x="2123472" y="37989"/>
                  <a:pt x="2118574" y="42887"/>
                </a:cubicBezTo>
                <a:cubicBezTo>
                  <a:pt x="2113675" y="47785"/>
                  <a:pt x="2107752" y="50234"/>
                  <a:pt x="2100804" y="50234"/>
                </a:cubicBezTo>
                <a:cubicBezTo>
                  <a:pt x="2093968" y="50234"/>
                  <a:pt x="2088103" y="47785"/>
                  <a:pt x="2083204" y="42887"/>
                </a:cubicBezTo>
                <a:cubicBezTo>
                  <a:pt x="2078306" y="37989"/>
                  <a:pt x="2075857" y="32065"/>
                  <a:pt x="2075857" y="25117"/>
                </a:cubicBezTo>
                <a:cubicBezTo>
                  <a:pt x="2075857" y="18169"/>
                  <a:pt x="2078249" y="12245"/>
                  <a:pt x="2083033" y="7347"/>
                </a:cubicBezTo>
                <a:cubicBezTo>
                  <a:pt x="2087931" y="2449"/>
                  <a:pt x="2093855" y="0"/>
                  <a:pt x="2100804" y="0"/>
                </a:cubicBezTo>
                <a:moveTo>
                  <a:pt x="2111397" y="78598"/>
                </a:moveTo>
                <a:lnTo>
                  <a:pt x="2076370" y="200085"/>
                </a:lnTo>
                <a:cubicBezTo>
                  <a:pt x="2074433" y="207033"/>
                  <a:pt x="2073465" y="211589"/>
                  <a:pt x="2073465" y="213753"/>
                </a:cubicBezTo>
                <a:cubicBezTo>
                  <a:pt x="2073465" y="215007"/>
                  <a:pt x="2073978" y="216203"/>
                  <a:pt x="2075002" y="217342"/>
                </a:cubicBezTo>
                <a:cubicBezTo>
                  <a:pt x="2076028" y="218367"/>
                  <a:pt x="2077110" y="218880"/>
                  <a:pt x="2078249" y="218880"/>
                </a:cubicBezTo>
                <a:cubicBezTo>
                  <a:pt x="2080185" y="218880"/>
                  <a:pt x="2082123" y="218025"/>
                  <a:pt x="2084059" y="216316"/>
                </a:cubicBezTo>
                <a:cubicBezTo>
                  <a:pt x="2089184" y="212102"/>
                  <a:pt x="2095336" y="204470"/>
                  <a:pt x="2102512" y="193421"/>
                </a:cubicBezTo>
                <a:lnTo>
                  <a:pt x="2108321" y="196838"/>
                </a:lnTo>
                <a:cubicBezTo>
                  <a:pt x="2091121" y="226797"/>
                  <a:pt x="2072838" y="241776"/>
                  <a:pt x="2053473" y="241776"/>
                </a:cubicBezTo>
                <a:cubicBezTo>
                  <a:pt x="2046069" y="241776"/>
                  <a:pt x="2040146" y="239726"/>
                  <a:pt x="2035703" y="235624"/>
                </a:cubicBezTo>
                <a:cubicBezTo>
                  <a:pt x="2031375" y="231410"/>
                  <a:pt x="2029211" y="226113"/>
                  <a:pt x="2029211" y="219734"/>
                </a:cubicBezTo>
                <a:cubicBezTo>
                  <a:pt x="2029211" y="215519"/>
                  <a:pt x="2030178" y="210165"/>
                  <a:pt x="2032116" y="203672"/>
                </a:cubicBezTo>
                <a:lnTo>
                  <a:pt x="2055866" y="121999"/>
                </a:lnTo>
                <a:cubicBezTo>
                  <a:pt x="2058144" y="114138"/>
                  <a:pt x="2059283" y="108215"/>
                  <a:pt x="2059283" y="104228"/>
                </a:cubicBezTo>
                <a:cubicBezTo>
                  <a:pt x="2059283" y="101722"/>
                  <a:pt x="2058201" y="99501"/>
                  <a:pt x="2056036" y="97565"/>
                </a:cubicBezTo>
                <a:cubicBezTo>
                  <a:pt x="2053872" y="95628"/>
                  <a:pt x="2050910" y="94660"/>
                  <a:pt x="2047151" y="94660"/>
                </a:cubicBezTo>
                <a:cubicBezTo>
                  <a:pt x="2045442" y="94660"/>
                  <a:pt x="2043392" y="94716"/>
                  <a:pt x="2041001" y="94831"/>
                </a:cubicBezTo>
                <a:lnTo>
                  <a:pt x="2043222" y="87996"/>
                </a:lnTo>
                <a:lnTo>
                  <a:pt x="2101145" y="78598"/>
                </a:lnTo>
                <a:lnTo>
                  <a:pt x="2111397" y="78598"/>
                </a:lnTo>
                <a:moveTo>
                  <a:pt x="2167783" y="241776"/>
                </a:moveTo>
                <a:lnTo>
                  <a:pt x="2161632" y="241776"/>
                </a:lnTo>
                <a:cubicBezTo>
                  <a:pt x="2161974" y="232435"/>
                  <a:pt x="2162144" y="225373"/>
                  <a:pt x="2162144" y="220588"/>
                </a:cubicBezTo>
                <a:cubicBezTo>
                  <a:pt x="2162144" y="207602"/>
                  <a:pt x="2161119" y="188864"/>
                  <a:pt x="2159069" y="164373"/>
                </a:cubicBezTo>
                <a:cubicBezTo>
                  <a:pt x="2157133" y="139768"/>
                  <a:pt x="2154911" y="123365"/>
                  <a:pt x="2152405" y="115164"/>
                </a:cubicBezTo>
                <a:cubicBezTo>
                  <a:pt x="2150469" y="109126"/>
                  <a:pt x="2147906" y="104741"/>
                  <a:pt x="2144716" y="102007"/>
                </a:cubicBezTo>
                <a:cubicBezTo>
                  <a:pt x="2142551" y="100184"/>
                  <a:pt x="2139761" y="99273"/>
                  <a:pt x="2136344" y="99273"/>
                </a:cubicBezTo>
                <a:cubicBezTo>
                  <a:pt x="2134407" y="99273"/>
                  <a:pt x="2132072" y="99501"/>
                  <a:pt x="2129338" y="99957"/>
                </a:cubicBezTo>
                <a:lnTo>
                  <a:pt x="2129338" y="93805"/>
                </a:lnTo>
                <a:lnTo>
                  <a:pt x="2186236" y="78598"/>
                </a:lnTo>
                <a:cubicBezTo>
                  <a:pt x="2197628" y="109696"/>
                  <a:pt x="2203153" y="149508"/>
                  <a:pt x="2202811" y="198034"/>
                </a:cubicBezTo>
                <a:cubicBezTo>
                  <a:pt x="2219555" y="182087"/>
                  <a:pt x="2231060" y="169158"/>
                  <a:pt x="2237326" y="159247"/>
                </a:cubicBezTo>
                <a:cubicBezTo>
                  <a:pt x="2243704" y="149337"/>
                  <a:pt x="2246894" y="141078"/>
                  <a:pt x="2246894" y="134472"/>
                </a:cubicBezTo>
                <a:cubicBezTo>
                  <a:pt x="2246894" y="129232"/>
                  <a:pt x="2244900" y="123935"/>
                  <a:pt x="2240914" y="118581"/>
                </a:cubicBezTo>
                <a:cubicBezTo>
                  <a:pt x="2237041" y="113114"/>
                  <a:pt x="2234592" y="109240"/>
                  <a:pt x="2233567" y="106962"/>
                </a:cubicBezTo>
                <a:cubicBezTo>
                  <a:pt x="2232655" y="104684"/>
                  <a:pt x="2232199" y="102178"/>
                  <a:pt x="2232199" y="99444"/>
                </a:cubicBezTo>
                <a:cubicBezTo>
                  <a:pt x="2232199" y="93521"/>
                  <a:pt x="2234137" y="88565"/>
                  <a:pt x="2238009" y="84579"/>
                </a:cubicBezTo>
                <a:cubicBezTo>
                  <a:pt x="2241882" y="80592"/>
                  <a:pt x="2246781" y="78598"/>
                  <a:pt x="2252704" y="78598"/>
                </a:cubicBezTo>
                <a:cubicBezTo>
                  <a:pt x="2258968" y="78598"/>
                  <a:pt x="2263811" y="80592"/>
                  <a:pt x="2267228" y="84579"/>
                </a:cubicBezTo>
                <a:cubicBezTo>
                  <a:pt x="2272012" y="90160"/>
                  <a:pt x="2274404" y="96767"/>
                  <a:pt x="2274404" y="104399"/>
                </a:cubicBezTo>
                <a:cubicBezTo>
                  <a:pt x="2274404" y="112259"/>
                  <a:pt x="2272980" y="120005"/>
                  <a:pt x="2270131" y="127637"/>
                </a:cubicBezTo>
                <a:cubicBezTo>
                  <a:pt x="2267398" y="135155"/>
                  <a:pt x="2262614" y="144097"/>
                  <a:pt x="2255780" y="154463"/>
                </a:cubicBezTo>
                <a:cubicBezTo>
                  <a:pt x="2249059" y="164715"/>
                  <a:pt x="2241540" y="174055"/>
                  <a:pt x="2233225" y="182485"/>
                </a:cubicBezTo>
                <a:cubicBezTo>
                  <a:pt x="2217961" y="197977"/>
                  <a:pt x="2196147" y="217741"/>
                  <a:pt x="2167783" y="241776"/>
                </a:cubicBezTo>
                <a:moveTo>
                  <a:pt x="2329764" y="172916"/>
                </a:moveTo>
                <a:cubicBezTo>
                  <a:pt x="2328739" y="180321"/>
                  <a:pt x="2328226" y="186415"/>
                  <a:pt x="2328226" y="191199"/>
                </a:cubicBezTo>
                <a:cubicBezTo>
                  <a:pt x="2328226" y="199743"/>
                  <a:pt x="2330676" y="206577"/>
                  <a:pt x="2335574" y="211703"/>
                </a:cubicBezTo>
                <a:cubicBezTo>
                  <a:pt x="2340585" y="216829"/>
                  <a:pt x="2347249" y="219392"/>
                  <a:pt x="2355565" y="219392"/>
                </a:cubicBezTo>
                <a:cubicBezTo>
                  <a:pt x="2363539" y="219392"/>
                  <a:pt x="2371513" y="217456"/>
                  <a:pt x="2379487" y="213583"/>
                </a:cubicBezTo>
                <a:cubicBezTo>
                  <a:pt x="2387574" y="209710"/>
                  <a:pt x="2396915" y="202932"/>
                  <a:pt x="2407509" y="193250"/>
                </a:cubicBezTo>
                <a:lnTo>
                  <a:pt x="2412635" y="197863"/>
                </a:lnTo>
                <a:cubicBezTo>
                  <a:pt x="2399536" y="213697"/>
                  <a:pt x="2386777" y="224974"/>
                  <a:pt x="2374361" y="231695"/>
                </a:cubicBezTo>
                <a:cubicBezTo>
                  <a:pt x="2361944" y="238415"/>
                  <a:pt x="2348218" y="241776"/>
                  <a:pt x="2333181" y="241776"/>
                </a:cubicBezTo>
                <a:cubicBezTo>
                  <a:pt x="2314158" y="241776"/>
                  <a:pt x="2301002" y="237219"/>
                  <a:pt x="2293712" y="228107"/>
                </a:cubicBezTo>
                <a:cubicBezTo>
                  <a:pt x="2286421" y="218994"/>
                  <a:pt x="2282777" y="208457"/>
                  <a:pt x="2282777" y="196496"/>
                </a:cubicBezTo>
                <a:cubicBezTo>
                  <a:pt x="2282777" y="177815"/>
                  <a:pt x="2288187" y="159133"/>
                  <a:pt x="2299008" y="140452"/>
                </a:cubicBezTo>
                <a:cubicBezTo>
                  <a:pt x="2309944" y="121770"/>
                  <a:pt x="2324753" y="106792"/>
                  <a:pt x="2343434" y="95514"/>
                </a:cubicBezTo>
                <a:cubicBezTo>
                  <a:pt x="2362229" y="84237"/>
                  <a:pt x="2381082" y="78598"/>
                  <a:pt x="2399991" y="78598"/>
                </a:cubicBezTo>
                <a:cubicBezTo>
                  <a:pt x="2409559" y="78598"/>
                  <a:pt x="2416792" y="80877"/>
                  <a:pt x="2421690" y="85433"/>
                </a:cubicBezTo>
                <a:cubicBezTo>
                  <a:pt x="2426588" y="89989"/>
                  <a:pt x="2429038" y="95742"/>
                  <a:pt x="2429038" y="102690"/>
                </a:cubicBezTo>
                <a:cubicBezTo>
                  <a:pt x="2429038" y="111006"/>
                  <a:pt x="2426645" y="119094"/>
                  <a:pt x="2421862" y="126953"/>
                </a:cubicBezTo>
                <a:cubicBezTo>
                  <a:pt x="2415255" y="137661"/>
                  <a:pt x="2406939" y="146319"/>
                  <a:pt x="2396915" y="152925"/>
                </a:cubicBezTo>
                <a:cubicBezTo>
                  <a:pt x="2386892" y="159418"/>
                  <a:pt x="2375670" y="164373"/>
                  <a:pt x="2363255" y="167791"/>
                </a:cubicBezTo>
                <a:cubicBezTo>
                  <a:pt x="2354939" y="170069"/>
                  <a:pt x="2343775" y="171777"/>
                  <a:pt x="2329764" y="172916"/>
                </a:cubicBezTo>
                <a:moveTo>
                  <a:pt x="2331303" y="164031"/>
                </a:moveTo>
                <a:cubicBezTo>
                  <a:pt x="2341326" y="162551"/>
                  <a:pt x="2349073" y="160558"/>
                  <a:pt x="2354540" y="158051"/>
                </a:cubicBezTo>
                <a:cubicBezTo>
                  <a:pt x="2360122" y="155431"/>
                  <a:pt x="2365533" y="151331"/>
                  <a:pt x="2370773" y="145749"/>
                </a:cubicBezTo>
                <a:cubicBezTo>
                  <a:pt x="2376126" y="140053"/>
                  <a:pt x="2380740" y="132934"/>
                  <a:pt x="2384612" y="124390"/>
                </a:cubicBezTo>
                <a:cubicBezTo>
                  <a:pt x="2388486" y="115733"/>
                  <a:pt x="2390422" y="107646"/>
                  <a:pt x="2390422" y="100128"/>
                </a:cubicBezTo>
                <a:cubicBezTo>
                  <a:pt x="2390422" y="96938"/>
                  <a:pt x="2389510" y="94432"/>
                  <a:pt x="2387689" y="92609"/>
                </a:cubicBezTo>
                <a:cubicBezTo>
                  <a:pt x="2385980" y="90787"/>
                  <a:pt x="2383758" y="89875"/>
                  <a:pt x="2381025" y="89875"/>
                </a:cubicBezTo>
                <a:cubicBezTo>
                  <a:pt x="2375557" y="89875"/>
                  <a:pt x="2369405" y="93692"/>
                  <a:pt x="2362571" y="101324"/>
                </a:cubicBezTo>
                <a:cubicBezTo>
                  <a:pt x="2350041" y="115221"/>
                  <a:pt x="2339618" y="136123"/>
                  <a:pt x="2331303" y="164031"/>
                </a:cubicBezTo>
                <a:moveTo>
                  <a:pt x="2572224" y="5297"/>
                </a:moveTo>
                <a:lnTo>
                  <a:pt x="2663808" y="5297"/>
                </a:lnTo>
                <a:cubicBezTo>
                  <a:pt x="2684198" y="5297"/>
                  <a:pt x="2698778" y="6379"/>
                  <a:pt x="2707550" y="8543"/>
                </a:cubicBezTo>
                <a:cubicBezTo>
                  <a:pt x="2719055" y="11277"/>
                  <a:pt x="2727940" y="16631"/>
                  <a:pt x="2734205" y="24604"/>
                </a:cubicBezTo>
                <a:cubicBezTo>
                  <a:pt x="2740584" y="32465"/>
                  <a:pt x="2743774" y="41406"/>
                  <a:pt x="2743774" y="51431"/>
                </a:cubicBezTo>
                <a:cubicBezTo>
                  <a:pt x="2743774" y="59632"/>
                  <a:pt x="2741268" y="68004"/>
                  <a:pt x="2736256" y="76548"/>
                </a:cubicBezTo>
                <a:cubicBezTo>
                  <a:pt x="2731244" y="85091"/>
                  <a:pt x="2723726" y="92154"/>
                  <a:pt x="2713702" y="97736"/>
                </a:cubicBezTo>
                <a:cubicBezTo>
                  <a:pt x="2703791" y="103203"/>
                  <a:pt x="2688527" y="108272"/>
                  <a:pt x="2667909" y="112943"/>
                </a:cubicBezTo>
                <a:cubicBezTo>
                  <a:pt x="2689324" y="118980"/>
                  <a:pt x="2704190" y="126726"/>
                  <a:pt x="2712506" y="136180"/>
                </a:cubicBezTo>
                <a:cubicBezTo>
                  <a:pt x="2720821" y="145635"/>
                  <a:pt x="2724978" y="156627"/>
                  <a:pt x="2724978" y="169158"/>
                </a:cubicBezTo>
                <a:cubicBezTo>
                  <a:pt x="2724978" y="180890"/>
                  <a:pt x="2720878" y="192509"/>
                  <a:pt x="2712676" y="204014"/>
                </a:cubicBezTo>
                <a:cubicBezTo>
                  <a:pt x="2704475" y="215405"/>
                  <a:pt x="2693596" y="223778"/>
                  <a:pt x="2680041" y="229131"/>
                </a:cubicBezTo>
                <a:cubicBezTo>
                  <a:pt x="2666485" y="234372"/>
                  <a:pt x="2641652" y="236992"/>
                  <a:pt x="2605543" y="236992"/>
                </a:cubicBezTo>
                <a:lnTo>
                  <a:pt x="2509174" y="236992"/>
                </a:lnTo>
                <a:lnTo>
                  <a:pt x="2511395" y="230670"/>
                </a:lnTo>
                <a:cubicBezTo>
                  <a:pt x="2520736" y="230670"/>
                  <a:pt x="2527400" y="229815"/>
                  <a:pt x="2531387" y="228107"/>
                </a:cubicBezTo>
                <a:cubicBezTo>
                  <a:pt x="2535488" y="226398"/>
                  <a:pt x="2538734" y="223778"/>
                  <a:pt x="2541126" y="220246"/>
                </a:cubicBezTo>
                <a:cubicBezTo>
                  <a:pt x="2543632" y="216602"/>
                  <a:pt x="2546537" y="209083"/>
                  <a:pt x="2549841" y="197692"/>
                </a:cubicBezTo>
                <a:lnTo>
                  <a:pt x="2591190" y="55189"/>
                </a:lnTo>
                <a:cubicBezTo>
                  <a:pt x="2595405" y="40723"/>
                  <a:pt x="2597513" y="31040"/>
                  <a:pt x="2597513" y="26143"/>
                </a:cubicBezTo>
                <a:cubicBezTo>
                  <a:pt x="2597513" y="22155"/>
                  <a:pt x="2595804" y="18852"/>
                  <a:pt x="2592387" y="16232"/>
                </a:cubicBezTo>
                <a:cubicBezTo>
                  <a:pt x="2589082" y="13612"/>
                  <a:pt x="2581792" y="12074"/>
                  <a:pt x="2570515" y="11619"/>
                </a:cubicBezTo>
                <a:lnTo>
                  <a:pt x="2572224" y="5297"/>
                </a:lnTo>
                <a:moveTo>
                  <a:pt x="2624680" y="107646"/>
                </a:moveTo>
                <a:cubicBezTo>
                  <a:pt x="2640171" y="107418"/>
                  <a:pt x="2652360" y="104969"/>
                  <a:pt x="2661245" y="100298"/>
                </a:cubicBezTo>
                <a:cubicBezTo>
                  <a:pt x="2670245" y="95628"/>
                  <a:pt x="2677421" y="87996"/>
                  <a:pt x="2682774" y="77402"/>
                </a:cubicBezTo>
                <a:cubicBezTo>
                  <a:pt x="2688242" y="66694"/>
                  <a:pt x="2690977" y="56614"/>
                  <a:pt x="2690977" y="47159"/>
                </a:cubicBezTo>
                <a:cubicBezTo>
                  <a:pt x="2690977" y="38274"/>
                  <a:pt x="2688185" y="31040"/>
                  <a:pt x="2682604" y="25459"/>
                </a:cubicBezTo>
                <a:cubicBezTo>
                  <a:pt x="2677022" y="19877"/>
                  <a:pt x="2669561" y="17200"/>
                  <a:pt x="2660220" y="17428"/>
                </a:cubicBezTo>
                <a:lnTo>
                  <a:pt x="2650822" y="17770"/>
                </a:lnTo>
                <a:lnTo>
                  <a:pt x="2624680" y="107646"/>
                </a:lnTo>
                <a:moveTo>
                  <a:pt x="2620580" y="120460"/>
                </a:moveTo>
                <a:lnTo>
                  <a:pt x="2591019" y="223493"/>
                </a:lnTo>
                <a:cubicBezTo>
                  <a:pt x="2596715" y="223721"/>
                  <a:pt x="2600987" y="223835"/>
                  <a:pt x="2603834" y="223835"/>
                </a:cubicBezTo>
                <a:cubicBezTo>
                  <a:pt x="2629236" y="223835"/>
                  <a:pt x="2646892" y="216772"/>
                  <a:pt x="2656803" y="202648"/>
                </a:cubicBezTo>
                <a:cubicBezTo>
                  <a:pt x="2666713" y="188409"/>
                  <a:pt x="2671669" y="173202"/>
                  <a:pt x="2671669" y="157026"/>
                </a:cubicBezTo>
                <a:cubicBezTo>
                  <a:pt x="2671669" y="149280"/>
                  <a:pt x="2669732" y="142445"/>
                  <a:pt x="2665859" y="136522"/>
                </a:cubicBezTo>
                <a:cubicBezTo>
                  <a:pt x="2662100" y="130485"/>
                  <a:pt x="2657201" y="126327"/>
                  <a:pt x="2651164" y="124049"/>
                </a:cubicBezTo>
                <a:cubicBezTo>
                  <a:pt x="2645127" y="121657"/>
                  <a:pt x="2634932" y="120460"/>
                  <a:pt x="2620580" y="120460"/>
                </a:cubicBezTo>
                <a:moveTo>
                  <a:pt x="2830061" y="0"/>
                </a:moveTo>
                <a:cubicBezTo>
                  <a:pt x="2837124" y="0"/>
                  <a:pt x="2843048" y="2449"/>
                  <a:pt x="2847831" y="7347"/>
                </a:cubicBezTo>
                <a:cubicBezTo>
                  <a:pt x="2852730" y="12245"/>
                  <a:pt x="2855178" y="18169"/>
                  <a:pt x="2855178" y="25117"/>
                </a:cubicBezTo>
                <a:cubicBezTo>
                  <a:pt x="2855178" y="32065"/>
                  <a:pt x="2852730" y="37989"/>
                  <a:pt x="2847831" y="42887"/>
                </a:cubicBezTo>
                <a:cubicBezTo>
                  <a:pt x="2842933" y="47785"/>
                  <a:pt x="2837010" y="50234"/>
                  <a:pt x="2830061" y="50234"/>
                </a:cubicBezTo>
                <a:cubicBezTo>
                  <a:pt x="2823227" y="50234"/>
                  <a:pt x="2817360" y="47785"/>
                  <a:pt x="2812462" y="42887"/>
                </a:cubicBezTo>
                <a:cubicBezTo>
                  <a:pt x="2807564" y="37989"/>
                  <a:pt x="2805115" y="32065"/>
                  <a:pt x="2805115" y="25117"/>
                </a:cubicBezTo>
                <a:cubicBezTo>
                  <a:pt x="2805115" y="18169"/>
                  <a:pt x="2807507" y="12245"/>
                  <a:pt x="2812291" y="7347"/>
                </a:cubicBezTo>
                <a:cubicBezTo>
                  <a:pt x="2817190" y="2449"/>
                  <a:pt x="2823113" y="0"/>
                  <a:pt x="2830061" y="0"/>
                </a:cubicBezTo>
                <a:moveTo>
                  <a:pt x="2840655" y="78598"/>
                </a:moveTo>
                <a:lnTo>
                  <a:pt x="2805628" y="200085"/>
                </a:lnTo>
                <a:cubicBezTo>
                  <a:pt x="2803691" y="207033"/>
                  <a:pt x="2802723" y="211589"/>
                  <a:pt x="2802723" y="213753"/>
                </a:cubicBezTo>
                <a:cubicBezTo>
                  <a:pt x="2802723" y="215007"/>
                  <a:pt x="2803235" y="216203"/>
                  <a:pt x="2804261" y="217342"/>
                </a:cubicBezTo>
                <a:cubicBezTo>
                  <a:pt x="2805286" y="218367"/>
                  <a:pt x="2806368" y="218880"/>
                  <a:pt x="2807507" y="218880"/>
                </a:cubicBezTo>
                <a:cubicBezTo>
                  <a:pt x="2809444" y="218880"/>
                  <a:pt x="2811380" y="218025"/>
                  <a:pt x="2813317" y="216316"/>
                </a:cubicBezTo>
                <a:cubicBezTo>
                  <a:pt x="2818442" y="212102"/>
                  <a:pt x="2824594" y="204470"/>
                  <a:pt x="2831770" y="193421"/>
                </a:cubicBezTo>
                <a:lnTo>
                  <a:pt x="2837580" y="196838"/>
                </a:lnTo>
                <a:cubicBezTo>
                  <a:pt x="2820379" y="226797"/>
                  <a:pt x="2802096" y="241776"/>
                  <a:pt x="2782732" y="241776"/>
                </a:cubicBezTo>
                <a:cubicBezTo>
                  <a:pt x="2775327" y="241776"/>
                  <a:pt x="2769404" y="239726"/>
                  <a:pt x="2764961" y="235624"/>
                </a:cubicBezTo>
                <a:cubicBezTo>
                  <a:pt x="2760632" y="231410"/>
                  <a:pt x="2758469" y="226113"/>
                  <a:pt x="2758469" y="219734"/>
                </a:cubicBezTo>
                <a:cubicBezTo>
                  <a:pt x="2758469" y="215519"/>
                  <a:pt x="2759437" y="210165"/>
                  <a:pt x="2761373" y="203672"/>
                </a:cubicBezTo>
                <a:lnTo>
                  <a:pt x="2785123" y="121999"/>
                </a:lnTo>
                <a:cubicBezTo>
                  <a:pt x="2787402" y="114138"/>
                  <a:pt x="2788540" y="108215"/>
                  <a:pt x="2788540" y="104228"/>
                </a:cubicBezTo>
                <a:cubicBezTo>
                  <a:pt x="2788540" y="101722"/>
                  <a:pt x="2787459" y="99501"/>
                  <a:pt x="2785295" y="97565"/>
                </a:cubicBezTo>
                <a:cubicBezTo>
                  <a:pt x="2783130" y="95628"/>
                  <a:pt x="2780168" y="94660"/>
                  <a:pt x="2776410" y="94660"/>
                </a:cubicBezTo>
                <a:cubicBezTo>
                  <a:pt x="2774700" y="94660"/>
                  <a:pt x="2772651" y="94716"/>
                  <a:pt x="2770258" y="94831"/>
                </a:cubicBezTo>
                <a:lnTo>
                  <a:pt x="2772479" y="87996"/>
                </a:lnTo>
                <a:lnTo>
                  <a:pt x="2830404" y="78598"/>
                </a:lnTo>
                <a:lnTo>
                  <a:pt x="2840655" y="78598"/>
                </a:lnTo>
                <a:moveTo>
                  <a:pt x="3016476" y="80990"/>
                </a:moveTo>
                <a:lnTo>
                  <a:pt x="2983329" y="194616"/>
                </a:lnTo>
                <a:lnTo>
                  <a:pt x="2979912" y="208457"/>
                </a:lnTo>
                <a:cubicBezTo>
                  <a:pt x="2979570" y="210165"/>
                  <a:pt x="2979398" y="211419"/>
                  <a:pt x="2979398" y="212216"/>
                </a:cubicBezTo>
                <a:cubicBezTo>
                  <a:pt x="2979398" y="213583"/>
                  <a:pt x="2979854" y="214779"/>
                  <a:pt x="2980766" y="215804"/>
                </a:cubicBezTo>
                <a:cubicBezTo>
                  <a:pt x="2981791" y="216829"/>
                  <a:pt x="2982815" y="217342"/>
                  <a:pt x="2983841" y="217342"/>
                </a:cubicBezTo>
                <a:cubicBezTo>
                  <a:pt x="2986234" y="217342"/>
                  <a:pt x="2989537" y="215519"/>
                  <a:pt x="2993752" y="211874"/>
                </a:cubicBezTo>
                <a:cubicBezTo>
                  <a:pt x="2995459" y="210393"/>
                  <a:pt x="2999561" y="205153"/>
                  <a:pt x="3006054" y="196155"/>
                </a:cubicBezTo>
                <a:lnTo>
                  <a:pt x="3012034" y="199230"/>
                </a:lnTo>
                <a:cubicBezTo>
                  <a:pt x="3003947" y="214038"/>
                  <a:pt x="2995289" y="224860"/>
                  <a:pt x="2986062" y="231695"/>
                </a:cubicBezTo>
                <a:cubicBezTo>
                  <a:pt x="2976949" y="238415"/>
                  <a:pt x="2967096" y="241776"/>
                  <a:pt x="2956503" y="241776"/>
                </a:cubicBezTo>
                <a:cubicBezTo>
                  <a:pt x="2950010" y="241776"/>
                  <a:pt x="2945055" y="240124"/>
                  <a:pt x="2941638" y="236821"/>
                </a:cubicBezTo>
                <a:cubicBezTo>
                  <a:pt x="2938220" y="233403"/>
                  <a:pt x="2936512" y="229131"/>
                  <a:pt x="2936512" y="224006"/>
                </a:cubicBezTo>
                <a:cubicBezTo>
                  <a:pt x="2936512" y="219563"/>
                  <a:pt x="2938333" y="211304"/>
                  <a:pt x="2941979" y="199230"/>
                </a:cubicBezTo>
                <a:lnTo>
                  <a:pt x="2946080" y="185390"/>
                </a:lnTo>
                <a:cubicBezTo>
                  <a:pt x="2932866" y="208058"/>
                  <a:pt x="2920166" y="224119"/>
                  <a:pt x="2907977" y="233574"/>
                </a:cubicBezTo>
                <a:cubicBezTo>
                  <a:pt x="2900915" y="239042"/>
                  <a:pt x="2893396" y="241776"/>
                  <a:pt x="2885422" y="241776"/>
                </a:cubicBezTo>
                <a:cubicBezTo>
                  <a:pt x="2874943" y="241776"/>
                  <a:pt x="2867367" y="237504"/>
                  <a:pt x="2862696" y="228960"/>
                </a:cubicBezTo>
                <a:cubicBezTo>
                  <a:pt x="2858027" y="220304"/>
                  <a:pt x="2855692" y="210564"/>
                  <a:pt x="2855692" y="199743"/>
                </a:cubicBezTo>
                <a:cubicBezTo>
                  <a:pt x="2855692" y="183681"/>
                  <a:pt x="2860590" y="165285"/>
                  <a:pt x="2870386" y="144553"/>
                </a:cubicBezTo>
                <a:cubicBezTo>
                  <a:pt x="2880183" y="123707"/>
                  <a:pt x="2893054" y="106962"/>
                  <a:pt x="2909002" y="94318"/>
                </a:cubicBezTo>
                <a:cubicBezTo>
                  <a:pt x="2922102" y="83838"/>
                  <a:pt x="2934404" y="78598"/>
                  <a:pt x="2945909" y="78598"/>
                </a:cubicBezTo>
                <a:cubicBezTo>
                  <a:pt x="2952288" y="78598"/>
                  <a:pt x="2957414" y="80478"/>
                  <a:pt x="2961286" y="84237"/>
                </a:cubicBezTo>
                <a:cubicBezTo>
                  <a:pt x="2965160" y="87882"/>
                  <a:pt x="2968008" y="94603"/>
                  <a:pt x="2969831" y="104399"/>
                </a:cubicBezTo>
                <a:lnTo>
                  <a:pt x="2975981" y="83382"/>
                </a:lnTo>
                <a:lnTo>
                  <a:pt x="3016476" y="80990"/>
                </a:lnTo>
                <a:moveTo>
                  <a:pt x="2961800" y="113455"/>
                </a:moveTo>
                <a:cubicBezTo>
                  <a:pt x="2961800" y="104228"/>
                  <a:pt x="2960376" y="97565"/>
                  <a:pt x="2957527" y="93464"/>
                </a:cubicBezTo>
                <a:cubicBezTo>
                  <a:pt x="2955478" y="90616"/>
                  <a:pt x="2952686" y="89192"/>
                  <a:pt x="2949156" y="89192"/>
                </a:cubicBezTo>
                <a:cubicBezTo>
                  <a:pt x="2945624" y="89192"/>
                  <a:pt x="2941979" y="90901"/>
                  <a:pt x="2938220" y="94318"/>
                </a:cubicBezTo>
                <a:cubicBezTo>
                  <a:pt x="2930588" y="101380"/>
                  <a:pt x="2922330" y="115733"/>
                  <a:pt x="2913445" y="137376"/>
                </a:cubicBezTo>
                <a:cubicBezTo>
                  <a:pt x="2904673" y="158906"/>
                  <a:pt x="2900288" y="177530"/>
                  <a:pt x="2900288" y="193250"/>
                </a:cubicBezTo>
                <a:cubicBezTo>
                  <a:pt x="2900288" y="199287"/>
                  <a:pt x="2901255" y="203672"/>
                  <a:pt x="2903193" y="206407"/>
                </a:cubicBezTo>
                <a:cubicBezTo>
                  <a:pt x="2905242" y="209026"/>
                  <a:pt x="2907464" y="210336"/>
                  <a:pt x="2909856" y="210336"/>
                </a:cubicBezTo>
                <a:cubicBezTo>
                  <a:pt x="2914983" y="210336"/>
                  <a:pt x="2920166" y="207375"/>
                  <a:pt x="2925405" y="201451"/>
                </a:cubicBezTo>
                <a:cubicBezTo>
                  <a:pt x="2932923" y="193022"/>
                  <a:pt x="2939701" y="182713"/>
                  <a:pt x="2945737" y="170524"/>
                </a:cubicBezTo>
                <a:cubicBezTo>
                  <a:pt x="2956445" y="149109"/>
                  <a:pt x="2961800" y="130086"/>
                  <a:pt x="2961800" y="113455"/>
                </a:cubicBezTo>
                <a:moveTo>
                  <a:pt x="3154024" y="78598"/>
                </a:moveTo>
                <a:lnTo>
                  <a:pt x="3146506" y="131396"/>
                </a:lnTo>
                <a:lnTo>
                  <a:pt x="3140184" y="131396"/>
                </a:lnTo>
                <a:cubicBezTo>
                  <a:pt x="3139272" y="117726"/>
                  <a:pt x="3135058" y="106962"/>
                  <a:pt x="3127540" y="99102"/>
                </a:cubicBezTo>
                <a:cubicBezTo>
                  <a:pt x="3120136" y="91243"/>
                  <a:pt x="3112162" y="87312"/>
                  <a:pt x="3103618" y="87312"/>
                </a:cubicBezTo>
                <a:cubicBezTo>
                  <a:pt x="3098379" y="87312"/>
                  <a:pt x="3094050" y="88850"/>
                  <a:pt x="3090632" y="91926"/>
                </a:cubicBezTo>
                <a:cubicBezTo>
                  <a:pt x="3087215" y="95002"/>
                  <a:pt x="3085507" y="98704"/>
                  <a:pt x="3085507" y="103032"/>
                </a:cubicBezTo>
                <a:cubicBezTo>
                  <a:pt x="3085507" y="106677"/>
                  <a:pt x="3086248" y="110094"/>
                  <a:pt x="3087729" y="113284"/>
                </a:cubicBezTo>
                <a:cubicBezTo>
                  <a:pt x="3089208" y="116474"/>
                  <a:pt x="3092512" y="120802"/>
                  <a:pt x="3097638" y="126270"/>
                </a:cubicBezTo>
                <a:cubicBezTo>
                  <a:pt x="3115637" y="145635"/>
                  <a:pt x="3126571" y="158963"/>
                  <a:pt x="3130445" y="166253"/>
                </a:cubicBezTo>
                <a:cubicBezTo>
                  <a:pt x="3134318" y="173543"/>
                  <a:pt x="3136254" y="181346"/>
                  <a:pt x="3136254" y="189661"/>
                </a:cubicBezTo>
                <a:cubicBezTo>
                  <a:pt x="3136254" y="198660"/>
                  <a:pt x="3133976" y="207204"/>
                  <a:pt x="3129420" y="215292"/>
                </a:cubicBezTo>
                <a:cubicBezTo>
                  <a:pt x="3124864" y="223265"/>
                  <a:pt x="3118028" y="229701"/>
                  <a:pt x="3108915" y="234599"/>
                </a:cubicBezTo>
                <a:cubicBezTo>
                  <a:pt x="3099916" y="239384"/>
                  <a:pt x="3090519" y="241776"/>
                  <a:pt x="3080722" y="241776"/>
                </a:cubicBezTo>
                <a:cubicBezTo>
                  <a:pt x="3074116" y="241776"/>
                  <a:pt x="3065971" y="240465"/>
                  <a:pt x="3056289" y="237846"/>
                </a:cubicBezTo>
                <a:cubicBezTo>
                  <a:pt x="3049909" y="236024"/>
                  <a:pt x="3045125" y="235112"/>
                  <a:pt x="3041936" y="235112"/>
                </a:cubicBezTo>
                <a:cubicBezTo>
                  <a:pt x="3039088" y="235112"/>
                  <a:pt x="3036867" y="235568"/>
                  <a:pt x="3035272" y="236479"/>
                </a:cubicBezTo>
                <a:cubicBezTo>
                  <a:pt x="3033678" y="237276"/>
                  <a:pt x="3031912" y="239042"/>
                  <a:pt x="3029976" y="241776"/>
                </a:cubicBezTo>
                <a:lnTo>
                  <a:pt x="3023654" y="241776"/>
                </a:lnTo>
                <a:lnTo>
                  <a:pt x="3032025" y="184877"/>
                </a:lnTo>
                <a:lnTo>
                  <a:pt x="3037493" y="184877"/>
                </a:lnTo>
                <a:cubicBezTo>
                  <a:pt x="3041481" y="198660"/>
                  <a:pt x="3045183" y="208514"/>
                  <a:pt x="3048600" y="214437"/>
                </a:cubicBezTo>
                <a:cubicBezTo>
                  <a:pt x="3052130" y="220246"/>
                  <a:pt x="3056801" y="224917"/>
                  <a:pt x="3062611" y="228448"/>
                </a:cubicBezTo>
                <a:cubicBezTo>
                  <a:pt x="3068420" y="231865"/>
                  <a:pt x="3074001" y="233574"/>
                  <a:pt x="3079356" y="233574"/>
                </a:cubicBezTo>
                <a:cubicBezTo>
                  <a:pt x="3085621" y="233574"/>
                  <a:pt x="3090804" y="231638"/>
                  <a:pt x="3094905" y="227765"/>
                </a:cubicBezTo>
                <a:cubicBezTo>
                  <a:pt x="3099005" y="223778"/>
                  <a:pt x="3101055" y="219051"/>
                  <a:pt x="3101055" y="213583"/>
                </a:cubicBezTo>
                <a:cubicBezTo>
                  <a:pt x="3101055" y="208229"/>
                  <a:pt x="3099689" y="203046"/>
                  <a:pt x="3096954" y="198034"/>
                </a:cubicBezTo>
                <a:cubicBezTo>
                  <a:pt x="3094335" y="193022"/>
                  <a:pt x="3088183" y="185219"/>
                  <a:pt x="3078501" y="174625"/>
                </a:cubicBezTo>
                <a:cubicBezTo>
                  <a:pt x="3065173" y="160158"/>
                  <a:pt x="3056403" y="148995"/>
                  <a:pt x="3052188" y="141136"/>
                </a:cubicBezTo>
                <a:cubicBezTo>
                  <a:pt x="3049227" y="135440"/>
                  <a:pt x="3047746" y="128947"/>
                  <a:pt x="3047746" y="121657"/>
                </a:cubicBezTo>
                <a:cubicBezTo>
                  <a:pt x="3047746" y="109354"/>
                  <a:pt x="3052188" y="99102"/>
                  <a:pt x="3061073" y="90901"/>
                </a:cubicBezTo>
                <a:cubicBezTo>
                  <a:pt x="3070072" y="82699"/>
                  <a:pt x="3082659" y="78598"/>
                  <a:pt x="3098835" y="78598"/>
                </a:cubicBezTo>
                <a:cubicBezTo>
                  <a:pt x="3105896" y="78598"/>
                  <a:pt x="3114554" y="79851"/>
                  <a:pt x="3124807" y="82358"/>
                </a:cubicBezTo>
                <a:cubicBezTo>
                  <a:pt x="3129932" y="83610"/>
                  <a:pt x="3134033" y="84237"/>
                  <a:pt x="3137108" y="84237"/>
                </a:cubicBezTo>
                <a:cubicBezTo>
                  <a:pt x="3141550" y="84237"/>
                  <a:pt x="3145139" y="82358"/>
                  <a:pt x="3147873" y="78598"/>
                </a:cubicBezTo>
                <a:lnTo>
                  <a:pt x="3154024" y="7859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6" name="path-8088">
            <a:extLst xmlns:a="http://schemas.openxmlformats.org/drawingml/2006/main">
              <a:ext uri="{FF2B5EF4-FFF2-40B4-BE49-F238E27FC236}">
                <a16:creationId xmlns:a16="http://schemas.microsoft.com/office/drawing/2014/main" id="{0CC75447-DF5B-4AF7-8B06-00C6ABD3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185" y="6444779"/>
            <a:ext cx="741337" cy="655420"/>
          </a:xfrm>
          <a:custGeom xmlns:a="http://schemas.openxmlformats.org/drawingml/2006/main">
            <a:pathLst>
              <a:path w="633611" h="560179">
                <a:moveTo>
                  <a:pt x="3707" y="8430"/>
                </a:moveTo>
                <a:lnTo>
                  <a:pt x="0" y="16860"/>
                </a:lnTo>
                <a:lnTo>
                  <a:pt x="26091" y="39498"/>
                </a:lnTo>
                <a:lnTo>
                  <a:pt x="29798" y="31068"/>
                </a:lnTo>
                <a:lnTo>
                  <a:pt x="33505" y="22639"/>
                </a:lnTo>
                <a:lnTo>
                  <a:pt x="7413" y="0"/>
                </a:lnTo>
                <a:lnTo>
                  <a:pt x="3707" y="8430"/>
                </a:lnTo>
                <a:moveTo>
                  <a:pt x="81981" y="76345"/>
                </a:moveTo>
                <a:lnTo>
                  <a:pt x="78275" y="84775"/>
                </a:lnTo>
                <a:lnTo>
                  <a:pt x="130458" y="130051"/>
                </a:lnTo>
                <a:lnTo>
                  <a:pt x="134165" y="121621"/>
                </a:lnTo>
                <a:lnTo>
                  <a:pt x="137870" y="113192"/>
                </a:lnTo>
                <a:lnTo>
                  <a:pt x="85687" y="67915"/>
                </a:lnTo>
                <a:lnTo>
                  <a:pt x="81981" y="76345"/>
                </a:lnTo>
                <a:moveTo>
                  <a:pt x="186347" y="166898"/>
                </a:moveTo>
                <a:lnTo>
                  <a:pt x="182641" y="175328"/>
                </a:lnTo>
                <a:lnTo>
                  <a:pt x="234825" y="220605"/>
                </a:lnTo>
                <a:lnTo>
                  <a:pt x="238530" y="212174"/>
                </a:lnTo>
                <a:lnTo>
                  <a:pt x="242237" y="203745"/>
                </a:lnTo>
                <a:lnTo>
                  <a:pt x="190054" y="158468"/>
                </a:lnTo>
                <a:lnTo>
                  <a:pt x="186347" y="166898"/>
                </a:lnTo>
                <a:moveTo>
                  <a:pt x="290714" y="257451"/>
                </a:moveTo>
                <a:lnTo>
                  <a:pt x="287007" y="265881"/>
                </a:lnTo>
                <a:lnTo>
                  <a:pt x="339190" y="311158"/>
                </a:lnTo>
                <a:lnTo>
                  <a:pt x="342897" y="302728"/>
                </a:lnTo>
                <a:lnTo>
                  <a:pt x="346604" y="294298"/>
                </a:lnTo>
                <a:lnTo>
                  <a:pt x="294421" y="249021"/>
                </a:lnTo>
                <a:lnTo>
                  <a:pt x="290714" y="257451"/>
                </a:lnTo>
                <a:moveTo>
                  <a:pt x="395081" y="348005"/>
                </a:moveTo>
                <a:lnTo>
                  <a:pt x="391374" y="356434"/>
                </a:lnTo>
                <a:lnTo>
                  <a:pt x="443557" y="401711"/>
                </a:lnTo>
                <a:lnTo>
                  <a:pt x="447263" y="393281"/>
                </a:lnTo>
                <a:lnTo>
                  <a:pt x="450970" y="384851"/>
                </a:lnTo>
                <a:lnTo>
                  <a:pt x="398786" y="339574"/>
                </a:lnTo>
                <a:lnTo>
                  <a:pt x="395081" y="348005"/>
                </a:lnTo>
                <a:moveTo>
                  <a:pt x="499446" y="438558"/>
                </a:moveTo>
                <a:lnTo>
                  <a:pt x="495741" y="446988"/>
                </a:lnTo>
                <a:lnTo>
                  <a:pt x="547923" y="492264"/>
                </a:lnTo>
                <a:lnTo>
                  <a:pt x="551630" y="483834"/>
                </a:lnTo>
                <a:lnTo>
                  <a:pt x="555337" y="475404"/>
                </a:lnTo>
                <a:lnTo>
                  <a:pt x="503153" y="430128"/>
                </a:lnTo>
                <a:lnTo>
                  <a:pt x="499446" y="438558"/>
                </a:lnTo>
                <a:moveTo>
                  <a:pt x="603813" y="529111"/>
                </a:moveTo>
                <a:lnTo>
                  <a:pt x="600106" y="537541"/>
                </a:lnTo>
                <a:lnTo>
                  <a:pt x="626199" y="560179"/>
                </a:lnTo>
                <a:lnTo>
                  <a:pt x="629904" y="551749"/>
                </a:lnTo>
                <a:lnTo>
                  <a:pt x="633611" y="543319"/>
                </a:lnTo>
                <a:lnTo>
                  <a:pt x="607520" y="520681"/>
                </a:lnTo>
                <a:lnTo>
                  <a:pt x="603813" y="529111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7" name="path-8089">
            <a:extLst xmlns:a="http://schemas.openxmlformats.org/drawingml/2006/main">
              <a:ext uri="{FF2B5EF4-FFF2-40B4-BE49-F238E27FC236}">
                <a16:creationId xmlns:a16="http://schemas.microsoft.com/office/drawing/2014/main" id="{914C932C-3B5C-42B4-95B3-53BAA08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8796" y="6444803"/>
            <a:ext cx="730670" cy="655372"/>
          </a:xfrm>
          <a:custGeom xmlns:a="http://schemas.openxmlformats.org/drawingml/2006/main">
            <a:pathLst>
              <a:path w="624494" h="560138">
                <a:moveTo>
                  <a:pt x="620742" y="8409"/>
                </a:moveTo>
                <a:lnTo>
                  <a:pt x="616989" y="0"/>
                </a:lnTo>
                <a:lnTo>
                  <a:pt x="591281" y="22638"/>
                </a:lnTo>
                <a:lnTo>
                  <a:pt x="595034" y="31048"/>
                </a:lnTo>
                <a:lnTo>
                  <a:pt x="598786" y="39457"/>
                </a:lnTo>
                <a:lnTo>
                  <a:pt x="624494" y="16819"/>
                </a:lnTo>
                <a:lnTo>
                  <a:pt x="620742" y="8409"/>
                </a:lnTo>
                <a:moveTo>
                  <a:pt x="543619" y="76324"/>
                </a:moveTo>
                <a:lnTo>
                  <a:pt x="539866" y="67914"/>
                </a:lnTo>
                <a:lnTo>
                  <a:pt x="488450" y="113192"/>
                </a:lnTo>
                <a:lnTo>
                  <a:pt x="492203" y="121601"/>
                </a:lnTo>
                <a:lnTo>
                  <a:pt x="495955" y="130010"/>
                </a:lnTo>
                <a:lnTo>
                  <a:pt x="547370" y="84734"/>
                </a:lnTo>
                <a:lnTo>
                  <a:pt x="543619" y="76324"/>
                </a:lnTo>
                <a:moveTo>
                  <a:pt x="440787" y="166877"/>
                </a:moveTo>
                <a:lnTo>
                  <a:pt x="437034" y="158468"/>
                </a:lnTo>
                <a:lnTo>
                  <a:pt x="385618" y="203745"/>
                </a:lnTo>
                <a:lnTo>
                  <a:pt x="389371" y="212154"/>
                </a:lnTo>
                <a:lnTo>
                  <a:pt x="393123" y="220563"/>
                </a:lnTo>
                <a:lnTo>
                  <a:pt x="444539" y="175287"/>
                </a:lnTo>
                <a:lnTo>
                  <a:pt x="440787" y="166877"/>
                </a:lnTo>
                <a:moveTo>
                  <a:pt x="337956" y="257431"/>
                </a:moveTo>
                <a:lnTo>
                  <a:pt x="334203" y="249021"/>
                </a:lnTo>
                <a:lnTo>
                  <a:pt x="282787" y="294298"/>
                </a:lnTo>
                <a:lnTo>
                  <a:pt x="286540" y="302707"/>
                </a:lnTo>
                <a:lnTo>
                  <a:pt x="290292" y="311116"/>
                </a:lnTo>
                <a:lnTo>
                  <a:pt x="341707" y="265840"/>
                </a:lnTo>
                <a:lnTo>
                  <a:pt x="337956" y="257431"/>
                </a:lnTo>
                <a:moveTo>
                  <a:pt x="235124" y="347984"/>
                </a:moveTo>
                <a:lnTo>
                  <a:pt x="231371" y="339574"/>
                </a:lnTo>
                <a:lnTo>
                  <a:pt x="179955" y="384851"/>
                </a:lnTo>
                <a:lnTo>
                  <a:pt x="183708" y="393260"/>
                </a:lnTo>
                <a:lnTo>
                  <a:pt x="187460" y="401670"/>
                </a:lnTo>
                <a:lnTo>
                  <a:pt x="238876" y="356393"/>
                </a:lnTo>
                <a:lnTo>
                  <a:pt x="235124" y="347984"/>
                </a:lnTo>
                <a:moveTo>
                  <a:pt x="132292" y="438537"/>
                </a:moveTo>
                <a:lnTo>
                  <a:pt x="128539" y="430127"/>
                </a:lnTo>
                <a:lnTo>
                  <a:pt x="77124" y="475404"/>
                </a:lnTo>
                <a:lnTo>
                  <a:pt x="80875" y="483813"/>
                </a:lnTo>
                <a:lnTo>
                  <a:pt x="84628" y="492223"/>
                </a:lnTo>
                <a:lnTo>
                  <a:pt x="136044" y="446946"/>
                </a:lnTo>
                <a:lnTo>
                  <a:pt x="132292" y="438537"/>
                </a:lnTo>
                <a:moveTo>
                  <a:pt x="29460" y="529090"/>
                </a:moveTo>
                <a:lnTo>
                  <a:pt x="25708" y="520681"/>
                </a:lnTo>
                <a:lnTo>
                  <a:pt x="0" y="543319"/>
                </a:lnTo>
                <a:lnTo>
                  <a:pt x="3753" y="551728"/>
                </a:lnTo>
                <a:lnTo>
                  <a:pt x="7505" y="560138"/>
                </a:lnTo>
                <a:lnTo>
                  <a:pt x="33213" y="537500"/>
                </a:lnTo>
                <a:lnTo>
                  <a:pt x="29460" y="52909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8" name="path-8090">
            <a:extLst xmlns:a="http://schemas.openxmlformats.org/drawingml/2006/main">
              <a:ext uri="{FF2B5EF4-FFF2-40B4-BE49-F238E27FC236}">
                <a16:creationId xmlns:a16="http://schemas.microsoft.com/office/drawing/2014/main" id="{4A3FA12A-3505-49C9-B722-70186411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2411" y="6454643"/>
            <a:ext cx="21550" cy="635694"/>
          </a:xfrm>
          <a:custGeom xmlns:a="http://schemas.openxmlformats.org/drawingml/2006/main">
            <a:pathLst>
              <a:path w="18418" h="543319">
                <a:moveTo>
                  <a:pt x="9209" y="0"/>
                </a:moveTo>
                <a:lnTo>
                  <a:pt x="0" y="0"/>
                </a:lnTo>
                <a:lnTo>
                  <a:pt x="0" y="33957"/>
                </a:lnTo>
                <a:lnTo>
                  <a:pt x="9209" y="33957"/>
                </a:lnTo>
                <a:lnTo>
                  <a:pt x="18418" y="33957"/>
                </a:lnTo>
                <a:lnTo>
                  <a:pt x="18418" y="0"/>
                </a:lnTo>
                <a:lnTo>
                  <a:pt x="9209" y="0"/>
                </a:lnTo>
                <a:moveTo>
                  <a:pt x="9209" y="101872"/>
                </a:moveTo>
                <a:lnTo>
                  <a:pt x="0" y="101872"/>
                </a:lnTo>
                <a:lnTo>
                  <a:pt x="0" y="169787"/>
                </a:lnTo>
                <a:lnTo>
                  <a:pt x="9209" y="169787"/>
                </a:lnTo>
                <a:lnTo>
                  <a:pt x="18418" y="169787"/>
                </a:lnTo>
                <a:lnTo>
                  <a:pt x="18418" y="101872"/>
                </a:lnTo>
                <a:lnTo>
                  <a:pt x="9209" y="101872"/>
                </a:lnTo>
                <a:moveTo>
                  <a:pt x="9209" y="237702"/>
                </a:moveTo>
                <a:lnTo>
                  <a:pt x="0" y="237702"/>
                </a:lnTo>
                <a:lnTo>
                  <a:pt x="0" y="305617"/>
                </a:lnTo>
                <a:lnTo>
                  <a:pt x="9209" y="305617"/>
                </a:lnTo>
                <a:lnTo>
                  <a:pt x="18418" y="305617"/>
                </a:lnTo>
                <a:lnTo>
                  <a:pt x="18418" y="237702"/>
                </a:lnTo>
                <a:lnTo>
                  <a:pt x="9209" y="237702"/>
                </a:lnTo>
                <a:moveTo>
                  <a:pt x="9209" y="373532"/>
                </a:moveTo>
                <a:lnTo>
                  <a:pt x="0" y="373532"/>
                </a:lnTo>
                <a:lnTo>
                  <a:pt x="0" y="441447"/>
                </a:lnTo>
                <a:lnTo>
                  <a:pt x="9209" y="441447"/>
                </a:lnTo>
                <a:lnTo>
                  <a:pt x="18418" y="441447"/>
                </a:lnTo>
                <a:lnTo>
                  <a:pt x="18418" y="373532"/>
                </a:lnTo>
                <a:lnTo>
                  <a:pt x="9209" y="373532"/>
                </a:lnTo>
                <a:moveTo>
                  <a:pt x="9209" y="509362"/>
                </a:moveTo>
                <a:lnTo>
                  <a:pt x="0" y="509362"/>
                </a:lnTo>
                <a:lnTo>
                  <a:pt x="0" y="543319"/>
                </a:lnTo>
                <a:lnTo>
                  <a:pt x="9209" y="543319"/>
                </a:lnTo>
                <a:lnTo>
                  <a:pt x="18418" y="543319"/>
                </a:lnTo>
                <a:lnTo>
                  <a:pt x="18418" y="509362"/>
                </a:lnTo>
                <a:lnTo>
                  <a:pt x="9209" y="509362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9" name="path-8091">
            <a:extLst xmlns:a="http://schemas.openxmlformats.org/drawingml/2006/main">
              <a:ext uri="{FF2B5EF4-FFF2-40B4-BE49-F238E27FC236}">
                <a16:creationId xmlns:a16="http://schemas.microsoft.com/office/drawing/2014/main" id="{007FDE90-D207-4508-A289-FD222CFC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5948242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0" name="path-8092">
            <a:extLst xmlns:a="http://schemas.openxmlformats.org/drawingml/2006/main">
              <a:ext uri="{FF2B5EF4-FFF2-40B4-BE49-F238E27FC236}">
                <a16:creationId xmlns:a16="http://schemas.microsoft.com/office/drawing/2014/main" id="{3F80D16F-DD20-4F8F-83AA-7DA722AA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524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1" name="path-8093">
            <a:extLst xmlns:a="http://schemas.openxmlformats.org/drawingml/2006/main">
              <a:ext uri="{FF2B5EF4-FFF2-40B4-BE49-F238E27FC236}">
                <a16:creationId xmlns:a16="http://schemas.microsoft.com/office/drawing/2014/main" id="{3F8EF505-7579-44E8-A728-033B98A7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2" name="path-8094">
            <a:extLst xmlns:a="http://schemas.openxmlformats.org/drawingml/2006/main">
              <a:ext uri="{FF2B5EF4-FFF2-40B4-BE49-F238E27FC236}">
                <a16:creationId xmlns:a16="http://schemas.microsoft.com/office/drawing/2014/main" id="{3B3B75B0-7205-4936-A570-44FF005A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3" name="path-8095">
            <a:extLst xmlns:a="http://schemas.openxmlformats.org/drawingml/2006/main">
              <a:ext uri="{FF2B5EF4-FFF2-40B4-BE49-F238E27FC236}">
                <a16:creationId xmlns:a16="http://schemas.microsoft.com/office/drawing/2014/main" id="{48A7798F-CA08-44E6-B93F-86365B5D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4" name="path-8096">
            <a:extLst xmlns:a="http://schemas.openxmlformats.org/drawingml/2006/main">
              <a:ext uri="{FF2B5EF4-FFF2-40B4-BE49-F238E27FC236}">
                <a16:creationId xmlns:a16="http://schemas.microsoft.com/office/drawing/2014/main" id="{5D804793-F8E8-4243-B7D6-94CC644C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524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5" name="path-8097">
            <a:extLst xmlns:a="http://schemas.openxmlformats.org/drawingml/2006/main">
              <a:ext uri="{FF2B5EF4-FFF2-40B4-BE49-F238E27FC236}">
                <a16:creationId xmlns:a16="http://schemas.microsoft.com/office/drawing/2014/main" id="{9AF5B164-A863-4415-B279-FDC91C81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646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6" name="path-8098">
            <a:extLst xmlns:a="http://schemas.openxmlformats.org/drawingml/2006/main">
              <a:ext uri="{FF2B5EF4-FFF2-40B4-BE49-F238E27FC236}">
                <a16:creationId xmlns:a16="http://schemas.microsoft.com/office/drawing/2014/main" id="{F895DA3A-ECCD-4B6B-A417-4285BDB3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036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7" name="path-8099">
            <a:extLst xmlns:a="http://schemas.openxmlformats.org/drawingml/2006/main">
              <a:ext uri="{FF2B5EF4-FFF2-40B4-BE49-F238E27FC236}">
                <a16:creationId xmlns:a16="http://schemas.microsoft.com/office/drawing/2014/main" id="{736380DE-B5D6-4D38-AF92-AF12385C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885" y="6001612"/>
            <a:ext cx="26445" cy="75924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8" name="path-8100">
            <a:extLst xmlns:a="http://schemas.openxmlformats.org/drawingml/2006/main">
              <a:ext uri="{FF2B5EF4-FFF2-40B4-BE49-F238E27FC236}">
                <a16:creationId xmlns:a16="http://schemas.microsoft.com/office/drawing/2014/main" id="{C0658750-5C60-4980-AD93-DEC4F217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3781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9" name="path-8101">
            <a:extLst xmlns:a="http://schemas.openxmlformats.org/drawingml/2006/main">
              <a:ext uri="{FF2B5EF4-FFF2-40B4-BE49-F238E27FC236}">
                <a16:creationId xmlns:a16="http://schemas.microsoft.com/office/drawing/2014/main" id="{8D9FFC71-43D9-4F5E-8894-2E494D53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885" y="6336123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0" name="path-8102">
            <a:extLst xmlns:a="http://schemas.openxmlformats.org/drawingml/2006/main">
              <a:ext uri="{FF2B5EF4-FFF2-40B4-BE49-F238E27FC236}">
                <a16:creationId xmlns:a16="http://schemas.microsoft.com/office/drawing/2014/main" id="{33C836A1-9D01-46CB-A309-4A7C3A05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036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1" name="path-8103">
            <a:extLst xmlns:a="http://schemas.openxmlformats.org/drawingml/2006/main">
              <a:ext uri="{FF2B5EF4-FFF2-40B4-BE49-F238E27FC236}">
                <a16:creationId xmlns:a16="http://schemas.microsoft.com/office/drawing/2014/main" id="{F52EAE2B-4085-48CB-B397-A349464F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646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2" name="path-8104">
            <a:extLst xmlns:a="http://schemas.openxmlformats.org/drawingml/2006/main">
              <a:ext uri="{FF2B5EF4-FFF2-40B4-BE49-F238E27FC236}">
                <a16:creationId xmlns:a16="http://schemas.microsoft.com/office/drawing/2014/main" id="{EF4E4FF1-BC89-4C77-AA00-A8BA63E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199" y="5948242"/>
            <a:ext cx="517175" cy="517174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3" name="path-8105">
            <a:extLst xmlns:a="http://schemas.openxmlformats.org/drawingml/2006/main">
              <a:ext uri="{FF2B5EF4-FFF2-40B4-BE49-F238E27FC236}">
                <a16:creationId xmlns:a16="http://schemas.microsoft.com/office/drawing/2014/main" id="{978826EA-767B-4CFE-B0DF-9C6E0F3D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568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4" name="path-8106">
            <a:extLst xmlns:a="http://schemas.openxmlformats.org/drawingml/2006/main">
              <a:ext uri="{FF2B5EF4-FFF2-40B4-BE49-F238E27FC236}">
                <a16:creationId xmlns:a16="http://schemas.microsoft.com/office/drawing/2014/main" id="{20F33774-3735-4866-87F0-372A43D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199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5" name="path-8107">
            <a:extLst xmlns:a="http://schemas.openxmlformats.org/drawingml/2006/main">
              <a:ext uri="{FF2B5EF4-FFF2-40B4-BE49-F238E27FC236}">
                <a16:creationId xmlns:a16="http://schemas.microsoft.com/office/drawing/2014/main" id="{BA605D4A-45FE-48C8-9C46-10ED917F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199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6" name="path-8108">
            <a:extLst xmlns:a="http://schemas.openxmlformats.org/drawingml/2006/main">
              <a:ext uri="{FF2B5EF4-FFF2-40B4-BE49-F238E27FC236}">
                <a16:creationId xmlns:a16="http://schemas.microsoft.com/office/drawing/2014/main" id="{1F1E6AB4-4B86-4458-987A-4D853E19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199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7" name="path-8109">
            <a:extLst xmlns:a="http://schemas.openxmlformats.org/drawingml/2006/main">
              <a:ext uri="{FF2B5EF4-FFF2-40B4-BE49-F238E27FC236}">
                <a16:creationId xmlns:a16="http://schemas.microsoft.com/office/drawing/2014/main" id="{3651DFCB-1142-4013-B233-756A3586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568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8" name="path-8110">
            <a:extLst xmlns:a="http://schemas.openxmlformats.org/drawingml/2006/main">
              <a:ext uri="{FF2B5EF4-FFF2-40B4-BE49-F238E27FC236}">
                <a16:creationId xmlns:a16="http://schemas.microsoft.com/office/drawing/2014/main" id="{85E49D9D-6A14-4F3A-9F2C-4E5CAA2F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689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9" name="path-8111">
            <a:extLst xmlns:a="http://schemas.openxmlformats.org/drawingml/2006/main">
              <a:ext uri="{FF2B5EF4-FFF2-40B4-BE49-F238E27FC236}">
                <a16:creationId xmlns:a16="http://schemas.microsoft.com/office/drawing/2014/main" id="{97A25BD1-F5D6-44B7-9733-8DF119D5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080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0" name="path-8112">
            <a:extLst xmlns:a="http://schemas.openxmlformats.org/drawingml/2006/main">
              <a:ext uri="{FF2B5EF4-FFF2-40B4-BE49-F238E27FC236}">
                <a16:creationId xmlns:a16="http://schemas.microsoft.com/office/drawing/2014/main" id="{DBC11544-9DFE-4FEE-961B-C85D64C1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2929" y="6001611"/>
            <a:ext cx="26446" cy="75925"/>
          </a:xfrm>
          <a:custGeom xmlns:a="http://schemas.openxmlformats.org/drawingml/2006/main">
            <a:pathLst>
              <a:path w="22603" h="64892">
                <a:moveTo>
                  <a:pt x="3698" y="20672"/>
                </a:move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1" name="path-8113">
            <a:extLst xmlns:a="http://schemas.openxmlformats.org/drawingml/2006/main">
              <a:ext uri="{FF2B5EF4-FFF2-40B4-BE49-F238E27FC236}">
                <a16:creationId xmlns:a16="http://schemas.microsoft.com/office/drawing/2014/main" id="{4CFB3D10-B5D4-4277-AEC3-39C4A2E7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825" y="6163732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2" name="path-8114">
            <a:extLst xmlns:a="http://schemas.openxmlformats.org/drawingml/2006/main">
              <a:ext uri="{FF2B5EF4-FFF2-40B4-BE49-F238E27FC236}">
                <a16:creationId xmlns:a16="http://schemas.microsoft.com/office/drawing/2014/main" id="{3864A5E3-CA27-4682-A12F-A4603531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2929" y="6336123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3" name="path-8115">
            <a:extLst xmlns:a="http://schemas.openxmlformats.org/drawingml/2006/main">
              <a:ext uri="{FF2B5EF4-FFF2-40B4-BE49-F238E27FC236}">
                <a16:creationId xmlns:a16="http://schemas.microsoft.com/office/drawing/2014/main" id="{B8761C03-25B5-4E5C-843C-DE823891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080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4" name="path-8116">
            <a:extLst xmlns:a="http://schemas.openxmlformats.org/drawingml/2006/main">
              <a:ext uri="{FF2B5EF4-FFF2-40B4-BE49-F238E27FC236}">
                <a16:creationId xmlns:a16="http://schemas.microsoft.com/office/drawing/2014/main" id="{BC6E621D-A34F-46FF-BE55-CB7C98E4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689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5" name="path-8117">
            <a:extLst xmlns:a="http://schemas.openxmlformats.org/drawingml/2006/main">
              <a:ext uri="{FF2B5EF4-FFF2-40B4-BE49-F238E27FC236}">
                <a16:creationId xmlns:a16="http://schemas.microsoft.com/office/drawing/2014/main" id="{1F0AA935-3E99-438A-AC60-BD24FD71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243" y="5948242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6" name="path-8118">
            <a:extLst xmlns:a="http://schemas.openxmlformats.org/drawingml/2006/main">
              <a:ext uri="{FF2B5EF4-FFF2-40B4-BE49-F238E27FC236}">
                <a16:creationId xmlns:a16="http://schemas.microsoft.com/office/drawing/2014/main" id="{23BD1FB2-D198-4019-AF19-4D1F2A3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9612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6" y="20657"/>
                </a:lnTo>
                <a:lnTo>
                  <a:pt x="28057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7" name="path-8119">
            <a:extLst xmlns:a="http://schemas.openxmlformats.org/drawingml/2006/main">
              <a:ext uri="{FF2B5EF4-FFF2-40B4-BE49-F238E27FC236}">
                <a16:creationId xmlns:a16="http://schemas.microsoft.com/office/drawing/2014/main" id="{53E9C160-FB5A-4BE4-9A58-B8DA3CBD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243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8" name="path-8120">
            <a:extLst xmlns:a="http://schemas.openxmlformats.org/drawingml/2006/main">
              <a:ext uri="{FF2B5EF4-FFF2-40B4-BE49-F238E27FC236}">
                <a16:creationId xmlns:a16="http://schemas.microsoft.com/office/drawing/2014/main" id="{7FA26F58-F57C-48F0-937D-E8FF217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243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9" name="path-8121">
            <a:extLst xmlns:a="http://schemas.openxmlformats.org/drawingml/2006/main">
              <a:ext uri="{FF2B5EF4-FFF2-40B4-BE49-F238E27FC236}">
                <a16:creationId xmlns:a16="http://schemas.microsoft.com/office/drawing/2014/main" id="{045AA886-8923-44D2-8C14-ED3FF02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243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3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1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0" name="path-8122">
            <a:extLst xmlns:a="http://schemas.openxmlformats.org/drawingml/2006/main">
              <a:ext uri="{FF2B5EF4-FFF2-40B4-BE49-F238E27FC236}">
                <a16:creationId xmlns:a16="http://schemas.microsoft.com/office/drawing/2014/main" id="{2D92DB60-012A-4D6B-A9E3-A923DD08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9612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28056" y="18418"/>
                </a:moveTo>
                <a:lnTo>
                  <a:pt x="64892" y="18418"/>
                </a:ln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6" y="1946"/>
                </a:lnTo>
                <a:lnTo>
                  <a:pt x="0" y="5937"/>
                </a:lnTo>
                <a:lnTo>
                  <a:pt x="6912" y="22603"/>
                </a:lnTo>
                <a:lnTo>
                  <a:pt x="13605" y="20322"/>
                </a:lnTo>
                <a:lnTo>
                  <a:pt x="20672" y="18905"/>
                </a:lnTo>
                <a:lnTo>
                  <a:pt x="28056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1" name="path-8123">
            <a:extLst xmlns:a="http://schemas.openxmlformats.org/drawingml/2006/main">
              <a:ext uri="{FF2B5EF4-FFF2-40B4-BE49-F238E27FC236}">
                <a16:creationId xmlns:a16="http://schemas.microsoft.com/office/drawing/2014/main" id="{54EC7CB8-E23B-462E-A87B-5968118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733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2" name="path-8124">
            <a:extLst xmlns:a="http://schemas.openxmlformats.org/drawingml/2006/main">
              <a:ext uri="{FF2B5EF4-FFF2-40B4-BE49-F238E27FC236}">
                <a16:creationId xmlns:a16="http://schemas.microsoft.com/office/drawing/2014/main" id="{D5AB691F-194B-4E83-A014-D4B3AD10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4123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9" y="1946"/>
                </a:lnTo>
                <a:lnTo>
                  <a:pt x="368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3" name="path-8125">
            <a:extLst xmlns:a="http://schemas.openxmlformats.org/drawingml/2006/main">
              <a:ext uri="{FF2B5EF4-FFF2-40B4-BE49-F238E27FC236}">
                <a16:creationId xmlns:a16="http://schemas.microsoft.com/office/drawing/2014/main" id="{78F584AE-C8E9-4E03-89D0-5A19B671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972" y="6001611"/>
            <a:ext cx="26446" cy="75925"/>
          </a:xfrm>
          <a:custGeom xmlns:a="http://schemas.openxmlformats.org/drawingml/2006/main">
            <a:pathLst>
              <a:path w="22603" h="64892">
                <a:moveTo>
                  <a:pt x="3698" y="20672"/>
                </a:move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2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4" name="path-8126">
            <a:extLst xmlns:a="http://schemas.openxmlformats.org/drawingml/2006/main">
              <a:ext uri="{FF2B5EF4-FFF2-40B4-BE49-F238E27FC236}">
                <a16:creationId xmlns:a16="http://schemas.microsoft.com/office/drawing/2014/main" id="{DB63F631-7F7F-4D78-840C-D136B9E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1868" y="6163732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5" name="path-8127">
            <a:extLst xmlns:a="http://schemas.openxmlformats.org/drawingml/2006/main">
              <a:ext uri="{FF2B5EF4-FFF2-40B4-BE49-F238E27FC236}">
                <a16:creationId xmlns:a16="http://schemas.microsoft.com/office/drawing/2014/main" id="{084D4386-A58E-4C20-BFF3-112BCEFC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972" y="6336123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6" name="path-8128">
            <a:extLst xmlns:a="http://schemas.openxmlformats.org/drawingml/2006/main">
              <a:ext uri="{FF2B5EF4-FFF2-40B4-BE49-F238E27FC236}">
                <a16:creationId xmlns:a16="http://schemas.microsoft.com/office/drawing/2014/main" id="{CCE0DCE7-B250-44FB-82ED-DB012FF9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4123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7" y="22603"/>
                </a:lnTo>
                <a:lnTo>
                  <a:pt x="53729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7" name="path-8129">
            <a:extLst xmlns:a="http://schemas.openxmlformats.org/drawingml/2006/main">
              <a:ext uri="{FF2B5EF4-FFF2-40B4-BE49-F238E27FC236}">
                <a16:creationId xmlns:a16="http://schemas.microsoft.com/office/drawing/2014/main" id="{E9CB4938-A687-4595-8880-2032FFE9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733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8" name="path-8130">
            <a:extLst xmlns:a="http://schemas.openxmlformats.org/drawingml/2006/main">
              <a:ext uri="{FF2B5EF4-FFF2-40B4-BE49-F238E27FC236}">
                <a16:creationId xmlns:a16="http://schemas.microsoft.com/office/drawing/2014/main" id="{DF76C1B7-DB57-47DB-ABB6-84EA6D67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288" y="5948242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9" name="path-8131">
            <a:extLst xmlns:a="http://schemas.openxmlformats.org/drawingml/2006/main">
              <a:ext uri="{FF2B5EF4-FFF2-40B4-BE49-F238E27FC236}">
                <a16:creationId xmlns:a16="http://schemas.microsoft.com/office/drawing/2014/main" id="{3D999591-68B7-4C7D-8B2B-24CB1C72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3656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0" name="path-8132">
            <a:extLst xmlns:a="http://schemas.openxmlformats.org/drawingml/2006/main">
              <a:ext uri="{FF2B5EF4-FFF2-40B4-BE49-F238E27FC236}">
                <a16:creationId xmlns:a16="http://schemas.microsoft.com/office/drawing/2014/main" id="{9E2638DD-9B0E-4A08-A178-A3750B8F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288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1" name="path-8133">
            <a:extLst xmlns:a="http://schemas.openxmlformats.org/drawingml/2006/main">
              <a:ext uri="{FF2B5EF4-FFF2-40B4-BE49-F238E27FC236}">
                <a16:creationId xmlns:a16="http://schemas.microsoft.com/office/drawing/2014/main" id="{221FA26D-0328-42B9-B280-920F2F0E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288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2" name="path-8134">
            <a:extLst xmlns:a="http://schemas.openxmlformats.org/drawingml/2006/main">
              <a:ext uri="{FF2B5EF4-FFF2-40B4-BE49-F238E27FC236}">
                <a16:creationId xmlns:a16="http://schemas.microsoft.com/office/drawing/2014/main" id="{E0DBDD2E-3C11-4A3F-AA8B-204D5BF9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288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3" name="path-8135">
            <a:extLst xmlns:a="http://schemas.openxmlformats.org/drawingml/2006/main">
              <a:ext uri="{FF2B5EF4-FFF2-40B4-BE49-F238E27FC236}">
                <a16:creationId xmlns:a16="http://schemas.microsoft.com/office/drawing/2014/main" id="{946A12E9-67E5-4EDE-B8AA-2C32E297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3656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28057" y="18418"/>
                </a:moveTo>
                <a:lnTo>
                  <a:pt x="64892" y="18418"/>
                </a:ln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4" name="path-8136">
            <a:extLst xmlns:a="http://schemas.openxmlformats.org/drawingml/2006/main">
              <a:ext uri="{FF2B5EF4-FFF2-40B4-BE49-F238E27FC236}">
                <a16:creationId xmlns:a16="http://schemas.microsoft.com/office/drawing/2014/main" id="{64F5F787-FC1A-4291-885D-0A966D26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778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5" name="path-8137">
            <a:extLst xmlns:a="http://schemas.openxmlformats.org/drawingml/2006/main">
              <a:ext uri="{FF2B5EF4-FFF2-40B4-BE49-F238E27FC236}">
                <a16:creationId xmlns:a16="http://schemas.microsoft.com/office/drawing/2014/main" id="{466A7BCE-6C5F-4CDC-BA38-58AF77D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68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6" name="path-8138">
            <a:extLst xmlns:a="http://schemas.openxmlformats.org/drawingml/2006/main">
              <a:ext uri="{FF2B5EF4-FFF2-40B4-BE49-F238E27FC236}">
                <a16:creationId xmlns:a16="http://schemas.microsoft.com/office/drawing/2014/main" id="{F9E0B97A-5AA1-4BD2-B6C0-72CFA68E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1017" y="6001612"/>
            <a:ext cx="26445" cy="75924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7" name="path-8139">
            <a:extLst xmlns:a="http://schemas.openxmlformats.org/drawingml/2006/main">
              <a:ext uri="{FF2B5EF4-FFF2-40B4-BE49-F238E27FC236}">
                <a16:creationId xmlns:a16="http://schemas.microsoft.com/office/drawing/2014/main" id="{1A1D8B31-F656-4252-8A72-02066C48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5913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8" name="path-8140">
            <a:extLst xmlns:a="http://schemas.openxmlformats.org/drawingml/2006/main">
              <a:ext uri="{FF2B5EF4-FFF2-40B4-BE49-F238E27FC236}">
                <a16:creationId xmlns:a16="http://schemas.microsoft.com/office/drawing/2014/main" id="{D12AAB26-D9CC-4A7D-82BB-4D7B414B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1017" y="6336123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9" name="path-8141">
            <a:extLst xmlns:a="http://schemas.openxmlformats.org/drawingml/2006/main">
              <a:ext uri="{FF2B5EF4-FFF2-40B4-BE49-F238E27FC236}">
                <a16:creationId xmlns:a16="http://schemas.microsoft.com/office/drawing/2014/main" id="{8736DB5F-BD0D-4F93-89E3-823888FA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68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0" name="path-8142">
            <a:extLst xmlns:a="http://schemas.openxmlformats.org/drawingml/2006/main">
              <a:ext uri="{FF2B5EF4-FFF2-40B4-BE49-F238E27FC236}">
                <a16:creationId xmlns:a16="http://schemas.microsoft.com/office/drawing/2014/main" id="{BDDF390C-8A07-497D-9BAB-2E9DF6A8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778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1" name="path-8143">
            <a:extLst xmlns:a="http://schemas.openxmlformats.org/drawingml/2006/main">
              <a:ext uri="{FF2B5EF4-FFF2-40B4-BE49-F238E27FC236}">
                <a16:creationId xmlns:a16="http://schemas.microsoft.com/office/drawing/2014/main" id="{6E616FEF-058E-4819-B394-E0C64F74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333" y="5948242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2" name="path-8144">
            <a:extLst xmlns:a="http://schemas.openxmlformats.org/drawingml/2006/main">
              <a:ext uri="{FF2B5EF4-FFF2-40B4-BE49-F238E27FC236}">
                <a16:creationId xmlns:a16="http://schemas.microsoft.com/office/drawing/2014/main" id="{2F8BE18B-BF34-4EB8-A988-EC9C9BF2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7701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3" name="path-8145">
            <a:extLst xmlns:a="http://schemas.openxmlformats.org/drawingml/2006/main">
              <a:ext uri="{FF2B5EF4-FFF2-40B4-BE49-F238E27FC236}">
                <a16:creationId xmlns:a16="http://schemas.microsoft.com/office/drawing/2014/main" id="{4F688615-A002-48CE-9695-29408DC2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333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4" name="path-8146">
            <a:extLst xmlns:a="http://schemas.openxmlformats.org/drawingml/2006/main">
              <a:ext uri="{FF2B5EF4-FFF2-40B4-BE49-F238E27FC236}">
                <a16:creationId xmlns:a16="http://schemas.microsoft.com/office/drawing/2014/main" id="{70A99BAB-F361-4CE0-BEFA-04E91243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333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5" name="path-8147">
            <a:extLst xmlns:a="http://schemas.openxmlformats.org/drawingml/2006/main">
              <a:ext uri="{FF2B5EF4-FFF2-40B4-BE49-F238E27FC236}">
                <a16:creationId xmlns:a16="http://schemas.microsoft.com/office/drawing/2014/main" id="{108A983C-97A2-496E-9801-E47D139A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333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6" name="path-8148">
            <a:extLst xmlns:a="http://schemas.openxmlformats.org/drawingml/2006/main">
              <a:ext uri="{FF2B5EF4-FFF2-40B4-BE49-F238E27FC236}">
                <a16:creationId xmlns:a16="http://schemas.microsoft.com/office/drawing/2014/main" id="{846FEEE8-0744-40F8-A856-D5F1D45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7701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9209"/>
                </a:move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lnTo>
                  <a:pt x="64892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7" name="path-8149">
            <a:extLst xmlns:a="http://schemas.openxmlformats.org/drawingml/2006/main">
              <a:ext uri="{FF2B5EF4-FFF2-40B4-BE49-F238E27FC236}">
                <a16:creationId xmlns:a16="http://schemas.microsoft.com/office/drawing/2014/main" id="{088A9102-F045-49CF-B9E5-DFCC21C8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823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8" name="path-8150">
            <a:extLst xmlns:a="http://schemas.openxmlformats.org/drawingml/2006/main">
              <a:ext uri="{FF2B5EF4-FFF2-40B4-BE49-F238E27FC236}">
                <a16:creationId xmlns:a16="http://schemas.microsoft.com/office/drawing/2014/main" id="{62C5666B-C9F9-4361-A2BC-C6A01D3B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213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9" name="path-8151">
            <a:extLst xmlns:a="http://schemas.openxmlformats.org/drawingml/2006/main">
              <a:ext uri="{FF2B5EF4-FFF2-40B4-BE49-F238E27FC236}">
                <a16:creationId xmlns:a16="http://schemas.microsoft.com/office/drawing/2014/main" id="{94AD6EAD-3B10-4C91-A103-BB6363E7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5062" y="6001612"/>
            <a:ext cx="26445" cy="75924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0" name="path-8152">
            <a:extLst xmlns:a="http://schemas.openxmlformats.org/drawingml/2006/main">
              <a:ext uri="{FF2B5EF4-FFF2-40B4-BE49-F238E27FC236}">
                <a16:creationId xmlns:a16="http://schemas.microsoft.com/office/drawing/2014/main" id="{374539CA-B480-4E6A-9E6A-B3A50520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9958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1" name="path-8153">
            <a:extLst xmlns:a="http://schemas.openxmlformats.org/drawingml/2006/main">
              <a:ext uri="{FF2B5EF4-FFF2-40B4-BE49-F238E27FC236}">
                <a16:creationId xmlns:a16="http://schemas.microsoft.com/office/drawing/2014/main" id="{9F15295D-BCB3-4613-92F7-58F65927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5062" y="6336123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2" name="path-8154">
            <a:extLst xmlns:a="http://schemas.openxmlformats.org/drawingml/2006/main">
              <a:ext uri="{FF2B5EF4-FFF2-40B4-BE49-F238E27FC236}">
                <a16:creationId xmlns:a16="http://schemas.microsoft.com/office/drawing/2014/main" id="{5DB7FC6A-C90F-415B-B99B-C1C9B843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213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3" name="path-8155">
            <a:extLst xmlns:a="http://schemas.openxmlformats.org/drawingml/2006/main">
              <a:ext uri="{FF2B5EF4-FFF2-40B4-BE49-F238E27FC236}">
                <a16:creationId xmlns:a16="http://schemas.microsoft.com/office/drawing/2014/main" id="{F0796190-3774-49C1-8801-7BA70FA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823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4" name="path-8156">
            <a:extLst xmlns:a="http://schemas.openxmlformats.org/drawingml/2006/main">
              <a:ext uri="{FF2B5EF4-FFF2-40B4-BE49-F238E27FC236}">
                <a16:creationId xmlns:a16="http://schemas.microsoft.com/office/drawing/2014/main" id="{90D9C6AC-E3C1-4ADD-B403-EFCF32A0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376" y="5948242"/>
            <a:ext cx="517175" cy="517174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5" name="path-8157">
            <a:extLst xmlns:a="http://schemas.openxmlformats.org/drawingml/2006/main">
              <a:ext uri="{FF2B5EF4-FFF2-40B4-BE49-F238E27FC236}">
                <a16:creationId xmlns:a16="http://schemas.microsoft.com/office/drawing/2014/main" id="{2D318AA0-B9A8-45F0-A074-8C93EC43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1745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6" name="path-8158">
            <a:extLst xmlns:a="http://schemas.openxmlformats.org/drawingml/2006/main">
              <a:ext uri="{FF2B5EF4-FFF2-40B4-BE49-F238E27FC236}">
                <a16:creationId xmlns:a16="http://schemas.microsoft.com/office/drawing/2014/main" id="{8151EA91-1B46-4D92-B5A2-E319099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376" y="6336123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7" name="path-8159">
            <a:extLst xmlns:a="http://schemas.openxmlformats.org/drawingml/2006/main">
              <a:ext uri="{FF2B5EF4-FFF2-40B4-BE49-F238E27FC236}">
                <a16:creationId xmlns:a16="http://schemas.microsoft.com/office/drawing/2014/main" id="{FF88C576-D6D5-49D7-BFB1-BBB80A46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376" y="6163732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8" name="path-8160">
            <a:extLst xmlns:a="http://schemas.openxmlformats.org/drawingml/2006/main">
              <a:ext uri="{FF2B5EF4-FFF2-40B4-BE49-F238E27FC236}">
                <a16:creationId xmlns:a16="http://schemas.microsoft.com/office/drawing/2014/main" id="{9D6B812F-7E06-4764-95C0-D71F91B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376" y="6001612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9" name="path-8161">
            <a:extLst xmlns:a="http://schemas.openxmlformats.org/drawingml/2006/main">
              <a:ext uri="{FF2B5EF4-FFF2-40B4-BE49-F238E27FC236}">
                <a16:creationId xmlns:a16="http://schemas.microsoft.com/office/drawing/2014/main" id="{C8BE75D7-9985-4ADF-9F9E-B154C4D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1745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0" name="path-8162">
            <a:extLst xmlns:a="http://schemas.openxmlformats.org/drawingml/2006/main">
              <a:ext uri="{FF2B5EF4-FFF2-40B4-BE49-F238E27FC236}">
                <a16:creationId xmlns:a16="http://schemas.microsoft.com/office/drawing/2014/main" id="{C9303CF3-4B4B-478F-9907-ED2726ED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3866" y="5948242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1" name="path-8163">
            <a:extLst xmlns:a="http://schemas.openxmlformats.org/drawingml/2006/main">
              <a:ext uri="{FF2B5EF4-FFF2-40B4-BE49-F238E27FC236}">
                <a16:creationId xmlns:a16="http://schemas.microsoft.com/office/drawing/2014/main" id="{6D5B4A64-5C13-438D-A3FE-1459866F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6257" y="5948242"/>
            <a:ext cx="75925" cy="26446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2" name="path-8164">
            <a:extLst xmlns:a="http://schemas.openxmlformats.org/drawingml/2006/main">
              <a:ext uri="{FF2B5EF4-FFF2-40B4-BE49-F238E27FC236}">
                <a16:creationId xmlns:a16="http://schemas.microsoft.com/office/drawing/2014/main" id="{0A33A817-A254-4991-A0ED-9E83C1A5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9105" y="6001611"/>
            <a:ext cx="26446" cy="75925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3" name="path-8165">
            <a:extLst xmlns:a="http://schemas.openxmlformats.org/drawingml/2006/main">
              <a:ext uri="{FF2B5EF4-FFF2-40B4-BE49-F238E27FC236}">
                <a16:creationId xmlns:a16="http://schemas.microsoft.com/office/drawing/2014/main" id="{CDDE5468-37EB-4912-B9B8-4A379394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4002" y="6163732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4" name="path-8166">
            <a:extLst xmlns:a="http://schemas.openxmlformats.org/drawingml/2006/main">
              <a:ext uri="{FF2B5EF4-FFF2-40B4-BE49-F238E27FC236}">
                <a16:creationId xmlns:a16="http://schemas.microsoft.com/office/drawing/2014/main" id="{628E5384-C9F8-4729-B051-A1B3B39A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9105" y="6336123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5" name="path-8167">
            <a:extLst xmlns:a="http://schemas.openxmlformats.org/drawingml/2006/main">
              <a:ext uri="{FF2B5EF4-FFF2-40B4-BE49-F238E27FC236}">
                <a16:creationId xmlns:a16="http://schemas.microsoft.com/office/drawing/2014/main" id="{864A1E10-F6BA-431A-B48D-E8058CEA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6257" y="6438971"/>
            <a:ext cx="75925" cy="26446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6" name="path-8168">
            <a:extLst xmlns:a="http://schemas.openxmlformats.org/drawingml/2006/main">
              <a:ext uri="{FF2B5EF4-FFF2-40B4-BE49-F238E27FC236}">
                <a16:creationId xmlns:a16="http://schemas.microsoft.com/office/drawing/2014/main" id="{4C0F1EC3-96D6-4B9E-BAFC-BC4C8506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3866" y="6443868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7" name="path-8169">
            <a:extLst xmlns:a="http://schemas.openxmlformats.org/drawingml/2006/main">
              <a:ext uri="{FF2B5EF4-FFF2-40B4-BE49-F238E27FC236}">
                <a16:creationId xmlns:a16="http://schemas.microsoft.com/office/drawing/2014/main" id="{26E1FF87-5206-45BC-91F5-DF87758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8" name="path-8170">
            <a:extLst xmlns:a="http://schemas.openxmlformats.org/drawingml/2006/main">
              <a:ext uri="{FF2B5EF4-FFF2-40B4-BE49-F238E27FC236}">
                <a16:creationId xmlns:a16="http://schemas.microsoft.com/office/drawing/2014/main" id="{C87C2D6D-35B6-4121-8D75-3088B3D6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524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9" name="path-8171">
            <a:extLst xmlns:a="http://schemas.openxmlformats.org/drawingml/2006/main">
              <a:ext uri="{FF2B5EF4-FFF2-40B4-BE49-F238E27FC236}">
                <a16:creationId xmlns:a16="http://schemas.microsoft.com/office/drawing/2014/main" id="{65DC1570-72D8-4D17-B849-F3B39AD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0" name="path-8172">
            <a:extLst xmlns:a="http://schemas.openxmlformats.org/drawingml/2006/main">
              <a:ext uri="{FF2B5EF4-FFF2-40B4-BE49-F238E27FC236}">
                <a16:creationId xmlns:a16="http://schemas.microsoft.com/office/drawing/2014/main" id="{BE508C33-3FDB-4CA4-9626-6C6B4C92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1" name="path-8173">
            <a:extLst xmlns:a="http://schemas.openxmlformats.org/drawingml/2006/main">
              <a:ext uri="{FF2B5EF4-FFF2-40B4-BE49-F238E27FC236}">
                <a16:creationId xmlns:a16="http://schemas.microsoft.com/office/drawing/2014/main" id="{3954FEBE-DAA4-4E75-832D-69D41EC1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2" name="path-8174">
            <a:extLst xmlns:a="http://schemas.openxmlformats.org/drawingml/2006/main">
              <a:ext uri="{FF2B5EF4-FFF2-40B4-BE49-F238E27FC236}">
                <a16:creationId xmlns:a16="http://schemas.microsoft.com/office/drawing/2014/main" id="{7BA03DEC-C37E-4B87-9AB2-E58809B2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524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3" name="path-8175">
            <a:extLst xmlns:a="http://schemas.openxmlformats.org/drawingml/2006/main">
              <a:ext uri="{FF2B5EF4-FFF2-40B4-BE49-F238E27FC236}">
                <a16:creationId xmlns:a16="http://schemas.microsoft.com/office/drawing/2014/main" id="{425FDB9A-FAD2-4F60-8493-E40AE81D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646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4" name="path-8176">
            <a:extLst xmlns:a="http://schemas.openxmlformats.org/drawingml/2006/main">
              <a:ext uri="{FF2B5EF4-FFF2-40B4-BE49-F238E27FC236}">
                <a16:creationId xmlns:a16="http://schemas.microsoft.com/office/drawing/2014/main" id="{A3AC7C50-6EEB-405B-B25A-B2D9FA59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036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5" name="path-8177">
            <a:extLst xmlns:a="http://schemas.openxmlformats.org/drawingml/2006/main">
              <a:ext uri="{FF2B5EF4-FFF2-40B4-BE49-F238E27FC236}">
                <a16:creationId xmlns:a16="http://schemas.microsoft.com/office/drawing/2014/main" id="{DB3B6940-6A50-4E36-B537-BBA04B69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885" y="7138318"/>
            <a:ext cx="26445" cy="75924"/>
          </a:xfrm>
          <a:custGeom xmlns:a="http://schemas.openxmlformats.org/drawingml/2006/main">
            <a:pathLst>
              <a:path w="22602" h="64891">
                <a:moveTo>
                  <a:pt x="0" y="6911"/>
                </a:moveTo>
                <a:lnTo>
                  <a:pt x="2281" y="13605"/>
                </a:ln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6" name="path-8178">
            <a:extLst xmlns:a="http://schemas.openxmlformats.org/drawingml/2006/main">
              <a:ext uri="{FF2B5EF4-FFF2-40B4-BE49-F238E27FC236}">
                <a16:creationId xmlns:a16="http://schemas.microsoft.com/office/drawing/2014/main" id="{EE9D44D0-D8B3-4DBE-80AB-78010011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3781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7" name="path-8179">
            <a:extLst xmlns:a="http://schemas.openxmlformats.org/drawingml/2006/main">
              <a:ext uri="{FF2B5EF4-FFF2-40B4-BE49-F238E27FC236}">
                <a16:creationId xmlns:a16="http://schemas.microsoft.com/office/drawing/2014/main" id="{472E9DDF-8407-4E35-AE86-D44D328E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885" y="7472830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8" name="path-8180">
            <a:extLst xmlns:a="http://schemas.openxmlformats.org/drawingml/2006/main">
              <a:ext uri="{FF2B5EF4-FFF2-40B4-BE49-F238E27FC236}">
                <a16:creationId xmlns:a16="http://schemas.microsoft.com/office/drawing/2014/main" id="{CAC727DC-4645-48A4-A44D-3406C76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036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9" name="path-8181">
            <a:extLst xmlns:a="http://schemas.openxmlformats.org/drawingml/2006/main">
              <a:ext uri="{FF2B5EF4-FFF2-40B4-BE49-F238E27FC236}">
                <a16:creationId xmlns:a16="http://schemas.microsoft.com/office/drawing/2014/main" id="{58772581-B822-4450-92BF-CE4956E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646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0" name="path-8182">
            <a:extLst xmlns:a="http://schemas.openxmlformats.org/drawingml/2006/main">
              <a:ext uri="{FF2B5EF4-FFF2-40B4-BE49-F238E27FC236}">
                <a16:creationId xmlns:a16="http://schemas.microsoft.com/office/drawing/2014/main" id="{44071D5F-7E3F-4CA9-96D5-3796F622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199" y="7084949"/>
            <a:ext cx="517175" cy="517174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1" name="path-8183">
            <a:extLst xmlns:a="http://schemas.openxmlformats.org/drawingml/2006/main">
              <a:ext uri="{FF2B5EF4-FFF2-40B4-BE49-F238E27FC236}">
                <a16:creationId xmlns:a16="http://schemas.microsoft.com/office/drawing/2014/main" id="{1CC9CD12-E33B-466F-AF2C-6B6DB4C7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568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2" name="path-8184">
            <a:extLst xmlns:a="http://schemas.openxmlformats.org/drawingml/2006/main">
              <a:ext uri="{FF2B5EF4-FFF2-40B4-BE49-F238E27FC236}">
                <a16:creationId xmlns:a16="http://schemas.microsoft.com/office/drawing/2014/main" id="{C85BE5CD-1D17-41B6-9EDA-01CEBE63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199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3" name="path-8185">
            <a:extLst xmlns:a="http://schemas.openxmlformats.org/drawingml/2006/main">
              <a:ext uri="{FF2B5EF4-FFF2-40B4-BE49-F238E27FC236}">
                <a16:creationId xmlns:a16="http://schemas.microsoft.com/office/drawing/2014/main" id="{1C5C1886-E2A3-40EC-B507-1ADC3A29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199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4" name="path-8186">
            <a:extLst xmlns:a="http://schemas.openxmlformats.org/drawingml/2006/main">
              <a:ext uri="{FF2B5EF4-FFF2-40B4-BE49-F238E27FC236}">
                <a16:creationId xmlns:a16="http://schemas.microsoft.com/office/drawing/2014/main" id="{610FE214-DFEB-4C07-B109-737D2DDD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199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5" name="path-8187">
            <a:extLst xmlns:a="http://schemas.openxmlformats.org/drawingml/2006/main">
              <a:ext uri="{FF2B5EF4-FFF2-40B4-BE49-F238E27FC236}">
                <a16:creationId xmlns:a16="http://schemas.microsoft.com/office/drawing/2014/main" id="{A22264EC-E5B0-4B3C-915E-9AA06547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568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6" name="path-8188">
            <a:extLst xmlns:a="http://schemas.openxmlformats.org/drawingml/2006/main">
              <a:ext uri="{FF2B5EF4-FFF2-40B4-BE49-F238E27FC236}">
                <a16:creationId xmlns:a16="http://schemas.microsoft.com/office/drawing/2014/main" id="{3C8EC5A0-7EE2-4400-8EE6-5B706792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689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7" name="path-8189">
            <a:extLst xmlns:a="http://schemas.openxmlformats.org/drawingml/2006/main">
              <a:ext uri="{FF2B5EF4-FFF2-40B4-BE49-F238E27FC236}">
                <a16:creationId xmlns:a16="http://schemas.microsoft.com/office/drawing/2014/main" id="{C24060DF-1BB9-46D2-8CED-0F9D153D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080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8" name="path-8190">
            <a:extLst xmlns:a="http://schemas.openxmlformats.org/drawingml/2006/main">
              <a:ext uri="{FF2B5EF4-FFF2-40B4-BE49-F238E27FC236}">
                <a16:creationId xmlns:a16="http://schemas.microsoft.com/office/drawing/2014/main" id="{1F8828C8-83C4-4287-B86E-3718D51C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2929" y="7138318"/>
            <a:ext cx="26446" cy="75925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9" name="path-8191">
            <a:extLst xmlns:a="http://schemas.openxmlformats.org/drawingml/2006/main">
              <a:ext uri="{FF2B5EF4-FFF2-40B4-BE49-F238E27FC236}">
                <a16:creationId xmlns:a16="http://schemas.microsoft.com/office/drawing/2014/main" id="{EEE75DA0-D88D-42E5-B0BD-A42803DE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825" y="7300438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0" name="path-8192">
            <a:extLst xmlns:a="http://schemas.openxmlformats.org/drawingml/2006/main">
              <a:ext uri="{FF2B5EF4-FFF2-40B4-BE49-F238E27FC236}">
                <a16:creationId xmlns:a16="http://schemas.microsoft.com/office/drawing/2014/main" id="{A0C9AB17-3791-4ED7-BC29-D34DADA1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2929" y="7472830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1" name="path-8193">
            <a:extLst xmlns:a="http://schemas.openxmlformats.org/drawingml/2006/main">
              <a:ext uri="{FF2B5EF4-FFF2-40B4-BE49-F238E27FC236}">
                <a16:creationId xmlns:a16="http://schemas.microsoft.com/office/drawing/2014/main" id="{531AF3FF-35DC-4705-8A60-DDB5606F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080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2" name="path-8194">
            <a:extLst xmlns:a="http://schemas.openxmlformats.org/drawingml/2006/main">
              <a:ext uri="{FF2B5EF4-FFF2-40B4-BE49-F238E27FC236}">
                <a16:creationId xmlns:a16="http://schemas.microsoft.com/office/drawing/2014/main" id="{43492C5C-6890-4CB5-AB8D-028A6B85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689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3" name="path-8195">
            <a:extLst xmlns:a="http://schemas.openxmlformats.org/drawingml/2006/main">
              <a:ext uri="{FF2B5EF4-FFF2-40B4-BE49-F238E27FC236}">
                <a16:creationId xmlns:a16="http://schemas.microsoft.com/office/drawing/2014/main" id="{4D6B3C5B-4A84-48AD-B338-FFAFFC4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243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4" name="path-8196">
            <a:extLst xmlns:a="http://schemas.openxmlformats.org/drawingml/2006/main">
              <a:ext uri="{FF2B5EF4-FFF2-40B4-BE49-F238E27FC236}">
                <a16:creationId xmlns:a16="http://schemas.microsoft.com/office/drawing/2014/main" id="{9DEF422F-6F94-4E03-A26B-2A73927F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9612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6" y="20657"/>
                </a:lnTo>
                <a:lnTo>
                  <a:pt x="28057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5" name="path-8197">
            <a:extLst xmlns:a="http://schemas.openxmlformats.org/drawingml/2006/main">
              <a:ext uri="{FF2B5EF4-FFF2-40B4-BE49-F238E27FC236}">
                <a16:creationId xmlns:a16="http://schemas.microsoft.com/office/drawing/2014/main" id="{C2CF1B4F-7391-45CA-A5F1-103D487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243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6" name="path-8198">
            <a:extLst xmlns:a="http://schemas.openxmlformats.org/drawingml/2006/main">
              <a:ext uri="{FF2B5EF4-FFF2-40B4-BE49-F238E27FC236}">
                <a16:creationId xmlns:a16="http://schemas.microsoft.com/office/drawing/2014/main" id="{4A42B18C-997A-4289-A38E-512F13B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243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7" name="path-8199">
            <a:extLst xmlns:a="http://schemas.openxmlformats.org/drawingml/2006/main">
              <a:ext uri="{FF2B5EF4-FFF2-40B4-BE49-F238E27FC236}">
                <a16:creationId xmlns:a16="http://schemas.microsoft.com/office/drawing/2014/main" id="{CCC672EF-F7A9-41C5-9E84-D86873FA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243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3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1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8" name="path-8200">
            <a:extLst xmlns:a="http://schemas.openxmlformats.org/drawingml/2006/main">
              <a:ext uri="{FF2B5EF4-FFF2-40B4-BE49-F238E27FC236}">
                <a16:creationId xmlns:a16="http://schemas.microsoft.com/office/drawing/2014/main" id="{31EEDA07-13B4-47E6-BC49-BAC1777E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9611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6" y="1946"/>
                </a:lnTo>
                <a:lnTo>
                  <a:pt x="0" y="5937"/>
                </a:lnTo>
                <a:lnTo>
                  <a:pt x="6912" y="22603"/>
                </a:lnTo>
                <a:lnTo>
                  <a:pt x="13605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9" name="path-8201">
            <a:extLst xmlns:a="http://schemas.openxmlformats.org/drawingml/2006/main">
              <a:ext uri="{FF2B5EF4-FFF2-40B4-BE49-F238E27FC236}">
                <a16:creationId xmlns:a16="http://schemas.microsoft.com/office/drawing/2014/main" id="{505DFB69-0A6E-42BE-9AF7-4AD3BDF6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733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0" name="path-8202">
            <a:extLst xmlns:a="http://schemas.openxmlformats.org/drawingml/2006/main">
              <a:ext uri="{FF2B5EF4-FFF2-40B4-BE49-F238E27FC236}">
                <a16:creationId xmlns:a16="http://schemas.microsoft.com/office/drawing/2014/main" id="{64A35DEE-220E-45CA-A025-68587168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4123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9" y="1946"/>
                </a:lnTo>
                <a:lnTo>
                  <a:pt x="368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1" name="path-8203">
            <a:extLst xmlns:a="http://schemas.openxmlformats.org/drawingml/2006/main">
              <a:ext uri="{FF2B5EF4-FFF2-40B4-BE49-F238E27FC236}">
                <a16:creationId xmlns:a16="http://schemas.microsoft.com/office/drawing/2014/main" id="{6FA8C467-2F0C-443E-B37A-B672A2DD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972" y="7138318"/>
            <a:ext cx="26446" cy="75925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2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2" name="path-8204">
            <a:extLst xmlns:a="http://schemas.openxmlformats.org/drawingml/2006/main">
              <a:ext uri="{FF2B5EF4-FFF2-40B4-BE49-F238E27FC236}">
                <a16:creationId xmlns:a16="http://schemas.microsoft.com/office/drawing/2014/main" id="{3BA9FD75-4384-4EDA-A135-59F84E43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1868" y="7300438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3" name="path-8205">
            <a:extLst xmlns:a="http://schemas.openxmlformats.org/drawingml/2006/main">
              <a:ext uri="{FF2B5EF4-FFF2-40B4-BE49-F238E27FC236}">
                <a16:creationId xmlns:a16="http://schemas.microsoft.com/office/drawing/2014/main" id="{FE893409-16B1-4B9A-90DD-6415F4CD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972" y="7472830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4" name="path-8206">
            <a:extLst xmlns:a="http://schemas.openxmlformats.org/drawingml/2006/main">
              <a:ext uri="{FF2B5EF4-FFF2-40B4-BE49-F238E27FC236}">
                <a16:creationId xmlns:a16="http://schemas.microsoft.com/office/drawing/2014/main" id="{0688ED76-F893-412E-8BFE-482982B5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4123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7" y="22603"/>
                </a:lnTo>
                <a:lnTo>
                  <a:pt x="53729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5" name="path-8207">
            <a:extLst xmlns:a="http://schemas.openxmlformats.org/drawingml/2006/main">
              <a:ext uri="{FF2B5EF4-FFF2-40B4-BE49-F238E27FC236}">
                <a16:creationId xmlns:a16="http://schemas.microsoft.com/office/drawing/2014/main" id="{B5E9E1EF-DDB3-4712-AC00-686D50E8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733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6" name="path-8208">
            <a:extLst xmlns:a="http://schemas.openxmlformats.org/drawingml/2006/main">
              <a:ext uri="{FF2B5EF4-FFF2-40B4-BE49-F238E27FC236}">
                <a16:creationId xmlns:a16="http://schemas.microsoft.com/office/drawing/2014/main" id="{7587741F-B9C9-41E6-8515-DC9A43C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288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7" name="path-8209">
            <a:extLst xmlns:a="http://schemas.openxmlformats.org/drawingml/2006/main">
              <a:ext uri="{FF2B5EF4-FFF2-40B4-BE49-F238E27FC236}">
                <a16:creationId xmlns:a16="http://schemas.microsoft.com/office/drawing/2014/main" id="{E5224313-5D2B-4286-99DF-54153E8E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288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1946" y="385244"/>
                </a:moveTo>
                <a:lnTo>
                  <a:pt x="7488" y="400751"/>
                </a:lnTo>
                <a:lnTo>
                  <a:pt x="16184" y="414429"/>
                </a:lnTo>
                <a:lnTo>
                  <a:pt x="27593" y="425838"/>
                </a:lnTo>
                <a:lnTo>
                  <a:pt x="41272" y="434535"/>
                </a:lnTo>
                <a:lnTo>
                  <a:pt x="56778" y="440077"/>
                </a:lnTo>
                <a:lnTo>
                  <a:pt x="73670" y="442023"/>
                </a:lnTo>
                <a:lnTo>
                  <a:pt x="368352" y="442023"/>
                </a:lnTo>
                <a:lnTo>
                  <a:pt x="385244" y="440077"/>
                </a:lnTo>
                <a:lnTo>
                  <a:pt x="400750" y="434535"/>
                </a:lnTo>
                <a:lnTo>
                  <a:pt x="414429" y="425838"/>
                </a:lnTo>
                <a:lnTo>
                  <a:pt x="425837" y="414429"/>
                </a:lnTo>
                <a:lnTo>
                  <a:pt x="434534" y="400751"/>
                </a:lnTo>
                <a:lnTo>
                  <a:pt x="440076" y="385244"/>
                </a:lnTo>
                <a:lnTo>
                  <a:pt x="442022" y="368352"/>
                </a:lnTo>
                <a:lnTo>
                  <a:pt x="442022" y="73671"/>
                </a:lnTo>
                <a:lnTo>
                  <a:pt x="440076" y="56778"/>
                </a:lnTo>
                <a:lnTo>
                  <a:pt x="434534" y="41272"/>
                </a:lnTo>
                <a:lnTo>
                  <a:pt x="425837" y="27593"/>
                </a:lnTo>
                <a:lnTo>
                  <a:pt x="414429" y="16185"/>
                </a:lnTo>
                <a:lnTo>
                  <a:pt x="400750" y="7488"/>
                </a:lnTo>
                <a:lnTo>
                  <a:pt x="385244" y="1946"/>
                </a:lnTo>
                <a:lnTo>
                  <a:pt x="368352" y="0"/>
                </a:lnTo>
                <a:lnTo>
                  <a:pt x="73670" y="0"/>
                </a:lnTo>
                <a:lnTo>
                  <a:pt x="56778" y="1946"/>
                </a:lnTo>
                <a:lnTo>
                  <a:pt x="41272" y="7488"/>
                </a:lnTo>
                <a:lnTo>
                  <a:pt x="27593" y="16185"/>
                </a:lnTo>
                <a:lnTo>
                  <a:pt x="16184" y="27593"/>
                </a:lnTo>
                <a:lnTo>
                  <a:pt x="7488" y="41272"/>
                </a:lnTo>
                <a:lnTo>
                  <a:pt x="1946" y="56778"/>
                </a:lnTo>
                <a:lnTo>
                  <a:pt x="0" y="73671"/>
                </a:lnTo>
                <a:lnTo>
                  <a:pt x="0" y="368352"/>
                </a:lnTo>
                <a:lnTo>
                  <a:pt x="1946" y="385244"/>
                </a:lnTo>
                <a:close/>
                <a:moveTo>
                  <a:pt x="383041" y="20391"/>
                </a:moveTo>
                <a:lnTo>
                  <a:pt x="396239" y="25961"/>
                </a:lnTo>
                <a:lnTo>
                  <a:pt x="407422" y="34601"/>
                </a:lnTo>
                <a:lnTo>
                  <a:pt x="416061" y="45783"/>
                </a:lnTo>
                <a:lnTo>
                  <a:pt x="421631" y="58982"/>
                </a:lnTo>
                <a:lnTo>
                  <a:pt x="423605" y="73671"/>
                </a:lnTo>
                <a:lnTo>
                  <a:pt x="423605" y="368352"/>
                </a:lnTo>
                <a:lnTo>
                  <a:pt x="421631" y="383040"/>
                </a:lnTo>
                <a:lnTo>
                  <a:pt x="416061" y="396239"/>
                </a:lnTo>
                <a:lnTo>
                  <a:pt x="407422" y="407422"/>
                </a:lnTo>
                <a:lnTo>
                  <a:pt x="396239" y="416061"/>
                </a:lnTo>
                <a:lnTo>
                  <a:pt x="383041" y="421631"/>
                </a:lnTo>
                <a:lnTo>
                  <a:pt x="368352" y="423605"/>
                </a:lnTo>
                <a:lnTo>
                  <a:pt x="73670" y="423605"/>
                </a:lnTo>
                <a:lnTo>
                  <a:pt x="58982" y="421631"/>
                </a:lnTo>
                <a:lnTo>
                  <a:pt x="45783" y="416061"/>
                </a:lnTo>
                <a:lnTo>
                  <a:pt x="34601" y="407422"/>
                </a:lnTo>
                <a:lnTo>
                  <a:pt x="25961" y="396239"/>
                </a:lnTo>
                <a:lnTo>
                  <a:pt x="20391" y="383040"/>
                </a:lnTo>
                <a:lnTo>
                  <a:pt x="18417" y="368352"/>
                </a:lnTo>
                <a:lnTo>
                  <a:pt x="18417" y="73671"/>
                </a:lnTo>
                <a:lnTo>
                  <a:pt x="20391" y="58982"/>
                </a:lnTo>
                <a:lnTo>
                  <a:pt x="25961" y="45783"/>
                </a:lnTo>
                <a:lnTo>
                  <a:pt x="34601" y="34601"/>
                </a:lnTo>
                <a:lnTo>
                  <a:pt x="45783" y="25961"/>
                </a:lnTo>
                <a:lnTo>
                  <a:pt x="58982" y="20391"/>
                </a:lnTo>
                <a:lnTo>
                  <a:pt x="73670" y="18418"/>
                </a:lnTo>
                <a:lnTo>
                  <a:pt x="368352" y="18418"/>
                </a:lnTo>
                <a:lnTo>
                  <a:pt x="383041" y="2039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8" name="path-8210">
            <a:extLst xmlns:a="http://schemas.openxmlformats.org/drawingml/2006/main">
              <a:ext uri="{FF2B5EF4-FFF2-40B4-BE49-F238E27FC236}">
                <a16:creationId xmlns:a16="http://schemas.microsoft.com/office/drawing/2014/main" id="{F25318EA-5FFC-4790-90D6-3633B24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333" y="7084949"/>
            <a:ext cx="517174" cy="517174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9" name="path-8211">
            <a:extLst xmlns:a="http://schemas.openxmlformats.org/drawingml/2006/main">
              <a:ext uri="{FF2B5EF4-FFF2-40B4-BE49-F238E27FC236}">
                <a16:creationId xmlns:a16="http://schemas.microsoft.com/office/drawing/2014/main" id="{99F364E4-24AC-463C-9ADB-B2A2C768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7701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0" name="path-8212">
            <a:extLst xmlns:a="http://schemas.openxmlformats.org/drawingml/2006/main">
              <a:ext uri="{FF2B5EF4-FFF2-40B4-BE49-F238E27FC236}">
                <a16:creationId xmlns:a16="http://schemas.microsoft.com/office/drawing/2014/main" id="{CBAEB605-CEAD-4F4B-8997-8BFC28C7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333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1" name="path-8213">
            <a:extLst xmlns:a="http://schemas.openxmlformats.org/drawingml/2006/main">
              <a:ext uri="{FF2B5EF4-FFF2-40B4-BE49-F238E27FC236}">
                <a16:creationId xmlns:a16="http://schemas.microsoft.com/office/drawing/2014/main" id="{B5A5C971-C841-4339-B654-BC3326FC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333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2" name="path-8214">
            <a:extLst xmlns:a="http://schemas.openxmlformats.org/drawingml/2006/main">
              <a:ext uri="{FF2B5EF4-FFF2-40B4-BE49-F238E27FC236}">
                <a16:creationId xmlns:a16="http://schemas.microsoft.com/office/drawing/2014/main" id="{7084F45C-AED3-4A5D-828B-9D85719D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4333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3" name="path-8215">
            <a:extLst xmlns:a="http://schemas.openxmlformats.org/drawingml/2006/main">
              <a:ext uri="{FF2B5EF4-FFF2-40B4-BE49-F238E27FC236}">
                <a16:creationId xmlns:a16="http://schemas.microsoft.com/office/drawing/2014/main" id="{89158741-C828-404A-BF8E-BFF1DBD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7701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9209"/>
                </a:move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lnTo>
                  <a:pt x="64892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4" name="path-8216">
            <a:extLst xmlns:a="http://schemas.openxmlformats.org/drawingml/2006/main">
              <a:ext uri="{FF2B5EF4-FFF2-40B4-BE49-F238E27FC236}">
                <a16:creationId xmlns:a16="http://schemas.microsoft.com/office/drawing/2014/main" id="{24CCF11A-4798-4132-BF94-229690D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823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5" name="path-8217">
            <a:extLst xmlns:a="http://schemas.openxmlformats.org/drawingml/2006/main">
              <a:ext uri="{FF2B5EF4-FFF2-40B4-BE49-F238E27FC236}">
                <a16:creationId xmlns:a16="http://schemas.microsoft.com/office/drawing/2014/main" id="{7D1442EE-AD1A-4203-8200-DD92846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213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6" name="path-8218">
            <a:extLst xmlns:a="http://schemas.openxmlformats.org/drawingml/2006/main">
              <a:ext uri="{FF2B5EF4-FFF2-40B4-BE49-F238E27FC236}">
                <a16:creationId xmlns:a16="http://schemas.microsoft.com/office/drawing/2014/main" id="{08F8AD29-A37A-48EE-A2CC-1BC877FF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5062" y="7138318"/>
            <a:ext cx="26445" cy="75924"/>
          </a:xfrm>
          <a:custGeom xmlns:a="http://schemas.openxmlformats.org/drawingml/2006/main">
            <a:pathLst>
              <a:path w="22602" h="64891">
                <a:moveTo>
                  <a:pt x="0" y="6911"/>
                </a:moveTo>
                <a:lnTo>
                  <a:pt x="2281" y="13605"/>
                </a:ln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7" name="path-8219">
            <a:extLst xmlns:a="http://schemas.openxmlformats.org/drawingml/2006/main">
              <a:ext uri="{FF2B5EF4-FFF2-40B4-BE49-F238E27FC236}">
                <a16:creationId xmlns:a16="http://schemas.microsoft.com/office/drawing/2014/main" id="{C6C21A69-7FFD-4183-B807-DC6FBF99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9958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8" name="path-8220">
            <a:extLst xmlns:a="http://schemas.openxmlformats.org/drawingml/2006/main">
              <a:ext uri="{FF2B5EF4-FFF2-40B4-BE49-F238E27FC236}">
                <a16:creationId xmlns:a16="http://schemas.microsoft.com/office/drawing/2014/main" id="{0297648E-D905-4CFF-BE4E-F2190579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5062" y="7472830"/>
            <a:ext cx="26445" cy="75924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9" name="path-8221">
            <a:extLst xmlns:a="http://schemas.openxmlformats.org/drawingml/2006/main">
              <a:ext uri="{FF2B5EF4-FFF2-40B4-BE49-F238E27FC236}">
                <a16:creationId xmlns:a16="http://schemas.microsoft.com/office/drawing/2014/main" id="{0071271A-D860-436F-957E-41C604C4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213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0" name="path-8222">
            <a:extLst xmlns:a="http://schemas.openxmlformats.org/drawingml/2006/main">
              <a:ext uri="{FF2B5EF4-FFF2-40B4-BE49-F238E27FC236}">
                <a16:creationId xmlns:a16="http://schemas.microsoft.com/office/drawing/2014/main" id="{4F247560-7C25-44F1-B4FA-AC9E5200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823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1" name="path-8223">
            <a:extLst xmlns:a="http://schemas.openxmlformats.org/drawingml/2006/main">
              <a:ext uri="{FF2B5EF4-FFF2-40B4-BE49-F238E27FC236}">
                <a16:creationId xmlns:a16="http://schemas.microsoft.com/office/drawing/2014/main" id="{1D443855-5045-4003-B9B7-902D4621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376" y="7084949"/>
            <a:ext cx="517175" cy="517174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2" name="path-8224">
            <a:extLst xmlns:a="http://schemas.openxmlformats.org/drawingml/2006/main">
              <a:ext uri="{FF2B5EF4-FFF2-40B4-BE49-F238E27FC236}">
                <a16:creationId xmlns:a16="http://schemas.microsoft.com/office/drawing/2014/main" id="{8629798A-7B9C-428B-9B7C-4CCE27F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1745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3" name="path-8225">
            <a:extLst xmlns:a="http://schemas.openxmlformats.org/drawingml/2006/main">
              <a:ext uri="{FF2B5EF4-FFF2-40B4-BE49-F238E27FC236}">
                <a16:creationId xmlns:a16="http://schemas.microsoft.com/office/drawing/2014/main" id="{EC5EA909-0A0B-4DEF-96BB-B0FABE0C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376" y="7472830"/>
            <a:ext cx="26446" cy="75924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4" name="path-8226">
            <a:extLst xmlns:a="http://schemas.openxmlformats.org/drawingml/2006/main">
              <a:ext uri="{FF2B5EF4-FFF2-40B4-BE49-F238E27FC236}">
                <a16:creationId xmlns:a16="http://schemas.microsoft.com/office/drawing/2014/main" id="{55B1ABB8-5826-4BCD-AA12-E8FB284C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376" y="7300438"/>
            <a:ext cx="21548" cy="86196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5" name="path-8227">
            <a:extLst xmlns:a="http://schemas.openxmlformats.org/drawingml/2006/main">
              <a:ext uri="{FF2B5EF4-FFF2-40B4-BE49-F238E27FC236}">
                <a16:creationId xmlns:a16="http://schemas.microsoft.com/office/drawing/2014/main" id="{F56087B9-9D19-4BA7-B331-DEEE67BE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376" y="7138318"/>
            <a:ext cx="26446" cy="75924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6" name="path-8228">
            <a:extLst xmlns:a="http://schemas.openxmlformats.org/drawingml/2006/main">
              <a:ext uri="{FF2B5EF4-FFF2-40B4-BE49-F238E27FC236}">
                <a16:creationId xmlns:a16="http://schemas.microsoft.com/office/drawing/2014/main" id="{3AC6E845-CCD2-414E-ACEA-2DF9D5CA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1745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7" name="path-8229">
            <a:extLst xmlns:a="http://schemas.openxmlformats.org/drawingml/2006/main">
              <a:ext uri="{FF2B5EF4-FFF2-40B4-BE49-F238E27FC236}">
                <a16:creationId xmlns:a16="http://schemas.microsoft.com/office/drawing/2014/main" id="{652D8E9A-EF51-4A50-84F1-656AD5FA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3866" y="7084949"/>
            <a:ext cx="86195" cy="21549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8" name="path-8230">
            <a:extLst xmlns:a="http://schemas.openxmlformats.org/drawingml/2006/main">
              <a:ext uri="{FF2B5EF4-FFF2-40B4-BE49-F238E27FC236}">
                <a16:creationId xmlns:a16="http://schemas.microsoft.com/office/drawing/2014/main" id="{0FD8B4A6-2BC0-4BE2-AA46-05DF37BC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6257" y="7084949"/>
            <a:ext cx="75925" cy="26446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9" name="path-8231">
            <a:extLst xmlns:a="http://schemas.openxmlformats.org/drawingml/2006/main">
              <a:ext uri="{FF2B5EF4-FFF2-40B4-BE49-F238E27FC236}">
                <a16:creationId xmlns:a16="http://schemas.microsoft.com/office/drawing/2014/main" id="{C15162E9-103D-4260-A0FA-67EB4D3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9105" y="7138318"/>
            <a:ext cx="26446" cy="75925"/>
          </a:xfrm>
          <a:custGeom xmlns:a="http://schemas.openxmlformats.org/drawingml/2006/main">
            <a:pathLst>
              <a:path w="22603" h="64892">
                <a:moveTo>
                  <a:pt x="0" y="6912"/>
                </a:moveTo>
                <a:lnTo>
                  <a:pt x="2281" y="13605"/>
                </a:ln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0" name="path-8232">
            <a:extLst xmlns:a="http://schemas.openxmlformats.org/drawingml/2006/main">
              <a:ext uri="{FF2B5EF4-FFF2-40B4-BE49-F238E27FC236}">
                <a16:creationId xmlns:a16="http://schemas.microsoft.com/office/drawing/2014/main" id="{B6D370EB-9F2D-4FDE-BA6D-3ED87DB5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4002" y="7300438"/>
            <a:ext cx="21550" cy="86196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1" name="path-8233">
            <a:extLst xmlns:a="http://schemas.openxmlformats.org/drawingml/2006/main">
              <a:ext uri="{FF2B5EF4-FFF2-40B4-BE49-F238E27FC236}">
                <a16:creationId xmlns:a16="http://schemas.microsoft.com/office/drawing/2014/main" id="{71FC20CE-D061-449D-8E68-06AE3B0A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9105" y="7472830"/>
            <a:ext cx="26446" cy="75925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2" name="path-8234">
            <a:extLst xmlns:a="http://schemas.openxmlformats.org/drawingml/2006/main">
              <a:ext uri="{FF2B5EF4-FFF2-40B4-BE49-F238E27FC236}">
                <a16:creationId xmlns:a16="http://schemas.microsoft.com/office/drawing/2014/main" id="{FB854B58-D1B7-476C-9FFC-6762C841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6257" y="7575677"/>
            <a:ext cx="75925" cy="26446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3" name="path-8235">
            <a:extLst xmlns:a="http://schemas.openxmlformats.org/drawingml/2006/main">
              <a:ext uri="{FF2B5EF4-FFF2-40B4-BE49-F238E27FC236}">
                <a16:creationId xmlns:a16="http://schemas.microsoft.com/office/drawing/2014/main" id="{FC255721-202E-451F-96FB-92607F63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3866" y="7580574"/>
            <a:ext cx="86195" cy="21549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4" name="path-8236">
            <a:extLst xmlns:a="http://schemas.openxmlformats.org/drawingml/2006/main">
              <a:ext uri="{FF2B5EF4-FFF2-40B4-BE49-F238E27FC236}">
                <a16:creationId xmlns:a16="http://schemas.microsoft.com/office/drawing/2014/main" id="{97111593-20D8-48CD-B6FB-FC7706D0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520" y="6454643"/>
            <a:ext cx="1454553" cy="635694"/>
          </a:xfrm>
          <a:custGeom xmlns:a="http://schemas.openxmlformats.org/drawingml/2006/main">
            <a:pathLst>
              <a:path w="1243188" h="543319">
                <a:moveTo>
                  <a:pt x="626199" y="543319"/>
                </a:moveTo>
                <a:lnTo>
                  <a:pt x="0" y="0"/>
                </a:lnTo>
                <a:lnTo>
                  <a:pt x="1243188" y="0"/>
                </a:lnTo>
                <a:lnTo>
                  <a:pt x="626199" y="543319"/>
                </a:lnTo>
              </a:path>
            </a:pathLst>
          </a:custGeom>
          <a:solidFill xmlns:a="http://schemas.openxmlformats.org/drawingml/2006/main">
            <a:srgbClr val="009F86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5" name="path-8237">
            <a:extLst xmlns:a="http://schemas.openxmlformats.org/drawingml/2006/main">
              <a:ext uri="{FF2B5EF4-FFF2-40B4-BE49-F238E27FC236}">
                <a16:creationId xmlns:a16="http://schemas.microsoft.com/office/drawing/2014/main" id="{B36D0A98-A93D-4343-92FF-47817AA7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56" y="6710873"/>
            <a:ext cx="1614655" cy="243435"/>
          </a:xfrm>
          <a:custGeom xmlns:a="http://schemas.openxmlformats.org/drawingml/2006/main">
            <a:pathLst>
              <a:path w="1380026" h="208061">
                <a:moveTo>
                  <a:pt x="113815" y="173241"/>
                </a:moveTo>
                <a:cubicBezTo>
                  <a:pt x="103839" y="185231"/>
                  <a:pt x="93767" y="194056"/>
                  <a:pt x="83598" y="199716"/>
                </a:cubicBezTo>
                <a:cubicBezTo>
                  <a:pt x="73431" y="205279"/>
                  <a:pt x="62687" y="208061"/>
                  <a:pt x="51367" y="208061"/>
                </a:cubicBezTo>
                <a:cubicBezTo>
                  <a:pt x="37746" y="208061"/>
                  <a:pt x="27099" y="204224"/>
                  <a:pt x="19425" y="196550"/>
                </a:cubicBezTo>
                <a:cubicBezTo>
                  <a:pt x="11847" y="188876"/>
                  <a:pt x="8057" y="178564"/>
                  <a:pt x="8057" y="165615"/>
                </a:cubicBezTo>
                <a:cubicBezTo>
                  <a:pt x="8057" y="150938"/>
                  <a:pt x="12134" y="136501"/>
                  <a:pt x="20288" y="122304"/>
                </a:cubicBezTo>
                <a:cubicBezTo>
                  <a:pt x="28537" y="108107"/>
                  <a:pt x="39569" y="96596"/>
                  <a:pt x="53383" y="87771"/>
                </a:cubicBezTo>
                <a:cubicBezTo>
                  <a:pt x="67291" y="78851"/>
                  <a:pt x="80913" y="74390"/>
                  <a:pt x="94247" y="74390"/>
                </a:cubicBezTo>
                <a:cubicBezTo>
                  <a:pt x="104703" y="74390"/>
                  <a:pt x="112520" y="76596"/>
                  <a:pt x="117700" y="81009"/>
                </a:cubicBezTo>
                <a:cubicBezTo>
                  <a:pt x="122880" y="85325"/>
                  <a:pt x="125470" y="90649"/>
                  <a:pt x="125470" y="96980"/>
                </a:cubicBezTo>
                <a:cubicBezTo>
                  <a:pt x="125470" y="102927"/>
                  <a:pt x="123647" y="108012"/>
                  <a:pt x="120002" y="112232"/>
                </a:cubicBezTo>
                <a:cubicBezTo>
                  <a:pt x="117316" y="115494"/>
                  <a:pt x="114007" y="117124"/>
                  <a:pt x="110074" y="117124"/>
                </a:cubicBezTo>
                <a:cubicBezTo>
                  <a:pt x="107100" y="117124"/>
                  <a:pt x="104606" y="116165"/>
                  <a:pt x="102591" y="114247"/>
                </a:cubicBezTo>
                <a:cubicBezTo>
                  <a:pt x="100673" y="112328"/>
                  <a:pt x="99714" y="109930"/>
                  <a:pt x="99714" y="107052"/>
                </a:cubicBezTo>
                <a:cubicBezTo>
                  <a:pt x="99714" y="105230"/>
                  <a:pt x="100050" y="103551"/>
                  <a:pt x="100721" y="102016"/>
                </a:cubicBezTo>
                <a:cubicBezTo>
                  <a:pt x="101489" y="100481"/>
                  <a:pt x="102976" y="98659"/>
                  <a:pt x="105182" y="96549"/>
                </a:cubicBezTo>
                <a:cubicBezTo>
                  <a:pt x="107483" y="94342"/>
                  <a:pt x="108874" y="92760"/>
                  <a:pt x="109355" y="91800"/>
                </a:cubicBezTo>
                <a:cubicBezTo>
                  <a:pt x="109834" y="90841"/>
                  <a:pt x="110074" y="89834"/>
                  <a:pt x="110074" y="88779"/>
                </a:cubicBezTo>
                <a:cubicBezTo>
                  <a:pt x="110074" y="86764"/>
                  <a:pt x="109163" y="85086"/>
                  <a:pt x="107340" y="83743"/>
                </a:cubicBezTo>
                <a:cubicBezTo>
                  <a:pt x="104558" y="81824"/>
                  <a:pt x="100626" y="80865"/>
                  <a:pt x="95541" y="80865"/>
                </a:cubicBezTo>
                <a:cubicBezTo>
                  <a:pt x="86141" y="80865"/>
                  <a:pt x="76836" y="84174"/>
                  <a:pt x="67627" y="90793"/>
                </a:cubicBezTo>
                <a:cubicBezTo>
                  <a:pt x="58418" y="97412"/>
                  <a:pt x="50552" y="106812"/>
                  <a:pt x="44029" y="118995"/>
                </a:cubicBezTo>
                <a:cubicBezTo>
                  <a:pt x="36164" y="133767"/>
                  <a:pt x="32231" y="148540"/>
                  <a:pt x="32231" y="163312"/>
                </a:cubicBezTo>
                <a:cubicBezTo>
                  <a:pt x="32231" y="173097"/>
                  <a:pt x="35013" y="180867"/>
                  <a:pt x="40577" y="186622"/>
                </a:cubicBezTo>
                <a:cubicBezTo>
                  <a:pt x="46139" y="192282"/>
                  <a:pt x="53717" y="195111"/>
                  <a:pt x="63311" y="195111"/>
                </a:cubicBezTo>
                <a:cubicBezTo>
                  <a:pt x="70696" y="195111"/>
                  <a:pt x="77987" y="193289"/>
                  <a:pt x="85182" y="189644"/>
                </a:cubicBezTo>
                <a:cubicBezTo>
                  <a:pt x="92472" y="185903"/>
                  <a:pt x="100626" y="179188"/>
                  <a:pt x="109642" y="169499"/>
                </a:cubicBezTo>
                <a:lnTo>
                  <a:pt x="113815" y="173241"/>
                </a:lnTo>
                <a:moveTo>
                  <a:pt x="267199" y="119427"/>
                </a:moveTo>
                <a:cubicBezTo>
                  <a:pt x="267199" y="133815"/>
                  <a:pt x="263362" y="148060"/>
                  <a:pt x="255688" y="162161"/>
                </a:cubicBezTo>
                <a:cubicBezTo>
                  <a:pt x="248110" y="176262"/>
                  <a:pt x="237511" y="187438"/>
                  <a:pt x="223889" y="195687"/>
                </a:cubicBezTo>
                <a:cubicBezTo>
                  <a:pt x="210268" y="203937"/>
                  <a:pt x="197030" y="208061"/>
                  <a:pt x="184177" y="208061"/>
                </a:cubicBezTo>
                <a:cubicBezTo>
                  <a:pt x="171035" y="208061"/>
                  <a:pt x="160290" y="203888"/>
                  <a:pt x="151946" y="195543"/>
                </a:cubicBezTo>
                <a:cubicBezTo>
                  <a:pt x="143696" y="187102"/>
                  <a:pt x="139571" y="176214"/>
                  <a:pt x="139571" y="162881"/>
                </a:cubicBezTo>
                <a:cubicBezTo>
                  <a:pt x="139571" y="148780"/>
                  <a:pt x="143600" y="134631"/>
                  <a:pt x="151657" y="120434"/>
                </a:cubicBezTo>
                <a:cubicBezTo>
                  <a:pt x="159811" y="106237"/>
                  <a:pt x="170650" y="95014"/>
                  <a:pt x="184177" y="86764"/>
                </a:cubicBezTo>
                <a:cubicBezTo>
                  <a:pt x="197798" y="78515"/>
                  <a:pt x="210940" y="74390"/>
                  <a:pt x="223601" y="74390"/>
                </a:cubicBezTo>
                <a:cubicBezTo>
                  <a:pt x="236263" y="74390"/>
                  <a:pt x="246672" y="78563"/>
                  <a:pt x="254825" y="86908"/>
                </a:cubicBezTo>
                <a:cubicBezTo>
                  <a:pt x="263074" y="95253"/>
                  <a:pt x="267199" y="106093"/>
                  <a:pt x="267199" y="119427"/>
                </a:cubicBezTo>
                <a:moveTo>
                  <a:pt x="243314" y="109498"/>
                </a:moveTo>
                <a:cubicBezTo>
                  <a:pt x="243314" y="100577"/>
                  <a:pt x="241108" y="93767"/>
                  <a:pt x="236695" y="89066"/>
                </a:cubicBezTo>
                <a:cubicBezTo>
                  <a:pt x="232379" y="84270"/>
                  <a:pt x="226766" y="81872"/>
                  <a:pt x="219860" y="81872"/>
                </a:cubicBezTo>
                <a:cubicBezTo>
                  <a:pt x="205759" y="81872"/>
                  <a:pt x="192761" y="91992"/>
                  <a:pt x="180867" y="112232"/>
                </a:cubicBezTo>
                <a:cubicBezTo>
                  <a:pt x="169068" y="132376"/>
                  <a:pt x="163168" y="152425"/>
                  <a:pt x="163168" y="172377"/>
                </a:cubicBezTo>
                <a:cubicBezTo>
                  <a:pt x="163168" y="181490"/>
                  <a:pt x="165471" y="188540"/>
                  <a:pt x="170075" y="193529"/>
                </a:cubicBezTo>
                <a:cubicBezTo>
                  <a:pt x="174680" y="198421"/>
                  <a:pt x="180483" y="200867"/>
                  <a:pt x="187486" y="200867"/>
                </a:cubicBezTo>
                <a:cubicBezTo>
                  <a:pt x="201011" y="200867"/>
                  <a:pt x="213673" y="190843"/>
                  <a:pt x="225471" y="170795"/>
                </a:cubicBezTo>
                <a:cubicBezTo>
                  <a:pt x="237367" y="150650"/>
                  <a:pt x="243314" y="130218"/>
                  <a:pt x="243314" y="109498"/>
                </a:cubicBezTo>
                <a:moveTo>
                  <a:pt x="343316" y="74390"/>
                </a:moveTo>
                <a:lnTo>
                  <a:pt x="324178" y="139859"/>
                </a:lnTo>
                <a:cubicBezTo>
                  <a:pt x="342117" y="113096"/>
                  <a:pt x="355833" y="95494"/>
                  <a:pt x="365330" y="87052"/>
                </a:cubicBezTo>
                <a:cubicBezTo>
                  <a:pt x="374922" y="78610"/>
                  <a:pt x="384132" y="74390"/>
                  <a:pt x="392956" y="74390"/>
                </a:cubicBezTo>
                <a:cubicBezTo>
                  <a:pt x="397753" y="74390"/>
                  <a:pt x="401687" y="75973"/>
                  <a:pt x="404756" y="79138"/>
                </a:cubicBezTo>
                <a:cubicBezTo>
                  <a:pt x="407921" y="82304"/>
                  <a:pt x="409504" y="86429"/>
                  <a:pt x="409504" y="91512"/>
                </a:cubicBezTo>
                <a:cubicBezTo>
                  <a:pt x="409504" y="97268"/>
                  <a:pt x="408113" y="104942"/>
                  <a:pt x="405331" y="114535"/>
                </a:cubicBezTo>
                <a:lnTo>
                  <a:pt x="387777" y="175111"/>
                </a:lnTo>
                <a:cubicBezTo>
                  <a:pt x="385763" y="182114"/>
                  <a:pt x="384755" y="186382"/>
                  <a:pt x="384755" y="187917"/>
                </a:cubicBezTo>
                <a:cubicBezTo>
                  <a:pt x="384755" y="189260"/>
                  <a:pt x="385139" y="190411"/>
                  <a:pt x="385907" y="191370"/>
                </a:cubicBezTo>
                <a:cubicBezTo>
                  <a:pt x="386673" y="192234"/>
                  <a:pt x="387490" y="192665"/>
                  <a:pt x="388353" y="192665"/>
                </a:cubicBezTo>
                <a:cubicBezTo>
                  <a:pt x="389504" y="192665"/>
                  <a:pt x="390895" y="192042"/>
                  <a:pt x="392525" y="190795"/>
                </a:cubicBezTo>
                <a:cubicBezTo>
                  <a:pt x="397609" y="186766"/>
                  <a:pt x="403173" y="180627"/>
                  <a:pt x="409216" y="172377"/>
                </a:cubicBezTo>
                <a:lnTo>
                  <a:pt x="413676" y="175111"/>
                </a:lnTo>
                <a:cubicBezTo>
                  <a:pt x="404756" y="187869"/>
                  <a:pt x="396314" y="196982"/>
                  <a:pt x="388353" y="202449"/>
                </a:cubicBezTo>
                <a:cubicBezTo>
                  <a:pt x="382789" y="206191"/>
                  <a:pt x="377801" y="208061"/>
                  <a:pt x="373388" y="208061"/>
                </a:cubicBezTo>
                <a:cubicBezTo>
                  <a:pt x="369839" y="208061"/>
                  <a:pt x="367010" y="206958"/>
                  <a:pt x="364898" y="204752"/>
                </a:cubicBezTo>
                <a:cubicBezTo>
                  <a:pt x="362788" y="202642"/>
                  <a:pt x="361733" y="199764"/>
                  <a:pt x="361733" y="196119"/>
                </a:cubicBezTo>
                <a:cubicBezTo>
                  <a:pt x="361733" y="191514"/>
                  <a:pt x="363364" y="183601"/>
                  <a:pt x="366625" y="172377"/>
                </a:cubicBezTo>
                <a:lnTo>
                  <a:pt x="383317" y="114535"/>
                </a:lnTo>
                <a:cubicBezTo>
                  <a:pt x="385427" y="107340"/>
                  <a:pt x="386482" y="101729"/>
                  <a:pt x="386482" y="97699"/>
                </a:cubicBezTo>
                <a:cubicBezTo>
                  <a:pt x="386482" y="95781"/>
                  <a:pt x="385858" y="94246"/>
                  <a:pt x="384612" y="93095"/>
                </a:cubicBezTo>
                <a:cubicBezTo>
                  <a:pt x="383364" y="91848"/>
                  <a:pt x="381830" y="91225"/>
                  <a:pt x="380007" y="91225"/>
                </a:cubicBezTo>
                <a:cubicBezTo>
                  <a:pt x="377321" y="91225"/>
                  <a:pt x="374107" y="92376"/>
                  <a:pt x="370366" y="94678"/>
                </a:cubicBezTo>
                <a:cubicBezTo>
                  <a:pt x="363268" y="98995"/>
                  <a:pt x="355882" y="106141"/>
                  <a:pt x="348208" y="116117"/>
                </a:cubicBezTo>
                <a:cubicBezTo>
                  <a:pt x="340534" y="125998"/>
                  <a:pt x="332428" y="138659"/>
                  <a:pt x="323891" y="154104"/>
                </a:cubicBezTo>
                <a:cubicBezTo>
                  <a:pt x="319382" y="162257"/>
                  <a:pt x="315641" y="171178"/>
                  <a:pt x="312668" y="180867"/>
                </a:cubicBezTo>
                <a:lnTo>
                  <a:pt x="305474" y="204608"/>
                </a:lnTo>
                <a:lnTo>
                  <a:pt x="283890" y="204608"/>
                </a:lnTo>
                <a:lnTo>
                  <a:pt x="310077" y="114535"/>
                </a:lnTo>
                <a:cubicBezTo>
                  <a:pt x="313148" y="103695"/>
                  <a:pt x="314682" y="97172"/>
                  <a:pt x="314682" y="94966"/>
                </a:cubicBezTo>
                <a:cubicBezTo>
                  <a:pt x="314682" y="92855"/>
                  <a:pt x="313818" y="91033"/>
                  <a:pt x="312092" y="89498"/>
                </a:cubicBezTo>
                <a:cubicBezTo>
                  <a:pt x="310462" y="87868"/>
                  <a:pt x="308399" y="87052"/>
                  <a:pt x="305904" y="87052"/>
                </a:cubicBezTo>
                <a:cubicBezTo>
                  <a:pt x="304754" y="87052"/>
                  <a:pt x="302739" y="87244"/>
                  <a:pt x="299862" y="87627"/>
                </a:cubicBezTo>
                <a:lnTo>
                  <a:pt x="294393" y="88491"/>
                </a:lnTo>
                <a:lnTo>
                  <a:pt x="293530" y="83311"/>
                </a:lnTo>
                <a:lnTo>
                  <a:pt x="343316" y="74390"/>
                </a:lnTo>
                <a:moveTo>
                  <a:pt x="431951" y="83311"/>
                </a:moveTo>
                <a:lnTo>
                  <a:pt x="473534" y="74390"/>
                </a:lnTo>
                <a:cubicBezTo>
                  <a:pt x="476507" y="81488"/>
                  <a:pt x="478906" y="88730"/>
                  <a:pt x="480729" y="96117"/>
                </a:cubicBezTo>
                <a:cubicBezTo>
                  <a:pt x="483318" y="106957"/>
                  <a:pt x="485429" y="119810"/>
                  <a:pt x="487059" y="134679"/>
                </a:cubicBezTo>
                <a:cubicBezTo>
                  <a:pt x="487827" y="142161"/>
                  <a:pt x="488882" y="157988"/>
                  <a:pt x="490225" y="182162"/>
                </a:cubicBezTo>
                <a:cubicBezTo>
                  <a:pt x="502215" y="168924"/>
                  <a:pt x="509362" y="160723"/>
                  <a:pt x="511664" y="157557"/>
                </a:cubicBezTo>
                <a:cubicBezTo>
                  <a:pt x="524326" y="140386"/>
                  <a:pt x="531617" y="130314"/>
                  <a:pt x="533535" y="127341"/>
                </a:cubicBezTo>
                <a:cubicBezTo>
                  <a:pt x="536701" y="122256"/>
                  <a:pt x="538906" y="117796"/>
                  <a:pt x="540154" y="113959"/>
                </a:cubicBezTo>
                <a:cubicBezTo>
                  <a:pt x="541209" y="111081"/>
                  <a:pt x="541737" y="108347"/>
                  <a:pt x="541737" y="105757"/>
                </a:cubicBezTo>
                <a:cubicBezTo>
                  <a:pt x="541737" y="103263"/>
                  <a:pt x="539482" y="100386"/>
                  <a:pt x="534974" y="97124"/>
                </a:cubicBezTo>
                <a:cubicBezTo>
                  <a:pt x="530561" y="93862"/>
                  <a:pt x="528355" y="90218"/>
                  <a:pt x="528355" y="86189"/>
                </a:cubicBezTo>
                <a:cubicBezTo>
                  <a:pt x="528355" y="83119"/>
                  <a:pt x="529554" y="80385"/>
                  <a:pt x="531952" y="77987"/>
                </a:cubicBezTo>
                <a:cubicBezTo>
                  <a:pt x="534446" y="75589"/>
                  <a:pt x="537372" y="74390"/>
                  <a:pt x="540729" y="74390"/>
                </a:cubicBezTo>
                <a:cubicBezTo>
                  <a:pt x="544758" y="74390"/>
                  <a:pt x="548307" y="76069"/>
                  <a:pt x="551377" y="79426"/>
                </a:cubicBezTo>
                <a:cubicBezTo>
                  <a:pt x="554447" y="82688"/>
                  <a:pt x="555981" y="86764"/>
                  <a:pt x="555981" y="91657"/>
                </a:cubicBezTo>
                <a:cubicBezTo>
                  <a:pt x="555981" y="96549"/>
                  <a:pt x="555214" y="101249"/>
                  <a:pt x="553679" y="105757"/>
                </a:cubicBezTo>
                <a:cubicBezTo>
                  <a:pt x="551185" y="113048"/>
                  <a:pt x="546533" y="121968"/>
                  <a:pt x="539723" y="132520"/>
                </a:cubicBezTo>
                <a:cubicBezTo>
                  <a:pt x="532912" y="142976"/>
                  <a:pt x="521928" y="157029"/>
                  <a:pt x="506772" y="174679"/>
                </a:cubicBezTo>
                <a:cubicBezTo>
                  <a:pt x="504854" y="176886"/>
                  <a:pt x="494205" y="188013"/>
                  <a:pt x="474829" y="208061"/>
                </a:cubicBezTo>
                <a:lnTo>
                  <a:pt x="469505" y="208061"/>
                </a:lnTo>
                <a:cubicBezTo>
                  <a:pt x="467202" y="147341"/>
                  <a:pt x="462406" y="109450"/>
                  <a:pt x="455117" y="94390"/>
                </a:cubicBezTo>
                <a:cubicBezTo>
                  <a:pt x="452718" y="89498"/>
                  <a:pt x="448738" y="87052"/>
                  <a:pt x="443174" y="87052"/>
                </a:cubicBezTo>
                <a:cubicBezTo>
                  <a:pt x="440775" y="87052"/>
                  <a:pt x="437370" y="87484"/>
                  <a:pt x="432957" y="88347"/>
                </a:cubicBezTo>
                <a:lnTo>
                  <a:pt x="431951" y="83311"/>
                </a:lnTo>
                <a:moveTo>
                  <a:pt x="692818" y="119427"/>
                </a:moveTo>
                <a:cubicBezTo>
                  <a:pt x="692818" y="133815"/>
                  <a:pt x="688981" y="148060"/>
                  <a:pt x="681307" y="162161"/>
                </a:cubicBezTo>
                <a:cubicBezTo>
                  <a:pt x="673730" y="176262"/>
                  <a:pt x="663130" y="187438"/>
                  <a:pt x="649509" y="195687"/>
                </a:cubicBezTo>
                <a:cubicBezTo>
                  <a:pt x="635887" y="203937"/>
                  <a:pt x="622649" y="208061"/>
                  <a:pt x="609796" y="208061"/>
                </a:cubicBezTo>
                <a:cubicBezTo>
                  <a:pt x="596654" y="208061"/>
                  <a:pt x="585910" y="203888"/>
                  <a:pt x="577565" y="195543"/>
                </a:cubicBezTo>
                <a:cubicBezTo>
                  <a:pt x="569315" y="187102"/>
                  <a:pt x="565190" y="176214"/>
                  <a:pt x="565190" y="162881"/>
                </a:cubicBezTo>
                <a:cubicBezTo>
                  <a:pt x="565190" y="148780"/>
                  <a:pt x="569219" y="134631"/>
                  <a:pt x="577277" y="120434"/>
                </a:cubicBezTo>
                <a:cubicBezTo>
                  <a:pt x="585430" y="106237"/>
                  <a:pt x="596270" y="95014"/>
                  <a:pt x="609796" y="86764"/>
                </a:cubicBezTo>
                <a:cubicBezTo>
                  <a:pt x="623417" y="78515"/>
                  <a:pt x="636559" y="74390"/>
                  <a:pt x="649220" y="74390"/>
                </a:cubicBezTo>
                <a:cubicBezTo>
                  <a:pt x="661883" y="74390"/>
                  <a:pt x="672291" y="78563"/>
                  <a:pt x="680444" y="86908"/>
                </a:cubicBezTo>
                <a:cubicBezTo>
                  <a:pt x="688694" y="95253"/>
                  <a:pt x="692818" y="106093"/>
                  <a:pt x="692818" y="119427"/>
                </a:cubicBezTo>
                <a:moveTo>
                  <a:pt x="668933" y="109498"/>
                </a:moveTo>
                <a:cubicBezTo>
                  <a:pt x="668933" y="100577"/>
                  <a:pt x="666727" y="93767"/>
                  <a:pt x="662314" y="89066"/>
                </a:cubicBezTo>
                <a:cubicBezTo>
                  <a:pt x="657998" y="84270"/>
                  <a:pt x="652387" y="81872"/>
                  <a:pt x="645479" y="81872"/>
                </a:cubicBezTo>
                <a:cubicBezTo>
                  <a:pt x="631378" y="81872"/>
                  <a:pt x="618380" y="91992"/>
                  <a:pt x="606486" y="112232"/>
                </a:cubicBezTo>
                <a:cubicBezTo>
                  <a:pt x="594687" y="132376"/>
                  <a:pt x="588788" y="152425"/>
                  <a:pt x="588788" y="172377"/>
                </a:cubicBezTo>
                <a:cubicBezTo>
                  <a:pt x="588788" y="181490"/>
                  <a:pt x="591090" y="188540"/>
                  <a:pt x="595694" y="193529"/>
                </a:cubicBezTo>
                <a:cubicBezTo>
                  <a:pt x="600299" y="198421"/>
                  <a:pt x="606102" y="200867"/>
                  <a:pt x="613105" y="200867"/>
                </a:cubicBezTo>
                <a:cubicBezTo>
                  <a:pt x="626630" y="200867"/>
                  <a:pt x="639292" y="190843"/>
                  <a:pt x="651091" y="170795"/>
                </a:cubicBezTo>
                <a:cubicBezTo>
                  <a:pt x="662986" y="150650"/>
                  <a:pt x="668933" y="130218"/>
                  <a:pt x="668933" y="109498"/>
                </a:cubicBezTo>
                <a:moveTo>
                  <a:pt x="791525" y="0"/>
                </a:moveTo>
                <a:lnTo>
                  <a:pt x="742316" y="171226"/>
                </a:lnTo>
                <a:cubicBezTo>
                  <a:pt x="739918" y="179764"/>
                  <a:pt x="738718" y="184992"/>
                  <a:pt x="738718" y="186910"/>
                </a:cubicBezTo>
                <a:cubicBezTo>
                  <a:pt x="738718" y="188349"/>
                  <a:pt x="739150" y="189548"/>
                  <a:pt x="740013" y="190507"/>
                </a:cubicBezTo>
                <a:cubicBezTo>
                  <a:pt x="740973" y="191466"/>
                  <a:pt x="742124" y="191946"/>
                  <a:pt x="743467" y="191946"/>
                </a:cubicBezTo>
                <a:cubicBezTo>
                  <a:pt x="745290" y="191946"/>
                  <a:pt x="747256" y="191131"/>
                  <a:pt x="749366" y="189500"/>
                </a:cubicBezTo>
                <a:cubicBezTo>
                  <a:pt x="754355" y="185567"/>
                  <a:pt x="759583" y="179476"/>
                  <a:pt x="765050" y="171226"/>
                </a:cubicBezTo>
                <a:lnTo>
                  <a:pt x="769367" y="175687"/>
                </a:lnTo>
                <a:cubicBezTo>
                  <a:pt x="760253" y="188540"/>
                  <a:pt x="751860" y="197510"/>
                  <a:pt x="744186" y="202594"/>
                </a:cubicBezTo>
                <a:cubicBezTo>
                  <a:pt x="738527" y="206239"/>
                  <a:pt x="733154" y="208061"/>
                  <a:pt x="728071" y="208061"/>
                </a:cubicBezTo>
                <a:cubicBezTo>
                  <a:pt x="724426" y="208061"/>
                  <a:pt x="721356" y="206815"/>
                  <a:pt x="718862" y="204320"/>
                </a:cubicBezTo>
                <a:cubicBezTo>
                  <a:pt x="716464" y="201826"/>
                  <a:pt x="715265" y="198948"/>
                  <a:pt x="715265" y="195687"/>
                </a:cubicBezTo>
                <a:cubicBezTo>
                  <a:pt x="715265" y="192234"/>
                  <a:pt x="716800" y="185135"/>
                  <a:pt x="719869" y="174391"/>
                </a:cubicBezTo>
                <a:lnTo>
                  <a:pt x="758862" y="39425"/>
                </a:lnTo>
                <a:cubicBezTo>
                  <a:pt x="762029" y="28394"/>
                  <a:pt x="763611" y="22063"/>
                  <a:pt x="763611" y="20432"/>
                </a:cubicBezTo>
                <a:cubicBezTo>
                  <a:pt x="763611" y="18130"/>
                  <a:pt x="762699" y="16259"/>
                  <a:pt x="760878" y="14820"/>
                </a:cubicBezTo>
                <a:cubicBezTo>
                  <a:pt x="759055" y="13286"/>
                  <a:pt x="756225" y="12518"/>
                  <a:pt x="752388" y="12518"/>
                </a:cubicBezTo>
                <a:cubicBezTo>
                  <a:pt x="750182" y="12518"/>
                  <a:pt x="746824" y="12854"/>
                  <a:pt x="742316" y="13525"/>
                </a:cubicBezTo>
                <a:lnTo>
                  <a:pt x="742316" y="8201"/>
                </a:lnTo>
                <a:lnTo>
                  <a:pt x="791525" y="0"/>
                </a:lnTo>
                <a:moveTo>
                  <a:pt x="924622" y="77843"/>
                </a:moveTo>
                <a:lnTo>
                  <a:pt x="899585" y="163600"/>
                </a:lnTo>
                <a:cubicBezTo>
                  <a:pt x="895843" y="176358"/>
                  <a:pt x="893973" y="184416"/>
                  <a:pt x="893973" y="187773"/>
                </a:cubicBezTo>
                <a:cubicBezTo>
                  <a:pt x="893973" y="189500"/>
                  <a:pt x="894261" y="190795"/>
                  <a:pt x="894837" y="191658"/>
                </a:cubicBezTo>
                <a:cubicBezTo>
                  <a:pt x="895507" y="192425"/>
                  <a:pt x="896371" y="192809"/>
                  <a:pt x="897426" y="192809"/>
                </a:cubicBezTo>
                <a:cubicBezTo>
                  <a:pt x="899057" y="192809"/>
                  <a:pt x="900832" y="192090"/>
                  <a:pt x="902751" y="190651"/>
                </a:cubicBezTo>
                <a:cubicBezTo>
                  <a:pt x="904765" y="189116"/>
                  <a:pt x="909753" y="183169"/>
                  <a:pt x="917714" y="172809"/>
                </a:cubicBezTo>
                <a:lnTo>
                  <a:pt x="922031" y="176118"/>
                </a:lnTo>
                <a:cubicBezTo>
                  <a:pt x="914453" y="188109"/>
                  <a:pt x="906684" y="196934"/>
                  <a:pt x="898721" y="202594"/>
                </a:cubicBezTo>
                <a:cubicBezTo>
                  <a:pt x="893446" y="206239"/>
                  <a:pt x="888361" y="208061"/>
                  <a:pt x="883469" y="208061"/>
                </a:cubicBezTo>
                <a:cubicBezTo>
                  <a:pt x="879728" y="208061"/>
                  <a:pt x="876803" y="207006"/>
                  <a:pt x="874693" y="204896"/>
                </a:cubicBezTo>
                <a:cubicBezTo>
                  <a:pt x="872582" y="202785"/>
                  <a:pt x="871526" y="200051"/>
                  <a:pt x="871526" y="196694"/>
                </a:cubicBezTo>
                <a:cubicBezTo>
                  <a:pt x="871526" y="193433"/>
                  <a:pt x="872150" y="189116"/>
                  <a:pt x="873398" y="183744"/>
                </a:cubicBezTo>
                <a:cubicBezTo>
                  <a:pt x="874932" y="176646"/>
                  <a:pt x="879296" y="161202"/>
                  <a:pt x="886491" y="137413"/>
                </a:cubicBezTo>
                <a:cubicBezTo>
                  <a:pt x="870184" y="164176"/>
                  <a:pt x="856515" y="182641"/>
                  <a:pt x="845483" y="192809"/>
                </a:cubicBezTo>
                <a:cubicBezTo>
                  <a:pt x="834548" y="202978"/>
                  <a:pt x="824379" y="208061"/>
                  <a:pt x="814979" y="208061"/>
                </a:cubicBezTo>
                <a:cubicBezTo>
                  <a:pt x="810567" y="208061"/>
                  <a:pt x="806826" y="206527"/>
                  <a:pt x="803756" y="203457"/>
                </a:cubicBezTo>
                <a:cubicBezTo>
                  <a:pt x="800686" y="200387"/>
                  <a:pt x="799152" y="196502"/>
                  <a:pt x="799152" y="191802"/>
                </a:cubicBezTo>
                <a:cubicBezTo>
                  <a:pt x="799152" y="184608"/>
                  <a:pt x="801262" y="173576"/>
                  <a:pt x="805482" y="158708"/>
                </a:cubicBezTo>
                <a:lnTo>
                  <a:pt x="818001" y="114247"/>
                </a:lnTo>
                <a:cubicBezTo>
                  <a:pt x="821070" y="103599"/>
                  <a:pt x="822605" y="96980"/>
                  <a:pt x="822605" y="94390"/>
                </a:cubicBezTo>
                <a:cubicBezTo>
                  <a:pt x="822605" y="93239"/>
                  <a:pt x="822173" y="92280"/>
                  <a:pt x="821310" y="91512"/>
                </a:cubicBezTo>
                <a:cubicBezTo>
                  <a:pt x="820542" y="90649"/>
                  <a:pt x="819679" y="90218"/>
                  <a:pt x="818720" y="90218"/>
                </a:cubicBezTo>
                <a:cubicBezTo>
                  <a:pt x="816705" y="90218"/>
                  <a:pt x="814691" y="90937"/>
                  <a:pt x="812677" y="92376"/>
                </a:cubicBezTo>
                <a:cubicBezTo>
                  <a:pt x="810663" y="93815"/>
                  <a:pt x="806106" y="99138"/>
                  <a:pt x="799007" y="108347"/>
                </a:cubicBezTo>
                <a:lnTo>
                  <a:pt x="794547" y="105182"/>
                </a:lnTo>
                <a:cubicBezTo>
                  <a:pt x="801741" y="94055"/>
                  <a:pt x="809367" y="85853"/>
                  <a:pt x="817425" y="80577"/>
                </a:cubicBezTo>
                <a:cubicBezTo>
                  <a:pt x="823564" y="76452"/>
                  <a:pt x="829224" y="74390"/>
                  <a:pt x="834403" y="74390"/>
                </a:cubicBezTo>
                <a:cubicBezTo>
                  <a:pt x="837953" y="74390"/>
                  <a:pt x="840831" y="75541"/>
                  <a:pt x="843037" y="77843"/>
                </a:cubicBezTo>
                <a:cubicBezTo>
                  <a:pt x="845340" y="80049"/>
                  <a:pt x="846490" y="82927"/>
                  <a:pt x="846490" y="86477"/>
                </a:cubicBezTo>
                <a:cubicBezTo>
                  <a:pt x="846490" y="91657"/>
                  <a:pt x="844572" y="100913"/>
                  <a:pt x="840735" y="114247"/>
                </a:cubicBezTo>
                <a:lnTo>
                  <a:pt x="827210" y="160723"/>
                </a:lnTo>
                <a:cubicBezTo>
                  <a:pt x="823469" y="173384"/>
                  <a:pt x="821597" y="181394"/>
                  <a:pt x="821597" y="184751"/>
                </a:cubicBezTo>
                <a:cubicBezTo>
                  <a:pt x="821597" y="186574"/>
                  <a:pt x="822173" y="188061"/>
                  <a:pt x="823324" y="189212"/>
                </a:cubicBezTo>
                <a:cubicBezTo>
                  <a:pt x="824571" y="190267"/>
                  <a:pt x="826202" y="190795"/>
                  <a:pt x="828216" y="190795"/>
                </a:cubicBezTo>
                <a:cubicBezTo>
                  <a:pt x="831383" y="190795"/>
                  <a:pt x="835507" y="189212"/>
                  <a:pt x="840591" y="186047"/>
                </a:cubicBezTo>
                <a:cubicBezTo>
                  <a:pt x="845675" y="182881"/>
                  <a:pt x="852437" y="175879"/>
                  <a:pt x="860879" y="165039"/>
                </a:cubicBezTo>
                <a:cubicBezTo>
                  <a:pt x="869416" y="154104"/>
                  <a:pt x="876418" y="143887"/>
                  <a:pt x="881886" y="134391"/>
                </a:cubicBezTo>
                <a:cubicBezTo>
                  <a:pt x="887450" y="124798"/>
                  <a:pt x="893350" y="109594"/>
                  <a:pt x="899585" y="88779"/>
                </a:cubicBezTo>
                <a:lnTo>
                  <a:pt x="902751" y="77843"/>
                </a:lnTo>
                <a:lnTo>
                  <a:pt x="924622" y="77843"/>
                </a:lnTo>
                <a:moveTo>
                  <a:pt x="1009803" y="38706"/>
                </a:moveTo>
                <a:lnTo>
                  <a:pt x="998579" y="77843"/>
                </a:lnTo>
                <a:lnTo>
                  <a:pt x="1021170" y="77843"/>
                </a:lnTo>
                <a:lnTo>
                  <a:pt x="1018723" y="86908"/>
                </a:lnTo>
                <a:lnTo>
                  <a:pt x="996277" y="86908"/>
                </a:lnTo>
                <a:lnTo>
                  <a:pt x="971529" y="171802"/>
                </a:lnTo>
                <a:cubicBezTo>
                  <a:pt x="968843" y="180914"/>
                  <a:pt x="967500" y="186814"/>
                  <a:pt x="967500" y="189500"/>
                </a:cubicBezTo>
                <a:cubicBezTo>
                  <a:pt x="967500" y="191131"/>
                  <a:pt x="967883" y="192377"/>
                  <a:pt x="968651" y="193241"/>
                </a:cubicBezTo>
                <a:cubicBezTo>
                  <a:pt x="969419" y="194104"/>
                  <a:pt x="970329" y="194536"/>
                  <a:pt x="971384" y="194536"/>
                </a:cubicBezTo>
                <a:cubicBezTo>
                  <a:pt x="973783" y="194536"/>
                  <a:pt x="976948" y="192857"/>
                  <a:pt x="980881" y="189500"/>
                </a:cubicBezTo>
                <a:cubicBezTo>
                  <a:pt x="983184" y="187581"/>
                  <a:pt x="988316" y="181682"/>
                  <a:pt x="996277" y="171802"/>
                </a:cubicBezTo>
                <a:lnTo>
                  <a:pt x="1001025" y="175399"/>
                </a:lnTo>
                <a:cubicBezTo>
                  <a:pt x="992200" y="188253"/>
                  <a:pt x="983855" y="197318"/>
                  <a:pt x="975989" y="202594"/>
                </a:cubicBezTo>
                <a:cubicBezTo>
                  <a:pt x="970617" y="206239"/>
                  <a:pt x="965197" y="208061"/>
                  <a:pt x="959730" y="208061"/>
                </a:cubicBezTo>
                <a:cubicBezTo>
                  <a:pt x="955509" y="208061"/>
                  <a:pt x="952055" y="206767"/>
                  <a:pt x="949370" y="204176"/>
                </a:cubicBezTo>
                <a:cubicBezTo>
                  <a:pt x="946684" y="201490"/>
                  <a:pt x="945341" y="198085"/>
                  <a:pt x="945341" y="193961"/>
                </a:cubicBezTo>
                <a:cubicBezTo>
                  <a:pt x="945341" y="188781"/>
                  <a:pt x="946876" y="180867"/>
                  <a:pt x="949945" y="170219"/>
                </a:cubicBezTo>
                <a:lnTo>
                  <a:pt x="973975" y="86908"/>
                </a:lnTo>
                <a:lnTo>
                  <a:pt x="952248" y="86908"/>
                </a:lnTo>
                <a:lnTo>
                  <a:pt x="953686" y="81297"/>
                </a:lnTo>
                <a:cubicBezTo>
                  <a:pt x="964238" y="78419"/>
                  <a:pt x="973016" y="74150"/>
                  <a:pt x="980018" y="68491"/>
                </a:cubicBezTo>
                <a:cubicBezTo>
                  <a:pt x="987021" y="62735"/>
                  <a:pt x="994838" y="52807"/>
                  <a:pt x="1003471" y="38706"/>
                </a:cubicBezTo>
                <a:lnTo>
                  <a:pt x="1009803" y="38706"/>
                </a:lnTo>
                <a:moveTo>
                  <a:pt x="1081171" y="17266"/>
                </a:moveTo>
                <a:cubicBezTo>
                  <a:pt x="1085199" y="17266"/>
                  <a:pt x="1088605" y="18657"/>
                  <a:pt x="1091387" y="21439"/>
                </a:cubicBezTo>
                <a:cubicBezTo>
                  <a:pt x="1094168" y="24221"/>
                  <a:pt x="1095559" y="27626"/>
                  <a:pt x="1095559" y="31656"/>
                </a:cubicBezTo>
                <a:cubicBezTo>
                  <a:pt x="1095559" y="35588"/>
                  <a:pt x="1094121" y="38994"/>
                  <a:pt x="1091243" y="41871"/>
                </a:cubicBezTo>
                <a:cubicBezTo>
                  <a:pt x="1088462" y="44653"/>
                  <a:pt x="1085104" y="46044"/>
                  <a:pt x="1081171" y="46044"/>
                </a:cubicBezTo>
                <a:cubicBezTo>
                  <a:pt x="1077238" y="46044"/>
                  <a:pt x="1073833" y="44653"/>
                  <a:pt x="1070955" y="41871"/>
                </a:cubicBezTo>
                <a:cubicBezTo>
                  <a:pt x="1068173" y="38994"/>
                  <a:pt x="1066782" y="35588"/>
                  <a:pt x="1066782" y="31656"/>
                </a:cubicBezTo>
                <a:cubicBezTo>
                  <a:pt x="1066782" y="27626"/>
                  <a:pt x="1068173" y="24221"/>
                  <a:pt x="1070955" y="21439"/>
                </a:cubicBezTo>
                <a:cubicBezTo>
                  <a:pt x="1073737" y="18657"/>
                  <a:pt x="1077142" y="17266"/>
                  <a:pt x="1081171" y="17266"/>
                </a:cubicBezTo>
                <a:moveTo>
                  <a:pt x="1083042" y="74390"/>
                </a:moveTo>
                <a:lnTo>
                  <a:pt x="1054552" y="175255"/>
                </a:lnTo>
                <a:cubicBezTo>
                  <a:pt x="1052634" y="182066"/>
                  <a:pt x="1051674" y="186142"/>
                  <a:pt x="1051674" y="187485"/>
                </a:cubicBezTo>
                <a:cubicBezTo>
                  <a:pt x="1051674" y="189020"/>
                  <a:pt x="1052106" y="190267"/>
                  <a:pt x="1052970" y="191227"/>
                </a:cubicBezTo>
                <a:cubicBezTo>
                  <a:pt x="1053928" y="192186"/>
                  <a:pt x="1055031" y="192665"/>
                  <a:pt x="1056278" y="192665"/>
                </a:cubicBezTo>
                <a:cubicBezTo>
                  <a:pt x="1057717" y="192665"/>
                  <a:pt x="1059444" y="191898"/>
                  <a:pt x="1061459" y="190363"/>
                </a:cubicBezTo>
                <a:cubicBezTo>
                  <a:pt x="1066927" y="186047"/>
                  <a:pt x="1072442" y="179907"/>
                  <a:pt x="1078006" y="171945"/>
                </a:cubicBezTo>
                <a:lnTo>
                  <a:pt x="1083042" y="175255"/>
                </a:lnTo>
                <a:cubicBezTo>
                  <a:pt x="1076519" y="185231"/>
                  <a:pt x="1068845" y="193625"/>
                  <a:pt x="1060019" y="200435"/>
                </a:cubicBezTo>
                <a:cubicBezTo>
                  <a:pt x="1053497" y="205519"/>
                  <a:pt x="1047262" y="208061"/>
                  <a:pt x="1041314" y="208061"/>
                </a:cubicBezTo>
                <a:cubicBezTo>
                  <a:pt x="1037382" y="208061"/>
                  <a:pt x="1034168" y="206910"/>
                  <a:pt x="1031674" y="204608"/>
                </a:cubicBezTo>
                <a:cubicBezTo>
                  <a:pt x="1029179" y="202210"/>
                  <a:pt x="1027932" y="199236"/>
                  <a:pt x="1027932" y="195687"/>
                </a:cubicBezTo>
                <a:cubicBezTo>
                  <a:pt x="1027932" y="192138"/>
                  <a:pt x="1029132" y="186238"/>
                  <a:pt x="1031529" y="177989"/>
                </a:cubicBezTo>
                <a:lnTo>
                  <a:pt x="1050235" y="113528"/>
                </a:lnTo>
                <a:cubicBezTo>
                  <a:pt x="1053304" y="102975"/>
                  <a:pt x="1054840" y="96356"/>
                  <a:pt x="1054840" y="93671"/>
                </a:cubicBezTo>
                <a:cubicBezTo>
                  <a:pt x="1054840" y="91560"/>
                  <a:pt x="1054072" y="89834"/>
                  <a:pt x="1052537" y="88491"/>
                </a:cubicBezTo>
                <a:cubicBezTo>
                  <a:pt x="1051098" y="87148"/>
                  <a:pt x="1049084" y="86477"/>
                  <a:pt x="1046494" y="86477"/>
                </a:cubicBezTo>
                <a:cubicBezTo>
                  <a:pt x="1044384" y="86477"/>
                  <a:pt x="1040019" y="87004"/>
                  <a:pt x="1033400" y="88059"/>
                </a:cubicBezTo>
                <a:lnTo>
                  <a:pt x="1033400" y="82447"/>
                </a:lnTo>
                <a:lnTo>
                  <a:pt x="1083042" y="74390"/>
                </a:lnTo>
                <a:moveTo>
                  <a:pt x="1233548" y="119427"/>
                </a:moveTo>
                <a:cubicBezTo>
                  <a:pt x="1233548" y="133815"/>
                  <a:pt x="1229711" y="148060"/>
                  <a:pt x="1222037" y="162161"/>
                </a:cubicBezTo>
                <a:cubicBezTo>
                  <a:pt x="1214459" y="176262"/>
                  <a:pt x="1203859" y="187438"/>
                  <a:pt x="1190238" y="195687"/>
                </a:cubicBezTo>
                <a:cubicBezTo>
                  <a:pt x="1176616" y="203937"/>
                  <a:pt x="1163378" y="208061"/>
                  <a:pt x="1150525" y="208061"/>
                </a:cubicBezTo>
                <a:cubicBezTo>
                  <a:pt x="1137383" y="208061"/>
                  <a:pt x="1126640" y="203888"/>
                  <a:pt x="1118294" y="195543"/>
                </a:cubicBezTo>
                <a:cubicBezTo>
                  <a:pt x="1110044" y="187102"/>
                  <a:pt x="1105919" y="176214"/>
                  <a:pt x="1105919" y="162881"/>
                </a:cubicBezTo>
                <a:cubicBezTo>
                  <a:pt x="1105919" y="148780"/>
                  <a:pt x="1109948" y="134631"/>
                  <a:pt x="1118006" y="120434"/>
                </a:cubicBezTo>
                <a:cubicBezTo>
                  <a:pt x="1126159" y="106237"/>
                  <a:pt x="1137000" y="95014"/>
                  <a:pt x="1150525" y="86764"/>
                </a:cubicBezTo>
                <a:cubicBezTo>
                  <a:pt x="1164146" y="78515"/>
                  <a:pt x="1177288" y="74390"/>
                  <a:pt x="1189949" y="74390"/>
                </a:cubicBezTo>
                <a:cubicBezTo>
                  <a:pt x="1202612" y="74390"/>
                  <a:pt x="1213020" y="78563"/>
                  <a:pt x="1221174" y="86908"/>
                </a:cubicBezTo>
                <a:cubicBezTo>
                  <a:pt x="1229423" y="95253"/>
                  <a:pt x="1233548" y="106093"/>
                  <a:pt x="1233548" y="119427"/>
                </a:cubicBezTo>
                <a:moveTo>
                  <a:pt x="1209663" y="109498"/>
                </a:moveTo>
                <a:cubicBezTo>
                  <a:pt x="1209663" y="100577"/>
                  <a:pt x="1207456" y="93767"/>
                  <a:pt x="1203044" y="89066"/>
                </a:cubicBezTo>
                <a:cubicBezTo>
                  <a:pt x="1198727" y="84270"/>
                  <a:pt x="1193116" y="81872"/>
                  <a:pt x="1186208" y="81872"/>
                </a:cubicBezTo>
                <a:cubicBezTo>
                  <a:pt x="1172108" y="81872"/>
                  <a:pt x="1159111" y="91992"/>
                  <a:pt x="1147215" y="112232"/>
                </a:cubicBezTo>
                <a:cubicBezTo>
                  <a:pt x="1135417" y="132376"/>
                  <a:pt x="1129517" y="152425"/>
                  <a:pt x="1129517" y="172377"/>
                </a:cubicBezTo>
                <a:cubicBezTo>
                  <a:pt x="1129517" y="181490"/>
                  <a:pt x="1131819" y="188540"/>
                  <a:pt x="1136424" y="193529"/>
                </a:cubicBezTo>
                <a:cubicBezTo>
                  <a:pt x="1141028" y="198421"/>
                  <a:pt x="1146832" y="200867"/>
                  <a:pt x="1153834" y="200867"/>
                </a:cubicBezTo>
                <a:cubicBezTo>
                  <a:pt x="1167359" y="200867"/>
                  <a:pt x="1180022" y="190843"/>
                  <a:pt x="1191821" y="170795"/>
                </a:cubicBezTo>
                <a:cubicBezTo>
                  <a:pt x="1203715" y="150650"/>
                  <a:pt x="1209663" y="130218"/>
                  <a:pt x="1209663" y="109498"/>
                </a:cubicBezTo>
                <a:moveTo>
                  <a:pt x="1309664" y="74390"/>
                </a:moveTo>
                <a:lnTo>
                  <a:pt x="1290528" y="139859"/>
                </a:lnTo>
                <a:cubicBezTo>
                  <a:pt x="1308466" y="113096"/>
                  <a:pt x="1322183" y="95494"/>
                  <a:pt x="1331679" y="87052"/>
                </a:cubicBezTo>
                <a:cubicBezTo>
                  <a:pt x="1341272" y="78610"/>
                  <a:pt x="1350481" y="74390"/>
                  <a:pt x="1359306" y="74390"/>
                </a:cubicBezTo>
                <a:cubicBezTo>
                  <a:pt x="1364102" y="74390"/>
                  <a:pt x="1368035" y="75973"/>
                  <a:pt x="1371104" y="79138"/>
                </a:cubicBezTo>
                <a:cubicBezTo>
                  <a:pt x="1374270" y="82304"/>
                  <a:pt x="1375853" y="86429"/>
                  <a:pt x="1375853" y="91512"/>
                </a:cubicBezTo>
                <a:cubicBezTo>
                  <a:pt x="1375853" y="97268"/>
                  <a:pt x="1374462" y="104942"/>
                  <a:pt x="1371680" y="114535"/>
                </a:cubicBezTo>
                <a:lnTo>
                  <a:pt x="1354125" y="175111"/>
                </a:lnTo>
                <a:cubicBezTo>
                  <a:pt x="1352111" y="182114"/>
                  <a:pt x="1351104" y="186382"/>
                  <a:pt x="1351104" y="187917"/>
                </a:cubicBezTo>
                <a:cubicBezTo>
                  <a:pt x="1351104" y="189260"/>
                  <a:pt x="1351488" y="190411"/>
                  <a:pt x="1352255" y="191370"/>
                </a:cubicBezTo>
                <a:cubicBezTo>
                  <a:pt x="1353023" y="192234"/>
                  <a:pt x="1353838" y="192665"/>
                  <a:pt x="1354701" y="192665"/>
                </a:cubicBezTo>
                <a:cubicBezTo>
                  <a:pt x="1355852" y="192665"/>
                  <a:pt x="1357243" y="192042"/>
                  <a:pt x="1358874" y="190795"/>
                </a:cubicBezTo>
                <a:cubicBezTo>
                  <a:pt x="1363958" y="186766"/>
                  <a:pt x="1369521" y="180627"/>
                  <a:pt x="1375566" y="172377"/>
                </a:cubicBezTo>
                <a:lnTo>
                  <a:pt x="1380026" y="175111"/>
                </a:lnTo>
                <a:cubicBezTo>
                  <a:pt x="1371104" y="187869"/>
                  <a:pt x="1362662" y="196982"/>
                  <a:pt x="1354701" y="202449"/>
                </a:cubicBezTo>
                <a:cubicBezTo>
                  <a:pt x="1349137" y="206191"/>
                  <a:pt x="1344149" y="208061"/>
                  <a:pt x="1339737" y="208061"/>
                </a:cubicBezTo>
                <a:cubicBezTo>
                  <a:pt x="1336188" y="208061"/>
                  <a:pt x="1333358" y="206958"/>
                  <a:pt x="1331248" y="204752"/>
                </a:cubicBezTo>
                <a:cubicBezTo>
                  <a:pt x="1329138" y="202642"/>
                  <a:pt x="1328083" y="199764"/>
                  <a:pt x="1328083" y="196119"/>
                </a:cubicBezTo>
                <a:cubicBezTo>
                  <a:pt x="1328083" y="191514"/>
                  <a:pt x="1329712" y="183601"/>
                  <a:pt x="1332975" y="172377"/>
                </a:cubicBezTo>
                <a:lnTo>
                  <a:pt x="1349665" y="114535"/>
                </a:lnTo>
                <a:cubicBezTo>
                  <a:pt x="1351775" y="107340"/>
                  <a:pt x="1352831" y="101729"/>
                  <a:pt x="1352831" y="97699"/>
                </a:cubicBezTo>
                <a:cubicBezTo>
                  <a:pt x="1352831" y="95781"/>
                  <a:pt x="1352208" y="94246"/>
                  <a:pt x="1350960" y="93095"/>
                </a:cubicBezTo>
                <a:cubicBezTo>
                  <a:pt x="1349713" y="91848"/>
                  <a:pt x="1348178" y="91225"/>
                  <a:pt x="1346355" y="91225"/>
                </a:cubicBezTo>
                <a:cubicBezTo>
                  <a:pt x="1343669" y="91225"/>
                  <a:pt x="1340457" y="92376"/>
                  <a:pt x="1336716" y="94678"/>
                </a:cubicBezTo>
                <a:cubicBezTo>
                  <a:pt x="1329617" y="98995"/>
                  <a:pt x="1322230" y="106141"/>
                  <a:pt x="1314556" y="116117"/>
                </a:cubicBezTo>
                <a:cubicBezTo>
                  <a:pt x="1306882" y="125998"/>
                  <a:pt x="1298777" y="138659"/>
                  <a:pt x="1290239" y="154104"/>
                </a:cubicBezTo>
                <a:cubicBezTo>
                  <a:pt x="1285732" y="162257"/>
                  <a:pt x="1281990" y="171178"/>
                  <a:pt x="1279017" y="180867"/>
                </a:cubicBezTo>
                <a:lnTo>
                  <a:pt x="1271822" y="204608"/>
                </a:lnTo>
                <a:lnTo>
                  <a:pt x="1250239" y="204608"/>
                </a:lnTo>
                <a:lnTo>
                  <a:pt x="1276427" y="114535"/>
                </a:lnTo>
                <a:cubicBezTo>
                  <a:pt x="1279496" y="103695"/>
                  <a:pt x="1281031" y="97172"/>
                  <a:pt x="1281031" y="94966"/>
                </a:cubicBezTo>
                <a:cubicBezTo>
                  <a:pt x="1281031" y="92855"/>
                  <a:pt x="1280168" y="91033"/>
                  <a:pt x="1278441" y="89498"/>
                </a:cubicBezTo>
                <a:cubicBezTo>
                  <a:pt x="1276810" y="87868"/>
                  <a:pt x="1274747" y="87052"/>
                  <a:pt x="1272254" y="87052"/>
                </a:cubicBezTo>
                <a:cubicBezTo>
                  <a:pt x="1271103" y="87052"/>
                  <a:pt x="1269089" y="87244"/>
                  <a:pt x="1266210" y="87627"/>
                </a:cubicBezTo>
                <a:lnTo>
                  <a:pt x="1260743" y="88491"/>
                </a:lnTo>
                <a:lnTo>
                  <a:pt x="1259879" y="83311"/>
                </a:lnTo>
                <a:lnTo>
                  <a:pt x="1309664" y="7439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6" name="text-8239 (d)">
            <a:extLst xmlns:a="http://schemas.openxmlformats.org/drawingml/2006/main">
              <a:ext uri="{FF2B5EF4-FFF2-40B4-BE49-F238E27FC236}">
                <a16:creationId xmlns:a16="http://schemas.microsoft.com/office/drawing/2014/main" id="{7BA0DB5F-E471-444B-B4B4-CA3A92FB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3935" y="8714774"/>
            <a:ext cx="547288" cy="569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</a:t>
            </a:r>
          </a:p>
        </p:txBody>
      </p:sp>
      <p:sp>
        <p:nvSpPr>
          <p:cNvPr id="8227" name="text-8240 Aligning">
            <a:extLst xmlns:a="http://schemas.openxmlformats.org/drawingml/2006/main">
              <a:ext uri="{FF2B5EF4-FFF2-40B4-BE49-F238E27FC236}">
                <a16:creationId xmlns:a16="http://schemas.microsoft.com/office/drawing/2014/main" id="{C9DEFB2A-CCC0-4FAE-8F15-E39A1885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9681" y="8714809"/>
            <a:ext cx="1564595" cy="569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rPr>
              <a:t>Aligning</a:t>
            </a:r>
          </a:p>
        </p:txBody>
      </p:sp>
      <p:sp>
        <p:nvSpPr>
          <p:cNvPr id="8228" name="text-8240 architectural">
            <a:extLst xmlns:a="http://schemas.openxmlformats.org/drawingml/2006/main">
              <a:ext uri="{FF2B5EF4-FFF2-40B4-BE49-F238E27FC236}">
                <a16:creationId xmlns:a16="http://schemas.microsoft.com/office/drawing/2014/main" id="{B14337B8-D2A1-41C1-AE87-53CACA3F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2739" y="8714737"/>
            <a:ext cx="2324136" cy="56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rPr>
              <a:t>architectural</a:t>
            </a:r>
          </a:p>
        </p:txBody>
      </p:sp>
      <p:sp>
        <p:nvSpPr>
          <p:cNvPr id="8229" name="text-8240 bias.">
            <a:extLst xmlns:a="http://schemas.openxmlformats.org/drawingml/2006/main">
              <a:ext uri="{FF2B5EF4-FFF2-40B4-BE49-F238E27FC236}">
                <a16:creationId xmlns:a16="http://schemas.microsoft.com/office/drawing/2014/main" id="{294C55A6-909C-42C4-AC12-137CBB51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5325" y="8714839"/>
            <a:ext cx="875404" cy="56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01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01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1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rPr>
              <a:t>bias.</a:t>
            </a:r>
          </a:p>
        </p:txBody>
      </p:sp>
    </p:spTree>
    <p:extLst>
      <p:ext uri="{BB962C8B-B14F-4D97-AF65-F5344CB8AC3E}">
        <p14:creationId xmlns:p14="http://schemas.microsoft.com/office/powerpoint/2010/main" val="376986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path-1">
            <a:extLst xmlns:a="http://schemas.openxmlformats.org/drawingml/2006/main">
              <a:ext uri="{FF2B5EF4-FFF2-40B4-BE49-F238E27FC236}">
                <a16:creationId xmlns:a16="http://schemas.microsoft.com/office/drawing/2014/main" id="{57B4D872-9CAD-423E-BB6C-96927F4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209" y="6683101"/>
            <a:ext cx="1010356" cy="308434"/>
          </a:xfrm>
          <a:custGeom xmlns:a="http://schemas.openxmlformats.org/drawingml/2006/main">
            <a:pathLst>
              <a:path w="757241" h="231165">
                <a:moveTo>
                  <a:pt x="249425" y="0"/>
                </a:moveTo>
                <a:lnTo>
                  <a:pt x="234101" y="70915"/>
                </a:lnTo>
                <a:lnTo>
                  <a:pt x="227905" y="70915"/>
                </a:lnTo>
                <a:cubicBezTo>
                  <a:pt x="227036" y="50265"/>
                  <a:pt x="222363" y="35430"/>
                  <a:pt x="213886" y="26408"/>
                </a:cubicBezTo>
                <a:cubicBezTo>
                  <a:pt x="205518" y="17279"/>
                  <a:pt x="193725" y="12715"/>
                  <a:pt x="178510" y="12715"/>
                </a:cubicBezTo>
                <a:cubicBezTo>
                  <a:pt x="162860" y="12715"/>
                  <a:pt x="147210" y="18259"/>
                  <a:pt x="131559" y="29343"/>
                </a:cubicBezTo>
                <a:cubicBezTo>
                  <a:pt x="115909" y="40320"/>
                  <a:pt x="102541" y="57328"/>
                  <a:pt x="91456" y="80369"/>
                </a:cubicBezTo>
                <a:cubicBezTo>
                  <a:pt x="80479" y="103302"/>
                  <a:pt x="74990" y="127428"/>
                  <a:pt x="74990" y="152751"/>
                </a:cubicBezTo>
                <a:cubicBezTo>
                  <a:pt x="74990" y="174487"/>
                  <a:pt x="79881" y="191117"/>
                  <a:pt x="89663" y="202637"/>
                </a:cubicBezTo>
                <a:cubicBezTo>
                  <a:pt x="99444" y="214048"/>
                  <a:pt x="110910" y="219754"/>
                  <a:pt x="124061" y="219754"/>
                </a:cubicBezTo>
                <a:cubicBezTo>
                  <a:pt x="129603" y="219754"/>
                  <a:pt x="136341" y="218179"/>
                  <a:pt x="144275" y="215026"/>
                </a:cubicBezTo>
                <a:lnTo>
                  <a:pt x="161229" y="156663"/>
                </a:lnTo>
                <a:cubicBezTo>
                  <a:pt x="164055" y="146883"/>
                  <a:pt x="165468" y="140470"/>
                  <a:pt x="165468" y="137427"/>
                </a:cubicBezTo>
                <a:cubicBezTo>
                  <a:pt x="165468" y="133406"/>
                  <a:pt x="163729" y="130037"/>
                  <a:pt x="160252" y="127320"/>
                </a:cubicBezTo>
                <a:cubicBezTo>
                  <a:pt x="156882" y="124495"/>
                  <a:pt x="151013" y="123081"/>
                  <a:pt x="142645" y="123081"/>
                </a:cubicBezTo>
                <a:lnTo>
                  <a:pt x="144275" y="116887"/>
                </a:lnTo>
                <a:lnTo>
                  <a:pt x="239643" y="116887"/>
                </a:lnTo>
                <a:lnTo>
                  <a:pt x="238177" y="123081"/>
                </a:lnTo>
                <a:cubicBezTo>
                  <a:pt x="232525" y="123408"/>
                  <a:pt x="228069" y="124495"/>
                  <a:pt x="224808" y="126343"/>
                </a:cubicBezTo>
                <a:cubicBezTo>
                  <a:pt x="221657" y="128081"/>
                  <a:pt x="219157" y="130690"/>
                  <a:pt x="217310" y="134168"/>
                </a:cubicBezTo>
                <a:cubicBezTo>
                  <a:pt x="216223" y="136233"/>
                  <a:pt x="214538" y="141558"/>
                  <a:pt x="212256" y="150142"/>
                </a:cubicBezTo>
                <a:lnTo>
                  <a:pt x="192203" y="218125"/>
                </a:lnTo>
                <a:cubicBezTo>
                  <a:pt x="169381" y="226820"/>
                  <a:pt x="145361" y="231165"/>
                  <a:pt x="120148" y="231165"/>
                </a:cubicBezTo>
                <a:cubicBezTo>
                  <a:pt x="100693" y="231165"/>
                  <a:pt x="84119" y="227633"/>
                  <a:pt x="70425" y="220569"/>
                </a:cubicBezTo>
                <a:cubicBezTo>
                  <a:pt x="56841" y="213505"/>
                  <a:pt x="45538" y="202310"/>
                  <a:pt x="36517" y="186986"/>
                </a:cubicBezTo>
                <a:cubicBezTo>
                  <a:pt x="27605" y="171663"/>
                  <a:pt x="23149" y="154219"/>
                  <a:pt x="23149" y="134656"/>
                </a:cubicBezTo>
                <a:cubicBezTo>
                  <a:pt x="23149" y="92922"/>
                  <a:pt x="41679" y="58524"/>
                  <a:pt x="78740" y="31463"/>
                </a:cubicBezTo>
                <a:cubicBezTo>
                  <a:pt x="107758" y="10488"/>
                  <a:pt x="140689" y="0"/>
                  <a:pt x="177532" y="0"/>
                </a:cubicBezTo>
                <a:cubicBezTo>
                  <a:pt x="183944" y="0"/>
                  <a:pt x="189867" y="327"/>
                  <a:pt x="195302" y="978"/>
                </a:cubicBezTo>
                <a:cubicBezTo>
                  <a:pt x="199322" y="1521"/>
                  <a:pt x="206387" y="3043"/>
                  <a:pt x="216494" y="5543"/>
                </a:cubicBezTo>
                <a:cubicBezTo>
                  <a:pt x="223015" y="7172"/>
                  <a:pt x="227471" y="7987"/>
                  <a:pt x="229862" y="7987"/>
                </a:cubicBezTo>
                <a:cubicBezTo>
                  <a:pt x="234644" y="7987"/>
                  <a:pt x="239154" y="5325"/>
                  <a:pt x="243392" y="0"/>
                </a:cubicBezTo>
                <a:lnTo>
                  <a:pt x="249425" y="0"/>
                </a:lnTo>
                <a:moveTo>
                  <a:pt x="350987" y="74990"/>
                </a:moveTo>
                <a:cubicBezTo>
                  <a:pt x="359574" y="74990"/>
                  <a:pt x="367616" y="77002"/>
                  <a:pt x="375115" y="81022"/>
                </a:cubicBezTo>
                <a:cubicBezTo>
                  <a:pt x="382723" y="84935"/>
                  <a:pt x="388428" y="90422"/>
                  <a:pt x="392233" y="97488"/>
                </a:cubicBezTo>
                <a:cubicBezTo>
                  <a:pt x="396145" y="104552"/>
                  <a:pt x="398102" y="112377"/>
                  <a:pt x="398102" y="120963"/>
                </a:cubicBezTo>
                <a:cubicBezTo>
                  <a:pt x="398102" y="138569"/>
                  <a:pt x="393156" y="156175"/>
                  <a:pt x="383267" y="173782"/>
                </a:cubicBezTo>
                <a:cubicBezTo>
                  <a:pt x="373485" y="191388"/>
                  <a:pt x="360551" y="205299"/>
                  <a:pt x="344467" y="215517"/>
                </a:cubicBezTo>
                <a:cubicBezTo>
                  <a:pt x="328382" y="225624"/>
                  <a:pt x="312188" y="230676"/>
                  <a:pt x="295886" y="230676"/>
                </a:cubicBezTo>
                <a:cubicBezTo>
                  <a:pt x="281106" y="230676"/>
                  <a:pt x="269640" y="226275"/>
                  <a:pt x="261489" y="217472"/>
                </a:cubicBezTo>
                <a:cubicBezTo>
                  <a:pt x="253446" y="208669"/>
                  <a:pt x="249425" y="197909"/>
                  <a:pt x="249425" y="185193"/>
                </a:cubicBezTo>
                <a:cubicBezTo>
                  <a:pt x="249425" y="170086"/>
                  <a:pt x="252414" y="155958"/>
                  <a:pt x="258391" y="142808"/>
                </a:cubicBezTo>
                <a:cubicBezTo>
                  <a:pt x="264477" y="129548"/>
                  <a:pt x="272139" y="118029"/>
                  <a:pt x="281377" y="108246"/>
                </a:cubicBezTo>
                <a:cubicBezTo>
                  <a:pt x="290724" y="98357"/>
                  <a:pt x="301429" y="90368"/>
                  <a:pt x="313492" y="84282"/>
                </a:cubicBezTo>
                <a:cubicBezTo>
                  <a:pt x="325557" y="78087"/>
                  <a:pt x="338055" y="74990"/>
                  <a:pt x="350987" y="74990"/>
                </a:cubicBezTo>
                <a:moveTo>
                  <a:pt x="344304" y="83631"/>
                </a:moveTo>
                <a:cubicBezTo>
                  <a:pt x="338543" y="83631"/>
                  <a:pt x="333761" y="85316"/>
                  <a:pt x="329958" y="88683"/>
                </a:cubicBezTo>
                <a:cubicBezTo>
                  <a:pt x="322350" y="95531"/>
                  <a:pt x="313765" y="111562"/>
                  <a:pt x="304201" y="136776"/>
                </a:cubicBezTo>
                <a:cubicBezTo>
                  <a:pt x="294637" y="161880"/>
                  <a:pt x="289855" y="184540"/>
                  <a:pt x="289855" y="204756"/>
                </a:cubicBezTo>
                <a:cubicBezTo>
                  <a:pt x="289855" y="209755"/>
                  <a:pt x="291376" y="213886"/>
                  <a:pt x="294419" y="217145"/>
                </a:cubicBezTo>
                <a:cubicBezTo>
                  <a:pt x="297462" y="220407"/>
                  <a:pt x="301048" y="222037"/>
                  <a:pt x="305178" y="222037"/>
                </a:cubicBezTo>
                <a:cubicBezTo>
                  <a:pt x="309417" y="222037"/>
                  <a:pt x="313167" y="220733"/>
                  <a:pt x="316427" y="218125"/>
                </a:cubicBezTo>
                <a:cubicBezTo>
                  <a:pt x="321209" y="214212"/>
                  <a:pt x="327078" y="205462"/>
                  <a:pt x="334034" y="191877"/>
                </a:cubicBezTo>
                <a:cubicBezTo>
                  <a:pt x="340990" y="178184"/>
                  <a:pt x="346695" y="163130"/>
                  <a:pt x="351151" y="146721"/>
                </a:cubicBezTo>
                <a:cubicBezTo>
                  <a:pt x="355607" y="130201"/>
                  <a:pt x="357835" y="115094"/>
                  <a:pt x="357835" y="101401"/>
                </a:cubicBezTo>
                <a:cubicBezTo>
                  <a:pt x="357835" y="95749"/>
                  <a:pt x="356477" y="91402"/>
                  <a:pt x="353759" y="88359"/>
                </a:cubicBezTo>
                <a:cubicBezTo>
                  <a:pt x="351042" y="85205"/>
                  <a:pt x="347890" y="83631"/>
                  <a:pt x="344304" y="83631"/>
                </a:cubicBezTo>
                <a:moveTo>
                  <a:pt x="517923" y="74990"/>
                </a:moveTo>
                <a:cubicBezTo>
                  <a:pt x="526509" y="74990"/>
                  <a:pt x="534551" y="77002"/>
                  <a:pt x="542051" y="81022"/>
                </a:cubicBezTo>
                <a:cubicBezTo>
                  <a:pt x="549659" y="84935"/>
                  <a:pt x="555364" y="90422"/>
                  <a:pt x="559168" y="97488"/>
                </a:cubicBezTo>
                <a:cubicBezTo>
                  <a:pt x="563080" y="104552"/>
                  <a:pt x="565036" y="112377"/>
                  <a:pt x="565036" y="120963"/>
                </a:cubicBezTo>
                <a:cubicBezTo>
                  <a:pt x="565036" y="138569"/>
                  <a:pt x="560092" y="156175"/>
                  <a:pt x="550201" y="173782"/>
                </a:cubicBezTo>
                <a:cubicBezTo>
                  <a:pt x="540420" y="191388"/>
                  <a:pt x="527487" y="205299"/>
                  <a:pt x="511402" y="215517"/>
                </a:cubicBezTo>
                <a:cubicBezTo>
                  <a:pt x="495317" y="225624"/>
                  <a:pt x="479124" y="230676"/>
                  <a:pt x="462821" y="230676"/>
                </a:cubicBezTo>
                <a:cubicBezTo>
                  <a:pt x="448041" y="230676"/>
                  <a:pt x="436574" y="226275"/>
                  <a:pt x="428424" y="217472"/>
                </a:cubicBezTo>
                <a:cubicBezTo>
                  <a:pt x="420381" y="208669"/>
                  <a:pt x="416360" y="197909"/>
                  <a:pt x="416360" y="185193"/>
                </a:cubicBezTo>
                <a:cubicBezTo>
                  <a:pt x="416360" y="170086"/>
                  <a:pt x="419348" y="155958"/>
                  <a:pt x="425326" y="142808"/>
                </a:cubicBezTo>
                <a:cubicBezTo>
                  <a:pt x="431413" y="129548"/>
                  <a:pt x="439075" y="118029"/>
                  <a:pt x="448312" y="108246"/>
                </a:cubicBezTo>
                <a:cubicBezTo>
                  <a:pt x="457659" y="98357"/>
                  <a:pt x="468364" y="90368"/>
                  <a:pt x="480428" y="84282"/>
                </a:cubicBezTo>
                <a:cubicBezTo>
                  <a:pt x="492491" y="78087"/>
                  <a:pt x="504990" y="74990"/>
                  <a:pt x="517923" y="74990"/>
                </a:cubicBezTo>
                <a:moveTo>
                  <a:pt x="511239" y="83631"/>
                </a:moveTo>
                <a:cubicBezTo>
                  <a:pt x="505479" y="83631"/>
                  <a:pt x="500697" y="85316"/>
                  <a:pt x="496893" y="88683"/>
                </a:cubicBezTo>
                <a:cubicBezTo>
                  <a:pt x="489285" y="95531"/>
                  <a:pt x="480700" y="111562"/>
                  <a:pt x="471135" y="136776"/>
                </a:cubicBezTo>
                <a:cubicBezTo>
                  <a:pt x="461571" y="161880"/>
                  <a:pt x="456789" y="184540"/>
                  <a:pt x="456789" y="204756"/>
                </a:cubicBezTo>
                <a:cubicBezTo>
                  <a:pt x="456789" y="209755"/>
                  <a:pt x="458311" y="213886"/>
                  <a:pt x="461354" y="217145"/>
                </a:cubicBezTo>
                <a:cubicBezTo>
                  <a:pt x="464397" y="220407"/>
                  <a:pt x="467984" y="222037"/>
                  <a:pt x="472114" y="222037"/>
                </a:cubicBezTo>
                <a:cubicBezTo>
                  <a:pt x="476352" y="222037"/>
                  <a:pt x="480102" y="220733"/>
                  <a:pt x="483362" y="218125"/>
                </a:cubicBezTo>
                <a:cubicBezTo>
                  <a:pt x="488144" y="214212"/>
                  <a:pt x="494013" y="205462"/>
                  <a:pt x="500969" y="191877"/>
                </a:cubicBezTo>
                <a:cubicBezTo>
                  <a:pt x="507924" y="178184"/>
                  <a:pt x="513630" y="163130"/>
                  <a:pt x="518086" y="146721"/>
                </a:cubicBezTo>
                <a:cubicBezTo>
                  <a:pt x="522542" y="130201"/>
                  <a:pt x="524770" y="115094"/>
                  <a:pt x="524770" y="101401"/>
                </a:cubicBezTo>
                <a:cubicBezTo>
                  <a:pt x="524770" y="95749"/>
                  <a:pt x="523411" y="91402"/>
                  <a:pt x="520695" y="88359"/>
                </a:cubicBezTo>
                <a:cubicBezTo>
                  <a:pt x="517977" y="85205"/>
                  <a:pt x="514826" y="83631"/>
                  <a:pt x="511239" y="83631"/>
                </a:cubicBezTo>
                <a:moveTo>
                  <a:pt x="757241" y="0"/>
                </a:moveTo>
                <a:lnTo>
                  <a:pt x="704258" y="182423"/>
                </a:lnTo>
                <a:cubicBezTo>
                  <a:pt x="700889" y="193834"/>
                  <a:pt x="699204" y="200736"/>
                  <a:pt x="699204" y="203126"/>
                </a:cubicBezTo>
                <a:cubicBezTo>
                  <a:pt x="699204" y="204322"/>
                  <a:pt x="699639" y="205353"/>
                  <a:pt x="700508" y="206223"/>
                </a:cubicBezTo>
                <a:cubicBezTo>
                  <a:pt x="701378" y="207092"/>
                  <a:pt x="702301" y="207527"/>
                  <a:pt x="703280" y="207527"/>
                </a:cubicBezTo>
                <a:cubicBezTo>
                  <a:pt x="705127" y="207527"/>
                  <a:pt x="707247" y="206603"/>
                  <a:pt x="709638" y="204756"/>
                </a:cubicBezTo>
                <a:cubicBezTo>
                  <a:pt x="713659" y="201713"/>
                  <a:pt x="718550" y="195954"/>
                  <a:pt x="724310" y="187475"/>
                </a:cubicBezTo>
                <a:lnTo>
                  <a:pt x="730178" y="190573"/>
                </a:lnTo>
                <a:cubicBezTo>
                  <a:pt x="714854" y="217310"/>
                  <a:pt x="698009" y="230676"/>
                  <a:pt x="679641" y="230676"/>
                </a:cubicBezTo>
                <a:cubicBezTo>
                  <a:pt x="673120" y="230676"/>
                  <a:pt x="668067" y="228993"/>
                  <a:pt x="664481" y="225624"/>
                </a:cubicBezTo>
                <a:cubicBezTo>
                  <a:pt x="661003" y="222146"/>
                  <a:pt x="659264" y="217744"/>
                  <a:pt x="659264" y="212417"/>
                </a:cubicBezTo>
                <a:cubicBezTo>
                  <a:pt x="659264" y="207311"/>
                  <a:pt x="660676" y="200028"/>
                  <a:pt x="663502" y="190573"/>
                </a:cubicBezTo>
                <a:lnTo>
                  <a:pt x="668393" y="173945"/>
                </a:lnTo>
                <a:cubicBezTo>
                  <a:pt x="654807" y="197963"/>
                  <a:pt x="643016" y="213940"/>
                  <a:pt x="633017" y="221873"/>
                </a:cubicBezTo>
                <a:cubicBezTo>
                  <a:pt x="625409" y="227743"/>
                  <a:pt x="618020" y="230676"/>
                  <a:pt x="610846" y="230676"/>
                </a:cubicBezTo>
                <a:cubicBezTo>
                  <a:pt x="602695" y="230676"/>
                  <a:pt x="595793" y="227362"/>
                  <a:pt x="590143" y="220733"/>
                </a:cubicBezTo>
                <a:cubicBezTo>
                  <a:pt x="584599" y="214102"/>
                  <a:pt x="581828" y="204430"/>
                  <a:pt x="581828" y="191714"/>
                </a:cubicBezTo>
                <a:cubicBezTo>
                  <a:pt x="581828" y="175521"/>
                  <a:pt x="585415" y="159544"/>
                  <a:pt x="592588" y="143786"/>
                </a:cubicBezTo>
                <a:cubicBezTo>
                  <a:pt x="599761" y="128027"/>
                  <a:pt x="608021" y="114877"/>
                  <a:pt x="617366" y="104333"/>
                </a:cubicBezTo>
                <a:cubicBezTo>
                  <a:pt x="626822" y="93792"/>
                  <a:pt x="635788" y="86293"/>
                  <a:pt x="644266" y="81838"/>
                </a:cubicBezTo>
                <a:cubicBezTo>
                  <a:pt x="652851" y="77272"/>
                  <a:pt x="661274" y="74990"/>
                  <a:pt x="669534" y="74990"/>
                </a:cubicBezTo>
                <a:cubicBezTo>
                  <a:pt x="673772" y="74990"/>
                  <a:pt x="677523" y="75860"/>
                  <a:pt x="680783" y="77599"/>
                </a:cubicBezTo>
                <a:cubicBezTo>
                  <a:pt x="684152" y="79337"/>
                  <a:pt x="687956" y="82597"/>
                  <a:pt x="692194" y="87379"/>
                </a:cubicBezTo>
                <a:lnTo>
                  <a:pt x="704258" y="46787"/>
                </a:lnTo>
                <a:cubicBezTo>
                  <a:pt x="707193" y="36788"/>
                  <a:pt x="708660" y="29616"/>
                  <a:pt x="708660" y="25269"/>
                </a:cubicBezTo>
                <a:cubicBezTo>
                  <a:pt x="708660" y="22660"/>
                  <a:pt x="707681" y="20432"/>
                  <a:pt x="705725" y="18583"/>
                </a:cubicBezTo>
                <a:cubicBezTo>
                  <a:pt x="703769" y="16736"/>
                  <a:pt x="701160" y="15813"/>
                  <a:pt x="697900" y="15813"/>
                </a:cubicBezTo>
                <a:cubicBezTo>
                  <a:pt x="696378" y="15813"/>
                  <a:pt x="694476" y="15977"/>
                  <a:pt x="692194" y="16301"/>
                </a:cubicBezTo>
                <a:lnTo>
                  <a:pt x="693825" y="9945"/>
                </a:lnTo>
                <a:lnTo>
                  <a:pt x="747459" y="0"/>
                </a:lnTo>
                <a:lnTo>
                  <a:pt x="757241" y="0"/>
                </a:lnTo>
                <a:moveTo>
                  <a:pt x="685510" y="103356"/>
                </a:moveTo>
                <a:cubicBezTo>
                  <a:pt x="685510" y="96727"/>
                  <a:pt x="684206" y="91891"/>
                  <a:pt x="681597" y="88847"/>
                </a:cubicBezTo>
                <a:cubicBezTo>
                  <a:pt x="678989" y="85804"/>
                  <a:pt x="675946" y="84282"/>
                  <a:pt x="672469" y="84282"/>
                </a:cubicBezTo>
                <a:cubicBezTo>
                  <a:pt x="668991" y="84282"/>
                  <a:pt x="665241" y="86075"/>
                  <a:pt x="661220" y="89663"/>
                </a:cubicBezTo>
                <a:cubicBezTo>
                  <a:pt x="653503" y="96619"/>
                  <a:pt x="645407" y="110638"/>
                  <a:pt x="636929" y="131722"/>
                </a:cubicBezTo>
                <a:cubicBezTo>
                  <a:pt x="628561" y="152697"/>
                  <a:pt x="624377" y="170359"/>
                  <a:pt x="624377" y="184705"/>
                </a:cubicBezTo>
                <a:cubicBezTo>
                  <a:pt x="624377" y="189921"/>
                  <a:pt x="625301" y="193780"/>
                  <a:pt x="627148" y="196278"/>
                </a:cubicBezTo>
                <a:cubicBezTo>
                  <a:pt x="628996" y="198778"/>
                  <a:pt x="631060" y="200028"/>
                  <a:pt x="633343" y="200028"/>
                </a:cubicBezTo>
                <a:cubicBezTo>
                  <a:pt x="637147" y="200028"/>
                  <a:pt x="640951" y="198290"/>
                  <a:pt x="644754" y="194812"/>
                </a:cubicBezTo>
                <a:cubicBezTo>
                  <a:pt x="653993" y="186552"/>
                  <a:pt x="663067" y="172370"/>
                  <a:pt x="671979" y="152262"/>
                </a:cubicBezTo>
                <a:cubicBezTo>
                  <a:pt x="681000" y="132048"/>
                  <a:pt x="685510" y="115747"/>
                  <a:pt x="685510" y="10335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3">
            <a:extLst xmlns:a="http://schemas.openxmlformats.org/drawingml/2006/main">
              <a:ext uri="{FF2B5EF4-FFF2-40B4-BE49-F238E27FC236}">
                <a16:creationId xmlns:a16="http://schemas.microsoft.com/office/drawing/2014/main" id="{714067D6-CD24-4CF9-97E9-D2AB87FF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96" y="6683101"/>
            <a:ext cx="1010356" cy="308434"/>
          </a:xfrm>
          <a:custGeom xmlns:a="http://schemas.openxmlformats.org/drawingml/2006/main">
            <a:pathLst>
              <a:path w="757241" h="231165">
                <a:moveTo>
                  <a:pt x="249425" y="0"/>
                </a:moveTo>
                <a:lnTo>
                  <a:pt x="234101" y="70915"/>
                </a:lnTo>
                <a:lnTo>
                  <a:pt x="227906" y="70915"/>
                </a:lnTo>
                <a:cubicBezTo>
                  <a:pt x="227036" y="50265"/>
                  <a:pt x="222363" y="35430"/>
                  <a:pt x="213886" y="26408"/>
                </a:cubicBezTo>
                <a:cubicBezTo>
                  <a:pt x="205517" y="17279"/>
                  <a:pt x="193725" y="12715"/>
                  <a:pt x="178510" y="12715"/>
                </a:cubicBezTo>
                <a:cubicBezTo>
                  <a:pt x="162859" y="12715"/>
                  <a:pt x="147210" y="18259"/>
                  <a:pt x="131559" y="29343"/>
                </a:cubicBezTo>
                <a:cubicBezTo>
                  <a:pt x="115909" y="40320"/>
                  <a:pt x="102541" y="57328"/>
                  <a:pt x="91456" y="80369"/>
                </a:cubicBezTo>
                <a:cubicBezTo>
                  <a:pt x="80479" y="103302"/>
                  <a:pt x="74991" y="127428"/>
                  <a:pt x="74991" y="152751"/>
                </a:cubicBezTo>
                <a:cubicBezTo>
                  <a:pt x="74991" y="174487"/>
                  <a:pt x="79881" y="191117"/>
                  <a:pt x="89662" y="202637"/>
                </a:cubicBezTo>
                <a:cubicBezTo>
                  <a:pt x="99444" y="214048"/>
                  <a:pt x="110910" y="219754"/>
                  <a:pt x="124060" y="219754"/>
                </a:cubicBezTo>
                <a:cubicBezTo>
                  <a:pt x="129603" y="219754"/>
                  <a:pt x="136341" y="218179"/>
                  <a:pt x="144275" y="215026"/>
                </a:cubicBezTo>
                <a:lnTo>
                  <a:pt x="161229" y="156663"/>
                </a:lnTo>
                <a:cubicBezTo>
                  <a:pt x="164055" y="146883"/>
                  <a:pt x="165468" y="140470"/>
                  <a:pt x="165468" y="137427"/>
                </a:cubicBezTo>
                <a:cubicBezTo>
                  <a:pt x="165468" y="133406"/>
                  <a:pt x="163729" y="130037"/>
                  <a:pt x="160252" y="127320"/>
                </a:cubicBezTo>
                <a:cubicBezTo>
                  <a:pt x="156882" y="124495"/>
                  <a:pt x="151014" y="123081"/>
                  <a:pt x="142645" y="123081"/>
                </a:cubicBezTo>
                <a:lnTo>
                  <a:pt x="144275" y="116887"/>
                </a:lnTo>
                <a:lnTo>
                  <a:pt x="239644" y="116887"/>
                </a:lnTo>
                <a:lnTo>
                  <a:pt x="238176" y="123081"/>
                </a:lnTo>
                <a:cubicBezTo>
                  <a:pt x="232525" y="123408"/>
                  <a:pt x="228069" y="124495"/>
                  <a:pt x="224808" y="126343"/>
                </a:cubicBezTo>
                <a:cubicBezTo>
                  <a:pt x="221656" y="128081"/>
                  <a:pt x="219157" y="130690"/>
                  <a:pt x="217309" y="134168"/>
                </a:cubicBezTo>
                <a:cubicBezTo>
                  <a:pt x="216222" y="136233"/>
                  <a:pt x="214538" y="141558"/>
                  <a:pt x="212256" y="150142"/>
                </a:cubicBezTo>
                <a:lnTo>
                  <a:pt x="192204" y="218125"/>
                </a:lnTo>
                <a:cubicBezTo>
                  <a:pt x="169380" y="226820"/>
                  <a:pt x="145362" y="231165"/>
                  <a:pt x="120148" y="231165"/>
                </a:cubicBezTo>
                <a:cubicBezTo>
                  <a:pt x="100694" y="231165"/>
                  <a:pt x="84119" y="227633"/>
                  <a:pt x="70426" y="220569"/>
                </a:cubicBezTo>
                <a:cubicBezTo>
                  <a:pt x="56841" y="213505"/>
                  <a:pt x="45538" y="202310"/>
                  <a:pt x="36517" y="186986"/>
                </a:cubicBezTo>
                <a:cubicBezTo>
                  <a:pt x="27605" y="171663"/>
                  <a:pt x="23149" y="154219"/>
                  <a:pt x="23149" y="134656"/>
                </a:cubicBezTo>
                <a:cubicBezTo>
                  <a:pt x="23149" y="92922"/>
                  <a:pt x="41680" y="58524"/>
                  <a:pt x="78740" y="31463"/>
                </a:cubicBezTo>
                <a:cubicBezTo>
                  <a:pt x="107758" y="10488"/>
                  <a:pt x="140689" y="0"/>
                  <a:pt x="177532" y="0"/>
                </a:cubicBezTo>
                <a:cubicBezTo>
                  <a:pt x="183944" y="0"/>
                  <a:pt x="189867" y="327"/>
                  <a:pt x="195301" y="978"/>
                </a:cubicBezTo>
                <a:cubicBezTo>
                  <a:pt x="199322" y="1521"/>
                  <a:pt x="206387" y="3043"/>
                  <a:pt x="216494" y="5543"/>
                </a:cubicBezTo>
                <a:cubicBezTo>
                  <a:pt x="223015" y="7172"/>
                  <a:pt x="227471" y="7987"/>
                  <a:pt x="229862" y="7987"/>
                </a:cubicBezTo>
                <a:cubicBezTo>
                  <a:pt x="234644" y="7987"/>
                  <a:pt x="239154" y="5325"/>
                  <a:pt x="243393" y="0"/>
                </a:cubicBezTo>
                <a:lnTo>
                  <a:pt x="249425" y="0"/>
                </a:lnTo>
                <a:moveTo>
                  <a:pt x="350988" y="74990"/>
                </a:moveTo>
                <a:cubicBezTo>
                  <a:pt x="359574" y="74990"/>
                  <a:pt x="367616" y="77002"/>
                  <a:pt x="375115" y="81022"/>
                </a:cubicBezTo>
                <a:cubicBezTo>
                  <a:pt x="382723" y="84935"/>
                  <a:pt x="388428" y="90422"/>
                  <a:pt x="392233" y="97488"/>
                </a:cubicBezTo>
                <a:cubicBezTo>
                  <a:pt x="396145" y="104552"/>
                  <a:pt x="398102" y="112377"/>
                  <a:pt x="398102" y="120963"/>
                </a:cubicBezTo>
                <a:cubicBezTo>
                  <a:pt x="398102" y="138569"/>
                  <a:pt x="393156" y="156175"/>
                  <a:pt x="383267" y="173782"/>
                </a:cubicBezTo>
                <a:cubicBezTo>
                  <a:pt x="373485" y="191388"/>
                  <a:pt x="360552" y="205299"/>
                  <a:pt x="344467" y="215517"/>
                </a:cubicBezTo>
                <a:cubicBezTo>
                  <a:pt x="328382" y="225624"/>
                  <a:pt x="312189" y="230676"/>
                  <a:pt x="295886" y="230676"/>
                </a:cubicBezTo>
                <a:cubicBezTo>
                  <a:pt x="281105" y="230676"/>
                  <a:pt x="269640" y="226275"/>
                  <a:pt x="261488" y="217472"/>
                </a:cubicBezTo>
                <a:cubicBezTo>
                  <a:pt x="253446" y="208669"/>
                  <a:pt x="249425" y="197909"/>
                  <a:pt x="249425" y="185193"/>
                </a:cubicBezTo>
                <a:cubicBezTo>
                  <a:pt x="249425" y="170086"/>
                  <a:pt x="252414" y="155958"/>
                  <a:pt x="258391" y="142808"/>
                </a:cubicBezTo>
                <a:cubicBezTo>
                  <a:pt x="264477" y="129548"/>
                  <a:pt x="272139" y="118029"/>
                  <a:pt x="281377" y="108246"/>
                </a:cubicBezTo>
                <a:cubicBezTo>
                  <a:pt x="290724" y="98357"/>
                  <a:pt x="301429" y="90368"/>
                  <a:pt x="313493" y="84282"/>
                </a:cubicBezTo>
                <a:cubicBezTo>
                  <a:pt x="325556" y="78087"/>
                  <a:pt x="338055" y="74990"/>
                  <a:pt x="350988" y="74990"/>
                </a:cubicBezTo>
                <a:moveTo>
                  <a:pt x="344304" y="83631"/>
                </a:moveTo>
                <a:cubicBezTo>
                  <a:pt x="338544" y="83631"/>
                  <a:pt x="333762" y="85316"/>
                  <a:pt x="329958" y="88683"/>
                </a:cubicBezTo>
                <a:cubicBezTo>
                  <a:pt x="322350" y="95531"/>
                  <a:pt x="313764" y="111562"/>
                  <a:pt x="304200" y="136776"/>
                </a:cubicBezTo>
                <a:cubicBezTo>
                  <a:pt x="294637" y="161880"/>
                  <a:pt x="289855" y="184540"/>
                  <a:pt x="289855" y="204756"/>
                </a:cubicBezTo>
                <a:cubicBezTo>
                  <a:pt x="289855" y="209755"/>
                  <a:pt x="291376" y="213886"/>
                  <a:pt x="294419" y="217145"/>
                </a:cubicBezTo>
                <a:cubicBezTo>
                  <a:pt x="297462" y="220407"/>
                  <a:pt x="301048" y="222037"/>
                  <a:pt x="305178" y="222037"/>
                </a:cubicBezTo>
                <a:cubicBezTo>
                  <a:pt x="309417" y="222037"/>
                  <a:pt x="313167" y="220733"/>
                  <a:pt x="316427" y="218125"/>
                </a:cubicBezTo>
                <a:cubicBezTo>
                  <a:pt x="321209" y="214212"/>
                  <a:pt x="327078" y="205462"/>
                  <a:pt x="334033" y="191877"/>
                </a:cubicBezTo>
                <a:cubicBezTo>
                  <a:pt x="340989" y="178184"/>
                  <a:pt x="346695" y="163130"/>
                  <a:pt x="351151" y="146721"/>
                </a:cubicBezTo>
                <a:cubicBezTo>
                  <a:pt x="355607" y="130201"/>
                  <a:pt x="357835" y="115094"/>
                  <a:pt x="357835" y="101401"/>
                </a:cubicBezTo>
                <a:cubicBezTo>
                  <a:pt x="357835" y="95749"/>
                  <a:pt x="356476" y="91402"/>
                  <a:pt x="353759" y="88359"/>
                </a:cubicBezTo>
                <a:cubicBezTo>
                  <a:pt x="351042" y="85205"/>
                  <a:pt x="347890" y="83631"/>
                  <a:pt x="344304" y="83631"/>
                </a:cubicBezTo>
                <a:moveTo>
                  <a:pt x="517923" y="74990"/>
                </a:moveTo>
                <a:cubicBezTo>
                  <a:pt x="526509" y="74990"/>
                  <a:pt x="534551" y="77002"/>
                  <a:pt x="542051" y="81022"/>
                </a:cubicBezTo>
                <a:cubicBezTo>
                  <a:pt x="549659" y="84935"/>
                  <a:pt x="555364" y="90422"/>
                  <a:pt x="559168" y="97488"/>
                </a:cubicBezTo>
                <a:cubicBezTo>
                  <a:pt x="563080" y="104552"/>
                  <a:pt x="565036" y="112377"/>
                  <a:pt x="565036" y="120963"/>
                </a:cubicBezTo>
                <a:cubicBezTo>
                  <a:pt x="565036" y="138569"/>
                  <a:pt x="560092" y="156175"/>
                  <a:pt x="550201" y="173782"/>
                </a:cubicBezTo>
                <a:cubicBezTo>
                  <a:pt x="540420" y="191388"/>
                  <a:pt x="527487" y="205299"/>
                  <a:pt x="511402" y="215517"/>
                </a:cubicBezTo>
                <a:cubicBezTo>
                  <a:pt x="495317" y="225624"/>
                  <a:pt x="479124" y="230676"/>
                  <a:pt x="462821" y="230676"/>
                </a:cubicBezTo>
                <a:cubicBezTo>
                  <a:pt x="448041" y="230676"/>
                  <a:pt x="436574" y="226275"/>
                  <a:pt x="428424" y="217472"/>
                </a:cubicBezTo>
                <a:cubicBezTo>
                  <a:pt x="420381" y="208669"/>
                  <a:pt x="416360" y="197909"/>
                  <a:pt x="416360" y="185193"/>
                </a:cubicBezTo>
                <a:cubicBezTo>
                  <a:pt x="416360" y="170086"/>
                  <a:pt x="419348" y="155958"/>
                  <a:pt x="425326" y="142808"/>
                </a:cubicBezTo>
                <a:cubicBezTo>
                  <a:pt x="431413" y="129548"/>
                  <a:pt x="439075" y="118029"/>
                  <a:pt x="448312" y="108246"/>
                </a:cubicBezTo>
                <a:cubicBezTo>
                  <a:pt x="457659" y="98357"/>
                  <a:pt x="468364" y="90368"/>
                  <a:pt x="480428" y="84282"/>
                </a:cubicBezTo>
                <a:cubicBezTo>
                  <a:pt x="492491" y="78087"/>
                  <a:pt x="504990" y="74990"/>
                  <a:pt x="517923" y="74990"/>
                </a:cubicBezTo>
                <a:moveTo>
                  <a:pt x="511239" y="83631"/>
                </a:moveTo>
                <a:cubicBezTo>
                  <a:pt x="505479" y="83631"/>
                  <a:pt x="500697" y="85316"/>
                  <a:pt x="496893" y="88683"/>
                </a:cubicBezTo>
                <a:cubicBezTo>
                  <a:pt x="489285" y="95531"/>
                  <a:pt x="480700" y="111562"/>
                  <a:pt x="471135" y="136776"/>
                </a:cubicBezTo>
                <a:cubicBezTo>
                  <a:pt x="461571" y="161880"/>
                  <a:pt x="456789" y="184540"/>
                  <a:pt x="456789" y="204756"/>
                </a:cubicBezTo>
                <a:cubicBezTo>
                  <a:pt x="456789" y="209755"/>
                  <a:pt x="458311" y="213886"/>
                  <a:pt x="461354" y="217145"/>
                </a:cubicBezTo>
                <a:cubicBezTo>
                  <a:pt x="464397" y="220407"/>
                  <a:pt x="467984" y="222037"/>
                  <a:pt x="472114" y="222037"/>
                </a:cubicBezTo>
                <a:cubicBezTo>
                  <a:pt x="476352" y="222037"/>
                  <a:pt x="480102" y="220733"/>
                  <a:pt x="483362" y="218125"/>
                </a:cubicBezTo>
                <a:cubicBezTo>
                  <a:pt x="488144" y="214212"/>
                  <a:pt x="494013" y="205462"/>
                  <a:pt x="500969" y="191877"/>
                </a:cubicBezTo>
                <a:cubicBezTo>
                  <a:pt x="507924" y="178184"/>
                  <a:pt x="513630" y="163130"/>
                  <a:pt x="518086" y="146721"/>
                </a:cubicBezTo>
                <a:cubicBezTo>
                  <a:pt x="522542" y="130201"/>
                  <a:pt x="524770" y="115094"/>
                  <a:pt x="524770" y="101401"/>
                </a:cubicBezTo>
                <a:cubicBezTo>
                  <a:pt x="524770" y="95749"/>
                  <a:pt x="523411" y="91402"/>
                  <a:pt x="520695" y="88359"/>
                </a:cubicBezTo>
                <a:cubicBezTo>
                  <a:pt x="517977" y="85205"/>
                  <a:pt x="514826" y="83631"/>
                  <a:pt x="511239" y="83631"/>
                </a:cubicBezTo>
                <a:moveTo>
                  <a:pt x="757241" y="0"/>
                </a:moveTo>
                <a:lnTo>
                  <a:pt x="704258" y="182423"/>
                </a:lnTo>
                <a:cubicBezTo>
                  <a:pt x="700889" y="193834"/>
                  <a:pt x="699204" y="200736"/>
                  <a:pt x="699204" y="203126"/>
                </a:cubicBezTo>
                <a:cubicBezTo>
                  <a:pt x="699204" y="204322"/>
                  <a:pt x="699639" y="205353"/>
                  <a:pt x="700508" y="206223"/>
                </a:cubicBezTo>
                <a:cubicBezTo>
                  <a:pt x="701378" y="207092"/>
                  <a:pt x="702301" y="207527"/>
                  <a:pt x="703280" y="207527"/>
                </a:cubicBezTo>
                <a:cubicBezTo>
                  <a:pt x="705127" y="207527"/>
                  <a:pt x="707247" y="206603"/>
                  <a:pt x="709638" y="204756"/>
                </a:cubicBezTo>
                <a:cubicBezTo>
                  <a:pt x="713659" y="201713"/>
                  <a:pt x="718550" y="195954"/>
                  <a:pt x="724310" y="187475"/>
                </a:cubicBezTo>
                <a:lnTo>
                  <a:pt x="730178" y="190573"/>
                </a:lnTo>
                <a:cubicBezTo>
                  <a:pt x="714854" y="217310"/>
                  <a:pt x="698009" y="230676"/>
                  <a:pt x="679641" y="230676"/>
                </a:cubicBezTo>
                <a:cubicBezTo>
                  <a:pt x="673120" y="230676"/>
                  <a:pt x="668067" y="228993"/>
                  <a:pt x="664481" y="225624"/>
                </a:cubicBezTo>
                <a:cubicBezTo>
                  <a:pt x="661003" y="222146"/>
                  <a:pt x="659264" y="217744"/>
                  <a:pt x="659264" y="212417"/>
                </a:cubicBezTo>
                <a:cubicBezTo>
                  <a:pt x="659264" y="207311"/>
                  <a:pt x="660676" y="200028"/>
                  <a:pt x="663502" y="190573"/>
                </a:cubicBezTo>
                <a:lnTo>
                  <a:pt x="668393" y="173945"/>
                </a:lnTo>
                <a:cubicBezTo>
                  <a:pt x="654807" y="197963"/>
                  <a:pt x="643016" y="213940"/>
                  <a:pt x="633017" y="221873"/>
                </a:cubicBezTo>
                <a:cubicBezTo>
                  <a:pt x="625409" y="227743"/>
                  <a:pt x="618020" y="230676"/>
                  <a:pt x="610846" y="230676"/>
                </a:cubicBezTo>
                <a:cubicBezTo>
                  <a:pt x="602695" y="230676"/>
                  <a:pt x="595793" y="227362"/>
                  <a:pt x="590143" y="220733"/>
                </a:cubicBezTo>
                <a:cubicBezTo>
                  <a:pt x="584599" y="214102"/>
                  <a:pt x="581828" y="204430"/>
                  <a:pt x="581828" y="191714"/>
                </a:cubicBezTo>
                <a:cubicBezTo>
                  <a:pt x="581828" y="175521"/>
                  <a:pt x="585415" y="159544"/>
                  <a:pt x="592588" y="143786"/>
                </a:cubicBezTo>
                <a:cubicBezTo>
                  <a:pt x="599761" y="128027"/>
                  <a:pt x="608021" y="114877"/>
                  <a:pt x="617366" y="104333"/>
                </a:cubicBezTo>
                <a:cubicBezTo>
                  <a:pt x="626822" y="93792"/>
                  <a:pt x="635788" y="86293"/>
                  <a:pt x="644266" y="81838"/>
                </a:cubicBezTo>
                <a:cubicBezTo>
                  <a:pt x="652851" y="77272"/>
                  <a:pt x="661274" y="74990"/>
                  <a:pt x="669534" y="74990"/>
                </a:cubicBezTo>
                <a:cubicBezTo>
                  <a:pt x="673772" y="74990"/>
                  <a:pt x="677523" y="75860"/>
                  <a:pt x="680783" y="77599"/>
                </a:cubicBezTo>
                <a:cubicBezTo>
                  <a:pt x="684152" y="79337"/>
                  <a:pt x="687956" y="82597"/>
                  <a:pt x="692194" y="87379"/>
                </a:cubicBezTo>
                <a:lnTo>
                  <a:pt x="704258" y="46787"/>
                </a:lnTo>
                <a:cubicBezTo>
                  <a:pt x="707193" y="36788"/>
                  <a:pt x="708660" y="29616"/>
                  <a:pt x="708660" y="25269"/>
                </a:cubicBezTo>
                <a:cubicBezTo>
                  <a:pt x="708660" y="22660"/>
                  <a:pt x="707681" y="20432"/>
                  <a:pt x="705725" y="18583"/>
                </a:cubicBezTo>
                <a:cubicBezTo>
                  <a:pt x="703769" y="16736"/>
                  <a:pt x="701160" y="15813"/>
                  <a:pt x="697900" y="15813"/>
                </a:cubicBezTo>
                <a:cubicBezTo>
                  <a:pt x="696378" y="15813"/>
                  <a:pt x="694476" y="15977"/>
                  <a:pt x="692194" y="16301"/>
                </a:cubicBezTo>
                <a:lnTo>
                  <a:pt x="693825" y="9945"/>
                </a:lnTo>
                <a:lnTo>
                  <a:pt x="747459" y="0"/>
                </a:lnTo>
                <a:lnTo>
                  <a:pt x="757241" y="0"/>
                </a:lnTo>
                <a:moveTo>
                  <a:pt x="685510" y="103356"/>
                </a:moveTo>
                <a:cubicBezTo>
                  <a:pt x="685510" y="96727"/>
                  <a:pt x="684206" y="91891"/>
                  <a:pt x="681597" y="88847"/>
                </a:cubicBezTo>
                <a:cubicBezTo>
                  <a:pt x="678989" y="85804"/>
                  <a:pt x="675946" y="84282"/>
                  <a:pt x="672469" y="84282"/>
                </a:cubicBezTo>
                <a:cubicBezTo>
                  <a:pt x="668991" y="84282"/>
                  <a:pt x="665241" y="86075"/>
                  <a:pt x="661220" y="89663"/>
                </a:cubicBezTo>
                <a:cubicBezTo>
                  <a:pt x="653503" y="96619"/>
                  <a:pt x="645407" y="110638"/>
                  <a:pt x="636929" y="131722"/>
                </a:cubicBezTo>
                <a:cubicBezTo>
                  <a:pt x="628561" y="152697"/>
                  <a:pt x="624377" y="170359"/>
                  <a:pt x="624377" y="184705"/>
                </a:cubicBezTo>
                <a:cubicBezTo>
                  <a:pt x="624377" y="189921"/>
                  <a:pt x="625301" y="193780"/>
                  <a:pt x="627148" y="196278"/>
                </a:cubicBezTo>
                <a:cubicBezTo>
                  <a:pt x="628996" y="198778"/>
                  <a:pt x="631060" y="200028"/>
                  <a:pt x="633343" y="200028"/>
                </a:cubicBezTo>
                <a:cubicBezTo>
                  <a:pt x="637147" y="200028"/>
                  <a:pt x="640951" y="198290"/>
                  <a:pt x="644754" y="194812"/>
                </a:cubicBezTo>
                <a:cubicBezTo>
                  <a:pt x="653993" y="186552"/>
                  <a:pt x="663067" y="172370"/>
                  <a:pt x="671979" y="152262"/>
                </a:cubicBezTo>
                <a:cubicBezTo>
                  <a:pt x="681000" y="132048"/>
                  <a:pt x="685510" y="115747"/>
                  <a:pt x="685510" y="10335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5">
            <a:extLst xmlns:a="http://schemas.openxmlformats.org/drawingml/2006/main">
              <a:ext uri="{FF2B5EF4-FFF2-40B4-BE49-F238E27FC236}">
                <a16:creationId xmlns:a16="http://schemas.microsoft.com/office/drawing/2014/main" id="{B040920E-30E6-46A9-A597-E6EAC34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332" y="6683101"/>
            <a:ext cx="774135" cy="307782"/>
          </a:xfrm>
          <a:custGeom xmlns:a="http://schemas.openxmlformats.org/drawingml/2006/main">
            <a:pathLst>
              <a:path w="580198" h="230676">
                <a:moveTo>
                  <a:pt x="60155" y="5055"/>
                </a:moveTo>
                <a:lnTo>
                  <a:pt x="147535" y="5055"/>
                </a:lnTo>
                <a:cubicBezTo>
                  <a:pt x="166990" y="5055"/>
                  <a:pt x="180901" y="6086"/>
                  <a:pt x="189269" y="8152"/>
                </a:cubicBezTo>
                <a:cubicBezTo>
                  <a:pt x="200246" y="10760"/>
                  <a:pt x="208723" y="15867"/>
                  <a:pt x="214701" y="23475"/>
                </a:cubicBezTo>
                <a:cubicBezTo>
                  <a:pt x="220787" y="30974"/>
                  <a:pt x="223831" y="39506"/>
                  <a:pt x="223831" y="49071"/>
                </a:cubicBezTo>
                <a:cubicBezTo>
                  <a:pt x="223831" y="56896"/>
                  <a:pt x="221439" y="64883"/>
                  <a:pt x="216657" y="73035"/>
                </a:cubicBezTo>
                <a:cubicBezTo>
                  <a:pt x="211875" y="81185"/>
                  <a:pt x="204702" y="87924"/>
                  <a:pt x="195138" y="93249"/>
                </a:cubicBezTo>
                <a:cubicBezTo>
                  <a:pt x="185683" y="98466"/>
                  <a:pt x="171120" y="103302"/>
                  <a:pt x="151448" y="107757"/>
                </a:cubicBezTo>
                <a:cubicBezTo>
                  <a:pt x="171880" y="113519"/>
                  <a:pt x="186063" y="120909"/>
                  <a:pt x="193997" y="129929"/>
                </a:cubicBezTo>
                <a:cubicBezTo>
                  <a:pt x="201931" y="138950"/>
                  <a:pt x="205897" y="149437"/>
                  <a:pt x="205897" y="161391"/>
                </a:cubicBezTo>
                <a:cubicBezTo>
                  <a:pt x="205897" y="172586"/>
                  <a:pt x="201985" y="183673"/>
                  <a:pt x="194161" y="194649"/>
                </a:cubicBezTo>
                <a:cubicBezTo>
                  <a:pt x="186335" y="205518"/>
                  <a:pt x="175956" y="213505"/>
                  <a:pt x="163023" y="218614"/>
                </a:cubicBezTo>
                <a:cubicBezTo>
                  <a:pt x="150089" y="223612"/>
                  <a:pt x="126397" y="226112"/>
                  <a:pt x="91945" y="226112"/>
                </a:cubicBezTo>
                <a:lnTo>
                  <a:pt x="0" y="226112"/>
                </a:lnTo>
                <a:lnTo>
                  <a:pt x="2120" y="220080"/>
                </a:lnTo>
                <a:cubicBezTo>
                  <a:pt x="11032" y="220080"/>
                  <a:pt x="17389" y="219265"/>
                  <a:pt x="21193" y="217636"/>
                </a:cubicBezTo>
                <a:cubicBezTo>
                  <a:pt x="25105" y="216005"/>
                  <a:pt x="28203" y="213505"/>
                  <a:pt x="30485" y="210135"/>
                </a:cubicBezTo>
                <a:cubicBezTo>
                  <a:pt x="32876" y="206658"/>
                  <a:pt x="35648" y="199486"/>
                  <a:pt x="38799" y="188617"/>
                </a:cubicBezTo>
                <a:lnTo>
                  <a:pt x="78251" y="52657"/>
                </a:lnTo>
                <a:cubicBezTo>
                  <a:pt x="82272" y="38853"/>
                  <a:pt x="84283" y="29616"/>
                  <a:pt x="84283" y="24942"/>
                </a:cubicBezTo>
                <a:cubicBezTo>
                  <a:pt x="84283" y="21138"/>
                  <a:pt x="82653" y="17986"/>
                  <a:pt x="79393" y="15486"/>
                </a:cubicBezTo>
                <a:cubicBezTo>
                  <a:pt x="76240" y="12988"/>
                  <a:pt x="69285" y="11519"/>
                  <a:pt x="58525" y="11085"/>
                </a:cubicBezTo>
                <a:lnTo>
                  <a:pt x="60155" y="5055"/>
                </a:lnTo>
                <a:moveTo>
                  <a:pt x="110203" y="102705"/>
                </a:moveTo>
                <a:cubicBezTo>
                  <a:pt x="124984" y="102486"/>
                  <a:pt x="136613" y="100150"/>
                  <a:pt x="145090" y="95695"/>
                </a:cubicBezTo>
                <a:cubicBezTo>
                  <a:pt x="153677" y="91237"/>
                  <a:pt x="160523" y="83957"/>
                  <a:pt x="165632" y="73848"/>
                </a:cubicBezTo>
                <a:cubicBezTo>
                  <a:pt x="170847" y="63633"/>
                  <a:pt x="173456" y="54015"/>
                  <a:pt x="173456" y="44994"/>
                </a:cubicBezTo>
                <a:cubicBezTo>
                  <a:pt x="173456" y="36517"/>
                  <a:pt x="170793" y="29616"/>
                  <a:pt x="165468" y="24291"/>
                </a:cubicBezTo>
                <a:cubicBezTo>
                  <a:pt x="160142" y="18964"/>
                  <a:pt x="153024" y="16412"/>
                  <a:pt x="144112" y="16628"/>
                </a:cubicBezTo>
                <a:lnTo>
                  <a:pt x="135146" y="16955"/>
                </a:lnTo>
                <a:lnTo>
                  <a:pt x="110203" y="102705"/>
                </a:lnTo>
                <a:moveTo>
                  <a:pt x="106291" y="114931"/>
                </a:moveTo>
                <a:lnTo>
                  <a:pt x="78088" y="213233"/>
                </a:lnTo>
                <a:cubicBezTo>
                  <a:pt x="83523" y="213451"/>
                  <a:pt x="87597" y="213559"/>
                  <a:pt x="90315" y="213559"/>
                </a:cubicBezTo>
                <a:cubicBezTo>
                  <a:pt x="114551" y="213559"/>
                  <a:pt x="131396" y="206822"/>
                  <a:pt x="140852" y="193345"/>
                </a:cubicBezTo>
                <a:cubicBezTo>
                  <a:pt x="150307" y="179760"/>
                  <a:pt x="155035" y="165250"/>
                  <a:pt x="155035" y="149818"/>
                </a:cubicBezTo>
                <a:cubicBezTo>
                  <a:pt x="155035" y="142428"/>
                  <a:pt x="153187" y="135907"/>
                  <a:pt x="149491" y="130255"/>
                </a:cubicBezTo>
                <a:cubicBezTo>
                  <a:pt x="145905" y="124495"/>
                  <a:pt x="141233" y="120529"/>
                  <a:pt x="135472" y="118355"/>
                </a:cubicBezTo>
                <a:cubicBezTo>
                  <a:pt x="129712" y="116071"/>
                  <a:pt x="119985" y="114931"/>
                  <a:pt x="106291" y="114931"/>
                </a:cubicBezTo>
                <a:moveTo>
                  <a:pt x="391092" y="77272"/>
                </a:moveTo>
                <a:lnTo>
                  <a:pt x="359465" y="185682"/>
                </a:lnTo>
                <a:lnTo>
                  <a:pt x="356205" y="198889"/>
                </a:lnTo>
                <a:cubicBezTo>
                  <a:pt x="355879" y="200517"/>
                  <a:pt x="355715" y="201713"/>
                  <a:pt x="355715" y="202475"/>
                </a:cubicBezTo>
                <a:cubicBezTo>
                  <a:pt x="355715" y="203779"/>
                  <a:pt x="356150" y="204919"/>
                  <a:pt x="357020" y="205898"/>
                </a:cubicBezTo>
                <a:cubicBezTo>
                  <a:pt x="357998" y="206876"/>
                  <a:pt x="358976" y="207365"/>
                  <a:pt x="359954" y="207365"/>
                </a:cubicBezTo>
                <a:cubicBezTo>
                  <a:pt x="362236" y="207365"/>
                  <a:pt x="365389" y="205626"/>
                  <a:pt x="369409" y="202148"/>
                </a:cubicBezTo>
                <a:cubicBezTo>
                  <a:pt x="371040" y="200736"/>
                  <a:pt x="374953" y="195735"/>
                  <a:pt x="381147" y="187151"/>
                </a:cubicBezTo>
                <a:lnTo>
                  <a:pt x="386853" y="190084"/>
                </a:lnTo>
                <a:cubicBezTo>
                  <a:pt x="379137" y="204214"/>
                  <a:pt x="370877" y="214537"/>
                  <a:pt x="362073" y="221058"/>
                </a:cubicBezTo>
                <a:cubicBezTo>
                  <a:pt x="353379" y="227471"/>
                  <a:pt x="343978" y="230676"/>
                  <a:pt x="333871" y="230676"/>
                </a:cubicBezTo>
                <a:cubicBezTo>
                  <a:pt x="327676" y="230676"/>
                  <a:pt x="322948" y="229101"/>
                  <a:pt x="319688" y="225950"/>
                </a:cubicBezTo>
                <a:cubicBezTo>
                  <a:pt x="316427" y="222689"/>
                  <a:pt x="314796" y="218614"/>
                  <a:pt x="314796" y="213724"/>
                </a:cubicBezTo>
                <a:cubicBezTo>
                  <a:pt x="314796" y="209484"/>
                  <a:pt x="316535" y="201605"/>
                  <a:pt x="320013" y="190084"/>
                </a:cubicBezTo>
                <a:lnTo>
                  <a:pt x="323926" y="176880"/>
                </a:lnTo>
                <a:cubicBezTo>
                  <a:pt x="311319" y="198508"/>
                  <a:pt x="299201" y="213832"/>
                  <a:pt x="287572" y="222853"/>
                </a:cubicBezTo>
                <a:cubicBezTo>
                  <a:pt x="280833" y="228070"/>
                  <a:pt x="273661" y="230676"/>
                  <a:pt x="266054" y="230676"/>
                </a:cubicBezTo>
                <a:cubicBezTo>
                  <a:pt x="256055" y="230676"/>
                  <a:pt x="248828" y="226601"/>
                  <a:pt x="244371" y="218449"/>
                </a:cubicBezTo>
                <a:cubicBezTo>
                  <a:pt x="239916" y="210190"/>
                  <a:pt x="237687" y="200898"/>
                  <a:pt x="237687" y="190573"/>
                </a:cubicBezTo>
                <a:cubicBezTo>
                  <a:pt x="237687" y="175249"/>
                  <a:pt x="242361" y="157697"/>
                  <a:pt x="251707" y="137918"/>
                </a:cubicBezTo>
                <a:cubicBezTo>
                  <a:pt x="261054" y="118029"/>
                  <a:pt x="273335" y="102052"/>
                  <a:pt x="288550" y="89989"/>
                </a:cubicBezTo>
                <a:cubicBezTo>
                  <a:pt x="301048" y="79991"/>
                  <a:pt x="312786" y="74990"/>
                  <a:pt x="323764" y="74990"/>
                </a:cubicBezTo>
                <a:cubicBezTo>
                  <a:pt x="329849" y="74990"/>
                  <a:pt x="334740" y="76783"/>
                  <a:pt x="338435" y="80369"/>
                </a:cubicBezTo>
                <a:cubicBezTo>
                  <a:pt x="342130" y="83847"/>
                  <a:pt x="344847" y="90260"/>
                  <a:pt x="346586" y="99608"/>
                </a:cubicBezTo>
                <a:lnTo>
                  <a:pt x="352455" y="79556"/>
                </a:lnTo>
                <a:lnTo>
                  <a:pt x="391092" y="77272"/>
                </a:lnTo>
                <a:moveTo>
                  <a:pt x="338924" y="108246"/>
                </a:moveTo>
                <a:cubicBezTo>
                  <a:pt x="338924" y="99443"/>
                  <a:pt x="337566" y="93087"/>
                  <a:pt x="334848" y="89174"/>
                </a:cubicBezTo>
                <a:cubicBezTo>
                  <a:pt x="332892" y="86455"/>
                  <a:pt x="330229" y="85097"/>
                  <a:pt x="326861" y="85097"/>
                </a:cubicBezTo>
                <a:cubicBezTo>
                  <a:pt x="323491" y="85097"/>
                  <a:pt x="320013" y="86728"/>
                  <a:pt x="316427" y="89989"/>
                </a:cubicBezTo>
                <a:cubicBezTo>
                  <a:pt x="309145" y="96727"/>
                  <a:pt x="301266" y="110420"/>
                  <a:pt x="292788" y="131070"/>
                </a:cubicBezTo>
                <a:cubicBezTo>
                  <a:pt x="284420" y="151611"/>
                  <a:pt x="280236" y="169381"/>
                  <a:pt x="280236" y="184378"/>
                </a:cubicBezTo>
                <a:cubicBezTo>
                  <a:pt x="280236" y="190138"/>
                  <a:pt x="281160" y="194323"/>
                  <a:pt x="283007" y="196931"/>
                </a:cubicBezTo>
                <a:cubicBezTo>
                  <a:pt x="284963" y="199431"/>
                  <a:pt x="287083" y="200682"/>
                  <a:pt x="289366" y="200682"/>
                </a:cubicBezTo>
                <a:cubicBezTo>
                  <a:pt x="294256" y="200682"/>
                  <a:pt x="299201" y="197855"/>
                  <a:pt x="304201" y="192203"/>
                </a:cubicBezTo>
                <a:cubicBezTo>
                  <a:pt x="311374" y="184162"/>
                  <a:pt x="317840" y="174325"/>
                  <a:pt x="323600" y="162696"/>
                </a:cubicBezTo>
                <a:cubicBezTo>
                  <a:pt x="333817" y="142265"/>
                  <a:pt x="338924" y="124115"/>
                  <a:pt x="338924" y="108246"/>
                </a:cubicBezTo>
                <a:moveTo>
                  <a:pt x="580198" y="0"/>
                </a:moveTo>
                <a:lnTo>
                  <a:pt x="527216" y="182423"/>
                </a:lnTo>
                <a:cubicBezTo>
                  <a:pt x="523846" y="193834"/>
                  <a:pt x="522161" y="200736"/>
                  <a:pt x="522161" y="203126"/>
                </a:cubicBezTo>
                <a:cubicBezTo>
                  <a:pt x="522161" y="204322"/>
                  <a:pt x="522596" y="205353"/>
                  <a:pt x="523465" y="206223"/>
                </a:cubicBezTo>
                <a:cubicBezTo>
                  <a:pt x="524335" y="207092"/>
                  <a:pt x="525260" y="207527"/>
                  <a:pt x="526237" y="207527"/>
                </a:cubicBezTo>
                <a:cubicBezTo>
                  <a:pt x="528085" y="207527"/>
                  <a:pt x="530204" y="206603"/>
                  <a:pt x="532595" y="204756"/>
                </a:cubicBezTo>
                <a:cubicBezTo>
                  <a:pt x="536617" y="201713"/>
                  <a:pt x="541507" y="195954"/>
                  <a:pt x="547268" y="187475"/>
                </a:cubicBezTo>
                <a:lnTo>
                  <a:pt x="553136" y="190573"/>
                </a:lnTo>
                <a:cubicBezTo>
                  <a:pt x="537812" y="217310"/>
                  <a:pt x="520966" y="230676"/>
                  <a:pt x="502599" y="230676"/>
                </a:cubicBezTo>
                <a:cubicBezTo>
                  <a:pt x="496078" y="230676"/>
                  <a:pt x="491024" y="228993"/>
                  <a:pt x="487438" y="225624"/>
                </a:cubicBezTo>
                <a:cubicBezTo>
                  <a:pt x="483960" y="222146"/>
                  <a:pt x="482221" y="217744"/>
                  <a:pt x="482221" y="212419"/>
                </a:cubicBezTo>
                <a:cubicBezTo>
                  <a:pt x="482221" y="207311"/>
                  <a:pt x="483635" y="200028"/>
                  <a:pt x="486460" y="190573"/>
                </a:cubicBezTo>
                <a:lnTo>
                  <a:pt x="491350" y="173945"/>
                </a:lnTo>
                <a:cubicBezTo>
                  <a:pt x="477766" y="197963"/>
                  <a:pt x="465973" y="213940"/>
                  <a:pt x="455975" y="221873"/>
                </a:cubicBezTo>
                <a:cubicBezTo>
                  <a:pt x="448367" y="227743"/>
                  <a:pt x="440977" y="230676"/>
                  <a:pt x="433804" y="230676"/>
                </a:cubicBezTo>
                <a:cubicBezTo>
                  <a:pt x="425652" y="230676"/>
                  <a:pt x="418751" y="227362"/>
                  <a:pt x="413100" y="220733"/>
                </a:cubicBezTo>
                <a:cubicBezTo>
                  <a:pt x="407557" y="214102"/>
                  <a:pt x="404786" y="204430"/>
                  <a:pt x="404786" y="191714"/>
                </a:cubicBezTo>
                <a:cubicBezTo>
                  <a:pt x="404786" y="175521"/>
                  <a:pt x="408372" y="159544"/>
                  <a:pt x="415545" y="143786"/>
                </a:cubicBezTo>
                <a:cubicBezTo>
                  <a:pt x="422718" y="128027"/>
                  <a:pt x="430978" y="114877"/>
                  <a:pt x="440325" y="104333"/>
                </a:cubicBezTo>
                <a:cubicBezTo>
                  <a:pt x="449780" y="93792"/>
                  <a:pt x="458746" y="86293"/>
                  <a:pt x="467223" y="81838"/>
                </a:cubicBezTo>
                <a:cubicBezTo>
                  <a:pt x="475809" y="77272"/>
                  <a:pt x="484231" y="74990"/>
                  <a:pt x="492491" y="74990"/>
                </a:cubicBezTo>
                <a:cubicBezTo>
                  <a:pt x="496731" y="74990"/>
                  <a:pt x="500480" y="75860"/>
                  <a:pt x="503740" y="77599"/>
                </a:cubicBezTo>
                <a:cubicBezTo>
                  <a:pt x="507109" y="79337"/>
                  <a:pt x="510913" y="82599"/>
                  <a:pt x="515151" y="87381"/>
                </a:cubicBezTo>
                <a:lnTo>
                  <a:pt x="527216" y="46787"/>
                </a:lnTo>
                <a:cubicBezTo>
                  <a:pt x="530150" y="36788"/>
                  <a:pt x="531617" y="29616"/>
                  <a:pt x="531617" y="25269"/>
                </a:cubicBezTo>
                <a:cubicBezTo>
                  <a:pt x="531617" y="22660"/>
                  <a:pt x="530639" y="20432"/>
                  <a:pt x="528682" y="18585"/>
                </a:cubicBezTo>
                <a:cubicBezTo>
                  <a:pt x="526726" y="16736"/>
                  <a:pt x="524118" y="15813"/>
                  <a:pt x="520857" y="15813"/>
                </a:cubicBezTo>
                <a:cubicBezTo>
                  <a:pt x="519336" y="15813"/>
                  <a:pt x="517434" y="15977"/>
                  <a:pt x="515151" y="16301"/>
                </a:cubicBezTo>
                <a:lnTo>
                  <a:pt x="516782" y="9945"/>
                </a:lnTo>
                <a:lnTo>
                  <a:pt x="570416" y="0"/>
                </a:lnTo>
                <a:lnTo>
                  <a:pt x="580198" y="0"/>
                </a:lnTo>
                <a:moveTo>
                  <a:pt x="508468" y="103356"/>
                </a:moveTo>
                <a:cubicBezTo>
                  <a:pt x="508468" y="96727"/>
                  <a:pt x="507164" y="91891"/>
                  <a:pt x="504556" y="88847"/>
                </a:cubicBezTo>
                <a:cubicBezTo>
                  <a:pt x="501947" y="85804"/>
                  <a:pt x="498904" y="84282"/>
                  <a:pt x="495426" y="84282"/>
                </a:cubicBezTo>
                <a:cubicBezTo>
                  <a:pt x="491948" y="84282"/>
                  <a:pt x="488199" y="86077"/>
                  <a:pt x="484177" y="89663"/>
                </a:cubicBezTo>
                <a:cubicBezTo>
                  <a:pt x="476461" y="96619"/>
                  <a:pt x="468364" y="110638"/>
                  <a:pt x="459888" y="131722"/>
                </a:cubicBezTo>
                <a:cubicBezTo>
                  <a:pt x="451518" y="152697"/>
                  <a:pt x="447334" y="170359"/>
                  <a:pt x="447334" y="184705"/>
                </a:cubicBezTo>
                <a:cubicBezTo>
                  <a:pt x="447334" y="189921"/>
                  <a:pt x="448258" y="193780"/>
                  <a:pt x="450106" y="196280"/>
                </a:cubicBezTo>
                <a:cubicBezTo>
                  <a:pt x="451953" y="198778"/>
                  <a:pt x="454019" y="200028"/>
                  <a:pt x="456301" y="200028"/>
                </a:cubicBezTo>
                <a:cubicBezTo>
                  <a:pt x="460105" y="200028"/>
                  <a:pt x="463908" y="198290"/>
                  <a:pt x="467712" y="194812"/>
                </a:cubicBezTo>
                <a:cubicBezTo>
                  <a:pt x="476950" y="186552"/>
                  <a:pt x="486026" y="172370"/>
                  <a:pt x="494936" y="152262"/>
                </a:cubicBezTo>
                <a:cubicBezTo>
                  <a:pt x="503958" y="132048"/>
                  <a:pt x="508468" y="115747"/>
                  <a:pt x="508468" y="103356"/>
                </a:cubicBez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7">
            <a:extLst xmlns:a="http://schemas.openxmlformats.org/drawingml/2006/main">
              <a:ext uri="{FF2B5EF4-FFF2-40B4-BE49-F238E27FC236}">
                <a16:creationId xmlns:a16="http://schemas.microsoft.com/office/drawing/2014/main" id="{1F1E068A-112D-43A9-8059-A0573767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582" y="7191295"/>
            <a:ext cx="3732117" cy="404577"/>
          </a:xfrm>
          <a:custGeom xmlns:a="http://schemas.openxmlformats.org/drawingml/2006/main">
            <a:pathLst>
              <a:path w="2797144" h="303222">
                <a:moveTo>
                  <a:pt x="103682" y="297192"/>
                </a:moveTo>
                <a:lnTo>
                  <a:pt x="103682" y="303222"/>
                </a:lnTo>
                <a:cubicBezTo>
                  <a:pt x="87272" y="294962"/>
                  <a:pt x="73578" y="285290"/>
                  <a:pt x="62601" y="274205"/>
                </a:cubicBezTo>
                <a:cubicBezTo>
                  <a:pt x="46951" y="258447"/>
                  <a:pt x="34887" y="239861"/>
                  <a:pt x="26409" y="218451"/>
                </a:cubicBezTo>
                <a:cubicBezTo>
                  <a:pt x="17933" y="197041"/>
                  <a:pt x="13694" y="174816"/>
                  <a:pt x="13694" y="151775"/>
                </a:cubicBezTo>
                <a:cubicBezTo>
                  <a:pt x="13694" y="118083"/>
                  <a:pt x="22008" y="87381"/>
                  <a:pt x="38637" y="59666"/>
                </a:cubicBezTo>
                <a:cubicBezTo>
                  <a:pt x="55265" y="31844"/>
                  <a:pt x="76947" y="11956"/>
                  <a:pt x="103682" y="0"/>
                </a:cubicBezTo>
                <a:lnTo>
                  <a:pt x="103682" y="6848"/>
                </a:lnTo>
                <a:cubicBezTo>
                  <a:pt x="90315" y="14238"/>
                  <a:pt x="79338" y="24345"/>
                  <a:pt x="70752" y="37171"/>
                </a:cubicBezTo>
                <a:cubicBezTo>
                  <a:pt x="62167" y="49994"/>
                  <a:pt x="55754" y="66241"/>
                  <a:pt x="51516" y="85915"/>
                </a:cubicBezTo>
                <a:cubicBezTo>
                  <a:pt x="47277" y="105586"/>
                  <a:pt x="45158" y="126126"/>
                  <a:pt x="45158" y="147536"/>
                </a:cubicBezTo>
                <a:cubicBezTo>
                  <a:pt x="45158" y="170793"/>
                  <a:pt x="46951" y="191933"/>
                  <a:pt x="50537" y="210953"/>
                </a:cubicBezTo>
                <a:cubicBezTo>
                  <a:pt x="53363" y="225950"/>
                  <a:pt x="56787" y="237960"/>
                  <a:pt x="60807" y="246979"/>
                </a:cubicBezTo>
                <a:cubicBezTo>
                  <a:pt x="64829" y="256109"/>
                  <a:pt x="70209" y="264857"/>
                  <a:pt x="76947" y="273228"/>
                </a:cubicBezTo>
                <a:cubicBezTo>
                  <a:pt x="83794" y="281596"/>
                  <a:pt x="92706" y="289583"/>
                  <a:pt x="103682" y="297192"/>
                </a:cubicBezTo>
                <a:moveTo>
                  <a:pt x="316102" y="5706"/>
                </a:moveTo>
                <a:lnTo>
                  <a:pt x="321807" y="75481"/>
                </a:lnTo>
                <a:lnTo>
                  <a:pt x="316102" y="75481"/>
                </a:lnTo>
                <a:cubicBezTo>
                  <a:pt x="310341" y="58092"/>
                  <a:pt x="302896" y="44996"/>
                  <a:pt x="293767" y="36191"/>
                </a:cubicBezTo>
                <a:cubicBezTo>
                  <a:pt x="280617" y="23475"/>
                  <a:pt x="263717" y="17119"/>
                  <a:pt x="243067" y="17119"/>
                </a:cubicBezTo>
                <a:cubicBezTo>
                  <a:pt x="214919" y="17119"/>
                  <a:pt x="193509" y="28258"/>
                  <a:pt x="178836" y="50537"/>
                </a:cubicBezTo>
                <a:cubicBezTo>
                  <a:pt x="166555" y="69339"/>
                  <a:pt x="160415" y="91728"/>
                  <a:pt x="160415" y="117704"/>
                </a:cubicBezTo>
                <a:cubicBezTo>
                  <a:pt x="160415" y="138787"/>
                  <a:pt x="164490" y="158024"/>
                  <a:pt x="172641" y="175413"/>
                </a:cubicBezTo>
                <a:cubicBezTo>
                  <a:pt x="180792" y="192802"/>
                  <a:pt x="191443" y="205572"/>
                  <a:pt x="204594" y="213724"/>
                </a:cubicBezTo>
                <a:cubicBezTo>
                  <a:pt x="217852" y="221765"/>
                  <a:pt x="231438" y="225788"/>
                  <a:pt x="245350" y="225788"/>
                </a:cubicBezTo>
                <a:cubicBezTo>
                  <a:pt x="253500" y="225788"/>
                  <a:pt x="261380" y="224754"/>
                  <a:pt x="268987" y="222691"/>
                </a:cubicBezTo>
                <a:cubicBezTo>
                  <a:pt x="276595" y="220625"/>
                  <a:pt x="283932" y="217582"/>
                  <a:pt x="290995" y="213561"/>
                </a:cubicBezTo>
                <a:lnTo>
                  <a:pt x="290995" y="149656"/>
                </a:lnTo>
                <a:cubicBezTo>
                  <a:pt x="290995" y="138569"/>
                  <a:pt x="290126" y="131343"/>
                  <a:pt x="288387" y="127973"/>
                </a:cubicBezTo>
                <a:cubicBezTo>
                  <a:pt x="286757" y="124495"/>
                  <a:pt x="284149" y="121887"/>
                  <a:pt x="280562" y="120148"/>
                </a:cubicBezTo>
                <a:cubicBezTo>
                  <a:pt x="277084" y="118301"/>
                  <a:pt x="270890" y="117377"/>
                  <a:pt x="261978" y="117377"/>
                </a:cubicBezTo>
                <a:lnTo>
                  <a:pt x="261978" y="111183"/>
                </a:lnTo>
                <a:lnTo>
                  <a:pt x="347565" y="111183"/>
                </a:lnTo>
                <a:lnTo>
                  <a:pt x="347565" y="117377"/>
                </a:lnTo>
                <a:lnTo>
                  <a:pt x="343489" y="117377"/>
                </a:lnTo>
                <a:cubicBezTo>
                  <a:pt x="335011" y="117377"/>
                  <a:pt x="329198" y="120202"/>
                  <a:pt x="326045" y="125854"/>
                </a:cubicBezTo>
                <a:cubicBezTo>
                  <a:pt x="323872" y="129874"/>
                  <a:pt x="322785" y="137810"/>
                  <a:pt x="322785" y="149656"/>
                </a:cubicBezTo>
                <a:lnTo>
                  <a:pt x="322785" y="217310"/>
                </a:lnTo>
                <a:cubicBezTo>
                  <a:pt x="310287" y="224049"/>
                  <a:pt x="297951" y="228993"/>
                  <a:pt x="285779" y="232144"/>
                </a:cubicBezTo>
                <a:cubicBezTo>
                  <a:pt x="273606" y="235296"/>
                  <a:pt x="260075" y="236872"/>
                  <a:pt x="245186" y="236872"/>
                </a:cubicBezTo>
                <a:cubicBezTo>
                  <a:pt x="202475" y="236872"/>
                  <a:pt x="170033" y="223179"/>
                  <a:pt x="147862" y="195791"/>
                </a:cubicBezTo>
                <a:cubicBezTo>
                  <a:pt x="131234" y="175251"/>
                  <a:pt x="122920" y="151557"/>
                  <a:pt x="122920" y="124714"/>
                </a:cubicBezTo>
                <a:cubicBezTo>
                  <a:pt x="122920" y="105259"/>
                  <a:pt x="127593" y="86620"/>
                  <a:pt x="136939" y="68796"/>
                </a:cubicBezTo>
                <a:cubicBezTo>
                  <a:pt x="148025" y="47604"/>
                  <a:pt x="163241" y="31301"/>
                  <a:pt x="182586" y="19889"/>
                </a:cubicBezTo>
                <a:cubicBezTo>
                  <a:pt x="198779" y="10434"/>
                  <a:pt x="217908" y="5706"/>
                  <a:pt x="239970" y="5706"/>
                </a:cubicBezTo>
                <a:cubicBezTo>
                  <a:pt x="248012" y="5706"/>
                  <a:pt x="255293" y="6359"/>
                  <a:pt x="261814" y="7663"/>
                </a:cubicBezTo>
                <a:cubicBezTo>
                  <a:pt x="268445" y="8967"/>
                  <a:pt x="277791" y="11848"/>
                  <a:pt x="289855" y="16303"/>
                </a:cubicBezTo>
                <a:cubicBezTo>
                  <a:pt x="295941" y="18585"/>
                  <a:pt x="300017" y="19727"/>
                  <a:pt x="302081" y="19727"/>
                </a:cubicBezTo>
                <a:cubicBezTo>
                  <a:pt x="304147" y="19727"/>
                  <a:pt x="305886" y="18802"/>
                  <a:pt x="307298" y="16955"/>
                </a:cubicBezTo>
                <a:cubicBezTo>
                  <a:pt x="308819" y="14999"/>
                  <a:pt x="309743" y="11249"/>
                  <a:pt x="310070" y="5706"/>
                </a:cubicBezTo>
                <a:lnTo>
                  <a:pt x="316102" y="5706"/>
                </a:lnTo>
                <a:moveTo>
                  <a:pt x="387995" y="138733"/>
                </a:moveTo>
                <a:cubicBezTo>
                  <a:pt x="387885" y="160905"/>
                  <a:pt x="393265" y="178294"/>
                  <a:pt x="404134" y="190901"/>
                </a:cubicBezTo>
                <a:cubicBezTo>
                  <a:pt x="415002" y="203506"/>
                  <a:pt x="427772" y="209811"/>
                  <a:pt x="442444" y="209811"/>
                </a:cubicBezTo>
                <a:cubicBezTo>
                  <a:pt x="452226" y="209811"/>
                  <a:pt x="460702" y="207148"/>
                  <a:pt x="467875" y="201824"/>
                </a:cubicBezTo>
                <a:cubicBezTo>
                  <a:pt x="475157" y="196388"/>
                  <a:pt x="481243" y="187151"/>
                  <a:pt x="486134" y="174109"/>
                </a:cubicBezTo>
                <a:lnTo>
                  <a:pt x="491187" y="177368"/>
                </a:lnTo>
                <a:cubicBezTo>
                  <a:pt x="488905" y="192259"/>
                  <a:pt x="482275" y="205844"/>
                  <a:pt x="471299" y="218125"/>
                </a:cubicBezTo>
                <a:cubicBezTo>
                  <a:pt x="460322" y="230297"/>
                  <a:pt x="446574" y="236384"/>
                  <a:pt x="430054" y="236384"/>
                </a:cubicBezTo>
                <a:cubicBezTo>
                  <a:pt x="412121" y="236384"/>
                  <a:pt x="396743" y="229428"/>
                  <a:pt x="383919" y="215517"/>
                </a:cubicBezTo>
                <a:cubicBezTo>
                  <a:pt x="371203" y="201497"/>
                  <a:pt x="364845" y="182695"/>
                  <a:pt x="364845" y="159112"/>
                </a:cubicBezTo>
                <a:cubicBezTo>
                  <a:pt x="364845" y="133571"/>
                  <a:pt x="371366" y="113681"/>
                  <a:pt x="384408" y="99445"/>
                </a:cubicBezTo>
                <a:cubicBezTo>
                  <a:pt x="397559" y="85099"/>
                  <a:pt x="414023" y="77925"/>
                  <a:pt x="433804" y="77925"/>
                </a:cubicBezTo>
                <a:cubicBezTo>
                  <a:pt x="450541" y="77925"/>
                  <a:pt x="464289" y="83468"/>
                  <a:pt x="475048" y="94553"/>
                </a:cubicBezTo>
                <a:cubicBezTo>
                  <a:pt x="485808" y="105532"/>
                  <a:pt x="491187" y="120256"/>
                  <a:pt x="491187" y="138733"/>
                </a:cubicBezTo>
                <a:lnTo>
                  <a:pt x="387995" y="138733"/>
                </a:lnTo>
                <a:moveTo>
                  <a:pt x="387995" y="129277"/>
                </a:moveTo>
                <a:lnTo>
                  <a:pt x="457116" y="129277"/>
                </a:lnTo>
                <a:cubicBezTo>
                  <a:pt x="456572" y="119713"/>
                  <a:pt x="455431" y="112976"/>
                  <a:pt x="453692" y="109063"/>
                </a:cubicBezTo>
                <a:cubicBezTo>
                  <a:pt x="450976" y="102977"/>
                  <a:pt x="446900" y="98195"/>
                  <a:pt x="441466" y="94717"/>
                </a:cubicBezTo>
                <a:cubicBezTo>
                  <a:pt x="436141" y="91240"/>
                  <a:pt x="430543" y="89501"/>
                  <a:pt x="424674" y="89501"/>
                </a:cubicBezTo>
                <a:cubicBezTo>
                  <a:pt x="415654" y="89501"/>
                  <a:pt x="407557" y="93033"/>
                  <a:pt x="400383" y="100096"/>
                </a:cubicBezTo>
                <a:cubicBezTo>
                  <a:pt x="393320" y="107052"/>
                  <a:pt x="389190" y="116778"/>
                  <a:pt x="387995" y="129277"/>
                </a:cubicBezTo>
                <a:moveTo>
                  <a:pt x="554766" y="109715"/>
                </a:moveTo>
                <a:cubicBezTo>
                  <a:pt x="572265" y="88631"/>
                  <a:pt x="588947" y="78089"/>
                  <a:pt x="604814" y="78089"/>
                </a:cubicBezTo>
                <a:cubicBezTo>
                  <a:pt x="612965" y="78089"/>
                  <a:pt x="619976" y="80153"/>
                  <a:pt x="625845" y="84284"/>
                </a:cubicBezTo>
                <a:cubicBezTo>
                  <a:pt x="631714" y="88305"/>
                  <a:pt x="636386" y="94988"/>
                  <a:pt x="639864" y="104336"/>
                </a:cubicBezTo>
                <a:cubicBezTo>
                  <a:pt x="642255" y="110857"/>
                  <a:pt x="643450" y="120855"/>
                  <a:pt x="643450" y="134332"/>
                </a:cubicBezTo>
                <a:lnTo>
                  <a:pt x="643450" y="198073"/>
                </a:lnTo>
                <a:cubicBezTo>
                  <a:pt x="643450" y="207529"/>
                  <a:pt x="644212" y="213940"/>
                  <a:pt x="645733" y="217310"/>
                </a:cubicBezTo>
                <a:cubicBezTo>
                  <a:pt x="646928" y="220026"/>
                  <a:pt x="648830" y="222146"/>
                  <a:pt x="651439" y="223668"/>
                </a:cubicBezTo>
                <a:cubicBezTo>
                  <a:pt x="654156" y="225189"/>
                  <a:pt x="659101" y="225950"/>
                  <a:pt x="666274" y="225950"/>
                </a:cubicBezTo>
                <a:lnTo>
                  <a:pt x="666274" y="231818"/>
                </a:lnTo>
                <a:lnTo>
                  <a:pt x="592424" y="231818"/>
                </a:lnTo>
                <a:lnTo>
                  <a:pt x="592424" y="225950"/>
                </a:lnTo>
                <a:lnTo>
                  <a:pt x="595522" y="225950"/>
                </a:lnTo>
                <a:cubicBezTo>
                  <a:pt x="602477" y="225950"/>
                  <a:pt x="607315" y="224918"/>
                  <a:pt x="610031" y="222853"/>
                </a:cubicBezTo>
                <a:cubicBezTo>
                  <a:pt x="612857" y="220679"/>
                  <a:pt x="614813" y="217528"/>
                  <a:pt x="615900" y="213397"/>
                </a:cubicBezTo>
                <a:cubicBezTo>
                  <a:pt x="616335" y="211766"/>
                  <a:pt x="616552" y="206660"/>
                  <a:pt x="616552" y="198073"/>
                </a:cubicBezTo>
                <a:lnTo>
                  <a:pt x="616552" y="136940"/>
                </a:lnTo>
                <a:cubicBezTo>
                  <a:pt x="616552" y="123353"/>
                  <a:pt x="614759" y="113519"/>
                  <a:pt x="611172" y="107433"/>
                </a:cubicBezTo>
                <a:cubicBezTo>
                  <a:pt x="607694" y="101238"/>
                  <a:pt x="601771" y="98141"/>
                  <a:pt x="593403" y="98141"/>
                </a:cubicBezTo>
                <a:cubicBezTo>
                  <a:pt x="580469" y="98141"/>
                  <a:pt x="567591" y="105205"/>
                  <a:pt x="554766" y="119333"/>
                </a:cubicBezTo>
                <a:lnTo>
                  <a:pt x="554766" y="198073"/>
                </a:lnTo>
                <a:cubicBezTo>
                  <a:pt x="554766" y="208180"/>
                  <a:pt x="555364" y="214431"/>
                  <a:pt x="556560" y="216821"/>
                </a:cubicBezTo>
                <a:cubicBezTo>
                  <a:pt x="558081" y="219972"/>
                  <a:pt x="560146" y="222310"/>
                  <a:pt x="562755" y="223831"/>
                </a:cubicBezTo>
                <a:cubicBezTo>
                  <a:pt x="565471" y="225243"/>
                  <a:pt x="570905" y="225950"/>
                  <a:pt x="579057" y="225950"/>
                </a:cubicBezTo>
                <a:lnTo>
                  <a:pt x="579057" y="231818"/>
                </a:lnTo>
                <a:lnTo>
                  <a:pt x="505208" y="231818"/>
                </a:lnTo>
                <a:lnTo>
                  <a:pt x="505208" y="225950"/>
                </a:lnTo>
                <a:lnTo>
                  <a:pt x="508468" y="225950"/>
                </a:lnTo>
                <a:cubicBezTo>
                  <a:pt x="516076" y="225950"/>
                  <a:pt x="521184" y="224049"/>
                  <a:pt x="523792" y="220244"/>
                </a:cubicBezTo>
                <a:cubicBezTo>
                  <a:pt x="526510" y="216332"/>
                  <a:pt x="527868" y="208941"/>
                  <a:pt x="527868" y="198073"/>
                </a:cubicBezTo>
                <a:lnTo>
                  <a:pt x="527868" y="142646"/>
                </a:lnTo>
                <a:cubicBezTo>
                  <a:pt x="527868" y="124714"/>
                  <a:pt x="527433" y="113791"/>
                  <a:pt x="526564" y="109879"/>
                </a:cubicBezTo>
                <a:cubicBezTo>
                  <a:pt x="525802" y="105966"/>
                  <a:pt x="524553" y="103302"/>
                  <a:pt x="522814" y="101889"/>
                </a:cubicBezTo>
                <a:cubicBezTo>
                  <a:pt x="521184" y="100477"/>
                  <a:pt x="518956" y="99770"/>
                  <a:pt x="516130" y="99770"/>
                </a:cubicBezTo>
                <a:cubicBezTo>
                  <a:pt x="513087" y="99770"/>
                  <a:pt x="509446" y="100585"/>
                  <a:pt x="505208" y="102216"/>
                </a:cubicBezTo>
                <a:lnTo>
                  <a:pt x="502763" y="96346"/>
                </a:lnTo>
                <a:lnTo>
                  <a:pt x="547756" y="78089"/>
                </a:lnTo>
                <a:lnTo>
                  <a:pt x="554766" y="78089"/>
                </a:lnTo>
                <a:lnTo>
                  <a:pt x="554766" y="109715"/>
                </a:lnTo>
                <a:moveTo>
                  <a:pt x="703280" y="138733"/>
                </a:moveTo>
                <a:cubicBezTo>
                  <a:pt x="703172" y="160905"/>
                  <a:pt x="708551" y="178294"/>
                  <a:pt x="719419" y="190901"/>
                </a:cubicBezTo>
                <a:cubicBezTo>
                  <a:pt x="730287" y="203506"/>
                  <a:pt x="743058" y="209811"/>
                  <a:pt x="757730" y="209811"/>
                </a:cubicBezTo>
                <a:cubicBezTo>
                  <a:pt x="767511" y="209811"/>
                  <a:pt x="775988" y="207148"/>
                  <a:pt x="783161" y="201824"/>
                </a:cubicBezTo>
                <a:cubicBezTo>
                  <a:pt x="790443" y="196388"/>
                  <a:pt x="796529" y="187151"/>
                  <a:pt x="801420" y="174109"/>
                </a:cubicBezTo>
                <a:lnTo>
                  <a:pt x="806474" y="177368"/>
                </a:lnTo>
                <a:cubicBezTo>
                  <a:pt x="804191" y="192259"/>
                  <a:pt x="797562" y="205844"/>
                  <a:pt x="786585" y="218125"/>
                </a:cubicBezTo>
                <a:cubicBezTo>
                  <a:pt x="775608" y="230297"/>
                  <a:pt x="761859" y="236384"/>
                  <a:pt x="745340" y="236384"/>
                </a:cubicBezTo>
                <a:cubicBezTo>
                  <a:pt x="727408" y="236384"/>
                  <a:pt x="712029" y="229428"/>
                  <a:pt x="699204" y="215517"/>
                </a:cubicBezTo>
                <a:cubicBezTo>
                  <a:pt x="686489" y="201497"/>
                  <a:pt x="680131" y="182695"/>
                  <a:pt x="680131" y="159112"/>
                </a:cubicBezTo>
                <a:cubicBezTo>
                  <a:pt x="680131" y="133571"/>
                  <a:pt x="686652" y="113681"/>
                  <a:pt x="699694" y="99445"/>
                </a:cubicBezTo>
                <a:cubicBezTo>
                  <a:pt x="712844" y="85099"/>
                  <a:pt x="729310" y="77925"/>
                  <a:pt x="749090" y="77925"/>
                </a:cubicBezTo>
                <a:cubicBezTo>
                  <a:pt x="765826" y="77925"/>
                  <a:pt x="779574" y="83468"/>
                  <a:pt x="790334" y="94553"/>
                </a:cubicBezTo>
                <a:cubicBezTo>
                  <a:pt x="801093" y="105532"/>
                  <a:pt x="806474" y="120256"/>
                  <a:pt x="806474" y="138733"/>
                </a:cubicBezTo>
                <a:lnTo>
                  <a:pt x="703280" y="138733"/>
                </a:lnTo>
                <a:moveTo>
                  <a:pt x="703280" y="129277"/>
                </a:moveTo>
                <a:lnTo>
                  <a:pt x="772402" y="129277"/>
                </a:lnTo>
                <a:cubicBezTo>
                  <a:pt x="771858" y="119713"/>
                  <a:pt x="770717" y="112976"/>
                  <a:pt x="768978" y="109063"/>
                </a:cubicBezTo>
                <a:cubicBezTo>
                  <a:pt x="766261" y="102977"/>
                  <a:pt x="762186" y="98195"/>
                  <a:pt x="756752" y="94717"/>
                </a:cubicBezTo>
                <a:cubicBezTo>
                  <a:pt x="751426" y="91240"/>
                  <a:pt x="745830" y="89501"/>
                  <a:pt x="739961" y="89501"/>
                </a:cubicBezTo>
                <a:cubicBezTo>
                  <a:pt x="730939" y="89501"/>
                  <a:pt x="722843" y="93033"/>
                  <a:pt x="715670" y="100096"/>
                </a:cubicBezTo>
                <a:cubicBezTo>
                  <a:pt x="708606" y="107052"/>
                  <a:pt x="704476" y="116778"/>
                  <a:pt x="703280" y="129277"/>
                </a:cubicBezTo>
                <a:moveTo>
                  <a:pt x="870216" y="78089"/>
                </a:moveTo>
                <a:lnTo>
                  <a:pt x="870216" y="111672"/>
                </a:lnTo>
                <a:cubicBezTo>
                  <a:pt x="882714" y="89282"/>
                  <a:pt x="895538" y="78089"/>
                  <a:pt x="908688" y="78089"/>
                </a:cubicBezTo>
                <a:cubicBezTo>
                  <a:pt x="914667" y="78089"/>
                  <a:pt x="919611" y="79936"/>
                  <a:pt x="923523" y="83631"/>
                </a:cubicBezTo>
                <a:cubicBezTo>
                  <a:pt x="927436" y="87219"/>
                  <a:pt x="929392" y="91402"/>
                  <a:pt x="929392" y="96184"/>
                </a:cubicBezTo>
                <a:cubicBezTo>
                  <a:pt x="929392" y="100423"/>
                  <a:pt x="927980" y="104009"/>
                  <a:pt x="925154" y="106944"/>
                </a:cubicBezTo>
                <a:cubicBezTo>
                  <a:pt x="922328" y="109879"/>
                  <a:pt x="918959" y="111345"/>
                  <a:pt x="915046" y="111345"/>
                </a:cubicBezTo>
                <a:cubicBezTo>
                  <a:pt x="911243" y="111345"/>
                  <a:pt x="906950" y="109498"/>
                  <a:pt x="902167" y="105802"/>
                </a:cubicBezTo>
                <a:cubicBezTo>
                  <a:pt x="897495" y="101998"/>
                  <a:pt x="894017" y="100096"/>
                  <a:pt x="891734" y="100096"/>
                </a:cubicBezTo>
                <a:cubicBezTo>
                  <a:pt x="889778" y="100096"/>
                  <a:pt x="887659" y="101184"/>
                  <a:pt x="885376" y="103358"/>
                </a:cubicBezTo>
                <a:cubicBezTo>
                  <a:pt x="880486" y="107813"/>
                  <a:pt x="875433" y="115150"/>
                  <a:pt x="870216" y="125365"/>
                </a:cubicBezTo>
                <a:lnTo>
                  <a:pt x="870216" y="196931"/>
                </a:lnTo>
                <a:cubicBezTo>
                  <a:pt x="870216" y="205191"/>
                  <a:pt x="871247" y="211442"/>
                  <a:pt x="873313" y="215679"/>
                </a:cubicBezTo>
                <a:cubicBezTo>
                  <a:pt x="874725" y="218614"/>
                  <a:pt x="877226" y="221060"/>
                  <a:pt x="880812" y="223015"/>
                </a:cubicBezTo>
                <a:cubicBezTo>
                  <a:pt x="884399" y="224972"/>
                  <a:pt x="889560" y="225950"/>
                  <a:pt x="896299" y="225950"/>
                </a:cubicBezTo>
                <a:lnTo>
                  <a:pt x="896299" y="231818"/>
                </a:lnTo>
                <a:lnTo>
                  <a:pt x="819841" y="231818"/>
                </a:lnTo>
                <a:lnTo>
                  <a:pt x="819841" y="225950"/>
                </a:lnTo>
                <a:cubicBezTo>
                  <a:pt x="827449" y="225950"/>
                  <a:pt x="833100" y="224754"/>
                  <a:pt x="836796" y="222364"/>
                </a:cubicBezTo>
                <a:cubicBezTo>
                  <a:pt x="839513" y="220625"/>
                  <a:pt x="841414" y="217852"/>
                  <a:pt x="842501" y="214050"/>
                </a:cubicBezTo>
                <a:cubicBezTo>
                  <a:pt x="843045" y="212201"/>
                  <a:pt x="843316" y="206930"/>
                  <a:pt x="843316" y="198235"/>
                </a:cubicBezTo>
                <a:lnTo>
                  <a:pt x="843316" y="140364"/>
                </a:lnTo>
                <a:cubicBezTo>
                  <a:pt x="843316" y="122975"/>
                  <a:pt x="842936" y="112650"/>
                  <a:pt x="842176" y="109388"/>
                </a:cubicBezTo>
                <a:cubicBezTo>
                  <a:pt x="841523" y="106020"/>
                  <a:pt x="840219" y="103574"/>
                  <a:pt x="838263" y="102054"/>
                </a:cubicBezTo>
                <a:cubicBezTo>
                  <a:pt x="836415" y="100531"/>
                  <a:pt x="834079" y="99770"/>
                  <a:pt x="831253" y="99770"/>
                </a:cubicBezTo>
                <a:cubicBezTo>
                  <a:pt x="827884" y="99770"/>
                  <a:pt x="824080" y="100585"/>
                  <a:pt x="819841" y="102216"/>
                </a:cubicBezTo>
                <a:lnTo>
                  <a:pt x="818211" y="96346"/>
                </a:lnTo>
                <a:lnTo>
                  <a:pt x="863368" y="78089"/>
                </a:lnTo>
                <a:lnTo>
                  <a:pt x="870216" y="78089"/>
                </a:lnTo>
                <a:moveTo>
                  <a:pt x="1022316" y="210300"/>
                </a:moveTo>
                <a:cubicBezTo>
                  <a:pt x="1006992" y="222146"/>
                  <a:pt x="997373" y="228993"/>
                  <a:pt x="993461" y="230840"/>
                </a:cubicBezTo>
                <a:cubicBezTo>
                  <a:pt x="987591" y="233557"/>
                  <a:pt x="981343" y="234917"/>
                  <a:pt x="974712" y="234917"/>
                </a:cubicBezTo>
                <a:cubicBezTo>
                  <a:pt x="964388" y="234917"/>
                  <a:pt x="955857" y="231383"/>
                  <a:pt x="949118" y="224319"/>
                </a:cubicBezTo>
                <a:cubicBezTo>
                  <a:pt x="942488" y="217255"/>
                  <a:pt x="939174" y="207964"/>
                  <a:pt x="939174" y="196442"/>
                </a:cubicBezTo>
                <a:cubicBezTo>
                  <a:pt x="939174" y="189162"/>
                  <a:pt x="940804" y="182858"/>
                  <a:pt x="944065" y="177533"/>
                </a:cubicBezTo>
                <a:cubicBezTo>
                  <a:pt x="948520" y="170142"/>
                  <a:pt x="956237" y="163187"/>
                  <a:pt x="967214" y="156666"/>
                </a:cubicBezTo>
                <a:cubicBezTo>
                  <a:pt x="978300" y="150145"/>
                  <a:pt x="996666" y="142211"/>
                  <a:pt x="1022316" y="132863"/>
                </a:cubicBezTo>
                <a:lnTo>
                  <a:pt x="1022316" y="126996"/>
                </a:lnTo>
                <a:cubicBezTo>
                  <a:pt x="1022316" y="112107"/>
                  <a:pt x="1019925" y="101889"/>
                  <a:pt x="1015143" y="96346"/>
                </a:cubicBezTo>
                <a:cubicBezTo>
                  <a:pt x="1010470" y="90805"/>
                  <a:pt x="1003622" y="88032"/>
                  <a:pt x="994602" y="88032"/>
                </a:cubicBezTo>
                <a:cubicBezTo>
                  <a:pt x="987754" y="88032"/>
                  <a:pt x="982320" y="89881"/>
                  <a:pt x="978300" y="93575"/>
                </a:cubicBezTo>
                <a:cubicBezTo>
                  <a:pt x="974170" y="97272"/>
                  <a:pt x="972104" y="101509"/>
                  <a:pt x="972104" y="106291"/>
                </a:cubicBezTo>
                <a:lnTo>
                  <a:pt x="972431" y="115747"/>
                </a:lnTo>
                <a:cubicBezTo>
                  <a:pt x="972431" y="120745"/>
                  <a:pt x="971126" y="124604"/>
                  <a:pt x="968518" y="127322"/>
                </a:cubicBezTo>
                <a:cubicBezTo>
                  <a:pt x="966018" y="130039"/>
                  <a:pt x="962703" y="131397"/>
                  <a:pt x="958573" y="131397"/>
                </a:cubicBezTo>
                <a:cubicBezTo>
                  <a:pt x="954553" y="131397"/>
                  <a:pt x="951238" y="129985"/>
                  <a:pt x="948630" y="127158"/>
                </a:cubicBezTo>
                <a:cubicBezTo>
                  <a:pt x="946129" y="124333"/>
                  <a:pt x="944879" y="120475"/>
                  <a:pt x="944879" y="115584"/>
                </a:cubicBezTo>
                <a:cubicBezTo>
                  <a:pt x="944879" y="106237"/>
                  <a:pt x="949661" y="97650"/>
                  <a:pt x="959225" y="89827"/>
                </a:cubicBezTo>
                <a:cubicBezTo>
                  <a:pt x="968790" y="82002"/>
                  <a:pt x="982212" y="78089"/>
                  <a:pt x="999492" y="78089"/>
                </a:cubicBezTo>
                <a:cubicBezTo>
                  <a:pt x="1012751" y="78089"/>
                  <a:pt x="1023620" y="80317"/>
                  <a:pt x="1032097" y="84773"/>
                </a:cubicBezTo>
                <a:cubicBezTo>
                  <a:pt x="1038509" y="88142"/>
                  <a:pt x="1043237" y="93413"/>
                  <a:pt x="1046280" y="100585"/>
                </a:cubicBezTo>
                <a:cubicBezTo>
                  <a:pt x="1048236" y="105259"/>
                  <a:pt x="1049214" y="114823"/>
                  <a:pt x="1049214" y="129277"/>
                </a:cubicBezTo>
                <a:lnTo>
                  <a:pt x="1049214" y="179977"/>
                </a:lnTo>
                <a:cubicBezTo>
                  <a:pt x="1049214" y="194215"/>
                  <a:pt x="1049486" y="202963"/>
                  <a:pt x="1050029" y="206225"/>
                </a:cubicBezTo>
                <a:cubicBezTo>
                  <a:pt x="1050573" y="209376"/>
                  <a:pt x="1051443" y="211496"/>
                  <a:pt x="1052638" y="212582"/>
                </a:cubicBezTo>
                <a:cubicBezTo>
                  <a:pt x="1053942" y="213669"/>
                  <a:pt x="1055409" y="214212"/>
                  <a:pt x="1057039" y="214212"/>
                </a:cubicBezTo>
                <a:cubicBezTo>
                  <a:pt x="1058778" y="214212"/>
                  <a:pt x="1060299" y="213832"/>
                  <a:pt x="1061604" y="213070"/>
                </a:cubicBezTo>
                <a:cubicBezTo>
                  <a:pt x="1063887" y="211658"/>
                  <a:pt x="1068288" y="207691"/>
                  <a:pt x="1074809" y="201170"/>
                </a:cubicBezTo>
                <a:lnTo>
                  <a:pt x="1074809" y="210300"/>
                </a:lnTo>
                <a:cubicBezTo>
                  <a:pt x="1062636" y="226603"/>
                  <a:pt x="1051008" y="234753"/>
                  <a:pt x="1039922" y="234753"/>
                </a:cubicBezTo>
                <a:cubicBezTo>
                  <a:pt x="1034596" y="234753"/>
                  <a:pt x="1030358" y="232906"/>
                  <a:pt x="1027206" y="229210"/>
                </a:cubicBezTo>
                <a:cubicBezTo>
                  <a:pt x="1024054" y="225515"/>
                  <a:pt x="1022424" y="219213"/>
                  <a:pt x="1022316" y="210300"/>
                </a:cubicBezTo>
                <a:moveTo>
                  <a:pt x="1022316" y="199704"/>
                </a:moveTo>
                <a:lnTo>
                  <a:pt x="1022316" y="142808"/>
                </a:lnTo>
                <a:cubicBezTo>
                  <a:pt x="1005905" y="149329"/>
                  <a:pt x="995308" y="153949"/>
                  <a:pt x="990526" y="156666"/>
                </a:cubicBezTo>
                <a:cubicBezTo>
                  <a:pt x="981941" y="161448"/>
                  <a:pt x="975799" y="166446"/>
                  <a:pt x="972104" y="171663"/>
                </a:cubicBezTo>
                <a:cubicBezTo>
                  <a:pt x="968409" y="176880"/>
                  <a:pt x="966562" y="182585"/>
                  <a:pt x="966562" y="188782"/>
                </a:cubicBezTo>
                <a:cubicBezTo>
                  <a:pt x="966562" y="196607"/>
                  <a:pt x="968899" y="203128"/>
                  <a:pt x="973572" y="208344"/>
                </a:cubicBezTo>
                <a:cubicBezTo>
                  <a:pt x="978245" y="213451"/>
                  <a:pt x="983624" y="216005"/>
                  <a:pt x="989711" y="216005"/>
                </a:cubicBezTo>
                <a:cubicBezTo>
                  <a:pt x="997971" y="216005"/>
                  <a:pt x="1008839" y="210572"/>
                  <a:pt x="1022316" y="199704"/>
                </a:cubicBezTo>
                <a:moveTo>
                  <a:pt x="1129422" y="33420"/>
                </a:moveTo>
                <a:lnTo>
                  <a:pt x="1129422" y="82491"/>
                </a:lnTo>
                <a:lnTo>
                  <a:pt x="1164308" y="82491"/>
                </a:lnTo>
                <a:lnTo>
                  <a:pt x="1164308" y="93902"/>
                </a:lnTo>
                <a:lnTo>
                  <a:pt x="1129422" y="93902"/>
                </a:lnTo>
                <a:lnTo>
                  <a:pt x="1129422" y="190737"/>
                </a:lnTo>
                <a:cubicBezTo>
                  <a:pt x="1129422" y="200409"/>
                  <a:pt x="1130780" y="206930"/>
                  <a:pt x="1133497" y="210300"/>
                </a:cubicBezTo>
                <a:cubicBezTo>
                  <a:pt x="1136322" y="213669"/>
                  <a:pt x="1139909" y="215354"/>
                  <a:pt x="1144257" y="215354"/>
                </a:cubicBezTo>
                <a:cubicBezTo>
                  <a:pt x="1147843" y="215354"/>
                  <a:pt x="1151321" y="214266"/>
                  <a:pt x="1154690" y="212093"/>
                </a:cubicBezTo>
                <a:cubicBezTo>
                  <a:pt x="1158059" y="209811"/>
                  <a:pt x="1160667" y="206495"/>
                  <a:pt x="1162515" y="202148"/>
                </a:cubicBezTo>
                <a:lnTo>
                  <a:pt x="1168873" y="202148"/>
                </a:lnTo>
                <a:cubicBezTo>
                  <a:pt x="1165069" y="212800"/>
                  <a:pt x="1159690" y="220841"/>
                  <a:pt x="1152734" y="226277"/>
                </a:cubicBezTo>
                <a:cubicBezTo>
                  <a:pt x="1145778" y="231602"/>
                  <a:pt x="1138605" y="234264"/>
                  <a:pt x="1131215" y="234264"/>
                </a:cubicBezTo>
                <a:cubicBezTo>
                  <a:pt x="1126215" y="234264"/>
                  <a:pt x="1121324" y="232906"/>
                  <a:pt x="1116543" y="230189"/>
                </a:cubicBezTo>
                <a:cubicBezTo>
                  <a:pt x="1111761" y="227362"/>
                  <a:pt x="1108228" y="223396"/>
                  <a:pt x="1105946" y="218287"/>
                </a:cubicBezTo>
                <a:cubicBezTo>
                  <a:pt x="1103664" y="213070"/>
                  <a:pt x="1102522" y="205083"/>
                  <a:pt x="1102522" y="194323"/>
                </a:cubicBezTo>
                <a:lnTo>
                  <a:pt x="1102522" y="93902"/>
                </a:lnTo>
                <a:lnTo>
                  <a:pt x="1078885" y="93902"/>
                </a:lnTo>
                <a:lnTo>
                  <a:pt x="1078885" y="88523"/>
                </a:lnTo>
                <a:cubicBezTo>
                  <a:pt x="1084862" y="86131"/>
                  <a:pt x="1090948" y="82110"/>
                  <a:pt x="1097143" y="76459"/>
                </a:cubicBezTo>
                <a:cubicBezTo>
                  <a:pt x="1103446" y="70699"/>
                  <a:pt x="1109043" y="63906"/>
                  <a:pt x="1113935" y="56080"/>
                </a:cubicBezTo>
                <a:cubicBezTo>
                  <a:pt x="1116434" y="51951"/>
                  <a:pt x="1119912" y="44397"/>
                  <a:pt x="1124367" y="33420"/>
                </a:cubicBezTo>
                <a:lnTo>
                  <a:pt x="1129422" y="33420"/>
                </a:lnTo>
                <a:moveTo>
                  <a:pt x="1204085" y="138733"/>
                </a:moveTo>
                <a:cubicBezTo>
                  <a:pt x="1203977" y="160905"/>
                  <a:pt x="1209357" y="178294"/>
                  <a:pt x="1220225" y="190901"/>
                </a:cubicBezTo>
                <a:cubicBezTo>
                  <a:pt x="1231093" y="203506"/>
                  <a:pt x="1243863" y="209811"/>
                  <a:pt x="1258535" y="209811"/>
                </a:cubicBezTo>
                <a:cubicBezTo>
                  <a:pt x="1268316" y="209811"/>
                  <a:pt x="1276794" y="207148"/>
                  <a:pt x="1283967" y="201824"/>
                </a:cubicBezTo>
                <a:cubicBezTo>
                  <a:pt x="1291249" y="196388"/>
                  <a:pt x="1297335" y="187151"/>
                  <a:pt x="1302225" y="174109"/>
                </a:cubicBezTo>
                <a:lnTo>
                  <a:pt x="1307279" y="177368"/>
                </a:lnTo>
                <a:cubicBezTo>
                  <a:pt x="1304997" y="192259"/>
                  <a:pt x="1298367" y="205844"/>
                  <a:pt x="1287390" y="218125"/>
                </a:cubicBezTo>
                <a:cubicBezTo>
                  <a:pt x="1276414" y="230297"/>
                  <a:pt x="1262665" y="236384"/>
                  <a:pt x="1246146" y="236384"/>
                </a:cubicBezTo>
                <a:cubicBezTo>
                  <a:pt x="1228213" y="236384"/>
                  <a:pt x="1212835" y="229428"/>
                  <a:pt x="1200010" y="215517"/>
                </a:cubicBezTo>
                <a:cubicBezTo>
                  <a:pt x="1187294" y="201497"/>
                  <a:pt x="1180936" y="182695"/>
                  <a:pt x="1180936" y="159112"/>
                </a:cubicBezTo>
                <a:cubicBezTo>
                  <a:pt x="1180936" y="133571"/>
                  <a:pt x="1187457" y="113681"/>
                  <a:pt x="1200499" y="99445"/>
                </a:cubicBezTo>
                <a:cubicBezTo>
                  <a:pt x="1213649" y="85099"/>
                  <a:pt x="1230115" y="77925"/>
                  <a:pt x="1249895" y="77925"/>
                </a:cubicBezTo>
                <a:cubicBezTo>
                  <a:pt x="1266633" y="77925"/>
                  <a:pt x="1280381" y="83468"/>
                  <a:pt x="1291140" y="94553"/>
                </a:cubicBezTo>
                <a:cubicBezTo>
                  <a:pt x="1301900" y="105532"/>
                  <a:pt x="1307279" y="120256"/>
                  <a:pt x="1307279" y="138733"/>
                </a:cubicBezTo>
                <a:lnTo>
                  <a:pt x="1204085" y="138733"/>
                </a:lnTo>
                <a:moveTo>
                  <a:pt x="1204085" y="129277"/>
                </a:moveTo>
                <a:lnTo>
                  <a:pt x="1273208" y="129277"/>
                </a:lnTo>
                <a:cubicBezTo>
                  <a:pt x="1272664" y="119713"/>
                  <a:pt x="1271523" y="112976"/>
                  <a:pt x="1269784" y="109063"/>
                </a:cubicBezTo>
                <a:cubicBezTo>
                  <a:pt x="1267067" y="102977"/>
                  <a:pt x="1262991" y="98195"/>
                  <a:pt x="1257557" y="94717"/>
                </a:cubicBezTo>
                <a:cubicBezTo>
                  <a:pt x="1252232" y="91240"/>
                  <a:pt x="1246635" y="89501"/>
                  <a:pt x="1240766" y="89501"/>
                </a:cubicBezTo>
                <a:cubicBezTo>
                  <a:pt x="1231746" y="89501"/>
                  <a:pt x="1223648" y="93033"/>
                  <a:pt x="1216475" y="100096"/>
                </a:cubicBezTo>
                <a:cubicBezTo>
                  <a:pt x="1209411" y="107052"/>
                  <a:pt x="1205281" y="116778"/>
                  <a:pt x="1204085" y="129277"/>
                </a:cubicBezTo>
                <a:moveTo>
                  <a:pt x="1432807" y="215028"/>
                </a:moveTo>
                <a:cubicBezTo>
                  <a:pt x="1425525" y="222634"/>
                  <a:pt x="1418406" y="228124"/>
                  <a:pt x="1411451" y="231493"/>
                </a:cubicBezTo>
                <a:cubicBezTo>
                  <a:pt x="1404495" y="234753"/>
                  <a:pt x="1396996" y="236384"/>
                  <a:pt x="1388953" y="236384"/>
                </a:cubicBezTo>
                <a:cubicBezTo>
                  <a:pt x="1372651" y="236384"/>
                  <a:pt x="1358414" y="229590"/>
                  <a:pt x="1346241" y="216005"/>
                </a:cubicBezTo>
                <a:cubicBezTo>
                  <a:pt x="1334069" y="202312"/>
                  <a:pt x="1327983" y="184759"/>
                  <a:pt x="1327983" y="163349"/>
                </a:cubicBezTo>
                <a:cubicBezTo>
                  <a:pt x="1327983" y="141939"/>
                  <a:pt x="1334721" y="122376"/>
                  <a:pt x="1348198" y="104662"/>
                </a:cubicBezTo>
                <a:cubicBezTo>
                  <a:pt x="1361674" y="86838"/>
                  <a:pt x="1379010" y="77925"/>
                  <a:pt x="1400202" y="77925"/>
                </a:cubicBezTo>
                <a:cubicBezTo>
                  <a:pt x="1413352" y="77925"/>
                  <a:pt x="1424221" y="82110"/>
                  <a:pt x="1432807" y="90478"/>
                </a:cubicBezTo>
                <a:lnTo>
                  <a:pt x="1432807" y="62928"/>
                </a:lnTo>
                <a:cubicBezTo>
                  <a:pt x="1432807" y="45865"/>
                  <a:pt x="1432372" y="35378"/>
                  <a:pt x="1431503" y="31465"/>
                </a:cubicBezTo>
                <a:cubicBezTo>
                  <a:pt x="1430742" y="27552"/>
                  <a:pt x="1429492" y="24888"/>
                  <a:pt x="1427753" y="23475"/>
                </a:cubicBezTo>
                <a:cubicBezTo>
                  <a:pt x="1426014" y="22063"/>
                  <a:pt x="1423841" y="21356"/>
                  <a:pt x="1421233" y="21356"/>
                </a:cubicBezTo>
                <a:cubicBezTo>
                  <a:pt x="1418406" y="21356"/>
                  <a:pt x="1414656" y="22225"/>
                  <a:pt x="1409984" y="23964"/>
                </a:cubicBezTo>
                <a:lnTo>
                  <a:pt x="1407864" y="18259"/>
                </a:lnTo>
                <a:lnTo>
                  <a:pt x="1452369" y="0"/>
                </a:lnTo>
                <a:lnTo>
                  <a:pt x="1459705" y="0"/>
                </a:lnTo>
                <a:lnTo>
                  <a:pt x="1459705" y="172642"/>
                </a:lnTo>
                <a:cubicBezTo>
                  <a:pt x="1459705" y="190140"/>
                  <a:pt x="1460086" y="200844"/>
                  <a:pt x="1460846" y="204756"/>
                </a:cubicBezTo>
                <a:cubicBezTo>
                  <a:pt x="1461716" y="208561"/>
                  <a:pt x="1463020" y="211223"/>
                  <a:pt x="1464759" y="212746"/>
                </a:cubicBezTo>
                <a:cubicBezTo>
                  <a:pt x="1466607" y="214266"/>
                  <a:pt x="1468726" y="215028"/>
                  <a:pt x="1471116" y="215028"/>
                </a:cubicBezTo>
                <a:cubicBezTo>
                  <a:pt x="1474051" y="215028"/>
                  <a:pt x="1477964" y="214104"/>
                  <a:pt x="1482854" y="212257"/>
                </a:cubicBezTo>
                <a:lnTo>
                  <a:pt x="1484648" y="217963"/>
                </a:lnTo>
                <a:lnTo>
                  <a:pt x="1440306" y="236384"/>
                </a:lnTo>
                <a:lnTo>
                  <a:pt x="1432807" y="236384"/>
                </a:lnTo>
                <a:lnTo>
                  <a:pt x="1432807" y="215028"/>
                </a:lnTo>
                <a:moveTo>
                  <a:pt x="1432807" y="203617"/>
                </a:moveTo>
                <a:lnTo>
                  <a:pt x="1432807" y="126669"/>
                </a:lnTo>
                <a:cubicBezTo>
                  <a:pt x="1432155" y="119279"/>
                  <a:pt x="1430199" y="112541"/>
                  <a:pt x="1426938" y="106455"/>
                </a:cubicBezTo>
                <a:cubicBezTo>
                  <a:pt x="1423678" y="100369"/>
                  <a:pt x="1419330" y="95803"/>
                  <a:pt x="1413896" y="92760"/>
                </a:cubicBezTo>
                <a:cubicBezTo>
                  <a:pt x="1408570" y="89609"/>
                  <a:pt x="1403353" y="88032"/>
                  <a:pt x="1398246" y="88032"/>
                </a:cubicBezTo>
                <a:cubicBezTo>
                  <a:pt x="1388682" y="88032"/>
                  <a:pt x="1380150" y="92325"/>
                  <a:pt x="1372651" y="100912"/>
                </a:cubicBezTo>
                <a:cubicBezTo>
                  <a:pt x="1362761" y="112215"/>
                  <a:pt x="1357816" y="128735"/>
                  <a:pt x="1357816" y="150471"/>
                </a:cubicBezTo>
                <a:cubicBezTo>
                  <a:pt x="1357816" y="172424"/>
                  <a:pt x="1362598" y="189270"/>
                  <a:pt x="1372162" y="201008"/>
                </a:cubicBezTo>
                <a:cubicBezTo>
                  <a:pt x="1381726" y="212636"/>
                  <a:pt x="1392377" y="218451"/>
                  <a:pt x="1404115" y="218451"/>
                </a:cubicBezTo>
                <a:cubicBezTo>
                  <a:pt x="1414004" y="218451"/>
                  <a:pt x="1423568" y="213505"/>
                  <a:pt x="1432807" y="203617"/>
                </a:cubicBezTo>
                <a:moveTo>
                  <a:pt x="1720379" y="5706"/>
                </a:moveTo>
                <a:lnTo>
                  <a:pt x="1720379" y="82164"/>
                </a:lnTo>
                <a:lnTo>
                  <a:pt x="1714347" y="82164"/>
                </a:lnTo>
                <a:cubicBezTo>
                  <a:pt x="1712390" y="67492"/>
                  <a:pt x="1708858" y="55808"/>
                  <a:pt x="1703751" y="47113"/>
                </a:cubicBezTo>
                <a:cubicBezTo>
                  <a:pt x="1698751" y="38421"/>
                  <a:pt x="1691578" y="31519"/>
                  <a:pt x="1682232" y="26410"/>
                </a:cubicBezTo>
                <a:cubicBezTo>
                  <a:pt x="1672885" y="21302"/>
                  <a:pt x="1663212" y="18748"/>
                  <a:pt x="1653213" y="18748"/>
                </a:cubicBezTo>
                <a:cubicBezTo>
                  <a:pt x="1641911" y="18748"/>
                  <a:pt x="1632564" y="22225"/>
                  <a:pt x="1625174" y="29181"/>
                </a:cubicBezTo>
                <a:cubicBezTo>
                  <a:pt x="1617783" y="36029"/>
                  <a:pt x="1614088" y="43854"/>
                  <a:pt x="1614088" y="52657"/>
                </a:cubicBezTo>
                <a:cubicBezTo>
                  <a:pt x="1614088" y="59396"/>
                  <a:pt x="1616425" y="65536"/>
                  <a:pt x="1621098" y="71078"/>
                </a:cubicBezTo>
                <a:cubicBezTo>
                  <a:pt x="1627836" y="79229"/>
                  <a:pt x="1643867" y="90098"/>
                  <a:pt x="1669190" y="103682"/>
                </a:cubicBezTo>
                <a:cubicBezTo>
                  <a:pt x="1689839" y="114769"/>
                  <a:pt x="1703913" y="123299"/>
                  <a:pt x="1711413" y="129277"/>
                </a:cubicBezTo>
                <a:cubicBezTo>
                  <a:pt x="1719020" y="135147"/>
                  <a:pt x="1724834" y="142103"/>
                  <a:pt x="1728856" y="150145"/>
                </a:cubicBezTo>
                <a:cubicBezTo>
                  <a:pt x="1732986" y="158186"/>
                  <a:pt x="1735050" y="166610"/>
                  <a:pt x="1735050" y="175413"/>
                </a:cubicBezTo>
                <a:cubicBezTo>
                  <a:pt x="1735050" y="192149"/>
                  <a:pt x="1728529" y="206606"/>
                  <a:pt x="1715487" y="218778"/>
                </a:cubicBezTo>
                <a:cubicBezTo>
                  <a:pt x="1702555" y="230840"/>
                  <a:pt x="1685872" y="236872"/>
                  <a:pt x="1665440" y="236872"/>
                </a:cubicBezTo>
                <a:cubicBezTo>
                  <a:pt x="1659028" y="236872"/>
                  <a:pt x="1652996" y="236384"/>
                  <a:pt x="1647345" y="235406"/>
                </a:cubicBezTo>
                <a:cubicBezTo>
                  <a:pt x="1643975" y="234861"/>
                  <a:pt x="1636965" y="232906"/>
                  <a:pt x="1626315" y="229536"/>
                </a:cubicBezTo>
                <a:cubicBezTo>
                  <a:pt x="1615773" y="226058"/>
                  <a:pt x="1609089" y="224319"/>
                  <a:pt x="1606263" y="224319"/>
                </a:cubicBezTo>
                <a:cubicBezTo>
                  <a:pt x="1603545" y="224319"/>
                  <a:pt x="1601372" y="225135"/>
                  <a:pt x="1599742" y="226765"/>
                </a:cubicBezTo>
                <a:cubicBezTo>
                  <a:pt x="1598220" y="228396"/>
                  <a:pt x="1597079" y="231764"/>
                  <a:pt x="1596318" y="236872"/>
                </a:cubicBezTo>
                <a:lnTo>
                  <a:pt x="1590287" y="236872"/>
                </a:lnTo>
                <a:lnTo>
                  <a:pt x="1590287" y="161067"/>
                </a:lnTo>
                <a:lnTo>
                  <a:pt x="1596318" y="161067"/>
                </a:lnTo>
                <a:cubicBezTo>
                  <a:pt x="1599144" y="176934"/>
                  <a:pt x="1602948" y="188836"/>
                  <a:pt x="1607730" y="196769"/>
                </a:cubicBezTo>
                <a:cubicBezTo>
                  <a:pt x="1612512" y="204594"/>
                  <a:pt x="1619794" y="211115"/>
                  <a:pt x="1629575" y="216332"/>
                </a:cubicBezTo>
                <a:cubicBezTo>
                  <a:pt x="1639466" y="221549"/>
                  <a:pt x="1650279" y="224157"/>
                  <a:pt x="1662017" y="224157"/>
                </a:cubicBezTo>
                <a:cubicBezTo>
                  <a:pt x="1675601" y="224157"/>
                  <a:pt x="1686306" y="220571"/>
                  <a:pt x="1694132" y="213397"/>
                </a:cubicBezTo>
                <a:cubicBezTo>
                  <a:pt x="1702066" y="206225"/>
                  <a:pt x="1706033" y="197747"/>
                  <a:pt x="1706033" y="187966"/>
                </a:cubicBezTo>
                <a:cubicBezTo>
                  <a:pt x="1706033" y="182531"/>
                  <a:pt x="1704511" y="177044"/>
                  <a:pt x="1701468" y="171500"/>
                </a:cubicBezTo>
                <a:cubicBezTo>
                  <a:pt x="1698534" y="165957"/>
                  <a:pt x="1693915" y="160794"/>
                  <a:pt x="1687611" y="156012"/>
                </a:cubicBezTo>
                <a:cubicBezTo>
                  <a:pt x="1683372" y="152753"/>
                  <a:pt x="1671798" y="145851"/>
                  <a:pt x="1652887" y="135310"/>
                </a:cubicBezTo>
                <a:cubicBezTo>
                  <a:pt x="1633976" y="124658"/>
                  <a:pt x="1620500" y="116181"/>
                  <a:pt x="1612458" y="109879"/>
                </a:cubicBezTo>
                <a:cubicBezTo>
                  <a:pt x="1604524" y="103574"/>
                  <a:pt x="1598492" y="96619"/>
                  <a:pt x="1594362" y="89012"/>
                </a:cubicBezTo>
                <a:cubicBezTo>
                  <a:pt x="1590233" y="81403"/>
                  <a:pt x="1588167" y="73035"/>
                  <a:pt x="1588167" y="63906"/>
                </a:cubicBezTo>
                <a:cubicBezTo>
                  <a:pt x="1588167" y="48039"/>
                  <a:pt x="1594254" y="34398"/>
                  <a:pt x="1606426" y="22987"/>
                </a:cubicBezTo>
                <a:cubicBezTo>
                  <a:pt x="1618599" y="11467"/>
                  <a:pt x="1634086" y="5706"/>
                  <a:pt x="1652887" y="5706"/>
                </a:cubicBezTo>
                <a:cubicBezTo>
                  <a:pt x="1664625" y="5706"/>
                  <a:pt x="1677069" y="8586"/>
                  <a:pt x="1690219" y="14346"/>
                </a:cubicBezTo>
                <a:cubicBezTo>
                  <a:pt x="1696305" y="17063"/>
                  <a:pt x="1700598" y="18423"/>
                  <a:pt x="1703099" y="18423"/>
                </a:cubicBezTo>
                <a:cubicBezTo>
                  <a:pt x="1705923" y="18423"/>
                  <a:pt x="1708206" y="17608"/>
                  <a:pt x="1709945" y="15977"/>
                </a:cubicBezTo>
                <a:cubicBezTo>
                  <a:pt x="1711793" y="14238"/>
                  <a:pt x="1713260" y="10814"/>
                  <a:pt x="1714347" y="5706"/>
                </a:cubicBezTo>
                <a:lnTo>
                  <a:pt x="1720379" y="5706"/>
                </a:lnTo>
                <a:moveTo>
                  <a:pt x="1848189" y="210300"/>
                </a:moveTo>
                <a:cubicBezTo>
                  <a:pt x="1832864" y="222146"/>
                  <a:pt x="1823246" y="228993"/>
                  <a:pt x="1819333" y="230840"/>
                </a:cubicBezTo>
                <a:cubicBezTo>
                  <a:pt x="1813464" y="233557"/>
                  <a:pt x="1807216" y="234917"/>
                  <a:pt x="1800586" y="234917"/>
                </a:cubicBezTo>
                <a:cubicBezTo>
                  <a:pt x="1790261" y="234917"/>
                  <a:pt x="1781730" y="231383"/>
                  <a:pt x="1774992" y="224319"/>
                </a:cubicBezTo>
                <a:cubicBezTo>
                  <a:pt x="1768361" y="217255"/>
                  <a:pt x="1765047" y="207964"/>
                  <a:pt x="1765047" y="196442"/>
                </a:cubicBezTo>
                <a:cubicBezTo>
                  <a:pt x="1765047" y="189162"/>
                  <a:pt x="1766678" y="182858"/>
                  <a:pt x="1769937" y="177533"/>
                </a:cubicBezTo>
                <a:cubicBezTo>
                  <a:pt x="1774394" y="170142"/>
                  <a:pt x="1782110" y="163187"/>
                  <a:pt x="1793087" y="156666"/>
                </a:cubicBezTo>
                <a:cubicBezTo>
                  <a:pt x="1804173" y="150145"/>
                  <a:pt x="1822540" y="142211"/>
                  <a:pt x="1848189" y="132863"/>
                </a:cubicBezTo>
                <a:lnTo>
                  <a:pt x="1848189" y="126996"/>
                </a:lnTo>
                <a:cubicBezTo>
                  <a:pt x="1848189" y="112107"/>
                  <a:pt x="1845798" y="101889"/>
                  <a:pt x="1841016" y="96346"/>
                </a:cubicBezTo>
                <a:cubicBezTo>
                  <a:pt x="1836342" y="90805"/>
                  <a:pt x="1829495" y="88032"/>
                  <a:pt x="1820474" y="88032"/>
                </a:cubicBezTo>
                <a:cubicBezTo>
                  <a:pt x="1813628" y="88032"/>
                  <a:pt x="1808193" y="89881"/>
                  <a:pt x="1804173" y="93575"/>
                </a:cubicBezTo>
                <a:cubicBezTo>
                  <a:pt x="1800043" y="97272"/>
                  <a:pt x="1797977" y="101509"/>
                  <a:pt x="1797977" y="106291"/>
                </a:cubicBezTo>
                <a:lnTo>
                  <a:pt x="1798304" y="115747"/>
                </a:lnTo>
                <a:cubicBezTo>
                  <a:pt x="1798304" y="120745"/>
                  <a:pt x="1797000" y="124604"/>
                  <a:pt x="1794391" y="127322"/>
                </a:cubicBezTo>
                <a:cubicBezTo>
                  <a:pt x="1791891" y="130039"/>
                  <a:pt x="1788576" y="131397"/>
                  <a:pt x="1784446" y="131397"/>
                </a:cubicBezTo>
                <a:cubicBezTo>
                  <a:pt x="1780426" y="131397"/>
                  <a:pt x="1777110" y="129985"/>
                  <a:pt x="1774502" y="127158"/>
                </a:cubicBezTo>
                <a:cubicBezTo>
                  <a:pt x="1772003" y="124333"/>
                  <a:pt x="1770752" y="120475"/>
                  <a:pt x="1770752" y="115584"/>
                </a:cubicBezTo>
                <a:cubicBezTo>
                  <a:pt x="1770752" y="106237"/>
                  <a:pt x="1775534" y="97650"/>
                  <a:pt x="1785099" y="89827"/>
                </a:cubicBezTo>
                <a:cubicBezTo>
                  <a:pt x="1794663" y="82002"/>
                  <a:pt x="1808085" y="78089"/>
                  <a:pt x="1825365" y="78089"/>
                </a:cubicBezTo>
                <a:cubicBezTo>
                  <a:pt x="1838625" y="78089"/>
                  <a:pt x="1849493" y="80317"/>
                  <a:pt x="1857970" y="84773"/>
                </a:cubicBezTo>
                <a:cubicBezTo>
                  <a:pt x="1864382" y="88142"/>
                  <a:pt x="1869110" y="93413"/>
                  <a:pt x="1872153" y="100585"/>
                </a:cubicBezTo>
                <a:cubicBezTo>
                  <a:pt x="1874109" y="105259"/>
                  <a:pt x="1875087" y="114823"/>
                  <a:pt x="1875087" y="129277"/>
                </a:cubicBezTo>
                <a:lnTo>
                  <a:pt x="1875087" y="179977"/>
                </a:lnTo>
                <a:cubicBezTo>
                  <a:pt x="1875087" y="194215"/>
                  <a:pt x="1875358" y="202963"/>
                  <a:pt x="1875902" y="206225"/>
                </a:cubicBezTo>
                <a:cubicBezTo>
                  <a:pt x="1876445" y="209376"/>
                  <a:pt x="1877316" y="211496"/>
                  <a:pt x="1878511" y="212582"/>
                </a:cubicBezTo>
                <a:cubicBezTo>
                  <a:pt x="1879815" y="213669"/>
                  <a:pt x="1881282" y="214212"/>
                  <a:pt x="1882912" y="214212"/>
                </a:cubicBezTo>
                <a:cubicBezTo>
                  <a:pt x="1884651" y="214212"/>
                  <a:pt x="1886173" y="213832"/>
                  <a:pt x="1887477" y="213070"/>
                </a:cubicBezTo>
                <a:cubicBezTo>
                  <a:pt x="1889760" y="211658"/>
                  <a:pt x="1894161" y="207691"/>
                  <a:pt x="1900682" y="201170"/>
                </a:cubicBezTo>
                <a:lnTo>
                  <a:pt x="1900682" y="210300"/>
                </a:lnTo>
                <a:cubicBezTo>
                  <a:pt x="1888510" y="226603"/>
                  <a:pt x="1876881" y="234753"/>
                  <a:pt x="1865795" y="234753"/>
                </a:cubicBezTo>
                <a:cubicBezTo>
                  <a:pt x="1860469" y="234753"/>
                  <a:pt x="1856231" y="232906"/>
                  <a:pt x="1853079" y="229210"/>
                </a:cubicBezTo>
                <a:cubicBezTo>
                  <a:pt x="1849928" y="225515"/>
                  <a:pt x="1848297" y="219213"/>
                  <a:pt x="1848189" y="210300"/>
                </a:cubicBezTo>
                <a:moveTo>
                  <a:pt x="1848189" y="199704"/>
                </a:moveTo>
                <a:lnTo>
                  <a:pt x="1848189" y="142808"/>
                </a:lnTo>
                <a:cubicBezTo>
                  <a:pt x="1831777" y="149329"/>
                  <a:pt x="1821181" y="153949"/>
                  <a:pt x="1816399" y="156666"/>
                </a:cubicBezTo>
                <a:cubicBezTo>
                  <a:pt x="1807813" y="161448"/>
                  <a:pt x="1801672" y="166446"/>
                  <a:pt x="1797977" y="171663"/>
                </a:cubicBezTo>
                <a:cubicBezTo>
                  <a:pt x="1794282" y="176880"/>
                  <a:pt x="1792435" y="182585"/>
                  <a:pt x="1792435" y="188782"/>
                </a:cubicBezTo>
                <a:cubicBezTo>
                  <a:pt x="1792435" y="196607"/>
                  <a:pt x="1794771" y="203128"/>
                  <a:pt x="1799445" y="208344"/>
                </a:cubicBezTo>
                <a:cubicBezTo>
                  <a:pt x="1804119" y="213451"/>
                  <a:pt x="1809498" y="216005"/>
                  <a:pt x="1815584" y="216005"/>
                </a:cubicBezTo>
                <a:cubicBezTo>
                  <a:pt x="1823844" y="216005"/>
                  <a:pt x="1834712" y="210572"/>
                  <a:pt x="1848189" y="199704"/>
                </a:cubicBezTo>
                <a:moveTo>
                  <a:pt x="1956273" y="109879"/>
                </a:moveTo>
                <a:cubicBezTo>
                  <a:pt x="1967141" y="99011"/>
                  <a:pt x="1973553" y="92760"/>
                  <a:pt x="1975509" y="91131"/>
                </a:cubicBezTo>
                <a:cubicBezTo>
                  <a:pt x="1980400" y="87000"/>
                  <a:pt x="1985671" y="83795"/>
                  <a:pt x="1991322" y="81511"/>
                </a:cubicBezTo>
                <a:cubicBezTo>
                  <a:pt x="1996974" y="79229"/>
                  <a:pt x="2002570" y="78089"/>
                  <a:pt x="2008114" y="78089"/>
                </a:cubicBezTo>
                <a:cubicBezTo>
                  <a:pt x="2017460" y="78089"/>
                  <a:pt x="2025503" y="80806"/>
                  <a:pt x="2032241" y="86239"/>
                </a:cubicBezTo>
                <a:cubicBezTo>
                  <a:pt x="2038980" y="91674"/>
                  <a:pt x="2043489" y="99553"/>
                  <a:pt x="2045772" y="109879"/>
                </a:cubicBezTo>
                <a:cubicBezTo>
                  <a:pt x="2056966" y="96837"/>
                  <a:pt x="2066422" y="88305"/>
                  <a:pt x="2074138" y="84284"/>
                </a:cubicBezTo>
                <a:cubicBezTo>
                  <a:pt x="2081854" y="80153"/>
                  <a:pt x="2089788" y="78089"/>
                  <a:pt x="2097939" y="78089"/>
                </a:cubicBezTo>
                <a:cubicBezTo>
                  <a:pt x="2105873" y="78089"/>
                  <a:pt x="2112883" y="80153"/>
                  <a:pt x="2118969" y="84284"/>
                </a:cubicBezTo>
                <a:cubicBezTo>
                  <a:pt x="2125164" y="88305"/>
                  <a:pt x="2130055" y="94934"/>
                  <a:pt x="2133641" y="104171"/>
                </a:cubicBezTo>
                <a:cubicBezTo>
                  <a:pt x="2136032" y="110476"/>
                  <a:pt x="2137228" y="120367"/>
                  <a:pt x="2137228" y="133843"/>
                </a:cubicBezTo>
                <a:lnTo>
                  <a:pt x="2137228" y="198073"/>
                </a:lnTo>
                <a:cubicBezTo>
                  <a:pt x="2137228" y="207419"/>
                  <a:pt x="2137934" y="213832"/>
                  <a:pt x="2139346" y="217310"/>
                </a:cubicBezTo>
                <a:cubicBezTo>
                  <a:pt x="2140434" y="219702"/>
                  <a:pt x="2142445" y="221765"/>
                  <a:pt x="2145379" y="223504"/>
                </a:cubicBezTo>
                <a:cubicBezTo>
                  <a:pt x="2148314" y="225135"/>
                  <a:pt x="2153096" y="225950"/>
                  <a:pt x="2159725" y="225950"/>
                </a:cubicBezTo>
                <a:lnTo>
                  <a:pt x="2159725" y="231818"/>
                </a:lnTo>
                <a:lnTo>
                  <a:pt x="2086039" y="231818"/>
                </a:lnTo>
                <a:lnTo>
                  <a:pt x="2086039" y="225950"/>
                </a:lnTo>
                <a:lnTo>
                  <a:pt x="2089136" y="225950"/>
                </a:lnTo>
                <a:cubicBezTo>
                  <a:pt x="2095548" y="225950"/>
                  <a:pt x="2100547" y="224700"/>
                  <a:pt x="2104134" y="222200"/>
                </a:cubicBezTo>
                <a:cubicBezTo>
                  <a:pt x="2106633" y="220461"/>
                  <a:pt x="2108426" y="217690"/>
                  <a:pt x="2109514" y="213886"/>
                </a:cubicBezTo>
                <a:cubicBezTo>
                  <a:pt x="2109949" y="212039"/>
                  <a:pt x="2110165" y="206768"/>
                  <a:pt x="2110165" y="198073"/>
                </a:cubicBezTo>
                <a:lnTo>
                  <a:pt x="2110165" y="133843"/>
                </a:lnTo>
                <a:cubicBezTo>
                  <a:pt x="2110165" y="121671"/>
                  <a:pt x="2108699" y="113084"/>
                  <a:pt x="2105764" y="108084"/>
                </a:cubicBezTo>
                <a:cubicBezTo>
                  <a:pt x="2101526" y="101128"/>
                  <a:pt x="2094733" y="97650"/>
                  <a:pt x="2085387" y="97650"/>
                </a:cubicBezTo>
                <a:cubicBezTo>
                  <a:pt x="2079626" y="97650"/>
                  <a:pt x="2073812" y="99119"/>
                  <a:pt x="2067943" y="102054"/>
                </a:cubicBezTo>
                <a:cubicBezTo>
                  <a:pt x="2062183" y="104878"/>
                  <a:pt x="2055173" y="110203"/>
                  <a:pt x="2046913" y="118029"/>
                </a:cubicBezTo>
                <a:lnTo>
                  <a:pt x="2046587" y="119822"/>
                </a:lnTo>
                <a:lnTo>
                  <a:pt x="2046913" y="126831"/>
                </a:lnTo>
                <a:lnTo>
                  <a:pt x="2046913" y="198073"/>
                </a:lnTo>
                <a:cubicBezTo>
                  <a:pt x="2046913" y="208288"/>
                  <a:pt x="2047457" y="214647"/>
                  <a:pt x="2048544" y="217147"/>
                </a:cubicBezTo>
                <a:cubicBezTo>
                  <a:pt x="2049739" y="219648"/>
                  <a:pt x="2051912" y="221765"/>
                  <a:pt x="2055065" y="223504"/>
                </a:cubicBezTo>
                <a:cubicBezTo>
                  <a:pt x="2058216" y="225135"/>
                  <a:pt x="2063596" y="225950"/>
                  <a:pt x="2071204" y="225950"/>
                </a:cubicBezTo>
                <a:lnTo>
                  <a:pt x="2071204" y="231818"/>
                </a:lnTo>
                <a:lnTo>
                  <a:pt x="1995724" y="231818"/>
                </a:lnTo>
                <a:lnTo>
                  <a:pt x="1995724" y="225950"/>
                </a:lnTo>
                <a:cubicBezTo>
                  <a:pt x="2003984" y="225950"/>
                  <a:pt x="2009635" y="224972"/>
                  <a:pt x="2012678" y="223015"/>
                </a:cubicBezTo>
                <a:cubicBezTo>
                  <a:pt x="2015830" y="221060"/>
                  <a:pt x="2018004" y="218125"/>
                  <a:pt x="2019199" y="214212"/>
                </a:cubicBezTo>
                <a:cubicBezTo>
                  <a:pt x="2019742" y="212365"/>
                  <a:pt x="2020015" y="206984"/>
                  <a:pt x="2020015" y="198073"/>
                </a:cubicBezTo>
                <a:lnTo>
                  <a:pt x="2020015" y="133843"/>
                </a:lnTo>
                <a:cubicBezTo>
                  <a:pt x="2020015" y="121671"/>
                  <a:pt x="2018221" y="112922"/>
                  <a:pt x="2014635" y="107595"/>
                </a:cubicBezTo>
                <a:cubicBezTo>
                  <a:pt x="2009853" y="100639"/>
                  <a:pt x="2003168" y="97161"/>
                  <a:pt x="1994583" y="97161"/>
                </a:cubicBezTo>
                <a:cubicBezTo>
                  <a:pt x="1988714" y="97161"/>
                  <a:pt x="1982899" y="98738"/>
                  <a:pt x="1977140" y="101889"/>
                </a:cubicBezTo>
                <a:cubicBezTo>
                  <a:pt x="1968118" y="106671"/>
                  <a:pt x="1961163" y="112053"/>
                  <a:pt x="1956273" y="118029"/>
                </a:cubicBezTo>
                <a:lnTo>
                  <a:pt x="1956273" y="198073"/>
                </a:lnTo>
                <a:cubicBezTo>
                  <a:pt x="1956273" y="207854"/>
                  <a:pt x="1956925" y="214212"/>
                  <a:pt x="1958229" y="217147"/>
                </a:cubicBezTo>
                <a:cubicBezTo>
                  <a:pt x="1959642" y="220082"/>
                  <a:pt x="1961653" y="222310"/>
                  <a:pt x="1964261" y="223831"/>
                </a:cubicBezTo>
                <a:cubicBezTo>
                  <a:pt x="1966978" y="225243"/>
                  <a:pt x="1972412" y="225950"/>
                  <a:pt x="1980563" y="225950"/>
                </a:cubicBezTo>
                <a:lnTo>
                  <a:pt x="1980563" y="231818"/>
                </a:lnTo>
                <a:lnTo>
                  <a:pt x="1906713" y="231818"/>
                </a:lnTo>
                <a:lnTo>
                  <a:pt x="1906713" y="225950"/>
                </a:lnTo>
                <a:cubicBezTo>
                  <a:pt x="1913561" y="225950"/>
                  <a:pt x="1918343" y="225243"/>
                  <a:pt x="1921059" y="223831"/>
                </a:cubicBezTo>
                <a:cubicBezTo>
                  <a:pt x="1923777" y="222310"/>
                  <a:pt x="1925841" y="219972"/>
                  <a:pt x="1927255" y="216821"/>
                </a:cubicBezTo>
                <a:cubicBezTo>
                  <a:pt x="1928667" y="213561"/>
                  <a:pt x="1929373" y="207311"/>
                  <a:pt x="1929373" y="198073"/>
                </a:cubicBezTo>
                <a:lnTo>
                  <a:pt x="1929373" y="141015"/>
                </a:lnTo>
                <a:cubicBezTo>
                  <a:pt x="1929373" y="124604"/>
                  <a:pt x="1928884" y="114008"/>
                  <a:pt x="1927907" y="109226"/>
                </a:cubicBezTo>
                <a:cubicBezTo>
                  <a:pt x="1927146" y="105640"/>
                  <a:pt x="1925951" y="103194"/>
                  <a:pt x="1924320" y="101889"/>
                </a:cubicBezTo>
                <a:cubicBezTo>
                  <a:pt x="1922690" y="100477"/>
                  <a:pt x="1920462" y="99770"/>
                  <a:pt x="1917637" y="99770"/>
                </a:cubicBezTo>
                <a:cubicBezTo>
                  <a:pt x="1914593" y="99770"/>
                  <a:pt x="1910952" y="100585"/>
                  <a:pt x="1906713" y="102216"/>
                </a:cubicBezTo>
                <a:lnTo>
                  <a:pt x="1904268" y="96346"/>
                </a:lnTo>
                <a:lnTo>
                  <a:pt x="1949263" y="78089"/>
                </a:lnTo>
                <a:lnTo>
                  <a:pt x="1956273" y="78089"/>
                </a:lnTo>
                <a:lnTo>
                  <a:pt x="1956273" y="109879"/>
                </a:lnTo>
                <a:moveTo>
                  <a:pt x="2161029" y="97326"/>
                </a:moveTo>
                <a:lnTo>
                  <a:pt x="2207001" y="78740"/>
                </a:lnTo>
                <a:lnTo>
                  <a:pt x="2213197" y="78740"/>
                </a:lnTo>
                <a:lnTo>
                  <a:pt x="2213197" y="113627"/>
                </a:lnTo>
                <a:cubicBezTo>
                  <a:pt x="2220913" y="100477"/>
                  <a:pt x="2228629" y="91294"/>
                  <a:pt x="2236346" y="86077"/>
                </a:cubicBezTo>
                <a:cubicBezTo>
                  <a:pt x="2244171" y="80752"/>
                  <a:pt x="2252377" y="78089"/>
                  <a:pt x="2260962" y="78089"/>
                </a:cubicBezTo>
                <a:cubicBezTo>
                  <a:pt x="2275960" y="78089"/>
                  <a:pt x="2288458" y="83957"/>
                  <a:pt x="2298457" y="95695"/>
                </a:cubicBezTo>
                <a:cubicBezTo>
                  <a:pt x="2310739" y="110041"/>
                  <a:pt x="2316879" y="128735"/>
                  <a:pt x="2316879" y="151775"/>
                </a:cubicBezTo>
                <a:cubicBezTo>
                  <a:pt x="2316879" y="177533"/>
                  <a:pt x="2309489" y="198834"/>
                  <a:pt x="2294708" y="215679"/>
                </a:cubicBezTo>
                <a:cubicBezTo>
                  <a:pt x="2282535" y="229482"/>
                  <a:pt x="2267212" y="236384"/>
                  <a:pt x="2248735" y="236384"/>
                </a:cubicBezTo>
                <a:cubicBezTo>
                  <a:pt x="2240693" y="236384"/>
                  <a:pt x="2233737" y="235242"/>
                  <a:pt x="2227868" y="232960"/>
                </a:cubicBezTo>
                <a:cubicBezTo>
                  <a:pt x="2223521" y="231329"/>
                  <a:pt x="2218630" y="228070"/>
                  <a:pt x="2213197" y="223179"/>
                </a:cubicBezTo>
                <a:lnTo>
                  <a:pt x="2213197" y="268662"/>
                </a:lnTo>
                <a:cubicBezTo>
                  <a:pt x="2213197" y="278879"/>
                  <a:pt x="2213794" y="285344"/>
                  <a:pt x="2214990" y="288063"/>
                </a:cubicBezTo>
                <a:cubicBezTo>
                  <a:pt x="2216294" y="290887"/>
                  <a:pt x="2218468" y="293115"/>
                  <a:pt x="2221511" y="294746"/>
                </a:cubicBezTo>
                <a:cubicBezTo>
                  <a:pt x="2224662" y="296377"/>
                  <a:pt x="2230313" y="297192"/>
                  <a:pt x="2238465" y="297192"/>
                </a:cubicBezTo>
                <a:lnTo>
                  <a:pt x="2238465" y="303222"/>
                </a:lnTo>
                <a:lnTo>
                  <a:pt x="2160214" y="303222"/>
                </a:lnTo>
                <a:lnTo>
                  <a:pt x="2160214" y="297192"/>
                </a:lnTo>
                <a:lnTo>
                  <a:pt x="2164289" y="297192"/>
                </a:lnTo>
                <a:cubicBezTo>
                  <a:pt x="2170266" y="297300"/>
                  <a:pt x="2175375" y="296158"/>
                  <a:pt x="2179613" y="293768"/>
                </a:cubicBezTo>
                <a:cubicBezTo>
                  <a:pt x="2181679" y="292572"/>
                  <a:pt x="2183254" y="290615"/>
                  <a:pt x="2184341" y="287898"/>
                </a:cubicBezTo>
                <a:cubicBezTo>
                  <a:pt x="2185536" y="285290"/>
                  <a:pt x="2186134" y="278553"/>
                  <a:pt x="2186134" y="267684"/>
                </a:cubicBezTo>
                <a:lnTo>
                  <a:pt x="2186134" y="126507"/>
                </a:lnTo>
                <a:cubicBezTo>
                  <a:pt x="2186134" y="116835"/>
                  <a:pt x="2185699" y="110692"/>
                  <a:pt x="2184830" y="108084"/>
                </a:cubicBezTo>
                <a:cubicBezTo>
                  <a:pt x="2183962" y="105475"/>
                  <a:pt x="2182548" y="103520"/>
                  <a:pt x="2180592" y="102216"/>
                </a:cubicBezTo>
                <a:cubicBezTo>
                  <a:pt x="2178745" y="100912"/>
                  <a:pt x="2176190" y="100259"/>
                  <a:pt x="2172930" y="100259"/>
                </a:cubicBezTo>
                <a:cubicBezTo>
                  <a:pt x="2170322" y="100259"/>
                  <a:pt x="2167007" y="101020"/>
                  <a:pt x="2162985" y="102543"/>
                </a:cubicBezTo>
                <a:lnTo>
                  <a:pt x="2161029" y="97326"/>
                </a:lnTo>
                <a:moveTo>
                  <a:pt x="2213197" y="123245"/>
                </a:moveTo>
                <a:lnTo>
                  <a:pt x="2213197" y="178999"/>
                </a:lnTo>
                <a:cubicBezTo>
                  <a:pt x="2213197" y="191063"/>
                  <a:pt x="2213685" y="198997"/>
                  <a:pt x="2214663" y="202801"/>
                </a:cubicBezTo>
                <a:cubicBezTo>
                  <a:pt x="2216185" y="209104"/>
                  <a:pt x="2219880" y="214647"/>
                  <a:pt x="2225749" y="219429"/>
                </a:cubicBezTo>
                <a:cubicBezTo>
                  <a:pt x="2231727" y="224211"/>
                  <a:pt x="2239225" y="226603"/>
                  <a:pt x="2248246" y="226603"/>
                </a:cubicBezTo>
                <a:cubicBezTo>
                  <a:pt x="2259114" y="226603"/>
                  <a:pt x="2267918" y="222364"/>
                  <a:pt x="2274656" y="213886"/>
                </a:cubicBezTo>
                <a:cubicBezTo>
                  <a:pt x="2283459" y="202801"/>
                  <a:pt x="2287860" y="187205"/>
                  <a:pt x="2287860" y="167099"/>
                </a:cubicBezTo>
                <a:cubicBezTo>
                  <a:pt x="2287860" y="144277"/>
                  <a:pt x="2282862" y="126723"/>
                  <a:pt x="2272863" y="114443"/>
                </a:cubicBezTo>
                <a:cubicBezTo>
                  <a:pt x="2265907" y="105966"/>
                  <a:pt x="2257647" y="101727"/>
                  <a:pt x="2248083" y="101727"/>
                </a:cubicBezTo>
                <a:cubicBezTo>
                  <a:pt x="2242867" y="101727"/>
                  <a:pt x="2237704" y="103031"/>
                  <a:pt x="2232596" y="105640"/>
                </a:cubicBezTo>
                <a:cubicBezTo>
                  <a:pt x="2228684" y="107595"/>
                  <a:pt x="2222217" y="113465"/>
                  <a:pt x="2213197" y="123245"/>
                </a:cubicBezTo>
                <a:moveTo>
                  <a:pt x="2390076" y="0"/>
                </a:moveTo>
                <a:lnTo>
                  <a:pt x="2390076" y="198073"/>
                </a:lnTo>
                <a:cubicBezTo>
                  <a:pt x="2390076" y="207419"/>
                  <a:pt x="2390728" y="213615"/>
                  <a:pt x="2392032" y="216658"/>
                </a:cubicBezTo>
                <a:cubicBezTo>
                  <a:pt x="2393445" y="219702"/>
                  <a:pt x="2395564" y="222037"/>
                  <a:pt x="2398390" y="223668"/>
                </a:cubicBezTo>
                <a:cubicBezTo>
                  <a:pt x="2401216" y="225189"/>
                  <a:pt x="2406487" y="225950"/>
                  <a:pt x="2414203" y="225950"/>
                </a:cubicBezTo>
                <a:lnTo>
                  <a:pt x="2414203" y="231818"/>
                </a:lnTo>
                <a:lnTo>
                  <a:pt x="2341006" y="231818"/>
                </a:lnTo>
                <a:lnTo>
                  <a:pt x="2341006" y="225950"/>
                </a:lnTo>
                <a:cubicBezTo>
                  <a:pt x="2347853" y="225950"/>
                  <a:pt x="2352526" y="225243"/>
                  <a:pt x="2355026" y="223831"/>
                </a:cubicBezTo>
                <a:cubicBezTo>
                  <a:pt x="2357525" y="222418"/>
                  <a:pt x="2359482" y="220082"/>
                  <a:pt x="2360895" y="216821"/>
                </a:cubicBezTo>
                <a:cubicBezTo>
                  <a:pt x="2362307" y="213561"/>
                  <a:pt x="2363015" y="207311"/>
                  <a:pt x="2363015" y="198073"/>
                </a:cubicBezTo>
                <a:lnTo>
                  <a:pt x="2363015" y="62439"/>
                </a:lnTo>
                <a:cubicBezTo>
                  <a:pt x="2363015" y="45593"/>
                  <a:pt x="2362634" y="35267"/>
                  <a:pt x="2361873" y="31465"/>
                </a:cubicBezTo>
                <a:cubicBezTo>
                  <a:pt x="2361112" y="27552"/>
                  <a:pt x="2359862" y="24888"/>
                  <a:pt x="2358123" y="23475"/>
                </a:cubicBezTo>
                <a:cubicBezTo>
                  <a:pt x="2356494" y="22063"/>
                  <a:pt x="2354374" y="21356"/>
                  <a:pt x="2351766" y="21356"/>
                </a:cubicBezTo>
                <a:cubicBezTo>
                  <a:pt x="2348940" y="21356"/>
                  <a:pt x="2345353" y="22225"/>
                  <a:pt x="2341006" y="23964"/>
                </a:cubicBezTo>
                <a:lnTo>
                  <a:pt x="2338235" y="18259"/>
                </a:lnTo>
                <a:lnTo>
                  <a:pt x="2382740" y="0"/>
                </a:lnTo>
                <a:lnTo>
                  <a:pt x="2390076" y="0"/>
                </a:lnTo>
                <a:moveTo>
                  <a:pt x="2456752" y="138733"/>
                </a:moveTo>
                <a:cubicBezTo>
                  <a:pt x="2456644" y="160905"/>
                  <a:pt x="2462023" y="178294"/>
                  <a:pt x="2472891" y="190901"/>
                </a:cubicBezTo>
                <a:cubicBezTo>
                  <a:pt x="2483760" y="203506"/>
                  <a:pt x="2496529" y="209811"/>
                  <a:pt x="2511202" y="209811"/>
                </a:cubicBezTo>
                <a:cubicBezTo>
                  <a:pt x="2520983" y="209811"/>
                  <a:pt x="2529461" y="207148"/>
                  <a:pt x="2536633" y="201824"/>
                </a:cubicBezTo>
                <a:cubicBezTo>
                  <a:pt x="2543915" y="196388"/>
                  <a:pt x="2550001" y="187151"/>
                  <a:pt x="2554891" y="174109"/>
                </a:cubicBezTo>
                <a:lnTo>
                  <a:pt x="2559946" y="177368"/>
                </a:lnTo>
                <a:cubicBezTo>
                  <a:pt x="2557663" y="192259"/>
                  <a:pt x="2551034" y="205844"/>
                  <a:pt x="2540056" y="218125"/>
                </a:cubicBezTo>
                <a:cubicBezTo>
                  <a:pt x="2529080" y="230297"/>
                  <a:pt x="2515332" y="236384"/>
                  <a:pt x="2498812" y="236384"/>
                </a:cubicBezTo>
                <a:cubicBezTo>
                  <a:pt x="2480879" y="236384"/>
                  <a:pt x="2465501" y="229428"/>
                  <a:pt x="2452676" y="215517"/>
                </a:cubicBezTo>
                <a:cubicBezTo>
                  <a:pt x="2439961" y="201497"/>
                  <a:pt x="2433603" y="182695"/>
                  <a:pt x="2433603" y="159112"/>
                </a:cubicBezTo>
                <a:cubicBezTo>
                  <a:pt x="2433603" y="133571"/>
                  <a:pt x="2440124" y="113681"/>
                  <a:pt x="2453165" y="99445"/>
                </a:cubicBezTo>
                <a:cubicBezTo>
                  <a:pt x="2466316" y="85099"/>
                  <a:pt x="2482781" y="77925"/>
                  <a:pt x="2502561" y="77925"/>
                </a:cubicBezTo>
                <a:cubicBezTo>
                  <a:pt x="2519299" y="77925"/>
                  <a:pt x="2533047" y="83468"/>
                  <a:pt x="2543807" y="94553"/>
                </a:cubicBezTo>
                <a:cubicBezTo>
                  <a:pt x="2554566" y="105532"/>
                  <a:pt x="2559946" y="120256"/>
                  <a:pt x="2559946" y="138733"/>
                </a:cubicBezTo>
                <a:lnTo>
                  <a:pt x="2456752" y="138733"/>
                </a:lnTo>
                <a:moveTo>
                  <a:pt x="2456752" y="129277"/>
                </a:moveTo>
                <a:lnTo>
                  <a:pt x="2525874" y="129277"/>
                </a:lnTo>
                <a:cubicBezTo>
                  <a:pt x="2525330" y="119713"/>
                  <a:pt x="2524189" y="112976"/>
                  <a:pt x="2522451" y="109063"/>
                </a:cubicBezTo>
                <a:cubicBezTo>
                  <a:pt x="2519733" y="102977"/>
                  <a:pt x="2515657" y="98195"/>
                  <a:pt x="2510223" y="94717"/>
                </a:cubicBezTo>
                <a:cubicBezTo>
                  <a:pt x="2504898" y="91240"/>
                  <a:pt x="2499301" y="89501"/>
                  <a:pt x="2493432" y="89501"/>
                </a:cubicBezTo>
                <a:cubicBezTo>
                  <a:pt x="2484412" y="89501"/>
                  <a:pt x="2476315" y="93033"/>
                  <a:pt x="2469142" y="100096"/>
                </a:cubicBezTo>
                <a:cubicBezTo>
                  <a:pt x="2462077" y="107052"/>
                  <a:pt x="2457948" y="116778"/>
                  <a:pt x="2456752" y="129277"/>
                </a:cubicBezTo>
                <a:moveTo>
                  <a:pt x="2676507" y="78089"/>
                </a:moveTo>
                <a:lnTo>
                  <a:pt x="2676507" y="128951"/>
                </a:lnTo>
                <a:lnTo>
                  <a:pt x="2671127" y="128951"/>
                </a:lnTo>
                <a:cubicBezTo>
                  <a:pt x="2666997" y="112976"/>
                  <a:pt x="2661672" y="102108"/>
                  <a:pt x="2655151" y="96346"/>
                </a:cubicBezTo>
                <a:cubicBezTo>
                  <a:pt x="2648738" y="90586"/>
                  <a:pt x="2640533" y="87708"/>
                  <a:pt x="2630535" y="87708"/>
                </a:cubicBezTo>
                <a:cubicBezTo>
                  <a:pt x="2622927" y="87708"/>
                  <a:pt x="2616785" y="89717"/>
                  <a:pt x="2612113" y="93740"/>
                </a:cubicBezTo>
                <a:cubicBezTo>
                  <a:pt x="2607440" y="97760"/>
                  <a:pt x="2605103" y="102216"/>
                  <a:pt x="2605103" y="107106"/>
                </a:cubicBezTo>
                <a:cubicBezTo>
                  <a:pt x="2605103" y="113192"/>
                  <a:pt x="2606842" y="118409"/>
                  <a:pt x="2610320" y="122756"/>
                </a:cubicBezTo>
                <a:cubicBezTo>
                  <a:pt x="2613688" y="127212"/>
                  <a:pt x="2620536" y="131940"/>
                  <a:pt x="2630860" y="136940"/>
                </a:cubicBezTo>
                <a:lnTo>
                  <a:pt x="2654661" y="148514"/>
                </a:lnTo>
                <a:cubicBezTo>
                  <a:pt x="2676724" y="159274"/>
                  <a:pt x="2687755" y="173458"/>
                  <a:pt x="2687755" y="191063"/>
                </a:cubicBezTo>
                <a:cubicBezTo>
                  <a:pt x="2687755" y="204648"/>
                  <a:pt x="2682593" y="215625"/>
                  <a:pt x="2672268" y="223995"/>
                </a:cubicBezTo>
                <a:cubicBezTo>
                  <a:pt x="2662052" y="232253"/>
                  <a:pt x="2650586" y="236384"/>
                  <a:pt x="2637870" y="236384"/>
                </a:cubicBezTo>
                <a:cubicBezTo>
                  <a:pt x="2628742" y="236384"/>
                  <a:pt x="2618308" y="234753"/>
                  <a:pt x="2606570" y="231493"/>
                </a:cubicBezTo>
                <a:cubicBezTo>
                  <a:pt x="2602983" y="230406"/>
                  <a:pt x="2600049" y="229863"/>
                  <a:pt x="2597767" y="229863"/>
                </a:cubicBezTo>
                <a:cubicBezTo>
                  <a:pt x="2595267" y="229863"/>
                  <a:pt x="2593311" y="231275"/>
                  <a:pt x="2591898" y="234102"/>
                </a:cubicBezTo>
                <a:lnTo>
                  <a:pt x="2586519" y="234102"/>
                </a:lnTo>
                <a:lnTo>
                  <a:pt x="2586519" y="180792"/>
                </a:lnTo>
                <a:lnTo>
                  <a:pt x="2591898" y="180792"/>
                </a:lnTo>
                <a:cubicBezTo>
                  <a:pt x="2594941" y="196008"/>
                  <a:pt x="2600756" y="207475"/>
                  <a:pt x="2609341" y="215190"/>
                </a:cubicBezTo>
                <a:cubicBezTo>
                  <a:pt x="2617927" y="222907"/>
                  <a:pt x="2627546" y="226765"/>
                  <a:pt x="2638197" y="226765"/>
                </a:cubicBezTo>
                <a:cubicBezTo>
                  <a:pt x="2645695" y="226765"/>
                  <a:pt x="2651781" y="224592"/>
                  <a:pt x="2656455" y="220244"/>
                </a:cubicBezTo>
                <a:cubicBezTo>
                  <a:pt x="2661237" y="215789"/>
                  <a:pt x="2663628" y="210462"/>
                  <a:pt x="2663628" y="204268"/>
                </a:cubicBezTo>
                <a:cubicBezTo>
                  <a:pt x="2663628" y="196769"/>
                  <a:pt x="2660965" y="190466"/>
                  <a:pt x="2655640" y="185358"/>
                </a:cubicBezTo>
                <a:cubicBezTo>
                  <a:pt x="2650423" y="180249"/>
                  <a:pt x="2639935" y="173782"/>
                  <a:pt x="2624176" y="165957"/>
                </a:cubicBezTo>
                <a:cubicBezTo>
                  <a:pt x="2608417" y="158132"/>
                  <a:pt x="2598093" y="151068"/>
                  <a:pt x="2593202" y="144766"/>
                </a:cubicBezTo>
                <a:cubicBezTo>
                  <a:pt x="2588312" y="138569"/>
                  <a:pt x="2585865" y="130744"/>
                  <a:pt x="2585865" y="121290"/>
                </a:cubicBezTo>
                <a:cubicBezTo>
                  <a:pt x="2585865" y="109009"/>
                  <a:pt x="2590051" y="98738"/>
                  <a:pt x="2598419" y="90478"/>
                </a:cubicBezTo>
                <a:cubicBezTo>
                  <a:pt x="2606896" y="82218"/>
                  <a:pt x="2617818" y="78089"/>
                  <a:pt x="2631187" y="78089"/>
                </a:cubicBezTo>
                <a:cubicBezTo>
                  <a:pt x="2637056" y="78089"/>
                  <a:pt x="2644174" y="79337"/>
                  <a:pt x="2652543" y="81838"/>
                </a:cubicBezTo>
                <a:cubicBezTo>
                  <a:pt x="2658085" y="83468"/>
                  <a:pt x="2661780" y="84284"/>
                  <a:pt x="2663628" y="84284"/>
                </a:cubicBezTo>
                <a:cubicBezTo>
                  <a:pt x="2665367" y="84284"/>
                  <a:pt x="2666726" y="83903"/>
                  <a:pt x="2667703" y="83142"/>
                </a:cubicBezTo>
                <a:cubicBezTo>
                  <a:pt x="2668682" y="82381"/>
                  <a:pt x="2669823" y="80698"/>
                  <a:pt x="2671127" y="78089"/>
                </a:cubicBezTo>
                <a:lnTo>
                  <a:pt x="2676507" y="78089"/>
                </a:lnTo>
                <a:moveTo>
                  <a:pt x="2707156" y="6848"/>
                </a:moveTo>
                <a:lnTo>
                  <a:pt x="2707156" y="0"/>
                </a:lnTo>
                <a:cubicBezTo>
                  <a:pt x="2723675" y="8152"/>
                  <a:pt x="2737422" y="17770"/>
                  <a:pt x="2748400" y="28857"/>
                </a:cubicBezTo>
                <a:cubicBezTo>
                  <a:pt x="2763941" y="44723"/>
                  <a:pt x="2775950" y="63363"/>
                  <a:pt x="2784427" y="84773"/>
                </a:cubicBezTo>
                <a:cubicBezTo>
                  <a:pt x="2792905" y="106074"/>
                  <a:pt x="2797144" y="128300"/>
                  <a:pt x="2797144" y="151449"/>
                </a:cubicBezTo>
                <a:cubicBezTo>
                  <a:pt x="2797144" y="185139"/>
                  <a:pt x="2788829" y="215843"/>
                  <a:pt x="2772201" y="243556"/>
                </a:cubicBezTo>
                <a:cubicBezTo>
                  <a:pt x="2755681" y="271378"/>
                  <a:pt x="2734000" y="291268"/>
                  <a:pt x="2707156" y="303222"/>
                </a:cubicBezTo>
                <a:lnTo>
                  <a:pt x="2707156" y="297192"/>
                </a:lnTo>
                <a:cubicBezTo>
                  <a:pt x="2720523" y="289691"/>
                  <a:pt x="2731499" y="279530"/>
                  <a:pt x="2740086" y="266707"/>
                </a:cubicBezTo>
                <a:cubicBezTo>
                  <a:pt x="2748781" y="253989"/>
                  <a:pt x="2755192" y="237796"/>
                  <a:pt x="2759322" y="218125"/>
                </a:cubicBezTo>
                <a:cubicBezTo>
                  <a:pt x="2763560" y="198346"/>
                  <a:pt x="2765680" y="177749"/>
                  <a:pt x="2765680" y="156339"/>
                </a:cubicBezTo>
                <a:cubicBezTo>
                  <a:pt x="2765680" y="133190"/>
                  <a:pt x="2763887" y="112053"/>
                  <a:pt x="2760301" y="92924"/>
                </a:cubicBezTo>
                <a:cubicBezTo>
                  <a:pt x="2757583" y="77925"/>
                  <a:pt x="2754160" y="65917"/>
                  <a:pt x="2750030" y="56896"/>
                </a:cubicBezTo>
                <a:cubicBezTo>
                  <a:pt x="2746009" y="47875"/>
                  <a:pt x="2740629" y="39180"/>
                  <a:pt x="2733890" y="30812"/>
                </a:cubicBezTo>
                <a:cubicBezTo>
                  <a:pt x="2727152" y="22444"/>
                  <a:pt x="2718240" y="14456"/>
                  <a:pt x="2707156" y="68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9">
            <a:extLst xmlns:a="http://schemas.openxmlformats.org/drawingml/2006/main">
              <a:ext uri="{FF2B5EF4-FFF2-40B4-BE49-F238E27FC236}">
                <a16:creationId xmlns:a16="http://schemas.microsoft.com/office/drawing/2014/main" id="{B7A3D19C-91DC-48CE-9D64-D36E245C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325" y="1787041"/>
            <a:ext cx="2766351" cy="405447"/>
          </a:xfrm>
          <a:custGeom xmlns:a="http://schemas.openxmlformats.org/drawingml/2006/main">
            <a:pathLst>
              <a:path w="2073322" h="303874">
                <a:moveTo>
                  <a:pt x="103682" y="297190"/>
                </a:moveTo>
                <a:lnTo>
                  <a:pt x="103682" y="303222"/>
                </a:lnTo>
                <a:cubicBezTo>
                  <a:pt x="87272" y="294962"/>
                  <a:pt x="73578" y="285289"/>
                  <a:pt x="62601" y="274204"/>
                </a:cubicBezTo>
                <a:cubicBezTo>
                  <a:pt x="46951" y="258445"/>
                  <a:pt x="34887" y="239860"/>
                  <a:pt x="26409" y="218450"/>
                </a:cubicBezTo>
                <a:cubicBezTo>
                  <a:pt x="17933" y="197039"/>
                  <a:pt x="13694" y="174814"/>
                  <a:pt x="13694" y="151773"/>
                </a:cubicBezTo>
                <a:cubicBezTo>
                  <a:pt x="13694" y="118083"/>
                  <a:pt x="22008" y="87380"/>
                  <a:pt x="38637" y="59666"/>
                </a:cubicBezTo>
                <a:cubicBezTo>
                  <a:pt x="55265" y="31844"/>
                  <a:pt x="76947" y="11955"/>
                  <a:pt x="103682" y="0"/>
                </a:cubicBezTo>
                <a:lnTo>
                  <a:pt x="103682" y="6846"/>
                </a:lnTo>
                <a:cubicBezTo>
                  <a:pt x="90315" y="14237"/>
                  <a:pt x="79337" y="24344"/>
                  <a:pt x="70752" y="37168"/>
                </a:cubicBezTo>
                <a:cubicBezTo>
                  <a:pt x="62167" y="49993"/>
                  <a:pt x="55754" y="66241"/>
                  <a:pt x="51516" y="85912"/>
                </a:cubicBezTo>
                <a:cubicBezTo>
                  <a:pt x="47277" y="105584"/>
                  <a:pt x="45158" y="126125"/>
                  <a:pt x="45158" y="147535"/>
                </a:cubicBezTo>
                <a:cubicBezTo>
                  <a:pt x="45158" y="170793"/>
                  <a:pt x="46951" y="191932"/>
                  <a:pt x="50537" y="210951"/>
                </a:cubicBezTo>
                <a:cubicBezTo>
                  <a:pt x="53363" y="225949"/>
                  <a:pt x="56787" y="237958"/>
                  <a:pt x="60807" y="246979"/>
                </a:cubicBezTo>
                <a:cubicBezTo>
                  <a:pt x="64829" y="256108"/>
                  <a:pt x="70209" y="264857"/>
                  <a:pt x="76947" y="273226"/>
                </a:cubicBezTo>
                <a:cubicBezTo>
                  <a:pt x="83794" y="281594"/>
                  <a:pt x="92706" y="289582"/>
                  <a:pt x="103682" y="297190"/>
                </a:cubicBezTo>
                <a:moveTo>
                  <a:pt x="304364" y="10759"/>
                </a:moveTo>
                <a:lnTo>
                  <a:pt x="306809" y="62600"/>
                </a:lnTo>
                <a:lnTo>
                  <a:pt x="300614" y="62600"/>
                </a:lnTo>
                <a:cubicBezTo>
                  <a:pt x="299419" y="53471"/>
                  <a:pt x="297788" y="46950"/>
                  <a:pt x="295723" y="43037"/>
                </a:cubicBezTo>
                <a:cubicBezTo>
                  <a:pt x="292355" y="36734"/>
                  <a:pt x="287844" y="32115"/>
                  <a:pt x="282193" y="29181"/>
                </a:cubicBezTo>
                <a:cubicBezTo>
                  <a:pt x="276649" y="26138"/>
                  <a:pt x="269314" y="24616"/>
                  <a:pt x="260185" y="24616"/>
                </a:cubicBezTo>
                <a:lnTo>
                  <a:pt x="229047" y="24616"/>
                </a:lnTo>
                <a:lnTo>
                  <a:pt x="229047" y="193507"/>
                </a:lnTo>
                <a:cubicBezTo>
                  <a:pt x="229047" y="207092"/>
                  <a:pt x="230515" y="215570"/>
                  <a:pt x="233449" y="218939"/>
                </a:cubicBezTo>
                <a:cubicBezTo>
                  <a:pt x="237579" y="223504"/>
                  <a:pt x="243936" y="225786"/>
                  <a:pt x="252523" y="225786"/>
                </a:cubicBezTo>
                <a:lnTo>
                  <a:pt x="260185" y="225786"/>
                </a:lnTo>
                <a:lnTo>
                  <a:pt x="260185" y="231818"/>
                </a:lnTo>
                <a:lnTo>
                  <a:pt x="166446" y="231818"/>
                </a:lnTo>
                <a:lnTo>
                  <a:pt x="166446" y="225786"/>
                </a:lnTo>
                <a:lnTo>
                  <a:pt x="174271" y="225786"/>
                </a:lnTo>
                <a:cubicBezTo>
                  <a:pt x="183618" y="225786"/>
                  <a:pt x="190248" y="222960"/>
                  <a:pt x="194161" y="217308"/>
                </a:cubicBezTo>
                <a:cubicBezTo>
                  <a:pt x="196552" y="213831"/>
                  <a:pt x="197747" y="205897"/>
                  <a:pt x="197747" y="193507"/>
                </a:cubicBezTo>
                <a:lnTo>
                  <a:pt x="197747" y="24616"/>
                </a:lnTo>
                <a:lnTo>
                  <a:pt x="171174" y="24616"/>
                </a:lnTo>
                <a:cubicBezTo>
                  <a:pt x="160850" y="24616"/>
                  <a:pt x="153513" y="25377"/>
                  <a:pt x="149166" y="26898"/>
                </a:cubicBezTo>
                <a:cubicBezTo>
                  <a:pt x="143514" y="28964"/>
                  <a:pt x="138678" y="32930"/>
                  <a:pt x="134656" y="38799"/>
                </a:cubicBezTo>
                <a:cubicBezTo>
                  <a:pt x="130636" y="44668"/>
                  <a:pt x="128245" y="52601"/>
                  <a:pt x="127484" y="62600"/>
                </a:cubicBezTo>
                <a:lnTo>
                  <a:pt x="121289" y="62600"/>
                </a:lnTo>
                <a:lnTo>
                  <a:pt x="123897" y="10759"/>
                </a:lnTo>
                <a:lnTo>
                  <a:pt x="304364" y="10759"/>
                </a:lnTo>
                <a:moveTo>
                  <a:pt x="369409" y="78087"/>
                </a:moveTo>
                <a:lnTo>
                  <a:pt x="369409" y="111670"/>
                </a:lnTo>
                <a:cubicBezTo>
                  <a:pt x="381908" y="89282"/>
                  <a:pt x="394733" y="78087"/>
                  <a:pt x="407883" y="78087"/>
                </a:cubicBezTo>
                <a:cubicBezTo>
                  <a:pt x="413860" y="78087"/>
                  <a:pt x="418805" y="79935"/>
                  <a:pt x="422718" y="83631"/>
                </a:cubicBezTo>
                <a:cubicBezTo>
                  <a:pt x="426631" y="87217"/>
                  <a:pt x="428587" y="91401"/>
                  <a:pt x="428587" y="96183"/>
                </a:cubicBezTo>
                <a:cubicBezTo>
                  <a:pt x="428587" y="100422"/>
                  <a:pt x="427174" y="104008"/>
                  <a:pt x="424349" y="106943"/>
                </a:cubicBezTo>
                <a:cubicBezTo>
                  <a:pt x="421523" y="109877"/>
                  <a:pt x="418153" y="111344"/>
                  <a:pt x="414241" y="111344"/>
                </a:cubicBezTo>
                <a:cubicBezTo>
                  <a:pt x="410437" y="111344"/>
                  <a:pt x="406144" y="109496"/>
                  <a:pt x="401362" y="105801"/>
                </a:cubicBezTo>
                <a:cubicBezTo>
                  <a:pt x="396689" y="101998"/>
                  <a:pt x="393211" y="100095"/>
                  <a:pt x="390929" y="100095"/>
                </a:cubicBezTo>
                <a:cubicBezTo>
                  <a:pt x="388972" y="100095"/>
                  <a:pt x="386853" y="101182"/>
                  <a:pt x="384571" y="103356"/>
                </a:cubicBezTo>
                <a:cubicBezTo>
                  <a:pt x="379680" y="107812"/>
                  <a:pt x="374626" y="115148"/>
                  <a:pt x="369409" y="125364"/>
                </a:cubicBezTo>
                <a:lnTo>
                  <a:pt x="369409" y="196931"/>
                </a:lnTo>
                <a:cubicBezTo>
                  <a:pt x="369409" y="205191"/>
                  <a:pt x="370442" y="211440"/>
                  <a:pt x="372508" y="215679"/>
                </a:cubicBezTo>
                <a:cubicBezTo>
                  <a:pt x="373920" y="218613"/>
                  <a:pt x="376419" y="221059"/>
                  <a:pt x="380006" y="223015"/>
                </a:cubicBezTo>
                <a:cubicBezTo>
                  <a:pt x="383592" y="224971"/>
                  <a:pt x="388755" y="225949"/>
                  <a:pt x="395493" y="225949"/>
                </a:cubicBezTo>
                <a:lnTo>
                  <a:pt x="395493" y="231818"/>
                </a:lnTo>
                <a:lnTo>
                  <a:pt x="319036" y="231818"/>
                </a:lnTo>
                <a:lnTo>
                  <a:pt x="319036" y="225949"/>
                </a:lnTo>
                <a:cubicBezTo>
                  <a:pt x="326643" y="225949"/>
                  <a:pt x="332295" y="224754"/>
                  <a:pt x="335990" y="222363"/>
                </a:cubicBezTo>
                <a:cubicBezTo>
                  <a:pt x="338707" y="220624"/>
                  <a:pt x="340609" y="217852"/>
                  <a:pt x="341696" y="214048"/>
                </a:cubicBezTo>
                <a:cubicBezTo>
                  <a:pt x="342240" y="212201"/>
                  <a:pt x="342511" y="206930"/>
                  <a:pt x="342511" y="198235"/>
                </a:cubicBezTo>
                <a:lnTo>
                  <a:pt x="342511" y="140362"/>
                </a:lnTo>
                <a:cubicBezTo>
                  <a:pt x="342511" y="122973"/>
                  <a:pt x="342130" y="112648"/>
                  <a:pt x="341370" y="109388"/>
                </a:cubicBezTo>
                <a:cubicBezTo>
                  <a:pt x="340718" y="106018"/>
                  <a:pt x="339414" y="103573"/>
                  <a:pt x="337458" y="102052"/>
                </a:cubicBezTo>
                <a:cubicBezTo>
                  <a:pt x="335610" y="100530"/>
                  <a:pt x="333273" y="99770"/>
                  <a:pt x="330447" y="99770"/>
                </a:cubicBezTo>
                <a:cubicBezTo>
                  <a:pt x="327078" y="99770"/>
                  <a:pt x="323274" y="100584"/>
                  <a:pt x="319036" y="102215"/>
                </a:cubicBezTo>
                <a:lnTo>
                  <a:pt x="317406" y="96346"/>
                </a:lnTo>
                <a:lnTo>
                  <a:pt x="362563" y="78087"/>
                </a:lnTo>
                <a:lnTo>
                  <a:pt x="369409" y="78087"/>
                </a:lnTo>
                <a:moveTo>
                  <a:pt x="521510" y="210299"/>
                </a:moveTo>
                <a:cubicBezTo>
                  <a:pt x="506185" y="222146"/>
                  <a:pt x="496567" y="228992"/>
                  <a:pt x="492655" y="230839"/>
                </a:cubicBezTo>
                <a:cubicBezTo>
                  <a:pt x="486786" y="233557"/>
                  <a:pt x="480537" y="234915"/>
                  <a:pt x="473907" y="234915"/>
                </a:cubicBezTo>
                <a:cubicBezTo>
                  <a:pt x="463583" y="234915"/>
                  <a:pt x="455050" y="231383"/>
                  <a:pt x="448313" y="224319"/>
                </a:cubicBezTo>
                <a:cubicBezTo>
                  <a:pt x="441683" y="217254"/>
                  <a:pt x="438368" y="207962"/>
                  <a:pt x="438368" y="196442"/>
                </a:cubicBezTo>
                <a:cubicBezTo>
                  <a:pt x="438368" y="189160"/>
                  <a:pt x="439998" y="182857"/>
                  <a:pt x="443259" y="177532"/>
                </a:cubicBezTo>
                <a:cubicBezTo>
                  <a:pt x="447715" y="170141"/>
                  <a:pt x="455431" y="163185"/>
                  <a:pt x="466409" y="156665"/>
                </a:cubicBezTo>
                <a:cubicBezTo>
                  <a:pt x="477494" y="150144"/>
                  <a:pt x="495861" y="142210"/>
                  <a:pt x="521510" y="132863"/>
                </a:cubicBezTo>
                <a:lnTo>
                  <a:pt x="521510" y="126995"/>
                </a:lnTo>
                <a:cubicBezTo>
                  <a:pt x="521510" y="112105"/>
                  <a:pt x="519119" y="101888"/>
                  <a:pt x="514337" y="96346"/>
                </a:cubicBezTo>
                <a:cubicBezTo>
                  <a:pt x="509663" y="90804"/>
                  <a:pt x="502817" y="88032"/>
                  <a:pt x="493796" y="88032"/>
                </a:cubicBezTo>
                <a:cubicBezTo>
                  <a:pt x="486949" y="88032"/>
                  <a:pt x="481515" y="89879"/>
                  <a:pt x="477494" y="93574"/>
                </a:cubicBezTo>
                <a:cubicBezTo>
                  <a:pt x="473364" y="97270"/>
                  <a:pt x="471299" y="101509"/>
                  <a:pt x="471299" y="106291"/>
                </a:cubicBezTo>
                <a:lnTo>
                  <a:pt x="471625" y="115746"/>
                </a:lnTo>
                <a:cubicBezTo>
                  <a:pt x="471625" y="120745"/>
                  <a:pt x="470321" y="124604"/>
                  <a:pt x="467713" y="127320"/>
                </a:cubicBezTo>
                <a:cubicBezTo>
                  <a:pt x="465213" y="130038"/>
                  <a:pt x="461898" y="131396"/>
                  <a:pt x="457768" y="131396"/>
                </a:cubicBezTo>
                <a:cubicBezTo>
                  <a:pt x="453746" y="131396"/>
                  <a:pt x="450432" y="129983"/>
                  <a:pt x="447823" y="127157"/>
                </a:cubicBezTo>
                <a:cubicBezTo>
                  <a:pt x="445324" y="124331"/>
                  <a:pt x="444074" y="120474"/>
                  <a:pt x="444074" y="115582"/>
                </a:cubicBezTo>
                <a:cubicBezTo>
                  <a:pt x="444074" y="106236"/>
                  <a:pt x="448856" y="97650"/>
                  <a:pt x="458420" y="89825"/>
                </a:cubicBezTo>
                <a:cubicBezTo>
                  <a:pt x="467984" y="82000"/>
                  <a:pt x="481407" y="78087"/>
                  <a:pt x="498687" y="78087"/>
                </a:cubicBezTo>
                <a:cubicBezTo>
                  <a:pt x="511946" y="78087"/>
                  <a:pt x="522814" y="80315"/>
                  <a:pt x="531292" y="84772"/>
                </a:cubicBezTo>
                <a:cubicBezTo>
                  <a:pt x="537703" y="88140"/>
                  <a:pt x="542431" y="93412"/>
                  <a:pt x="545475" y="100584"/>
                </a:cubicBezTo>
                <a:cubicBezTo>
                  <a:pt x="547431" y="105258"/>
                  <a:pt x="548408" y="114822"/>
                  <a:pt x="548408" y="129276"/>
                </a:cubicBezTo>
                <a:lnTo>
                  <a:pt x="548408" y="179977"/>
                </a:lnTo>
                <a:cubicBezTo>
                  <a:pt x="548408" y="194214"/>
                  <a:pt x="548680" y="202962"/>
                  <a:pt x="549224" y="206223"/>
                </a:cubicBezTo>
                <a:cubicBezTo>
                  <a:pt x="549767" y="209375"/>
                  <a:pt x="550636" y="211495"/>
                  <a:pt x="551832" y="212582"/>
                </a:cubicBezTo>
                <a:cubicBezTo>
                  <a:pt x="553136" y="213668"/>
                  <a:pt x="554604" y="214211"/>
                  <a:pt x="556234" y="214211"/>
                </a:cubicBezTo>
                <a:cubicBezTo>
                  <a:pt x="557973" y="214211"/>
                  <a:pt x="559494" y="213831"/>
                  <a:pt x="560798" y="213070"/>
                </a:cubicBezTo>
                <a:cubicBezTo>
                  <a:pt x="563080" y="211657"/>
                  <a:pt x="567483" y="207690"/>
                  <a:pt x="574004" y="201169"/>
                </a:cubicBezTo>
                <a:lnTo>
                  <a:pt x="574004" y="210299"/>
                </a:lnTo>
                <a:cubicBezTo>
                  <a:pt x="561831" y="226601"/>
                  <a:pt x="550201" y="234752"/>
                  <a:pt x="539116" y="234752"/>
                </a:cubicBezTo>
                <a:cubicBezTo>
                  <a:pt x="533791" y="234752"/>
                  <a:pt x="529553" y="232905"/>
                  <a:pt x="526400" y="229210"/>
                </a:cubicBezTo>
                <a:cubicBezTo>
                  <a:pt x="523249" y="225514"/>
                  <a:pt x="521618" y="219211"/>
                  <a:pt x="521510" y="210299"/>
                </a:cubicBezTo>
                <a:moveTo>
                  <a:pt x="521510" y="199703"/>
                </a:moveTo>
                <a:lnTo>
                  <a:pt x="521510" y="142807"/>
                </a:lnTo>
                <a:cubicBezTo>
                  <a:pt x="505099" y="149328"/>
                  <a:pt x="494503" y="153947"/>
                  <a:pt x="489721" y="156665"/>
                </a:cubicBezTo>
                <a:cubicBezTo>
                  <a:pt x="481134" y="161447"/>
                  <a:pt x="474994" y="166446"/>
                  <a:pt x="471299" y="171663"/>
                </a:cubicBezTo>
                <a:cubicBezTo>
                  <a:pt x="467604" y="176880"/>
                  <a:pt x="465756" y="182585"/>
                  <a:pt x="465756" y="188780"/>
                </a:cubicBezTo>
                <a:cubicBezTo>
                  <a:pt x="465756" y="196605"/>
                  <a:pt x="468092" y="203126"/>
                  <a:pt x="472766" y="208342"/>
                </a:cubicBezTo>
                <a:cubicBezTo>
                  <a:pt x="477439" y="213451"/>
                  <a:pt x="482819" y="216004"/>
                  <a:pt x="488905" y="216004"/>
                </a:cubicBezTo>
                <a:cubicBezTo>
                  <a:pt x="497165" y="216004"/>
                  <a:pt x="508034" y="210570"/>
                  <a:pt x="521510" y="199703"/>
                </a:cubicBezTo>
                <a:moveTo>
                  <a:pt x="623236" y="0"/>
                </a:moveTo>
                <a:cubicBezTo>
                  <a:pt x="627801" y="0"/>
                  <a:pt x="631658" y="1630"/>
                  <a:pt x="634811" y="4890"/>
                </a:cubicBezTo>
                <a:cubicBezTo>
                  <a:pt x="638071" y="8043"/>
                  <a:pt x="639701" y="11900"/>
                  <a:pt x="639701" y="16465"/>
                </a:cubicBezTo>
                <a:cubicBezTo>
                  <a:pt x="639701" y="21029"/>
                  <a:pt x="638071" y="24942"/>
                  <a:pt x="634811" y="28202"/>
                </a:cubicBezTo>
                <a:cubicBezTo>
                  <a:pt x="631658" y="31463"/>
                  <a:pt x="627801" y="33094"/>
                  <a:pt x="623236" y="33094"/>
                </a:cubicBezTo>
                <a:cubicBezTo>
                  <a:pt x="618672" y="33094"/>
                  <a:pt x="614759" y="31463"/>
                  <a:pt x="611499" y="28202"/>
                </a:cubicBezTo>
                <a:cubicBezTo>
                  <a:pt x="608238" y="24942"/>
                  <a:pt x="606607" y="21029"/>
                  <a:pt x="606607" y="16465"/>
                </a:cubicBezTo>
                <a:cubicBezTo>
                  <a:pt x="606607" y="11900"/>
                  <a:pt x="608184" y="8043"/>
                  <a:pt x="611335" y="4890"/>
                </a:cubicBezTo>
                <a:cubicBezTo>
                  <a:pt x="614596" y="1630"/>
                  <a:pt x="618562" y="0"/>
                  <a:pt x="623236" y="0"/>
                </a:cubicBezTo>
                <a:moveTo>
                  <a:pt x="636767" y="78087"/>
                </a:moveTo>
                <a:lnTo>
                  <a:pt x="636767" y="198072"/>
                </a:lnTo>
                <a:cubicBezTo>
                  <a:pt x="636767" y="207419"/>
                  <a:pt x="637419" y="213668"/>
                  <a:pt x="638723" y="216820"/>
                </a:cubicBezTo>
                <a:cubicBezTo>
                  <a:pt x="640136" y="219863"/>
                  <a:pt x="642147" y="222146"/>
                  <a:pt x="644754" y="223667"/>
                </a:cubicBezTo>
                <a:cubicBezTo>
                  <a:pt x="647472" y="225189"/>
                  <a:pt x="652362" y="225949"/>
                  <a:pt x="659427" y="225949"/>
                </a:cubicBezTo>
                <a:lnTo>
                  <a:pt x="659427" y="231818"/>
                </a:lnTo>
                <a:lnTo>
                  <a:pt x="586882" y="231818"/>
                </a:lnTo>
                <a:lnTo>
                  <a:pt x="586882" y="225949"/>
                </a:lnTo>
                <a:cubicBezTo>
                  <a:pt x="594163" y="225949"/>
                  <a:pt x="599055" y="225243"/>
                  <a:pt x="601554" y="223829"/>
                </a:cubicBezTo>
                <a:cubicBezTo>
                  <a:pt x="604054" y="222417"/>
                  <a:pt x="606010" y="220080"/>
                  <a:pt x="607423" y="216820"/>
                </a:cubicBezTo>
                <a:cubicBezTo>
                  <a:pt x="608944" y="213559"/>
                  <a:pt x="609706" y="207310"/>
                  <a:pt x="609706" y="198072"/>
                </a:cubicBezTo>
                <a:lnTo>
                  <a:pt x="609706" y="140525"/>
                </a:lnTo>
                <a:cubicBezTo>
                  <a:pt x="609706" y="124331"/>
                  <a:pt x="609216" y="113843"/>
                  <a:pt x="608238" y="109061"/>
                </a:cubicBezTo>
                <a:cubicBezTo>
                  <a:pt x="607477" y="105584"/>
                  <a:pt x="606282" y="103193"/>
                  <a:pt x="604651" y="101888"/>
                </a:cubicBezTo>
                <a:cubicBezTo>
                  <a:pt x="603021" y="100476"/>
                  <a:pt x="600794" y="99770"/>
                  <a:pt x="597968" y="99770"/>
                </a:cubicBezTo>
                <a:cubicBezTo>
                  <a:pt x="594925" y="99770"/>
                  <a:pt x="591229" y="100584"/>
                  <a:pt x="586882" y="102215"/>
                </a:cubicBezTo>
                <a:lnTo>
                  <a:pt x="584599" y="96346"/>
                </a:lnTo>
                <a:lnTo>
                  <a:pt x="629594" y="78087"/>
                </a:lnTo>
                <a:lnTo>
                  <a:pt x="636767" y="78087"/>
                </a:lnTo>
                <a:moveTo>
                  <a:pt x="721702" y="109714"/>
                </a:moveTo>
                <a:cubicBezTo>
                  <a:pt x="739199" y="88630"/>
                  <a:pt x="755882" y="78087"/>
                  <a:pt x="771749" y="78087"/>
                </a:cubicBezTo>
                <a:cubicBezTo>
                  <a:pt x="779901" y="78087"/>
                  <a:pt x="786911" y="80153"/>
                  <a:pt x="792779" y="84283"/>
                </a:cubicBezTo>
                <a:cubicBezTo>
                  <a:pt x="798648" y="88304"/>
                  <a:pt x="803321" y="94988"/>
                  <a:pt x="806799" y="104334"/>
                </a:cubicBezTo>
                <a:cubicBezTo>
                  <a:pt x="809190" y="110855"/>
                  <a:pt x="810386" y="120854"/>
                  <a:pt x="810386" y="134330"/>
                </a:cubicBezTo>
                <a:lnTo>
                  <a:pt x="810386" y="198072"/>
                </a:lnTo>
                <a:cubicBezTo>
                  <a:pt x="810386" y="207527"/>
                  <a:pt x="811146" y="213940"/>
                  <a:pt x="812668" y="217308"/>
                </a:cubicBezTo>
                <a:cubicBezTo>
                  <a:pt x="813864" y="220026"/>
                  <a:pt x="815766" y="222146"/>
                  <a:pt x="818375" y="223667"/>
                </a:cubicBezTo>
                <a:cubicBezTo>
                  <a:pt x="821091" y="225189"/>
                  <a:pt x="826036" y="225949"/>
                  <a:pt x="833209" y="225949"/>
                </a:cubicBezTo>
                <a:lnTo>
                  <a:pt x="833209" y="231818"/>
                </a:lnTo>
                <a:lnTo>
                  <a:pt x="759360" y="231818"/>
                </a:lnTo>
                <a:lnTo>
                  <a:pt x="759360" y="225949"/>
                </a:lnTo>
                <a:lnTo>
                  <a:pt x="762457" y="225949"/>
                </a:lnTo>
                <a:cubicBezTo>
                  <a:pt x="769413" y="225949"/>
                  <a:pt x="774249" y="224916"/>
                  <a:pt x="776966" y="222852"/>
                </a:cubicBezTo>
                <a:cubicBezTo>
                  <a:pt x="779793" y="220678"/>
                  <a:pt x="781748" y="217526"/>
                  <a:pt x="782835" y="213396"/>
                </a:cubicBezTo>
                <a:cubicBezTo>
                  <a:pt x="783269" y="211766"/>
                  <a:pt x="783487" y="206658"/>
                  <a:pt x="783487" y="198072"/>
                </a:cubicBezTo>
                <a:lnTo>
                  <a:pt x="783487" y="136938"/>
                </a:lnTo>
                <a:cubicBezTo>
                  <a:pt x="783487" y="123353"/>
                  <a:pt x="781694" y="113518"/>
                  <a:pt x="778108" y="107432"/>
                </a:cubicBezTo>
                <a:cubicBezTo>
                  <a:pt x="774630" y="101236"/>
                  <a:pt x="768707" y="98139"/>
                  <a:pt x="760338" y="98139"/>
                </a:cubicBezTo>
                <a:cubicBezTo>
                  <a:pt x="747405" y="98139"/>
                  <a:pt x="734527" y="105204"/>
                  <a:pt x="721702" y="119333"/>
                </a:cubicBezTo>
                <a:lnTo>
                  <a:pt x="721702" y="198072"/>
                </a:lnTo>
                <a:cubicBezTo>
                  <a:pt x="721702" y="208179"/>
                  <a:pt x="722299" y="214429"/>
                  <a:pt x="723495" y="216820"/>
                </a:cubicBezTo>
                <a:cubicBezTo>
                  <a:pt x="725017" y="219972"/>
                  <a:pt x="727081" y="222308"/>
                  <a:pt x="729689" y="223829"/>
                </a:cubicBezTo>
                <a:cubicBezTo>
                  <a:pt x="732407" y="225243"/>
                  <a:pt x="737841" y="225949"/>
                  <a:pt x="745992" y="225949"/>
                </a:cubicBezTo>
                <a:lnTo>
                  <a:pt x="745992" y="231818"/>
                </a:lnTo>
                <a:lnTo>
                  <a:pt x="672143" y="231818"/>
                </a:lnTo>
                <a:lnTo>
                  <a:pt x="672143" y="225949"/>
                </a:lnTo>
                <a:lnTo>
                  <a:pt x="675403" y="225949"/>
                </a:lnTo>
                <a:cubicBezTo>
                  <a:pt x="683011" y="225949"/>
                  <a:pt x="688119" y="224047"/>
                  <a:pt x="690728" y="220243"/>
                </a:cubicBezTo>
                <a:cubicBezTo>
                  <a:pt x="693444" y="216331"/>
                  <a:pt x="694803" y="208940"/>
                  <a:pt x="694803" y="198072"/>
                </a:cubicBezTo>
                <a:lnTo>
                  <a:pt x="694803" y="142645"/>
                </a:lnTo>
                <a:cubicBezTo>
                  <a:pt x="694803" y="124712"/>
                  <a:pt x="694368" y="113789"/>
                  <a:pt x="693498" y="109877"/>
                </a:cubicBezTo>
                <a:cubicBezTo>
                  <a:pt x="692738" y="105964"/>
                  <a:pt x="691488" y="103302"/>
                  <a:pt x="689749" y="101888"/>
                </a:cubicBezTo>
                <a:cubicBezTo>
                  <a:pt x="688119" y="100476"/>
                  <a:pt x="685891" y="99770"/>
                  <a:pt x="683065" y="99770"/>
                </a:cubicBezTo>
                <a:cubicBezTo>
                  <a:pt x="680022" y="99770"/>
                  <a:pt x="676382" y="100584"/>
                  <a:pt x="672143" y="102215"/>
                </a:cubicBezTo>
                <a:lnTo>
                  <a:pt x="669697" y="96346"/>
                </a:lnTo>
                <a:lnTo>
                  <a:pt x="714692" y="78087"/>
                </a:lnTo>
                <a:lnTo>
                  <a:pt x="721702" y="78087"/>
                </a:lnTo>
                <a:lnTo>
                  <a:pt x="721702" y="109714"/>
                </a:lnTo>
                <a:moveTo>
                  <a:pt x="883094" y="0"/>
                </a:moveTo>
                <a:cubicBezTo>
                  <a:pt x="887659" y="0"/>
                  <a:pt x="891517" y="1630"/>
                  <a:pt x="894669" y="4890"/>
                </a:cubicBezTo>
                <a:cubicBezTo>
                  <a:pt x="897929" y="8043"/>
                  <a:pt x="899559" y="11900"/>
                  <a:pt x="899559" y="16465"/>
                </a:cubicBezTo>
                <a:cubicBezTo>
                  <a:pt x="899559" y="21029"/>
                  <a:pt x="897929" y="24942"/>
                  <a:pt x="894669" y="28202"/>
                </a:cubicBezTo>
                <a:cubicBezTo>
                  <a:pt x="891517" y="31463"/>
                  <a:pt x="887659" y="33094"/>
                  <a:pt x="883094" y="33094"/>
                </a:cubicBezTo>
                <a:cubicBezTo>
                  <a:pt x="878530" y="33094"/>
                  <a:pt x="874617" y="31463"/>
                  <a:pt x="871357" y="28202"/>
                </a:cubicBezTo>
                <a:cubicBezTo>
                  <a:pt x="868096" y="24942"/>
                  <a:pt x="866465" y="21029"/>
                  <a:pt x="866465" y="16465"/>
                </a:cubicBezTo>
                <a:cubicBezTo>
                  <a:pt x="866465" y="11900"/>
                  <a:pt x="868042" y="8043"/>
                  <a:pt x="871193" y="4890"/>
                </a:cubicBezTo>
                <a:cubicBezTo>
                  <a:pt x="874454" y="1630"/>
                  <a:pt x="878421" y="0"/>
                  <a:pt x="883094" y="0"/>
                </a:cubicBezTo>
                <a:moveTo>
                  <a:pt x="896625" y="78087"/>
                </a:moveTo>
                <a:lnTo>
                  <a:pt x="896625" y="198072"/>
                </a:lnTo>
                <a:cubicBezTo>
                  <a:pt x="896625" y="207419"/>
                  <a:pt x="897277" y="213668"/>
                  <a:pt x="898581" y="216820"/>
                </a:cubicBezTo>
                <a:cubicBezTo>
                  <a:pt x="899994" y="219863"/>
                  <a:pt x="902005" y="222146"/>
                  <a:pt x="904614" y="223667"/>
                </a:cubicBezTo>
                <a:cubicBezTo>
                  <a:pt x="907330" y="225189"/>
                  <a:pt x="912220" y="225949"/>
                  <a:pt x="919285" y="225949"/>
                </a:cubicBezTo>
                <a:lnTo>
                  <a:pt x="919285" y="231818"/>
                </a:lnTo>
                <a:lnTo>
                  <a:pt x="846740" y="231818"/>
                </a:lnTo>
                <a:lnTo>
                  <a:pt x="846740" y="225949"/>
                </a:lnTo>
                <a:cubicBezTo>
                  <a:pt x="854021" y="225949"/>
                  <a:pt x="858913" y="225243"/>
                  <a:pt x="861412" y="223829"/>
                </a:cubicBezTo>
                <a:cubicBezTo>
                  <a:pt x="863912" y="222417"/>
                  <a:pt x="865868" y="220080"/>
                  <a:pt x="867281" y="216820"/>
                </a:cubicBezTo>
                <a:cubicBezTo>
                  <a:pt x="868802" y="213559"/>
                  <a:pt x="869564" y="207310"/>
                  <a:pt x="869564" y="198072"/>
                </a:cubicBezTo>
                <a:lnTo>
                  <a:pt x="869564" y="140525"/>
                </a:lnTo>
                <a:cubicBezTo>
                  <a:pt x="869564" y="124331"/>
                  <a:pt x="869074" y="113843"/>
                  <a:pt x="868096" y="109061"/>
                </a:cubicBezTo>
                <a:cubicBezTo>
                  <a:pt x="867335" y="105584"/>
                  <a:pt x="866140" y="103193"/>
                  <a:pt x="864509" y="101888"/>
                </a:cubicBezTo>
                <a:cubicBezTo>
                  <a:pt x="862879" y="100476"/>
                  <a:pt x="860652" y="99770"/>
                  <a:pt x="857826" y="99770"/>
                </a:cubicBezTo>
                <a:cubicBezTo>
                  <a:pt x="854783" y="99770"/>
                  <a:pt x="851088" y="100584"/>
                  <a:pt x="846740" y="102215"/>
                </a:cubicBezTo>
                <a:lnTo>
                  <a:pt x="844457" y="96346"/>
                </a:lnTo>
                <a:lnTo>
                  <a:pt x="889452" y="78087"/>
                </a:lnTo>
                <a:lnTo>
                  <a:pt x="896625" y="78087"/>
                </a:lnTo>
                <a:moveTo>
                  <a:pt x="981560" y="109714"/>
                </a:moveTo>
                <a:cubicBezTo>
                  <a:pt x="999057" y="88630"/>
                  <a:pt x="1015741" y="78087"/>
                  <a:pt x="1031608" y="78087"/>
                </a:cubicBezTo>
                <a:cubicBezTo>
                  <a:pt x="1039759" y="78087"/>
                  <a:pt x="1046769" y="80153"/>
                  <a:pt x="1052638" y="84283"/>
                </a:cubicBezTo>
                <a:cubicBezTo>
                  <a:pt x="1058506" y="88304"/>
                  <a:pt x="1063180" y="94988"/>
                  <a:pt x="1066657" y="104334"/>
                </a:cubicBezTo>
                <a:cubicBezTo>
                  <a:pt x="1069049" y="110855"/>
                  <a:pt x="1070244" y="120854"/>
                  <a:pt x="1070244" y="134330"/>
                </a:cubicBezTo>
                <a:lnTo>
                  <a:pt x="1070244" y="198072"/>
                </a:lnTo>
                <a:cubicBezTo>
                  <a:pt x="1070244" y="207527"/>
                  <a:pt x="1071004" y="213940"/>
                  <a:pt x="1072526" y="217308"/>
                </a:cubicBezTo>
                <a:cubicBezTo>
                  <a:pt x="1073722" y="220026"/>
                  <a:pt x="1075624" y="222146"/>
                  <a:pt x="1078233" y="223667"/>
                </a:cubicBezTo>
                <a:cubicBezTo>
                  <a:pt x="1080949" y="225189"/>
                  <a:pt x="1085895" y="225949"/>
                  <a:pt x="1093068" y="225949"/>
                </a:cubicBezTo>
                <a:lnTo>
                  <a:pt x="1093068" y="231818"/>
                </a:lnTo>
                <a:lnTo>
                  <a:pt x="1019218" y="231818"/>
                </a:lnTo>
                <a:lnTo>
                  <a:pt x="1019218" y="225949"/>
                </a:lnTo>
                <a:lnTo>
                  <a:pt x="1022316" y="225949"/>
                </a:lnTo>
                <a:cubicBezTo>
                  <a:pt x="1029271" y="225949"/>
                  <a:pt x="1034107" y="224916"/>
                  <a:pt x="1036825" y="222852"/>
                </a:cubicBezTo>
                <a:cubicBezTo>
                  <a:pt x="1039651" y="220678"/>
                  <a:pt x="1041607" y="217526"/>
                  <a:pt x="1042693" y="213396"/>
                </a:cubicBezTo>
                <a:cubicBezTo>
                  <a:pt x="1043128" y="211766"/>
                  <a:pt x="1043346" y="206658"/>
                  <a:pt x="1043346" y="198072"/>
                </a:cubicBezTo>
                <a:lnTo>
                  <a:pt x="1043346" y="136938"/>
                </a:lnTo>
                <a:cubicBezTo>
                  <a:pt x="1043346" y="123353"/>
                  <a:pt x="1041552" y="113518"/>
                  <a:pt x="1037966" y="107432"/>
                </a:cubicBezTo>
                <a:cubicBezTo>
                  <a:pt x="1034488" y="101236"/>
                  <a:pt x="1028565" y="98139"/>
                  <a:pt x="1020196" y="98139"/>
                </a:cubicBezTo>
                <a:cubicBezTo>
                  <a:pt x="1007263" y="98139"/>
                  <a:pt x="994385" y="105204"/>
                  <a:pt x="981560" y="119333"/>
                </a:cubicBezTo>
                <a:lnTo>
                  <a:pt x="981560" y="198072"/>
                </a:lnTo>
                <a:cubicBezTo>
                  <a:pt x="981560" y="208179"/>
                  <a:pt x="982158" y="214429"/>
                  <a:pt x="983353" y="216820"/>
                </a:cubicBezTo>
                <a:cubicBezTo>
                  <a:pt x="984875" y="219972"/>
                  <a:pt x="986939" y="222308"/>
                  <a:pt x="989547" y="223829"/>
                </a:cubicBezTo>
                <a:cubicBezTo>
                  <a:pt x="992265" y="225243"/>
                  <a:pt x="997699" y="225949"/>
                  <a:pt x="1005850" y="225949"/>
                </a:cubicBezTo>
                <a:lnTo>
                  <a:pt x="1005850" y="231818"/>
                </a:lnTo>
                <a:lnTo>
                  <a:pt x="932001" y="231818"/>
                </a:lnTo>
                <a:lnTo>
                  <a:pt x="932001" y="225949"/>
                </a:lnTo>
                <a:lnTo>
                  <a:pt x="935261" y="225949"/>
                </a:lnTo>
                <a:cubicBezTo>
                  <a:pt x="942869" y="225949"/>
                  <a:pt x="947978" y="224047"/>
                  <a:pt x="950586" y="220243"/>
                </a:cubicBezTo>
                <a:cubicBezTo>
                  <a:pt x="953302" y="216331"/>
                  <a:pt x="954661" y="208940"/>
                  <a:pt x="954661" y="198072"/>
                </a:cubicBezTo>
                <a:lnTo>
                  <a:pt x="954661" y="142645"/>
                </a:lnTo>
                <a:cubicBezTo>
                  <a:pt x="954661" y="124712"/>
                  <a:pt x="954226" y="113789"/>
                  <a:pt x="953357" y="109877"/>
                </a:cubicBezTo>
                <a:cubicBezTo>
                  <a:pt x="952596" y="105964"/>
                  <a:pt x="951346" y="103302"/>
                  <a:pt x="949607" y="101888"/>
                </a:cubicBezTo>
                <a:cubicBezTo>
                  <a:pt x="947978" y="100476"/>
                  <a:pt x="945749" y="99770"/>
                  <a:pt x="942923" y="99770"/>
                </a:cubicBezTo>
                <a:cubicBezTo>
                  <a:pt x="939880" y="99770"/>
                  <a:pt x="936240" y="100584"/>
                  <a:pt x="932001" y="102215"/>
                </a:cubicBezTo>
                <a:lnTo>
                  <a:pt x="929556" y="96346"/>
                </a:lnTo>
                <a:lnTo>
                  <a:pt x="974550" y="78087"/>
                </a:lnTo>
                <a:lnTo>
                  <a:pt x="981560" y="78087"/>
                </a:lnTo>
                <a:lnTo>
                  <a:pt x="981560" y="109714"/>
                </a:lnTo>
                <a:moveTo>
                  <a:pt x="1144909" y="177368"/>
                </a:moveTo>
                <a:cubicBezTo>
                  <a:pt x="1135779" y="172913"/>
                  <a:pt x="1128770" y="166717"/>
                  <a:pt x="1123878" y="158784"/>
                </a:cubicBezTo>
                <a:cubicBezTo>
                  <a:pt x="1118988" y="150742"/>
                  <a:pt x="1116543" y="141884"/>
                  <a:pt x="1116543" y="132211"/>
                </a:cubicBezTo>
                <a:cubicBezTo>
                  <a:pt x="1116543" y="117431"/>
                  <a:pt x="1122085" y="104714"/>
                  <a:pt x="1133171" y="94064"/>
                </a:cubicBezTo>
                <a:cubicBezTo>
                  <a:pt x="1144365" y="83413"/>
                  <a:pt x="1158657" y="78087"/>
                  <a:pt x="1176046" y="78087"/>
                </a:cubicBezTo>
                <a:cubicBezTo>
                  <a:pt x="1190283" y="78087"/>
                  <a:pt x="1202619" y="81565"/>
                  <a:pt x="1213052" y="88521"/>
                </a:cubicBezTo>
                <a:lnTo>
                  <a:pt x="1244679" y="88521"/>
                </a:lnTo>
                <a:cubicBezTo>
                  <a:pt x="1249351" y="88521"/>
                  <a:pt x="1252069" y="88684"/>
                  <a:pt x="1252829" y="89010"/>
                </a:cubicBezTo>
                <a:cubicBezTo>
                  <a:pt x="1253591" y="89227"/>
                  <a:pt x="1254133" y="89662"/>
                  <a:pt x="1254460" y="90314"/>
                </a:cubicBezTo>
                <a:cubicBezTo>
                  <a:pt x="1255112" y="91293"/>
                  <a:pt x="1255438" y="93031"/>
                  <a:pt x="1255438" y="95531"/>
                </a:cubicBezTo>
                <a:cubicBezTo>
                  <a:pt x="1255438" y="98356"/>
                  <a:pt x="1255166" y="100313"/>
                  <a:pt x="1254623" y="101400"/>
                </a:cubicBezTo>
                <a:cubicBezTo>
                  <a:pt x="1254297" y="101943"/>
                  <a:pt x="1253699" y="102378"/>
                  <a:pt x="1252829" y="102704"/>
                </a:cubicBezTo>
                <a:cubicBezTo>
                  <a:pt x="1252069" y="103030"/>
                  <a:pt x="1249351" y="103193"/>
                  <a:pt x="1244679" y="103193"/>
                </a:cubicBezTo>
                <a:lnTo>
                  <a:pt x="1225279" y="103193"/>
                </a:lnTo>
                <a:cubicBezTo>
                  <a:pt x="1231365" y="111018"/>
                  <a:pt x="1234408" y="121017"/>
                  <a:pt x="1234408" y="133189"/>
                </a:cubicBezTo>
                <a:cubicBezTo>
                  <a:pt x="1234408" y="147100"/>
                  <a:pt x="1229082" y="159001"/>
                  <a:pt x="1218431" y="168891"/>
                </a:cubicBezTo>
                <a:cubicBezTo>
                  <a:pt x="1207781" y="178781"/>
                  <a:pt x="1193489" y="183726"/>
                  <a:pt x="1175556" y="183726"/>
                </a:cubicBezTo>
                <a:cubicBezTo>
                  <a:pt x="1168167" y="183726"/>
                  <a:pt x="1160613" y="182639"/>
                  <a:pt x="1152896" y="180466"/>
                </a:cubicBezTo>
                <a:cubicBezTo>
                  <a:pt x="1148114" y="184595"/>
                  <a:pt x="1144855" y="188237"/>
                  <a:pt x="1143116" y="191388"/>
                </a:cubicBezTo>
                <a:cubicBezTo>
                  <a:pt x="1141485" y="194431"/>
                  <a:pt x="1140670" y="197039"/>
                  <a:pt x="1140670" y="199213"/>
                </a:cubicBezTo>
                <a:cubicBezTo>
                  <a:pt x="1140670" y="201061"/>
                  <a:pt x="1141539" y="202854"/>
                  <a:pt x="1143278" y="204593"/>
                </a:cubicBezTo>
                <a:cubicBezTo>
                  <a:pt x="1145126" y="206332"/>
                  <a:pt x="1148658" y="207582"/>
                  <a:pt x="1153875" y="208342"/>
                </a:cubicBezTo>
                <a:cubicBezTo>
                  <a:pt x="1156918" y="208777"/>
                  <a:pt x="1164526" y="209158"/>
                  <a:pt x="1176698" y="209483"/>
                </a:cubicBezTo>
                <a:cubicBezTo>
                  <a:pt x="1199086" y="210027"/>
                  <a:pt x="1213595" y="210788"/>
                  <a:pt x="1220225" y="211766"/>
                </a:cubicBezTo>
                <a:cubicBezTo>
                  <a:pt x="1230332" y="213179"/>
                  <a:pt x="1238375" y="216929"/>
                  <a:pt x="1244352" y="223015"/>
                </a:cubicBezTo>
                <a:cubicBezTo>
                  <a:pt x="1250438" y="229100"/>
                  <a:pt x="1253481" y="236600"/>
                  <a:pt x="1253481" y="245512"/>
                </a:cubicBezTo>
                <a:cubicBezTo>
                  <a:pt x="1253481" y="257793"/>
                  <a:pt x="1247722" y="269313"/>
                  <a:pt x="1236201" y="280073"/>
                </a:cubicBezTo>
                <a:cubicBezTo>
                  <a:pt x="1219247" y="295940"/>
                  <a:pt x="1197131" y="303874"/>
                  <a:pt x="1169851" y="303874"/>
                </a:cubicBezTo>
                <a:cubicBezTo>
                  <a:pt x="1148875" y="303874"/>
                  <a:pt x="1131161" y="299146"/>
                  <a:pt x="1116705" y="289691"/>
                </a:cubicBezTo>
                <a:cubicBezTo>
                  <a:pt x="1108555" y="284257"/>
                  <a:pt x="1104479" y="278606"/>
                  <a:pt x="1104479" y="272737"/>
                </a:cubicBezTo>
                <a:cubicBezTo>
                  <a:pt x="1104479" y="270128"/>
                  <a:pt x="1105077" y="267520"/>
                  <a:pt x="1106272" y="264912"/>
                </a:cubicBezTo>
                <a:cubicBezTo>
                  <a:pt x="1108120" y="260890"/>
                  <a:pt x="1111923" y="255293"/>
                  <a:pt x="1117684" y="248120"/>
                </a:cubicBezTo>
                <a:cubicBezTo>
                  <a:pt x="1118444" y="247142"/>
                  <a:pt x="1123988" y="241273"/>
                  <a:pt x="1134312" y="230514"/>
                </a:cubicBezTo>
                <a:cubicBezTo>
                  <a:pt x="1128660" y="227144"/>
                  <a:pt x="1124640" y="224156"/>
                  <a:pt x="1122249" y="221548"/>
                </a:cubicBezTo>
                <a:cubicBezTo>
                  <a:pt x="1119966" y="218830"/>
                  <a:pt x="1118825" y="215787"/>
                  <a:pt x="1118825" y="212418"/>
                </a:cubicBezTo>
                <a:cubicBezTo>
                  <a:pt x="1118825" y="208614"/>
                  <a:pt x="1120346" y="204158"/>
                  <a:pt x="1123390" y="199051"/>
                </a:cubicBezTo>
                <a:cubicBezTo>
                  <a:pt x="1126541" y="193942"/>
                  <a:pt x="1133714" y="186715"/>
                  <a:pt x="1144909" y="177368"/>
                </a:cubicBezTo>
                <a:moveTo>
                  <a:pt x="1173274" y="85912"/>
                </a:moveTo>
                <a:cubicBezTo>
                  <a:pt x="1165232" y="85912"/>
                  <a:pt x="1158494" y="89119"/>
                  <a:pt x="1153059" y="95531"/>
                </a:cubicBezTo>
                <a:cubicBezTo>
                  <a:pt x="1147625" y="101943"/>
                  <a:pt x="1144909" y="111779"/>
                  <a:pt x="1144909" y="125038"/>
                </a:cubicBezTo>
                <a:cubicBezTo>
                  <a:pt x="1144909" y="142210"/>
                  <a:pt x="1148604" y="155524"/>
                  <a:pt x="1155994" y="164978"/>
                </a:cubicBezTo>
                <a:cubicBezTo>
                  <a:pt x="1161646" y="172152"/>
                  <a:pt x="1168819" y="175738"/>
                  <a:pt x="1177514" y="175738"/>
                </a:cubicBezTo>
                <a:cubicBezTo>
                  <a:pt x="1185774" y="175738"/>
                  <a:pt x="1192565" y="172640"/>
                  <a:pt x="1197891" y="166446"/>
                </a:cubicBezTo>
                <a:cubicBezTo>
                  <a:pt x="1203217" y="160251"/>
                  <a:pt x="1205879" y="150524"/>
                  <a:pt x="1205879" y="137265"/>
                </a:cubicBezTo>
                <a:cubicBezTo>
                  <a:pt x="1205879" y="119985"/>
                  <a:pt x="1202129" y="106453"/>
                  <a:pt x="1194630" y="96672"/>
                </a:cubicBezTo>
                <a:cubicBezTo>
                  <a:pt x="1189088" y="89500"/>
                  <a:pt x="1181969" y="85912"/>
                  <a:pt x="1173274" y="85912"/>
                </a:cubicBezTo>
                <a:moveTo>
                  <a:pt x="1143278" y="231818"/>
                </a:moveTo>
                <a:cubicBezTo>
                  <a:pt x="1138170" y="237360"/>
                  <a:pt x="1134312" y="242523"/>
                  <a:pt x="1131704" y="247305"/>
                </a:cubicBezTo>
                <a:cubicBezTo>
                  <a:pt x="1129095" y="252087"/>
                  <a:pt x="1127791" y="256488"/>
                  <a:pt x="1127791" y="260510"/>
                </a:cubicBezTo>
                <a:cubicBezTo>
                  <a:pt x="1127791" y="265727"/>
                  <a:pt x="1130943" y="270292"/>
                  <a:pt x="1137247" y="274204"/>
                </a:cubicBezTo>
                <a:cubicBezTo>
                  <a:pt x="1148114" y="280942"/>
                  <a:pt x="1163820" y="284311"/>
                  <a:pt x="1184360" y="284311"/>
                </a:cubicBezTo>
                <a:cubicBezTo>
                  <a:pt x="1203923" y="284311"/>
                  <a:pt x="1218323" y="280833"/>
                  <a:pt x="1227561" y="273878"/>
                </a:cubicBezTo>
                <a:cubicBezTo>
                  <a:pt x="1236908" y="267031"/>
                  <a:pt x="1241581" y="259695"/>
                  <a:pt x="1241581" y="251870"/>
                </a:cubicBezTo>
                <a:cubicBezTo>
                  <a:pt x="1241581" y="246218"/>
                  <a:pt x="1238810" y="242197"/>
                  <a:pt x="1233267" y="239806"/>
                </a:cubicBezTo>
                <a:cubicBezTo>
                  <a:pt x="1227616" y="237415"/>
                  <a:pt x="1216421" y="236002"/>
                  <a:pt x="1199684" y="235567"/>
                </a:cubicBezTo>
                <a:cubicBezTo>
                  <a:pt x="1175231" y="234915"/>
                  <a:pt x="1156429" y="233665"/>
                  <a:pt x="1143278" y="231818"/>
                </a:cubicBezTo>
                <a:moveTo>
                  <a:pt x="1350643" y="231818"/>
                </a:moveTo>
                <a:lnTo>
                  <a:pt x="1350643" y="225786"/>
                </a:lnTo>
                <a:lnTo>
                  <a:pt x="1358957" y="225786"/>
                </a:lnTo>
                <a:cubicBezTo>
                  <a:pt x="1368304" y="225786"/>
                  <a:pt x="1374934" y="222798"/>
                  <a:pt x="1378846" y="216820"/>
                </a:cubicBezTo>
                <a:cubicBezTo>
                  <a:pt x="1381237" y="213234"/>
                  <a:pt x="1382432" y="205191"/>
                  <a:pt x="1382432" y="192692"/>
                </a:cubicBezTo>
                <a:lnTo>
                  <a:pt x="1382432" y="49885"/>
                </a:lnTo>
                <a:cubicBezTo>
                  <a:pt x="1382432" y="36082"/>
                  <a:pt x="1380911" y="27442"/>
                  <a:pt x="1377868" y="23964"/>
                </a:cubicBezTo>
                <a:cubicBezTo>
                  <a:pt x="1373629" y="19182"/>
                  <a:pt x="1367326" y="16791"/>
                  <a:pt x="1358957" y="16791"/>
                </a:cubicBezTo>
                <a:lnTo>
                  <a:pt x="1350643" y="16791"/>
                </a:lnTo>
                <a:lnTo>
                  <a:pt x="1350643" y="10759"/>
                </a:lnTo>
                <a:lnTo>
                  <a:pt x="1440632" y="10759"/>
                </a:lnTo>
                <a:cubicBezTo>
                  <a:pt x="1473671" y="10759"/>
                  <a:pt x="1498776" y="14508"/>
                  <a:pt x="1515948" y="22008"/>
                </a:cubicBezTo>
                <a:cubicBezTo>
                  <a:pt x="1533229" y="29507"/>
                  <a:pt x="1547085" y="42005"/>
                  <a:pt x="1557519" y="59503"/>
                </a:cubicBezTo>
                <a:cubicBezTo>
                  <a:pt x="1568062" y="77000"/>
                  <a:pt x="1573332" y="97216"/>
                  <a:pt x="1573332" y="120147"/>
                </a:cubicBezTo>
                <a:cubicBezTo>
                  <a:pt x="1573332" y="150904"/>
                  <a:pt x="1563986" y="176607"/>
                  <a:pt x="1545292" y="197257"/>
                </a:cubicBezTo>
                <a:cubicBezTo>
                  <a:pt x="1524317" y="220298"/>
                  <a:pt x="1492364" y="231818"/>
                  <a:pt x="1449435" y="231818"/>
                </a:cubicBezTo>
                <a:lnTo>
                  <a:pt x="1350643" y="231818"/>
                </a:lnTo>
                <a:moveTo>
                  <a:pt x="1413733" y="215842"/>
                </a:moveTo>
                <a:cubicBezTo>
                  <a:pt x="1427536" y="218885"/>
                  <a:pt x="1439111" y="220407"/>
                  <a:pt x="1448457" y="220407"/>
                </a:cubicBezTo>
                <a:cubicBezTo>
                  <a:pt x="1473671" y="220407"/>
                  <a:pt x="1494592" y="211549"/>
                  <a:pt x="1511221" y="193834"/>
                </a:cubicBezTo>
                <a:cubicBezTo>
                  <a:pt x="1527849" y="176118"/>
                  <a:pt x="1536163" y="152100"/>
                  <a:pt x="1536163" y="121778"/>
                </a:cubicBezTo>
                <a:cubicBezTo>
                  <a:pt x="1536163" y="91238"/>
                  <a:pt x="1527849" y="67165"/>
                  <a:pt x="1511221" y="49558"/>
                </a:cubicBezTo>
                <a:cubicBezTo>
                  <a:pt x="1494592" y="31952"/>
                  <a:pt x="1473236" y="23149"/>
                  <a:pt x="1447153" y="23149"/>
                </a:cubicBezTo>
                <a:cubicBezTo>
                  <a:pt x="1437371" y="23149"/>
                  <a:pt x="1426232" y="24725"/>
                  <a:pt x="1413733" y="27877"/>
                </a:cubicBezTo>
                <a:lnTo>
                  <a:pt x="1413733" y="215842"/>
                </a:lnTo>
                <a:moveTo>
                  <a:pt x="1681253" y="210299"/>
                </a:moveTo>
                <a:cubicBezTo>
                  <a:pt x="1665929" y="222146"/>
                  <a:pt x="1656311" y="228992"/>
                  <a:pt x="1652398" y="230839"/>
                </a:cubicBezTo>
                <a:cubicBezTo>
                  <a:pt x="1646530" y="233557"/>
                  <a:pt x="1640280" y="234915"/>
                  <a:pt x="1633651" y="234915"/>
                </a:cubicBezTo>
                <a:cubicBezTo>
                  <a:pt x="1623325" y="234915"/>
                  <a:pt x="1614794" y="231383"/>
                  <a:pt x="1608056" y="224319"/>
                </a:cubicBezTo>
                <a:cubicBezTo>
                  <a:pt x="1601427" y="217254"/>
                  <a:pt x="1598111" y="207962"/>
                  <a:pt x="1598111" y="196442"/>
                </a:cubicBezTo>
                <a:cubicBezTo>
                  <a:pt x="1598111" y="189160"/>
                  <a:pt x="1599742" y="182857"/>
                  <a:pt x="1603002" y="177532"/>
                </a:cubicBezTo>
                <a:cubicBezTo>
                  <a:pt x="1607458" y="170141"/>
                  <a:pt x="1615175" y="163185"/>
                  <a:pt x="1626151" y="156665"/>
                </a:cubicBezTo>
                <a:cubicBezTo>
                  <a:pt x="1637237" y="150144"/>
                  <a:pt x="1655605" y="142210"/>
                  <a:pt x="1681253" y="132863"/>
                </a:cubicBezTo>
                <a:lnTo>
                  <a:pt x="1681253" y="126995"/>
                </a:lnTo>
                <a:cubicBezTo>
                  <a:pt x="1681253" y="112105"/>
                  <a:pt x="1678862" y="101888"/>
                  <a:pt x="1674080" y="96346"/>
                </a:cubicBezTo>
                <a:cubicBezTo>
                  <a:pt x="1669407" y="90804"/>
                  <a:pt x="1662559" y="88032"/>
                  <a:pt x="1653539" y="88032"/>
                </a:cubicBezTo>
                <a:cubicBezTo>
                  <a:pt x="1646693" y="88032"/>
                  <a:pt x="1641259" y="89879"/>
                  <a:pt x="1637237" y="93574"/>
                </a:cubicBezTo>
                <a:cubicBezTo>
                  <a:pt x="1633107" y="97270"/>
                  <a:pt x="1631042" y="101509"/>
                  <a:pt x="1631042" y="106291"/>
                </a:cubicBezTo>
                <a:lnTo>
                  <a:pt x="1631368" y="115746"/>
                </a:lnTo>
                <a:cubicBezTo>
                  <a:pt x="1631368" y="120745"/>
                  <a:pt x="1630064" y="124604"/>
                  <a:pt x="1627455" y="127320"/>
                </a:cubicBezTo>
                <a:cubicBezTo>
                  <a:pt x="1624956" y="130038"/>
                  <a:pt x="1621641" y="131396"/>
                  <a:pt x="1617512" y="131396"/>
                </a:cubicBezTo>
                <a:cubicBezTo>
                  <a:pt x="1613490" y="131396"/>
                  <a:pt x="1610175" y="129983"/>
                  <a:pt x="1607567" y="127157"/>
                </a:cubicBezTo>
                <a:cubicBezTo>
                  <a:pt x="1605067" y="124331"/>
                  <a:pt x="1603818" y="120474"/>
                  <a:pt x="1603818" y="115582"/>
                </a:cubicBezTo>
                <a:cubicBezTo>
                  <a:pt x="1603818" y="106236"/>
                  <a:pt x="1608600" y="97650"/>
                  <a:pt x="1618164" y="89825"/>
                </a:cubicBezTo>
                <a:cubicBezTo>
                  <a:pt x="1627728" y="82000"/>
                  <a:pt x="1641149" y="78087"/>
                  <a:pt x="1658431" y="78087"/>
                </a:cubicBezTo>
                <a:cubicBezTo>
                  <a:pt x="1671689" y="78087"/>
                  <a:pt x="1682557" y="80315"/>
                  <a:pt x="1691034" y="84772"/>
                </a:cubicBezTo>
                <a:cubicBezTo>
                  <a:pt x="1697447" y="88140"/>
                  <a:pt x="1702174" y="93412"/>
                  <a:pt x="1705217" y="100584"/>
                </a:cubicBezTo>
                <a:cubicBezTo>
                  <a:pt x="1707174" y="105258"/>
                  <a:pt x="1708152" y="114822"/>
                  <a:pt x="1708152" y="129276"/>
                </a:cubicBezTo>
                <a:lnTo>
                  <a:pt x="1708152" y="179977"/>
                </a:lnTo>
                <a:cubicBezTo>
                  <a:pt x="1708152" y="194214"/>
                  <a:pt x="1708424" y="202962"/>
                  <a:pt x="1708968" y="206223"/>
                </a:cubicBezTo>
                <a:cubicBezTo>
                  <a:pt x="1709510" y="209375"/>
                  <a:pt x="1710380" y="211495"/>
                  <a:pt x="1711576" y="212582"/>
                </a:cubicBezTo>
                <a:cubicBezTo>
                  <a:pt x="1712880" y="213668"/>
                  <a:pt x="1714347" y="214211"/>
                  <a:pt x="1715977" y="214211"/>
                </a:cubicBezTo>
                <a:cubicBezTo>
                  <a:pt x="1717716" y="214211"/>
                  <a:pt x="1719238" y="213831"/>
                  <a:pt x="1720542" y="213070"/>
                </a:cubicBezTo>
                <a:cubicBezTo>
                  <a:pt x="1722824" y="211657"/>
                  <a:pt x="1727225" y="207690"/>
                  <a:pt x="1733746" y="201169"/>
                </a:cubicBezTo>
                <a:lnTo>
                  <a:pt x="1733746" y="210299"/>
                </a:lnTo>
                <a:cubicBezTo>
                  <a:pt x="1721574" y="226601"/>
                  <a:pt x="1709945" y="234752"/>
                  <a:pt x="1698860" y="234752"/>
                </a:cubicBezTo>
                <a:cubicBezTo>
                  <a:pt x="1693535" y="234752"/>
                  <a:pt x="1689295" y="232905"/>
                  <a:pt x="1686144" y="229210"/>
                </a:cubicBezTo>
                <a:cubicBezTo>
                  <a:pt x="1682992" y="225514"/>
                  <a:pt x="1681362" y="219211"/>
                  <a:pt x="1681253" y="210299"/>
                </a:cubicBezTo>
                <a:moveTo>
                  <a:pt x="1681253" y="199703"/>
                </a:moveTo>
                <a:lnTo>
                  <a:pt x="1681253" y="142807"/>
                </a:lnTo>
                <a:cubicBezTo>
                  <a:pt x="1664842" y="149328"/>
                  <a:pt x="1654245" y="153947"/>
                  <a:pt x="1649463" y="156665"/>
                </a:cubicBezTo>
                <a:cubicBezTo>
                  <a:pt x="1640878" y="161447"/>
                  <a:pt x="1634738" y="166446"/>
                  <a:pt x="1631042" y="171663"/>
                </a:cubicBezTo>
                <a:cubicBezTo>
                  <a:pt x="1627347" y="176880"/>
                  <a:pt x="1625499" y="182585"/>
                  <a:pt x="1625499" y="188780"/>
                </a:cubicBezTo>
                <a:cubicBezTo>
                  <a:pt x="1625499" y="196605"/>
                  <a:pt x="1627836" y="203126"/>
                  <a:pt x="1632509" y="208342"/>
                </a:cubicBezTo>
                <a:cubicBezTo>
                  <a:pt x="1637183" y="213451"/>
                  <a:pt x="1642563" y="216004"/>
                  <a:pt x="1648649" y="216004"/>
                </a:cubicBezTo>
                <a:cubicBezTo>
                  <a:pt x="1656908" y="216004"/>
                  <a:pt x="1667776" y="210570"/>
                  <a:pt x="1681253" y="199703"/>
                </a:cubicBezTo>
                <a:moveTo>
                  <a:pt x="1788359" y="33419"/>
                </a:moveTo>
                <a:lnTo>
                  <a:pt x="1788359" y="82489"/>
                </a:lnTo>
                <a:lnTo>
                  <a:pt x="1823246" y="82489"/>
                </a:lnTo>
                <a:lnTo>
                  <a:pt x="1823246" y="93901"/>
                </a:lnTo>
                <a:lnTo>
                  <a:pt x="1788359" y="93901"/>
                </a:lnTo>
                <a:lnTo>
                  <a:pt x="1788359" y="190736"/>
                </a:lnTo>
                <a:cubicBezTo>
                  <a:pt x="1788359" y="200409"/>
                  <a:pt x="1789717" y="206930"/>
                  <a:pt x="1792435" y="210299"/>
                </a:cubicBezTo>
                <a:cubicBezTo>
                  <a:pt x="1795261" y="213668"/>
                  <a:pt x="1798847" y="215352"/>
                  <a:pt x="1803194" y="215352"/>
                </a:cubicBezTo>
                <a:cubicBezTo>
                  <a:pt x="1806781" y="215352"/>
                  <a:pt x="1810258" y="214265"/>
                  <a:pt x="1813628" y="212092"/>
                </a:cubicBezTo>
                <a:cubicBezTo>
                  <a:pt x="1816997" y="209810"/>
                  <a:pt x="1819606" y="206495"/>
                  <a:pt x="1821453" y="202148"/>
                </a:cubicBezTo>
                <a:lnTo>
                  <a:pt x="1827810" y="202148"/>
                </a:lnTo>
                <a:cubicBezTo>
                  <a:pt x="1824007" y="212799"/>
                  <a:pt x="1818627" y="220841"/>
                  <a:pt x="1811671" y="226276"/>
                </a:cubicBezTo>
                <a:cubicBezTo>
                  <a:pt x="1804716" y="231601"/>
                  <a:pt x="1797543" y="234263"/>
                  <a:pt x="1790152" y="234263"/>
                </a:cubicBezTo>
                <a:cubicBezTo>
                  <a:pt x="1785153" y="234263"/>
                  <a:pt x="1780262" y="232905"/>
                  <a:pt x="1775480" y="230187"/>
                </a:cubicBezTo>
                <a:cubicBezTo>
                  <a:pt x="1770698" y="227362"/>
                  <a:pt x="1767166" y="223395"/>
                  <a:pt x="1764884" y="218287"/>
                </a:cubicBezTo>
                <a:cubicBezTo>
                  <a:pt x="1762602" y="213070"/>
                  <a:pt x="1761460" y="205082"/>
                  <a:pt x="1761460" y="194323"/>
                </a:cubicBezTo>
                <a:lnTo>
                  <a:pt x="1761460" y="93901"/>
                </a:lnTo>
                <a:lnTo>
                  <a:pt x="1737822" y="93901"/>
                </a:lnTo>
                <a:lnTo>
                  <a:pt x="1737822" y="88521"/>
                </a:lnTo>
                <a:cubicBezTo>
                  <a:pt x="1743800" y="86130"/>
                  <a:pt x="1749885" y="82109"/>
                  <a:pt x="1756081" y="76458"/>
                </a:cubicBezTo>
                <a:cubicBezTo>
                  <a:pt x="1762384" y="70697"/>
                  <a:pt x="1767981" y="63904"/>
                  <a:pt x="1772872" y="56079"/>
                </a:cubicBezTo>
                <a:cubicBezTo>
                  <a:pt x="1775371" y="51949"/>
                  <a:pt x="1778849" y="44396"/>
                  <a:pt x="1783306" y="33419"/>
                </a:cubicBezTo>
                <a:lnTo>
                  <a:pt x="1788359" y="33419"/>
                </a:lnTo>
                <a:moveTo>
                  <a:pt x="1922527" y="210299"/>
                </a:moveTo>
                <a:cubicBezTo>
                  <a:pt x="1907203" y="222146"/>
                  <a:pt x="1897585" y="228992"/>
                  <a:pt x="1893672" y="230839"/>
                </a:cubicBezTo>
                <a:cubicBezTo>
                  <a:pt x="1887803" y="233557"/>
                  <a:pt x="1881554" y="234915"/>
                  <a:pt x="1874925" y="234915"/>
                </a:cubicBezTo>
                <a:cubicBezTo>
                  <a:pt x="1864599" y="234915"/>
                  <a:pt x="1856068" y="231383"/>
                  <a:pt x="1849330" y="224319"/>
                </a:cubicBezTo>
                <a:cubicBezTo>
                  <a:pt x="1842700" y="217254"/>
                  <a:pt x="1839385" y="207962"/>
                  <a:pt x="1839385" y="196442"/>
                </a:cubicBezTo>
                <a:cubicBezTo>
                  <a:pt x="1839385" y="189160"/>
                  <a:pt x="1841016" y="182857"/>
                  <a:pt x="1844276" y="177532"/>
                </a:cubicBezTo>
                <a:cubicBezTo>
                  <a:pt x="1848732" y="170141"/>
                  <a:pt x="1856449" y="163185"/>
                  <a:pt x="1867425" y="156665"/>
                </a:cubicBezTo>
                <a:cubicBezTo>
                  <a:pt x="1878511" y="150144"/>
                  <a:pt x="1896878" y="142210"/>
                  <a:pt x="1922527" y="132863"/>
                </a:cubicBezTo>
                <a:lnTo>
                  <a:pt x="1922527" y="126995"/>
                </a:lnTo>
                <a:cubicBezTo>
                  <a:pt x="1922527" y="112105"/>
                  <a:pt x="1920136" y="101888"/>
                  <a:pt x="1915354" y="96346"/>
                </a:cubicBezTo>
                <a:cubicBezTo>
                  <a:pt x="1910681" y="90804"/>
                  <a:pt x="1903833" y="88032"/>
                  <a:pt x="1894813" y="88032"/>
                </a:cubicBezTo>
                <a:cubicBezTo>
                  <a:pt x="1887966" y="88032"/>
                  <a:pt x="1882531" y="89879"/>
                  <a:pt x="1878511" y="93574"/>
                </a:cubicBezTo>
                <a:cubicBezTo>
                  <a:pt x="1874381" y="97270"/>
                  <a:pt x="1872316" y="101509"/>
                  <a:pt x="1872316" y="106291"/>
                </a:cubicBezTo>
                <a:lnTo>
                  <a:pt x="1872642" y="115746"/>
                </a:lnTo>
                <a:cubicBezTo>
                  <a:pt x="1872642" y="120745"/>
                  <a:pt x="1871338" y="124604"/>
                  <a:pt x="1868729" y="127320"/>
                </a:cubicBezTo>
                <a:cubicBezTo>
                  <a:pt x="1866230" y="130038"/>
                  <a:pt x="1862914" y="131396"/>
                  <a:pt x="1858785" y="131396"/>
                </a:cubicBezTo>
                <a:cubicBezTo>
                  <a:pt x="1854764" y="131396"/>
                  <a:pt x="1851449" y="129983"/>
                  <a:pt x="1848841" y="127157"/>
                </a:cubicBezTo>
                <a:cubicBezTo>
                  <a:pt x="1846341" y="124331"/>
                  <a:pt x="1845090" y="120474"/>
                  <a:pt x="1845090" y="115582"/>
                </a:cubicBezTo>
                <a:cubicBezTo>
                  <a:pt x="1845090" y="106236"/>
                  <a:pt x="1849873" y="97650"/>
                  <a:pt x="1859437" y="89825"/>
                </a:cubicBezTo>
                <a:cubicBezTo>
                  <a:pt x="1869001" y="82000"/>
                  <a:pt x="1882423" y="78087"/>
                  <a:pt x="1899703" y="78087"/>
                </a:cubicBezTo>
                <a:cubicBezTo>
                  <a:pt x="1912963" y="78087"/>
                  <a:pt x="1923831" y="80315"/>
                  <a:pt x="1932308" y="84772"/>
                </a:cubicBezTo>
                <a:cubicBezTo>
                  <a:pt x="1938720" y="88140"/>
                  <a:pt x="1943448" y="93412"/>
                  <a:pt x="1946491" y="100584"/>
                </a:cubicBezTo>
                <a:cubicBezTo>
                  <a:pt x="1948447" y="105258"/>
                  <a:pt x="1949426" y="114822"/>
                  <a:pt x="1949426" y="129276"/>
                </a:cubicBezTo>
                <a:lnTo>
                  <a:pt x="1949426" y="179977"/>
                </a:lnTo>
                <a:cubicBezTo>
                  <a:pt x="1949426" y="194214"/>
                  <a:pt x="1949697" y="202962"/>
                  <a:pt x="1950240" y="206223"/>
                </a:cubicBezTo>
                <a:cubicBezTo>
                  <a:pt x="1950784" y="209375"/>
                  <a:pt x="1951654" y="211495"/>
                  <a:pt x="1952849" y="212582"/>
                </a:cubicBezTo>
                <a:cubicBezTo>
                  <a:pt x="1954153" y="213668"/>
                  <a:pt x="1955620" y="214211"/>
                  <a:pt x="1957251" y="214211"/>
                </a:cubicBezTo>
                <a:cubicBezTo>
                  <a:pt x="1958990" y="214211"/>
                  <a:pt x="1960511" y="213831"/>
                  <a:pt x="1961815" y="213070"/>
                </a:cubicBezTo>
                <a:cubicBezTo>
                  <a:pt x="1964098" y="211657"/>
                  <a:pt x="1968499" y="207690"/>
                  <a:pt x="1975020" y="201169"/>
                </a:cubicBezTo>
                <a:lnTo>
                  <a:pt x="1975020" y="210299"/>
                </a:lnTo>
                <a:cubicBezTo>
                  <a:pt x="1962848" y="226601"/>
                  <a:pt x="1951219" y="234752"/>
                  <a:pt x="1940133" y="234752"/>
                </a:cubicBezTo>
                <a:cubicBezTo>
                  <a:pt x="1934807" y="234752"/>
                  <a:pt x="1930569" y="232905"/>
                  <a:pt x="1927417" y="229210"/>
                </a:cubicBezTo>
                <a:cubicBezTo>
                  <a:pt x="1924266" y="225514"/>
                  <a:pt x="1922636" y="219211"/>
                  <a:pt x="1922527" y="210299"/>
                </a:cubicBezTo>
                <a:moveTo>
                  <a:pt x="1922527" y="199703"/>
                </a:moveTo>
                <a:lnTo>
                  <a:pt x="1922527" y="142807"/>
                </a:lnTo>
                <a:cubicBezTo>
                  <a:pt x="1906116" y="149328"/>
                  <a:pt x="1895519" y="153947"/>
                  <a:pt x="1890737" y="156665"/>
                </a:cubicBezTo>
                <a:cubicBezTo>
                  <a:pt x="1882152" y="161447"/>
                  <a:pt x="1876010" y="166446"/>
                  <a:pt x="1872316" y="171663"/>
                </a:cubicBezTo>
                <a:cubicBezTo>
                  <a:pt x="1868620" y="176880"/>
                  <a:pt x="1866773" y="182585"/>
                  <a:pt x="1866773" y="188780"/>
                </a:cubicBezTo>
                <a:cubicBezTo>
                  <a:pt x="1866773" y="196605"/>
                  <a:pt x="1869110" y="203126"/>
                  <a:pt x="1873783" y="208342"/>
                </a:cubicBezTo>
                <a:cubicBezTo>
                  <a:pt x="1878457" y="213451"/>
                  <a:pt x="1883836" y="216004"/>
                  <a:pt x="1889922" y="216004"/>
                </a:cubicBezTo>
                <a:cubicBezTo>
                  <a:pt x="1898182" y="216004"/>
                  <a:pt x="1909050" y="210570"/>
                  <a:pt x="1922527" y="199703"/>
                </a:cubicBezTo>
                <a:moveTo>
                  <a:pt x="1983334" y="6846"/>
                </a:moveTo>
                <a:lnTo>
                  <a:pt x="1983334" y="0"/>
                </a:lnTo>
                <a:cubicBezTo>
                  <a:pt x="1999854" y="8151"/>
                  <a:pt x="2013602" y="17769"/>
                  <a:pt x="2024579" y="28855"/>
                </a:cubicBezTo>
                <a:cubicBezTo>
                  <a:pt x="2040121" y="44722"/>
                  <a:pt x="2052130" y="63362"/>
                  <a:pt x="2060607" y="84772"/>
                </a:cubicBezTo>
                <a:cubicBezTo>
                  <a:pt x="2069084" y="106073"/>
                  <a:pt x="2073322" y="128299"/>
                  <a:pt x="2073322" y="151448"/>
                </a:cubicBezTo>
                <a:cubicBezTo>
                  <a:pt x="2073322" y="185139"/>
                  <a:pt x="2065008" y="215842"/>
                  <a:pt x="2048380" y="243556"/>
                </a:cubicBezTo>
                <a:cubicBezTo>
                  <a:pt x="2031861" y="271378"/>
                  <a:pt x="2010178" y="291267"/>
                  <a:pt x="1983334" y="303222"/>
                </a:cubicBezTo>
                <a:lnTo>
                  <a:pt x="1983334" y="297190"/>
                </a:lnTo>
                <a:cubicBezTo>
                  <a:pt x="1996703" y="289691"/>
                  <a:pt x="2007679" y="279529"/>
                  <a:pt x="2016264" y="266705"/>
                </a:cubicBezTo>
                <a:cubicBezTo>
                  <a:pt x="2024959" y="253989"/>
                  <a:pt x="2031372" y="237795"/>
                  <a:pt x="2035502" y="218124"/>
                </a:cubicBezTo>
                <a:cubicBezTo>
                  <a:pt x="2039740" y="198344"/>
                  <a:pt x="2041859" y="177749"/>
                  <a:pt x="2041859" y="156338"/>
                </a:cubicBezTo>
                <a:cubicBezTo>
                  <a:pt x="2041859" y="133189"/>
                  <a:pt x="2040066" y="112050"/>
                  <a:pt x="2036479" y="92922"/>
                </a:cubicBezTo>
                <a:cubicBezTo>
                  <a:pt x="2033763" y="77924"/>
                  <a:pt x="2030339" y="65915"/>
                  <a:pt x="2026209" y="56895"/>
                </a:cubicBezTo>
                <a:cubicBezTo>
                  <a:pt x="2022188" y="47873"/>
                  <a:pt x="2016808" y="39180"/>
                  <a:pt x="2010070" y="30811"/>
                </a:cubicBezTo>
                <a:cubicBezTo>
                  <a:pt x="2003332" y="22443"/>
                  <a:pt x="1994420" y="14454"/>
                  <a:pt x="1983334" y="68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11">
            <a:extLst xmlns:a="http://schemas.openxmlformats.org/drawingml/2006/main">
              <a:ext uri="{FF2B5EF4-FFF2-40B4-BE49-F238E27FC236}">
                <a16:creationId xmlns:a16="http://schemas.microsoft.com/office/drawing/2014/main" id="{0F19D8DF-8744-41B8-91F4-455636AE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003" y="2459757"/>
            <a:ext cx="293072" cy="293072"/>
          </a:xfrm>
          <a:custGeom xmlns:a="http://schemas.openxmlformats.org/drawingml/2006/main">
            <a:pathLst>
              <a:path w="219652" h="219652">
                <a:moveTo>
                  <a:pt x="210866" y="219652"/>
                </a:moveTo>
                <a:lnTo>
                  <a:pt x="202079" y="219652"/>
                </a:lnTo>
                <a:lnTo>
                  <a:pt x="202079" y="35145"/>
                </a:lnTo>
                <a:lnTo>
                  <a:pt x="210866" y="35145"/>
                </a:lnTo>
                <a:lnTo>
                  <a:pt x="219652" y="35145"/>
                </a:lnTo>
                <a:lnTo>
                  <a:pt x="219651" y="219652"/>
                </a:lnTo>
                <a:lnTo>
                  <a:pt x="210866" y="219652"/>
                </a:lnTo>
                <a:moveTo>
                  <a:pt x="184507" y="8786"/>
                </a:moveTo>
                <a:lnTo>
                  <a:pt x="184507" y="17572"/>
                </a:lnTo>
                <a:lnTo>
                  <a:pt x="0" y="17572"/>
                </a:lnTo>
                <a:lnTo>
                  <a:pt x="0" y="8786"/>
                </a:lnTo>
                <a:lnTo>
                  <a:pt x="0" y="0"/>
                </a:lnTo>
                <a:lnTo>
                  <a:pt x="184507" y="0"/>
                </a:lnTo>
                <a:lnTo>
                  <a:pt x="184507" y="8786"/>
                </a:lnTo>
                <a:moveTo>
                  <a:pt x="210866" y="35145"/>
                </a:moveTo>
                <a:lnTo>
                  <a:pt x="202079" y="35145"/>
                </a:lnTo>
                <a:cubicBezTo>
                  <a:pt x="202079" y="25439"/>
                  <a:pt x="194212" y="17572"/>
                  <a:pt x="184507" y="17572"/>
                </a:cubicBezTo>
                <a:lnTo>
                  <a:pt x="184507" y="8786"/>
                </a:lnTo>
                <a:lnTo>
                  <a:pt x="184507" y="0"/>
                </a:lnTo>
                <a:cubicBezTo>
                  <a:pt x="203917" y="0"/>
                  <a:pt x="219652" y="15735"/>
                  <a:pt x="219652" y="35145"/>
                </a:cubicBezTo>
                <a:lnTo>
                  <a:pt x="21086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12">
            <a:extLst xmlns:a="http://schemas.openxmlformats.org/drawingml/2006/main">
              <a:ext uri="{FF2B5EF4-FFF2-40B4-BE49-F238E27FC236}">
                <a16:creationId xmlns:a16="http://schemas.microsoft.com/office/drawing/2014/main" id="{C5F76CEE-E6BB-4E3A-94EB-79FFC07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42" y="2459757"/>
            <a:ext cx="293072" cy="293072"/>
          </a:xfrm>
          <a:custGeom xmlns:a="http://schemas.openxmlformats.org/drawingml/2006/main">
            <a:pathLst>
              <a:path w="219652" h="219652">
                <a:moveTo>
                  <a:pt x="210866" y="219652"/>
                </a:moveTo>
                <a:lnTo>
                  <a:pt x="202079" y="219652"/>
                </a:lnTo>
                <a:lnTo>
                  <a:pt x="202079" y="35145"/>
                </a:lnTo>
                <a:lnTo>
                  <a:pt x="210866" y="35145"/>
                </a:lnTo>
                <a:lnTo>
                  <a:pt x="219652" y="35145"/>
                </a:lnTo>
                <a:lnTo>
                  <a:pt x="219651" y="219652"/>
                </a:lnTo>
                <a:lnTo>
                  <a:pt x="210866" y="219652"/>
                </a:lnTo>
                <a:moveTo>
                  <a:pt x="184507" y="8786"/>
                </a:moveTo>
                <a:lnTo>
                  <a:pt x="184507" y="17572"/>
                </a:lnTo>
                <a:lnTo>
                  <a:pt x="0" y="17572"/>
                </a:lnTo>
                <a:lnTo>
                  <a:pt x="0" y="8786"/>
                </a:lnTo>
                <a:lnTo>
                  <a:pt x="0" y="0"/>
                </a:lnTo>
                <a:lnTo>
                  <a:pt x="184507" y="0"/>
                </a:lnTo>
                <a:lnTo>
                  <a:pt x="184507" y="8786"/>
                </a:lnTo>
                <a:moveTo>
                  <a:pt x="210866" y="35145"/>
                </a:moveTo>
                <a:lnTo>
                  <a:pt x="202079" y="35145"/>
                </a:lnTo>
                <a:cubicBezTo>
                  <a:pt x="202079" y="25439"/>
                  <a:pt x="194212" y="17572"/>
                  <a:pt x="184507" y="17572"/>
                </a:cubicBezTo>
                <a:lnTo>
                  <a:pt x="184507" y="8786"/>
                </a:lnTo>
                <a:lnTo>
                  <a:pt x="184507" y="0"/>
                </a:lnTo>
                <a:cubicBezTo>
                  <a:pt x="203917" y="0"/>
                  <a:pt x="219652" y="15735"/>
                  <a:pt x="219652" y="35145"/>
                </a:cubicBezTo>
                <a:lnTo>
                  <a:pt x="21086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13">
            <a:extLst xmlns:a="http://schemas.openxmlformats.org/drawingml/2006/main">
              <a:ext uri="{FF2B5EF4-FFF2-40B4-BE49-F238E27FC236}">
                <a16:creationId xmlns:a16="http://schemas.microsoft.com/office/drawing/2014/main" id="{13971D77-60A1-4022-8E0D-AF4C8700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48" y="2459757"/>
            <a:ext cx="293072" cy="293072"/>
          </a:xfrm>
          <a:custGeom xmlns:a="http://schemas.openxmlformats.org/drawingml/2006/main">
            <a:pathLst>
              <a:path w="219652" h="219652">
                <a:moveTo>
                  <a:pt x="8787" y="219652"/>
                </a:moveTo>
                <a:lnTo>
                  <a:pt x="17573" y="219652"/>
                </a:lnTo>
                <a:lnTo>
                  <a:pt x="17572" y="35145"/>
                </a:lnTo>
                <a:lnTo>
                  <a:pt x="8786" y="35145"/>
                </a:lnTo>
                <a:lnTo>
                  <a:pt x="0" y="35145"/>
                </a:lnTo>
                <a:lnTo>
                  <a:pt x="1" y="219652"/>
                </a:lnTo>
                <a:lnTo>
                  <a:pt x="8787" y="219652"/>
                </a:lnTo>
                <a:moveTo>
                  <a:pt x="35145" y="8786"/>
                </a:moveTo>
                <a:lnTo>
                  <a:pt x="35145" y="17572"/>
                </a:lnTo>
                <a:lnTo>
                  <a:pt x="219652" y="17572"/>
                </a:lnTo>
                <a:lnTo>
                  <a:pt x="219652" y="8786"/>
                </a:lnTo>
                <a:lnTo>
                  <a:pt x="219652" y="0"/>
                </a:lnTo>
                <a:lnTo>
                  <a:pt x="35145" y="0"/>
                </a:lnTo>
                <a:lnTo>
                  <a:pt x="35145" y="8786"/>
                </a:lnTo>
                <a:moveTo>
                  <a:pt x="8786" y="35145"/>
                </a:moveTo>
                <a:lnTo>
                  <a:pt x="17572" y="35145"/>
                </a:lnTo>
                <a:cubicBezTo>
                  <a:pt x="17572" y="25439"/>
                  <a:pt x="25440" y="17572"/>
                  <a:pt x="35145" y="17572"/>
                </a:cubicBezTo>
                <a:lnTo>
                  <a:pt x="35145" y="8786"/>
                </a:lnTo>
                <a:lnTo>
                  <a:pt x="35145" y="0"/>
                </a:lnTo>
                <a:cubicBezTo>
                  <a:pt x="15735" y="0"/>
                  <a:pt x="0" y="15735"/>
                  <a:pt x="0" y="35145"/>
                </a:cubicBezTo>
                <a:lnTo>
                  <a:pt x="878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14">
            <a:extLst xmlns:a="http://schemas.openxmlformats.org/drawingml/2006/main">
              <a:ext uri="{FF2B5EF4-FFF2-40B4-BE49-F238E27FC236}">
                <a16:creationId xmlns:a16="http://schemas.microsoft.com/office/drawing/2014/main" id="{17642511-0D1A-4DE5-8F73-20310D9C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636" y="2459757"/>
            <a:ext cx="293072" cy="293072"/>
          </a:xfrm>
          <a:custGeom xmlns:a="http://schemas.openxmlformats.org/drawingml/2006/main">
            <a:pathLst>
              <a:path w="219652" h="219652">
                <a:moveTo>
                  <a:pt x="8786" y="219652"/>
                </a:moveTo>
                <a:lnTo>
                  <a:pt x="17572" y="219652"/>
                </a:lnTo>
                <a:lnTo>
                  <a:pt x="17572" y="35145"/>
                </a:lnTo>
                <a:lnTo>
                  <a:pt x="8786" y="35145"/>
                </a:lnTo>
                <a:lnTo>
                  <a:pt x="0" y="35145"/>
                </a:lnTo>
                <a:lnTo>
                  <a:pt x="1" y="219652"/>
                </a:lnTo>
                <a:lnTo>
                  <a:pt x="8786" y="219652"/>
                </a:lnTo>
                <a:moveTo>
                  <a:pt x="35145" y="8786"/>
                </a:moveTo>
                <a:lnTo>
                  <a:pt x="35145" y="17572"/>
                </a:lnTo>
                <a:lnTo>
                  <a:pt x="219652" y="17572"/>
                </a:lnTo>
                <a:lnTo>
                  <a:pt x="219652" y="8786"/>
                </a:lnTo>
                <a:lnTo>
                  <a:pt x="219652" y="0"/>
                </a:lnTo>
                <a:lnTo>
                  <a:pt x="35145" y="0"/>
                </a:lnTo>
                <a:lnTo>
                  <a:pt x="35145" y="8786"/>
                </a:lnTo>
                <a:moveTo>
                  <a:pt x="8786" y="35145"/>
                </a:moveTo>
                <a:lnTo>
                  <a:pt x="17572" y="35145"/>
                </a:lnTo>
                <a:cubicBezTo>
                  <a:pt x="17572" y="25439"/>
                  <a:pt x="25440" y="17572"/>
                  <a:pt x="35145" y="17572"/>
                </a:cubicBezTo>
                <a:lnTo>
                  <a:pt x="35145" y="8786"/>
                </a:lnTo>
                <a:lnTo>
                  <a:pt x="35145" y="0"/>
                </a:lnTo>
                <a:cubicBezTo>
                  <a:pt x="15735" y="0"/>
                  <a:pt x="0" y="15735"/>
                  <a:pt x="0" y="35145"/>
                </a:cubicBezTo>
                <a:lnTo>
                  <a:pt x="878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5">
            <a:extLst xmlns:a="http://schemas.openxmlformats.org/drawingml/2006/main">
              <a:ext uri="{FF2B5EF4-FFF2-40B4-BE49-F238E27FC236}">
                <a16:creationId xmlns:a16="http://schemas.microsoft.com/office/drawing/2014/main" id="{C12CAA94-75AE-4DAF-A4AC-392CB262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53" y="2295682"/>
            <a:ext cx="955942" cy="299414"/>
          </a:xfrm>
          <a:custGeom xmlns:a="http://schemas.openxmlformats.org/drawingml/2006/main">
            <a:pathLst>
              <a:path w="716459" h="224405">
                <a:moveTo>
                  <a:pt x="222552" y="5405"/>
                </a:moveTo>
                <a:lnTo>
                  <a:pt x="206953" y="73205"/>
                </a:lnTo>
                <a:lnTo>
                  <a:pt x="201393" y="73205"/>
                </a:lnTo>
                <a:lnTo>
                  <a:pt x="200775" y="56217"/>
                </a:lnTo>
                <a:cubicBezTo>
                  <a:pt x="200260" y="50039"/>
                  <a:pt x="199076" y="44531"/>
                  <a:pt x="197223" y="39692"/>
                </a:cubicBezTo>
                <a:cubicBezTo>
                  <a:pt x="195370" y="34852"/>
                  <a:pt x="192590" y="30683"/>
                  <a:pt x="188883" y="27182"/>
                </a:cubicBezTo>
                <a:cubicBezTo>
                  <a:pt x="185176" y="23578"/>
                  <a:pt x="180492" y="20798"/>
                  <a:pt x="174829" y="18842"/>
                </a:cubicBezTo>
                <a:cubicBezTo>
                  <a:pt x="169166" y="16783"/>
                  <a:pt x="162885" y="15753"/>
                  <a:pt x="155987" y="15753"/>
                </a:cubicBezTo>
                <a:cubicBezTo>
                  <a:pt x="137557" y="15753"/>
                  <a:pt x="121443" y="20798"/>
                  <a:pt x="107646" y="30889"/>
                </a:cubicBezTo>
                <a:cubicBezTo>
                  <a:pt x="90040" y="43759"/>
                  <a:pt x="76243" y="61932"/>
                  <a:pt x="66256" y="85407"/>
                </a:cubicBezTo>
                <a:cubicBezTo>
                  <a:pt x="58019" y="104763"/>
                  <a:pt x="53900" y="124378"/>
                  <a:pt x="53900" y="144250"/>
                </a:cubicBezTo>
                <a:cubicBezTo>
                  <a:pt x="53900" y="164532"/>
                  <a:pt x="59821" y="180749"/>
                  <a:pt x="71662" y="192899"/>
                </a:cubicBezTo>
                <a:cubicBezTo>
                  <a:pt x="83502" y="204946"/>
                  <a:pt x="98895" y="210968"/>
                  <a:pt x="117840" y="210968"/>
                </a:cubicBezTo>
                <a:cubicBezTo>
                  <a:pt x="132151" y="210968"/>
                  <a:pt x="144867" y="207777"/>
                  <a:pt x="155987" y="201393"/>
                </a:cubicBezTo>
                <a:cubicBezTo>
                  <a:pt x="167210" y="195009"/>
                  <a:pt x="177609" y="185177"/>
                  <a:pt x="187184" y="171895"/>
                </a:cubicBezTo>
                <a:lnTo>
                  <a:pt x="194443" y="171895"/>
                </a:lnTo>
                <a:cubicBezTo>
                  <a:pt x="183117" y="189913"/>
                  <a:pt x="170556" y="203195"/>
                  <a:pt x="156759" y="211740"/>
                </a:cubicBezTo>
                <a:cubicBezTo>
                  <a:pt x="142962" y="220183"/>
                  <a:pt x="126437" y="224405"/>
                  <a:pt x="107183" y="224405"/>
                </a:cubicBezTo>
                <a:cubicBezTo>
                  <a:pt x="90091" y="224405"/>
                  <a:pt x="74956" y="220853"/>
                  <a:pt x="61777" y="213748"/>
                </a:cubicBezTo>
                <a:cubicBezTo>
                  <a:pt x="48598" y="206541"/>
                  <a:pt x="38559" y="196451"/>
                  <a:pt x="31661" y="183477"/>
                </a:cubicBezTo>
                <a:cubicBezTo>
                  <a:pt x="24762" y="170504"/>
                  <a:pt x="21313" y="156553"/>
                  <a:pt x="21313" y="141624"/>
                </a:cubicBezTo>
                <a:cubicBezTo>
                  <a:pt x="21313" y="118766"/>
                  <a:pt x="27439" y="96527"/>
                  <a:pt x="39692" y="74905"/>
                </a:cubicBezTo>
                <a:cubicBezTo>
                  <a:pt x="51944" y="53283"/>
                  <a:pt x="68727" y="36294"/>
                  <a:pt x="90040" y="23938"/>
                </a:cubicBezTo>
                <a:cubicBezTo>
                  <a:pt x="111456" y="11583"/>
                  <a:pt x="133026" y="5405"/>
                  <a:pt x="154751" y="5405"/>
                </a:cubicBezTo>
                <a:cubicBezTo>
                  <a:pt x="164945" y="5405"/>
                  <a:pt x="176374" y="7825"/>
                  <a:pt x="189037" y="12664"/>
                </a:cubicBezTo>
                <a:cubicBezTo>
                  <a:pt x="194597" y="14724"/>
                  <a:pt x="198613" y="15753"/>
                  <a:pt x="201084" y="15753"/>
                </a:cubicBezTo>
                <a:cubicBezTo>
                  <a:pt x="203555" y="15753"/>
                  <a:pt x="205717" y="15238"/>
                  <a:pt x="207571" y="14209"/>
                </a:cubicBezTo>
                <a:cubicBezTo>
                  <a:pt x="209424" y="13179"/>
                  <a:pt x="212513" y="10244"/>
                  <a:pt x="216837" y="5405"/>
                </a:cubicBezTo>
                <a:lnTo>
                  <a:pt x="222552" y="5405"/>
                </a:lnTo>
                <a:moveTo>
                  <a:pt x="305024" y="0"/>
                </a:moveTo>
                <a:lnTo>
                  <a:pt x="252205" y="183786"/>
                </a:lnTo>
                <a:cubicBezTo>
                  <a:pt x="249630" y="192950"/>
                  <a:pt x="248343" y="198562"/>
                  <a:pt x="248343" y="200621"/>
                </a:cubicBezTo>
                <a:cubicBezTo>
                  <a:pt x="248343" y="202166"/>
                  <a:pt x="248807" y="203452"/>
                  <a:pt x="249733" y="204482"/>
                </a:cubicBezTo>
                <a:cubicBezTo>
                  <a:pt x="250763" y="205511"/>
                  <a:pt x="251999" y="206026"/>
                  <a:pt x="253440" y="206026"/>
                </a:cubicBezTo>
                <a:cubicBezTo>
                  <a:pt x="255396" y="206026"/>
                  <a:pt x="257507" y="205152"/>
                  <a:pt x="259772" y="203401"/>
                </a:cubicBezTo>
                <a:cubicBezTo>
                  <a:pt x="265126" y="199180"/>
                  <a:pt x="270738" y="192641"/>
                  <a:pt x="276607" y="183786"/>
                </a:cubicBezTo>
                <a:lnTo>
                  <a:pt x="281240" y="188575"/>
                </a:lnTo>
                <a:cubicBezTo>
                  <a:pt x="271459" y="202372"/>
                  <a:pt x="262449" y="211998"/>
                  <a:pt x="254212" y="217455"/>
                </a:cubicBezTo>
                <a:cubicBezTo>
                  <a:pt x="248137" y="221368"/>
                  <a:pt x="242372" y="223324"/>
                  <a:pt x="236915" y="223324"/>
                </a:cubicBezTo>
                <a:cubicBezTo>
                  <a:pt x="233003" y="223324"/>
                  <a:pt x="229708" y="221985"/>
                  <a:pt x="227031" y="219308"/>
                </a:cubicBezTo>
                <a:cubicBezTo>
                  <a:pt x="224457" y="216631"/>
                  <a:pt x="223170" y="213543"/>
                  <a:pt x="223170" y="210042"/>
                </a:cubicBezTo>
                <a:cubicBezTo>
                  <a:pt x="223170" y="206335"/>
                  <a:pt x="224817" y="198716"/>
                  <a:pt x="228112" y="187184"/>
                </a:cubicBezTo>
                <a:lnTo>
                  <a:pt x="269966" y="42318"/>
                </a:lnTo>
                <a:cubicBezTo>
                  <a:pt x="273363" y="30477"/>
                  <a:pt x="275062" y="23681"/>
                  <a:pt x="275062" y="21931"/>
                </a:cubicBezTo>
                <a:cubicBezTo>
                  <a:pt x="275062" y="19460"/>
                  <a:pt x="274084" y="17452"/>
                  <a:pt x="272128" y="15907"/>
                </a:cubicBezTo>
                <a:cubicBezTo>
                  <a:pt x="270172" y="14260"/>
                  <a:pt x="267134" y="13436"/>
                  <a:pt x="263016" y="13436"/>
                </a:cubicBezTo>
                <a:cubicBezTo>
                  <a:pt x="260647" y="13436"/>
                  <a:pt x="257044" y="13797"/>
                  <a:pt x="252205" y="14518"/>
                </a:cubicBezTo>
                <a:lnTo>
                  <a:pt x="252205" y="8803"/>
                </a:lnTo>
                <a:lnTo>
                  <a:pt x="305024" y="0"/>
                </a:lnTo>
                <a:moveTo>
                  <a:pt x="445258" y="128188"/>
                </a:moveTo>
                <a:cubicBezTo>
                  <a:pt x="445258" y="143632"/>
                  <a:pt x="441140" y="158921"/>
                  <a:pt x="432902" y="174057"/>
                </a:cubicBezTo>
                <a:cubicBezTo>
                  <a:pt x="424768" y="189192"/>
                  <a:pt x="413391" y="201187"/>
                  <a:pt x="398771" y="210042"/>
                </a:cubicBezTo>
                <a:cubicBezTo>
                  <a:pt x="384150" y="218897"/>
                  <a:pt x="369941" y="223324"/>
                  <a:pt x="356144" y="223324"/>
                </a:cubicBezTo>
                <a:cubicBezTo>
                  <a:pt x="342039" y="223324"/>
                  <a:pt x="330507" y="218845"/>
                  <a:pt x="321549" y="209887"/>
                </a:cubicBezTo>
                <a:cubicBezTo>
                  <a:pt x="312695" y="200827"/>
                  <a:pt x="308267" y="189140"/>
                  <a:pt x="308267" y="174829"/>
                </a:cubicBezTo>
                <a:cubicBezTo>
                  <a:pt x="308267" y="159693"/>
                  <a:pt x="312592" y="144507"/>
                  <a:pt x="321240" y="129268"/>
                </a:cubicBezTo>
                <a:cubicBezTo>
                  <a:pt x="329992" y="114030"/>
                  <a:pt x="341627" y="101983"/>
                  <a:pt x="356144" y="93129"/>
                </a:cubicBezTo>
                <a:cubicBezTo>
                  <a:pt x="370765" y="84274"/>
                  <a:pt x="384871" y="79847"/>
                  <a:pt x="398462" y="79847"/>
                </a:cubicBezTo>
                <a:cubicBezTo>
                  <a:pt x="412053" y="79847"/>
                  <a:pt x="423224" y="84325"/>
                  <a:pt x="431976" y="93283"/>
                </a:cubicBezTo>
                <a:cubicBezTo>
                  <a:pt x="440831" y="102241"/>
                  <a:pt x="445258" y="113876"/>
                  <a:pt x="445258" y="128188"/>
                </a:cubicBezTo>
                <a:moveTo>
                  <a:pt x="419620" y="117530"/>
                </a:moveTo>
                <a:cubicBezTo>
                  <a:pt x="419620" y="107955"/>
                  <a:pt x="417252" y="100646"/>
                  <a:pt x="412516" y="95600"/>
                </a:cubicBezTo>
                <a:cubicBezTo>
                  <a:pt x="407883" y="90452"/>
                  <a:pt x="401859" y="87878"/>
                  <a:pt x="394446" y="87878"/>
                </a:cubicBezTo>
                <a:cubicBezTo>
                  <a:pt x="379311" y="87878"/>
                  <a:pt x="365359" y="98740"/>
                  <a:pt x="352592" y="120465"/>
                </a:cubicBezTo>
                <a:cubicBezTo>
                  <a:pt x="339928" y="142087"/>
                  <a:pt x="333596" y="163606"/>
                  <a:pt x="333596" y="185022"/>
                </a:cubicBezTo>
                <a:cubicBezTo>
                  <a:pt x="333596" y="194803"/>
                  <a:pt x="336067" y="202372"/>
                  <a:pt x="341009" y="207726"/>
                </a:cubicBezTo>
                <a:cubicBezTo>
                  <a:pt x="345951" y="212976"/>
                  <a:pt x="352180" y="215602"/>
                  <a:pt x="359697" y="215602"/>
                </a:cubicBezTo>
                <a:cubicBezTo>
                  <a:pt x="374214" y="215602"/>
                  <a:pt x="387805" y="204843"/>
                  <a:pt x="400469" y="183324"/>
                </a:cubicBezTo>
                <a:cubicBezTo>
                  <a:pt x="413237" y="161701"/>
                  <a:pt x="419620" y="139770"/>
                  <a:pt x="419620" y="117530"/>
                </a:cubicBezTo>
                <a:moveTo>
                  <a:pt x="571901" y="79847"/>
                </a:moveTo>
                <a:lnTo>
                  <a:pt x="562479" y="127261"/>
                </a:lnTo>
                <a:lnTo>
                  <a:pt x="556766" y="127261"/>
                </a:lnTo>
                <a:cubicBezTo>
                  <a:pt x="556251" y="113464"/>
                  <a:pt x="553316" y="103424"/>
                  <a:pt x="547962" y="97145"/>
                </a:cubicBezTo>
                <a:cubicBezTo>
                  <a:pt x="542608" y="90864"/>
                  <a:pt x="535967" y="87723"/>
                  <a:pt x="528039" y="87723"/>
                </a:cubicBezTo>
                <a:cubicBezTo>
                  <a:pt x="521655" y="87723"/>
                  <a:pt x="516559" y="89474"/>
                  <a:pt x="512750" y="92974"/>
                </a:cubicBezTo>
                <a:cubicBezTo>
                  <a:pt x="509043" y="96475"/>
                  <a:pt x="507190" y="100696"/>
                  <a:pt x="507190" y="105639"/>
                </a:cubicBezTo>
                <a:cubicBezTo>
                  <a:pt x="507190" y="109036"/>
                  <a:pt x="507910" y="112279"/>
                  <a:pt x="509352" y="115368"/>
                </a:cubicBezTo>
                <a:cubicBezTo>
                  <a:pt x="510896" y="118457"/>
                  <a:pt x="514191" y="122781"/>
                  <a:pt x="519236" y="128341"/>
                </a:cubicBezTo>
                <a:cubicBezTo>
                  <a:pt x="532621" y="142962"/>
                  <a:pt x="541269" y="153979"/>
                  <a:pt x="545182" y="161392"/>
                </a:cubicBezTo>
                <a:cubicBezTo>
                  <a:pt x="549094" y="168806"/>
                  <a:pt x="551051" y="175807"/>
                  <a:pt x="551051" y="182397"/>
                </a:cubicBezTo>
                <a:cubicBezTo>
                  <a:pt x="551051" y="193105"/>
                  <a:pt x="546572" y="202629"/>
                  <a:pt x="537615" y="210968"/>
                </a:cubicBezTo>
                <a:cubicBezTo>
                  <a:pt x="528760" y="219206"/>
                  <a:pt x="517537" y="223324"/>
                  <a:pt x="503946" y="223324"/>
                </a:cubicBezTo>
                <a:cubicBezTo>
                  <a:pt x="496532" y="223324"/>
                  <a:pt x="487986" y="221574"/>
                  <a:pt x="478309" y="218073"/>
                </a:cubicBezTo>
                <a:cubicBezTo>
                  <a:pt x="474911" y="216837"/>
                  <a:pt x="472285" y="216220"/>
                  <a:pt x="470432" y="216220"/>
                </a:cubicBezTo>
                <a:cubicBezTo>
                  <a:pt x="465799" y="216220"/>
                  <a:pt x="462298" y="218588"/>
                  <a:pt x="459930" y="223324"/>
                </a:cubicBezTo>
                <a:lnTo>
                  <a:pt x="454216" y="223324"/>
                </a:lnTo>
                <a:lnTo>
                  <a:pt x="463636" y="173284"/>
                </a:lnTo>
                <a:lnTo>
                  <a:pt x="469351" y="173284"/>
                </a:lnTo>
                <a:cubicBezTo>
                  <a:pt x="469969" y="188934"/>
                  <a:pt x="473212" y="200003"/>
                  <a:pt x="479081" y="206490"/>
                </a:cubicBezTo>
                <a:cubicBezTo>
                  <a:pt x="484950" y="212976"/>
                  <a:pt x="492981" y="216220"/>
                  <a:pt x="503174" y="216220"/>
                </a:cubicBezTo>
                <a:cubicBezTo>
                  <a:pt x="510999" y="216220"/>
                  <a:pt x="517177" y="214057"/>
                  <a:pt x="521707" y="209733"/>
                </a:cubicBezTo>
                <a:cubicBezTo>
                  <a:pt x="526341" y="205306"/>
                  <a:pt x="528657" y="199901"/>
                  <a:pt x="528657" y="193517"/>
                </a:cubicBezTo>
                <a:cubicBezTo>
                  <a:pt x="528657" y="189398"/>
                  <a:pt x="527833" y="185589"/>
                  <a:pt x="526186" y="182088"/>
                </a:cubicBezTo>
                <a:cubicBezTo>
                  <a:pt x="523303" y="175910"/>
                  <a:pt x="517228" y="167364"/>
                  <a:pt x="507961" y="156450"/>
                </a:cubicBezTo>
                <a:cubicBezTo>
                  <a:pt x="498798" y="145536"/>
                  <a:pt x="492878" y="137351"/>
                  <a:pt x="490201" y="131894"/>
                </a:cubicBezTo>
                <a:cubicBezTo>
                  <a:pt x="487627" y="126437"/>
                  <a:pt x="486339" y="120980"/>
                  <a:pt x="486339" y="115523"/>
                </a:cubicBezTo>
                <a:cubicBezTo>
                  <a:pt x="486339" y="105536"/>
                  <a:pt x="489943" y="97093"/>
                  <a:pt x="497150" y="90194"/>
                </a:cubicBezTo>
                <a:cubicBezTo>
                  <a:pt x="504461" y="83296"/>
                  <a:pt x="513830" y="79847"/>
                  <a:pt x="525259" y="79847"/>
                </a:cubicBezTo>
                <a:cubicBezTo>
                  <a:pt x="528554" y="79847"/>
                  <a:pt x="531540" y="80104"/>
                  <a:pt x="534217" y="80619"/>
                </a:cubicBezTo>
                <a:cubicBezTo>
                  <a:pt x="535658" y="80928"/>
                  <a:pt x="539004" y="82112"/>
                  <a:pt x="544255" y="84171"/>
                </a:cubicBezTo>
                <a:cubicBezTo>
                  <a:pt x="549609" y="86128"/>
                  <a:pt x="553162" y="87105"/>
                  <a:pt x="554912" y="87105"/>
                </a:cubicBezTo>
                <a:cubicBezTo>
                  <a:pt x="559340" y="87105"/>
                  <a:pt x="563046" y="84686"/>
                  <a:pt x="566032" y="79847"/>
                </a:cubicBezTo>
                <a:lnTo>
                  <a:pt x="571901" y="79847"/>
                </a:lnTo>
                <a:moveTo>
                  <a:pt x="618079" y="161392"/>
                </a:moveTo>
                <a:cubicBezTo>
                  <a:pt x="617359" y="166541"/>
                  <a:pt x="616998" y="170813"/>
                  <a:pt x="616998" y="174211"/>
                </a:cubicBezTo>
                <a:cubicBezTo>
                  <a:pt x="616998" y="183374"/>
                  <a:pt x="620242" y="191200"/>
                  <a:pt x="626728" y="197686"/>
                </a:cubicBezTo>
                <a:cubicBezTo>
                  <a:pt x="633215" y="204070"/>
                  <a:pt x="641091" y="207262"/>
                  <a:pt x="650358" y="207262"/>
                </a:cubicBezTo>
                <a:cubicBezTo>
                  <a:pt x="657771" y="207262"/>
                  <a:pt x="664875" y="205769"/>
                  <a:pt x="671671" y="202783"/>
                </a:cubicBezTo>
                <a:cubicBezTo>
                  <a:pt x="678569" y="199695"/>
                  <a:pt x="688763" y="192950"/>
                  <a:pt x="702250" y="182551"/>
                </a:cubicBezTo>
                <a:lnTo>
                  <a:pt x="705494" y="187030"/>
                </a:lnTo>
                <a:cubicBezTo>
                  <a:pt x="681091" y="211225"/>
                  <a:pt x="657822" y="223324"/>
                  <a:pt x="635686" y="223324"/>
                </a:cubicBezTo>
                <a:cubicBezTo>
                  <a:pt x="620653" y="223324"/>
                  <a:pt x="609328" y="218588"/>
                  <a:pt x="601708" y="209115"/>
                </a:cubicBezTo>
                <a:cubicBezTo>
                  <a:pt x="594089" y="199643"/>
                  <a:pt x="590279" y="189192"/>
                  <a:pt x="590279" y="177764"/>
                </a:cubicBezTo>
                <a:cubicBezTo>
                  <a:pt x="590279" y="162422"/>
                  <a:pt x="595016" y="146721"/>
                  <a:pt x="604488" y="130659"/>
                </a:cubicBezTo>
                <a:cubicBezTo>
                  <a:pt x="613961" y="114596"/>
                  <a:pt x="625853" y="102138"/>
                  <a:pt x="640164" y="93283"/>
                </a:cubicBezTo>
                <a:cubicBezTo>
                  <a:pt x="654476" y="84325"/>
                  <a:pt x="669200" y="79847"/>
                  <a:pt x="684335" y="79847"/>
                </a:cubicBezTo>
                <a:cubicBezTo>
                  <a:pt x="695248" y="79847"/>
                  <a:pt x="703331" y="82060"/>
                  <a:pt x="708583" y="86488"/>
                </a:cubicBezTo>
                <a:cubicBezTo>
                  <a:pt x="713834" y="90915"/>
                  <a:pt x="716459" y="96166"/>
                  <a:pt x="716459" y="102241"/>
                </a:cubicBezTo>
                <a:cubicBezTo>
                  <a:pt x="716459" y="110787"/>
                  <a:pt x="713061" y="118972"/>
                  <a:pt x="706265" y="126797"/>
                </a:cubicBezTo>
                <a:cubicBezTo>
                  <a:pt x="697308" y="136990"/>
                  <a:pt x="684129" y="145227"/>
                  <a:pt x="666729" y="151508"/>
                </a:cubicBezTo>
                <a:cubicBezTo>
                  <a:pt x="655197" y="155730"/>
                  <a:pt x="638981" y="159024"/>
                  <a:pt x="618079" y="161392"/>
                </a:cubicBezTo>
                <a:moveTo>
                  <a:pt x="619160" y="153825"/>
                </a:moveTo>
                <a:cubicBezTo>
                  <a:pt x="634398" y="152075"/>
                  <a:pt x="646805" y="149089"/>
                  <a:pt x="656380" y="144867"/>
                </a:cubicBezTo>
                <a:cubicBezTo>
                  <a:pt x="669045" y="139205"/>
                  <a:pt x="678517" y="132460"/>
                  <a:pt x="684798" y="124635"/>
                </a:cubicBezTo>
                <a:cubicBezTo>
                  <a:pt x="691182" y="116707"/>
                  <a:pt x="694374" y="109190"/>
                  <a:pt x="694374" y="102086"/>
                </a:cubicBezTo>
                <a:cubicBezTo>
                  <a:pt x="694374" y="97763"/>
                  <a:pt x="692983" y="94262"/>
                  <a:pt x="690204" y="91585"/>
                </a:cubicBezTo>
                <a:cubicBezTo>
                  <a:pt x="687527" y="88908"/>
                  <a:pt x="683666" y="87569"/>
                  <a:pt x="678620" y="87569"/>
                </a:cubicBezTo>
                <a:cubicBezTo>
                  <a:pt x="668118" y="87569"/>
                  <a:pt x="656947" y="93180"/>
                  <a:pt x="645107" y="104403"/>
                </a:cubicBezTo>
                <a:cubicBezTo>
                  <a:pt x="633369" y="115523"/>
                  <a:pt x="624720" y="131997"/>
                  <a:pt x="619160" y="153825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7">
            <a:extLst xmlns:a="http://schemas.openxmlformats.org/drawingml/2006/main">
              <a:ext uri="{FF2B5EF4-FFF2-40B4-BE49-F238E27FC236}">
                <a16:creationId xmlns:a16="http://schemas.microsoft.com/office/drawing/2014/main" id="{43742575-97A0-435D-A279-0278A6D7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330" y="2459757"/>
            <a:ext cx="293072" cy="293072"/>
          </a:xfrm>
          <a:custGeom xmlns:a="http://schemas.openxmlformats.org/drawingml/2006/main">
            <a:pathLst>
              <a:path w="219652" h="219652">
                <a:moveTo>
                  <a:pt x="210866" y="219652"/>
                </a:moveTo>
                <a:lnTo>
                  <a:pt x="202079" y="219652"/>
                </a:lnTo>
                <a:lnTo>
                  <a:pt x="202079" y="35145"/>
                </a:lnTo>
                <a:lnTo>
                  <a:pt x="210866" y="35145"/>
                </a:lnTo>
                <a:lnTo>
                  <a:pt x="219652" y="35145"/>
                </a:lnTo>
                <a:lnTo>
                  <a:pt x="219651" y="219652"/>
                </a:lnTo>
                <a:lnTo>
                  <a:pt x="210866" y="219652"/>
                </a:lnTo>
                <a:moveTo>
                  <a:pt x="184507" y="8786"/>
                </a:moveTo>
                <a:lnTo>
                  <a:pt x="184507" y="17572"/>
                </a:lnTo>
                <a:lnTo>
                  <a:pt x="0" y="17572"/>
                </a:lnTo>
                <a:lnTo>
                  <a:pt x="0" y="8786"/>
                </a:lnTo>
                <a:lnTo>
                  <a:pt x="0" y="0"/>
                </a:lnTo>
                <a:lnTo>
                  <a:pt x="184507" y="0"/>
                </a:lnTo>
                <a:lnTo>
                  <a:pt x="184507" y="8786"/>
                </a:lnTo>
                <a:moveTo>
                  <a:pt x="210866" y="35145"/>
                </a:moveTo>
                <a:lnTo>
                  <a:pt x="202079" y="35145"/>
                </a:lnTo>
                <a:cubicBezTo>
                  <a:pt x="202079" y="25439"/>
                  <a:pt x="194212" y="17572"/>
                  <a:pt x="184507" y="17572"/>
                </a:cubicBezTo>
                <a:lnTo>
                  <a:pt x="184507" y="8786"/>
                </a:lnTo>
                <a:lnTo>
                  <a:pt x="184507" y="0"/>
                </a:lnTo>
                <a:cubicBezTo>
                  <a:pt x="203917" y="0"/>
                  <a:pt x="219652" y="15735"/>
                  <a:pt x="219652" y="35145"/>
                </a:cubicBezTo>
                <a:lnTo>
                  <a:pt x="21086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8">
            <a:extLst xmlns:a="http://schemas.openxmlformats.org/drawingml/2006/main">
              <a:ext uri="{FF2B5EF4-FFF2-40B4-BE49-F238E27FC236}">
                <a16:creationId xmlns:a16="http://schemas.microsoft.com/office/drawing/2014/main" id="{0F941A93-1606-4EDC-B296-80B230D4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475" y="2459757"/>
            <a:ext cx="293072" cy="293072"/>
          </a:xfrm>
          <a:custGeom xmlns:a="http://schemas.openxmlformats.org/drawingml/2006/main">
            <a:pathLst>
              <a:path w="219652" h="219652">
                <a:moveTo>
                  <a:pt x="8786" y="219652"/>
                </a:moveTo>
                <a:lnTo>
                  <a:pt x="17572" y="219652"/>
                </a:lnTo>
                <a:lnTo>
                  <a:pt x="17572" y="35145"/>
                </a:lnTo>
                <a:lnTo>
                  <a:pt x="8786" y="35145"/>
                </a:lnTo>
                <a:lnTo>
                  <a:pt x="0" y="35145"/>
                </a:lnTo>
                <a:lnTo>
                  <a:pt x="1" y="219652"/>
                </a:lnTo>
                <a:lnTo>
                  <a:pt x="8786" y="219652"/>
                </a:lnTo>
                <a:moveTo>
                  <a:pt x="35145" y="8786"/>
                </a:moveTo>
                <a:lnTo>
                  <a:pt x="35145" y="17572"/>
                </a:lnTo>
                <a:lnTo>
                  <a:pt x="219652" y="17572"/>
                </a:lnTo>
                <a:lnTo>
                  <a:pt x="219652" y="8786"/>
                </a:lnTo>
                <a:lnTo>
                  <a:pt x="219652" y="0"/>
                </a:lnTo>
                <a:lnTo>
                  <a:pt x="35145" y="0"/>
                </a:lnTo>
                <a:lnTo>
                  <a:pt x="35145" y="8786"/>
                </a:lnTo>
                <a:moveTo>
                  <a:pt x="8786" y="35145"/>
                </a:moveTo>
                <a:lnTo>
                  <a:pt x="17572" y="35145"/>
                </a:lnTo>
                <a:cubicBezTo>
                  <a:pt x="17572" y="25439"/>
                  <a:pt x="25440" y="17572"/>
                  <a:pt x="35145" y="17572"/>
                </a:cubicBezTo>
                <a:lnTo>
                  <a:pt x="35145" y="8786"/>
                </a:lnTo>
                <a:lnTo>
                  <a:pt x="35145" y="0"/>
                </a:lnTo>
                <a:cubicBezTo>
                  <a:pt x="15735" y="0"/>
                  <a:pt x="0" y="15735"/>
                  <a:pt x="0" y="35145"/>
                </a:cubicBezTo>
                <a:lnTo>
                  <a:pt x="878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9">
            <a:extLst xmlns:a="http://schemas.openxmlformats.org/drawingml/2006/main">
              <a:ext uri="{FF2B5EF4-FFF2-40B4-BE49-F238E27FC236}">
                <a16:creationId xmlns:a16="http://schemas.microsoft.com/office/drawing/2014/main" id="{11480283-B97F-48AB-B3CD-713AF2BF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980" y="2295682"/>
            <a:ext cx="955943" cy="299414"/>
          </a:xfrm>
          <a:custGeom xmlns:a="http://schemas.openxmlformats.org/drawingml/2006/main">
            <a:pathLst>
              <a:path w="716459" h="224405">
                <a:moveTo>
                  <a:pt x="222551" y="5405"/>
                </a:moveTo>
                <a:lnTo>
                  <a:pt x="206953" y="73205"/>
                </a:lnTo>
                <a:lnTo>
                  <a:pt x="201393" y="73205"/>
                </a:lnTo>
                <a:lnTo>
                  <a:pt x="200775" y="56217"/>
                </a:lnTo>
                <a:cubicBezTo>
                  <a:pt x="200260" y="50039"/>
                  <a:pt x="199077" y="44531"/>
                  <a:pt x="197223" y="39692"/>
                </a:cubicBezTo>
                <a:cubicBezTo>
                  <a:pt x="195370" y="34852"/>
                  <a:pt x="192590" y="30683"/>
                  <a:pt x="188884" y="27182"/>
                </a:cubicBezTo>
                <a:cubicBezTo>
                  <a:pt x="185177" y="23578"/>
                  <a:pt x="180492" y="20798"/>
                  <a:pt x="174829" y="18842"/>
                </a:cubicBezTo>
                <a:cubicBezTo>
                  <a:pt x="169166" y="16783"/>
                  <a:pt x="162885" y="15753"/>
                  <a:pt x="155986" y="15753"/>
                </a:cubicBezTo>
                <a:cubicBezTo>
                  <a:pt x="137557" y="15753"/>
                  <a:pt x="121443" y="20798"/>
                  <a:pt x="107646" y="30889"/>
                </a:cubicBezTo>
                <a:cubicBezTo>
                  <a:pt x="90040" y="43759"/>
                  <a:pt x="76243" y="61932"/>
                  <a:pt x="66256" y="85407"/>
                </a:cubicBezTo>
                <a:cubicBezTo>
                  <a:pt x="58019" y="104763"/>
                  <a:pt x="53900" y="124378"/>
                  <a:pt x="53900" y="144250"/>
                </a:cubicBezTo>
                <a:cubicBezTo>
                  <a:pt x="53900" y="164532"/>
                  <a:pt x="59820" y="180749"/>
                  <a:pt x="71661" y="192899"/>
                </a:cubicBezTo>
                <a:cubicBezTo>
                  <a:pt x="83502" y="204946"/>
                  <a:pt x="98895" y="210968"/>
                  <a:pt x="117839" y="210968"/>
                </a:cubicBezTo>
                <a:cubicBezTo>
                  <a:pt x="132151" y="210968"/>
                  <a:pt x="144867" y="207777"/>
                  <a:pt x="155986" y="201393"/>
                </a:cubicBezTo>
                <a:cubicBezTo>
                  <a:pt x="167209" y="195009"/>
                  <a:pt x="177609" y="185177"/>
                  <a:pt x="187184" y="171895"/>
                </a:cubicBezTo>
                <a:lnTo>
                  <a:pt x="194443" y="171895"/>
                </a:lnTo>
                <a:cubicBezTo>
                  <a:pt x="183118" y="189913"/>
                  <a:pt x="170556" y="203195"/>
                  <a:pt x="156759" y="211740"/>
                </a:cubicBezTo>
                <a:cubicBezTo>
                  <a:pt x="142962" y="220183"/>
                  <a:pt x="126437" y="224405"/>
                  <a:pt x="107183" y="224405"/>
                </a:cubicBezTo>
                <a:cubicBezTo>
                  <a:pt x="90091" y="224405"/>
                  <a:pt x="74956" y="220853"/>
                  <a:pt x="61777" y="213748"/>
                </a:cubicBezTo>
                <a:cubicBezTo>
                  <a:pt x="48598" y="206541"/>
                  <a:pt x="38559" y="196451"/>
                  <a:pt x="31661" y="183477"/>
                </a:cubicBezTo>
                <a:cubicBezTo>
                  <a:pt x="24762" y="170504"/>
                  <a:pt x="21313" y="156553"/>
                  <a:pt x="21313" y="141624"/>
                </a:cubicBezTo>
                <a:cubicBezTo>
                  <a:pt x="21313" y="118766"/>
                  <a:pt x="27439" y="96527"/>
                  <a:pt x="39692" y="74905"/>
                </a:cubicBezTo>
                <a:cubicBezTo>
                  <a:pt x="51944" y="53283"/>
                  <a:pt x="68727" y="36294"/>
                  <a:pt x="90040" y="23938"/>
                </a:cubicBezTo>
                <a:cubicBezTo>
                  <a:pt x="111456" y="11583"/>
                  <a:pt x="133027" y="5405"/>
                  <a:pt x="154752" y="5405"/>
                </a:cubicBezTo>
                <a:cubicBezTo>
                  <a:pt x="164944" y="5405"/>
                  <a:pt x="176373" y="7825"/>
                  <a:pt x="189037" y="12664"/>
                </a:cubicBezTo>
                <a:cubicBezTo>
                  <a:pt x="194597" y="14724"/>
                  <a:pt x="198613" y="15753"/>
                  <a:pt x="201084" y="15753"/>
                </a:cubicBezTo>
                <a:cubicBezTo>
                  <a:pt x="203555" y="15753"/>
                  <a:pt x="205717" y="15238"/>
                  <a:pt x="207571" y="14209"/>
                </a:cubicBezTo>
                <a:cubicBezTo>
                  <a:pt x="209424" y="13179"/>
                  <a:pt x="212513" y="10244"/>
                  <a:pt x="216837" y="5405"/>
                </a:cubicBezTo>
                <a:lnTo>
                  <a:pt x="222551" y="5405"/>
                </a:lnTo>
                <a:moveTo>
                  <a:pt x="305024" y="0"/>
                </a:moveTo>
                <a:lnTo>
                  <a:pt x="252205" y="183786"/>
                </a:lnTo>
                <a:cubicBezTo>
                  <a:pt x="249630" y="192950"/>
                  <a:pt x="248344" y="198562"/>
                  <a:pt x="248344" y="200621"/>
                </a:cubicBezTo>
                <a:cubicBezTo>
                  <a:pt x="248344" y="202166"/>
                  <a:pt x="248807" y="203452"/>
                  <a:pt x="249733" y="204482"/>
                </a:cubicBezTo>
                <a:cubicBezTo>
                  <a:pt x="250763" y="205511"/>
                  <a:pt x="251999" y="206026"/>
                  <a:pt x="253440" y="206026"/>
                </a:cubicBezTo>
                <a:cubicBezTo>
                  <a:pt x="255396" y="206026"/>
                  <a:pt x="257508" y="205152"/>
                  <a:pt x="259773" y="203401"/>
                </a:cubicBezTo>
                <a:cubicBezTo>
                  <a:pt x="265126" y="199180"/>
                  <a:pt x="270738" y="192641"/>
                  <a:pt x="276607" y="183786"/>
                </a:cubicBezTo>
                <a:lnTo>
                  <a:pt x="281240" y="188575"/>
                </a:lnTo>
                <a:cubicBezTo>
                  <a:pt x="271459" y="202372"/>
                  <a:pt x="262450" y="211998"/>
                  <a:pt x="254213" y="217455"/>
                </a:cubicBezTo>
                <a:cubicBezTo>
                  <a:pt x="248138" y="221368"/>
                  <a:pt x="242372" y="223324"/>
                  <a:pt x="236915" y="223324"/>
                </a:cubicBezTo>
                <a:cubicBezTo>
                  <a:pt x="233003" y="223324"/>
                  <a:pt x="229708" y="221985"/>
                  <a:pt x="227031" y="219308"/>
                </a:cubicBezTo>
                <a:cubicBezTo>
                  <a:pt x="224457" y="216631"/>
                  <a:pt x="223169" y="213543"/>
                  <a:pt x="223169" y="210042"/>
                </a:cubicBezTo>
                <a:cubicBezTo>
                  <a:pt x="223169" y="206335"/>
                  <a:pt x="224816" y="198716"/>
                  <a:pt x="228111" y="187184"/>
                </a:cubicBezTo>
                <a:lnTo>
                  <a:pt x="269965" y="42318"/>
                </a:lnTo>
                <a:cubicBezTo>
                  <a:pt x="273363" y="30477"/>
                  <a:pt x="275062" y="23681"/>
                  <a:pt x="275062" y="21931"/>
                </a:cubicBezTo>
                <a:cubicBezTo>
                  <a:pt x="275062" y="19460"/>
                  <a:pt x="274084" y="17452"/>
                  <a:pt x="272127" y="15907"/>
                </a:cubicBezTo>
                <a:cubicBezTo>
                  <a:pt x="270171" y="14260"/>
                  <a:pt x="267134" y="13436"/>
                  <a:pt x="263016" y="13436"/>
                </a:cubicBezTo>
                <a:cubicBezTo>
                  <a:pt x="260647" y="13436"/>
                  <a:pt x="257044" y="13797"/>
                  <a:pt x="252205" y="14518"/>
                </a:cubicBezTo>
                <a:lnTo>
                  <a:pt x="252205" y="8803"/>
                </a:lnTo>
                <a:lnTo>
                  <a:pt x="305024" y="0"/>
                </a:lnTo>
                <a:moveTo>
                  <a:pt x="445258" y="128188"/>
                </a:moveTo>
                <a:cubicBezTo>
                  <a:pt x="445258" y="143632"/>
                  <a:pt x="441139" y="158921"/>
                  <a:pt x="432902" y="174057"/>
                </a:cubicBezTo>
                <a:cubicBezTo>
                  <a:pt x="424769" y="189192"/>
                  <a:pt x="413391" y="201187"/>
                  <a:pt x="398770" y="210042"/>
                </a:cubicBezTo>
                <a:cubicBezTo>
                  <a:pt x="384150" y="218897"/>
                  <a:pt x="369941" y="223324"/>
                  <a:pt x="356145" y="223324"/>
                </a:cubicBezTo>
                <a:cubicBezTo>
                  <a:pt x="342039" y="223324"/>
                  <a:pt x="330507" y="218845"/>
                  <a:pt x="321549" y="209887"/>
                </a:cubicBezTo>
                <a:cubicBezTo>
                  <a:pt x="312695" y="200827"/>
                  <a:pt x="308267" y="189140"/>
                  <a:pt x="308267" y="174829"/>
                </a:cubicBezTo>
                <a:cubicBezTo>
                  <a:pt x="308267" y="159693"/>
                  <a:pt x="312592" y="144507"/>
                  <a:pt x="321240" y="129268"/>
                </a:cubicBezTo>
                <a:cubicBezTo>
                  <a:pt x="329992" y="114030"/>
                  <a:pt x="341627" y="101983"/>
                  <a:pt x="356145" y="93129"/>
                </a:cubicBezTo>
                <a:cubicBezTo>
                  <a:pt x="370765" y="84274"/>
                  <a:pt x="384870" y="79847"/>
                  <a:pt x="398461" y="79847"/>
                </a:cubicBezTo>
                <a:cubicBezTo>
                  <a:pt x="412053" y="79847"/>
                  <a:pt x="423223" y="84325"/>
                  <a:pt x="431975" y="93283"/>
                </a:cubicBezTo>
                <a:cubicBezTo>
                  <a:pt x="440830" y="102241"/>
                  <a:pt x="445258" y="113876"/>
                  <a:pt x="445258" y="128188"/>
                </a:cubicBezTo>
                <a:moveTo>
                  <a:pt x="419621" y="117530"/>
                </a:moveTo>
                <a:cubicBezTo>
                  <a:pt x="419621" y="107955"/>
                  <a:pt x="417253" y="100646"/>
                  <a:pt x="412516" y="95600"/>
                </a:cubicBezTo>
                <a:cubicBezTo>
                  <a:pt x="407883" y="90452"/>
                  <a:pt x="401859" y="87878"/>
                  <a:pt x="394446" y="87878"/>
                </a:cubicBezTo>
                <a:cubicBezTo>
                  <a:pt x="379310" y="87878"/>
                  <a:pt x="365359" y="98740"/>
                  <a:pt x="352592" y="120465"/>
                </a:cubicBezTo>
                <a:cubicBezTo>
                  <a:pt x="339928" y="142087"/>
                  <a:pt x="333596" y="163606"/>
                  <a:pt x="333596" y="185022"/>
                </a:cubicBezTo>
                <a:cubicBezTo>
                  <a:pt x="333596" y="194803"/>
                  <a:pt x="336067" y="202372"/>
                  <a:pt x="341009" y="207726"/>
                </a:cubicBezTo>
                <a:cubicBezTo>
                  <a:pt x="345952" y="212976"/>
                  <a:pt x="352180" y="215602"/>
                  <a:pt x="359697" y="215602"/>
                </a:cubicBezTo>
                <a:cubicBezTo>
                  <a:pt x="374214" y="215602"/>
                  <a:pt x="387805" y="204843"/>
                  <a:pt x="400470" y="183324"/>
                </a:cubicBezTo>
                <a:cubicBezTo>
                  <a:pt x="413237" y="161701"/>
                  <a:pt x="419621" y="139770"/>
                  <a:pt x="419621" y="117530"/>
                </a:cubicBezTo>
                <a:moveTo>
                  <a:pt x="571901" y="79847"/>
                </a:moveTo>
                <a:lnTo>
                  <a:pt x="562480" y="127261"/>
                </a:lnTo>
                <a:lnTo>
                  <a:pt x="556765" y="127261"/>
                </a:lnTo>
                <a:cubicBezTo>
                  <a:pt x="556250" y="113464"/>
                  <a:pt x="553316" y="103424"/>
                  <a:pt x="547962" y="97145"/>
                </a:cubicBezTo>
                <a:cubicBezTo>
                  <a:pt x="542608" y="90864"/>
                  <a:pt x="535967" y="87723"/>
                  <a:pt x="528040" y="87723"/>
                </a:cubicBezTo>
                <a:cubicBezTo>
                  <a:pt x="521656" y="87723"/>
                  <a:pt x="516559" y="89474"/>
                  <a:pt x="512749" y="92974"/>
                </a:cubicBezTo>
                <a:cubicBezTo>
                  <a:pt x="509042" y="96475"/>
                  <a:pt x="507189" y="100696"/>
                  <a:pt x="507189" y="105639"/>
                </a:cubicBezTo>
                <a:cubicBezTo>
                  <a:pt x="507189" y="109036"/>
                  <a:pt x="507910" y="112279"/>
                  <a:pt x="509351" y="115368"/>
                </a:cubicBezTo>
                <a:cubicBezTo>
                  <a:pt x="510896" y="118457"/>
                  <a:pt x="514191" y="122781"/>
                  <a:pt x="519236" y="128341"/>
                </a:cubicBezTo>
                <a:cubicBezTo>
                  <a:pt x="532621" y="142962"/>
                  <a:pt x="541270" y="153979"/>
                  <a:pt x="545182" y="161392"/>
                </a:cubicBezTo>
                <a:cubicBezTo>
                  <a:pt x="549095" y="168806"/>
                  <a:pt x="551051" y="175807"/>
                  <a:pt x="551051" y="182397"/>
                </a:cubicBezTo>
                <a:cubicBezTo>
                  <a:pt x="551051" y="193105"/>
                  <a:pt x="546572" y="202629"/>
                  <a:pt x="537614" y="210968"/>
                </a:cubicBezTo>
                <a:cubicBezTo>
                  <a:pt x="528760" y="219206"/>
                  <a:pt x="517537" y="223324"/>
                  <a:pt x="503946" y="223324"/>
                </a:cubicBezTo>
                <a:cubicBezTo>
                  <a:pt x="496533" y="223324"/>
                  <a:pt x="487987" y="221574"/>
                  <a:pt x="478309" y="218073"/>
                </a:cubicBezTo>
                <a:cubicBezTo>
                  <a:pt x="474911" y="216837"/>
                  <a:pt x="472286" y="216220"/>
                  <a:pt x="470432" y="216220"/>
                </a:cubicBezTo>
                <a:cubicBezTo>
                  <a:pt x="465799" y="216220"/>
                  <a:pt x="462298" y="218588"/>
                  <a:pt x="459930" y="223324"/>
                </a:cubicBezTo>
                <a:lnTo>
                  <a:pt x="454215" y="223324"/>
                </a:lnTo>
                <a:lnTo>
                  <a:pt x="463637" y="173284"/>
                </a:lnTo>
                <a:lnTo>
                  <a:pt x="469351" y="173284"/>
                </a:lnTo>
                <a:cubicBezTo>
                  <a:pt x="469969" y="188934"/>
                  <a:pt x="473212" y="200003"/>
                  <a:pt x="479081" y="206490"/>
                </a:cubicBezTo>
                <a:cubicBezTo>
                  <a:pt x="484949" y="212976"/>
                  <a:pt x="492980" y="216220"/>
                  <a:pt x="503173" y="216220"/>
                </a:cubicBezTo>
                <a:cubicBezTo>
                  <a:pt x="510999" y="216220"/>
                  <a:pt x="517176" y="214057"/>
                  <a:pt x="521707" y="209733"/>
                </a:cubicBezTo>
                <a:cubicBezTo>
                  <a:pt x="526340" y="205306"/>
                  <a:pt x="528657" y="199901"/>
                  <a:pt x="528657" y="193517"/>
                </a:cubicBezTo>
                <a:cubicBezTo>
                  <a:pt x="528657" y="189398"/>
                  <a:pt x="527834" y="185589"/>
                  <a:pt x="526186" y="182088"/>
                </a:cubicBezTo>
                <a:cubicBezTo>
                  <a:pt x="523303" y="175910"/>
                  <a:pt x="517228" y="167364"/>
                  <a:pt x="507962" y="156450"/>
                </a:cubicBezTo>
                <a:cubicBezTo>
                  <a:pt x="498798" y="145536"/>
                  <a:pt x="492877" y="137351"/>
                  <a:pt x="490200" y="131894"/>
                </a:cubicBezTo>
                <a:cubicBezTo>
                  <a:pt x="487626" y="126437"/>
                  <a:pt x="486340" y="120980"/>
                  <a:pt x="486340" y="115523"/>
                </a:cubicBezTo>
                <a:cubicBezTo>
                  <a:pt x="486340" y="105536"/>
                  <a:pt x="489943" y="97093"/>
                  <a:pt x="497151" y="90194"/>
                </a:cubicBezTo>
                <a:cubicBezTo>
                  <a:pt x="504461" y="83296"/>
                  <a:pt x="513831" y="79847"/>
                  <a:pt x="525260" y="79847"/>
                </a:cubicBezTo>
                <a:cubicBezTo>
                  <a:pt x="528554" y="79847"/>
                  <a:pt x="531540" y="80104"/>
                  <a:pt x="534216" y="80619"/>
                </a:cubicBezTo>
                <a:cubicBezTo>
                  <a:pt x="535658" y="80928"/>
                  <a:pt x="539005" y="82112"/>
                  <a:pt x="544256" y="84171"/>
                </a:cubicBezTo>
                <a:cubicBezTo>
                  <a:pt x="549610" y="86128"/>
                  <a:pt x="553161" y="87105"/>
                  <a:pt x="554912" y="87105"/>
                </a:cubicBezTo>
                <a:cubicBezTo>
                  <a:pt x="559339" y="87105"/>
                  <a:pt x="563046" y="84686"/>
                  <a:pt x="566032" y="79847"/>
                </a:cubicBezTo>
                <a:lnTo>
                  <a:pt x="571901" y="79847"/>
                </a:lnTo>
                <a:moveTo>
                  <a:pt x="618079" y="161392"/>
                </a:moveTo>
                <a:cubicBezTo>
                  <a:pt x="617358" y="166541"/>
                  <a:pt x="616998" y="170813"/>
                  <a:pt x="616998" y="174211"/>
                </a:cubicBezTo>
                <a:cubicBezTo>
                  <a:pt x="616998" y="183374"/>
                  <a:pt x="620241" y="191200"/>
                  <a:pt x="626728" y="197686"/>
                </a:cubicBezTo>
                <a:cubicBezTo>
                  <a:pt x="633214" y="204070"/>
                  <a:pt x="641090" y="207262"/>
                  <a:pt x="650357" y="207262"/>
                </a:cubicBezTo>
                <a:cubicBezTo>
                  <a:pt x="657770" y="207262"/>
                  <a:pt x="664875" y="205769"/>
                  <a:pt x="671670" y="202783"/>
                </a:cubicBezTo>
                <a:cubicBezTo>
                  <a:pt x="678569" y="199695"/>
                  <a:pt x="688762" y="192950"/>
                  <a:pt x="702250" y="182551"/>
                </a:cubicBezTo>
                <a:lnTo>
                  <a:pt x="705493" y="187030"/>
                </a:lnTo>
                <a:cubicBezTo>
                  <a:pt x="681092" y="211225"/>
                  <a:pt x="657822" y="223324"/>
                  <a:pt x="635685" y="223324"/>
                </a:cubicBezTo>
                <a:cubicBezTo>
                  <a:pt x="620653" y="223324"/>
                  <a:pt x="609327" y="218588"/>
                  <a:pt x="601708" y="209115"/>
                </a:cubicBezTo>
                <a:cubicBezTo>
                  <a:pt x="594089" y="199643"/>
                  <a:pt x="590279" y="189192"/>
                  <a:pt x="590279" y="177764"/>
                </a:cubicBezTo>
                <a:cubicBezTo>
                  <a:pt x="590279" y="162422"/>
                  <a:pt x="595015" y="146721"/>
                  <a:pt x="604488" y="130659"/>
                </a:cubicBezTo>
                <a:cubicBezTo>
                  <a:pt x="613960" y="114596"/>
                  <a:pt x="625853" y="102138"/>
                  <a:pt x="640165" y="93283"/>
                </a:cubicBezTo>
                <a:cubicBezTo>
                  <a:pt x="654476" y="84325"/>
                  <a:pt x="669199" y="79847"/>
                  <a:pt x="684335" y="79847"/>
                </a:cubicBezTo>
                <a:cubicBezTo>
                  <a:pt x="695249" y="79847"/>
                  <a:pt x="703331" y="82060"/>
                  <a:pt x="708582" y="86488"/>
                </a:cubicBezTo>
                <a:cubicBezTo>
                  <a:pt x="713833" y="90915"/>
                  <a:pt x="716459" y="96166"/>
                  <a:pt x="716459" y="102241"/>
                </a:cubicBezTo>
                <a:cubicBezTo>
                  <a:pt x="716459" y="110787"/>
                  <a:pt x="713061" y="118972"/>
                  <a:pt x="706266" y="126797"/>
                </a:cubicBezTo>
                <a:cubicBezTo>
                  <a:pt x="697308" y="136990"/>
                  <a:pt x="684129" y="145227"/>
                  <a:pt x="666728" y="151508"/>
                </a:cubicBezTo>
                <a:cubicBezTo>
                  <a:pt x="655196" y="155730"/>
                  <a:pt x="638980" y="159024"/>
                  <a:pt x="618079" y="161392"/>
                </a:cubicBezTo>
                <a:moveTo>
                  <a:pt x="619160" y="153825"/>
                </a:moveTo>
                <a:cubicBezTo>
                  <a:pt x="634399" y="152075"/>
                  <a:pt x="646805" y="149089"/>
                  <a:pt x="656381" y="144867"/>
                </a:cubicBezTo>
                <a:cubicBezTo>
                  <a:pt x="669045" y="139205"/>
                  <a:pt x="678518" y="132460"/>
                  <a:pt x="684799" y="124635"/>
                </a:cubicBezTo>
                <a:cubicBezTo>
                  <a:pt x="691182" y="116707"/>
                  <a:pt x="694373" y="109190"/>
                  <a:pt x="694373" y="102086"/>
                </a:cubicBezTo>
                <a:cubicBezTo>
                  <a:pt x="694373" y="97763"/>
                  <a:pt x="692984" y="94262"/>
                  <a:pt x="690204" y="91585"/>
                </a:cubicBezTo>
                <a:cubicBezTo>
                  <a:pt x="687527" y="88908"/>
                  <a:pt x="683666" y="87569"/>
                  <a:pt x="678621" y="87569"/>
                </a:cubicBezTo>
                <a:cubicBezTo>
                  <a:pt x="668119" y="87569"/>
                  <a:pt x="656947" y="93180"/>
                  <a:pt x="645106" y="104403"/>
                </a:cubicBezTo>
                <a:cubicBezTo>
                  <a:pt x="633369" y="115523"/>
                  <a:pt x="624720" y="131997"/>
                  <a:pt x="619160" y="153825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21">
            <a:extLst xmlns:a="http://schemas.openxmlformats.org/drawingml/2006/main">
              <a:ext uri="{FF2B5EF4-FFF2-40B4-BE49-F238E27FC236}">
                <a16:creationId xmlns:a16="http://schemas.microsoft.com/office/drawing/2014/main" id="{FF5E174E-8974-4AB4-989F-AF72A528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297" y="2309283"/>
            <a:ext cx="1264836" cy="284372"/>
          </a:xfrm>
          <a:custGeom xmlns:a="http://schemas.openxmlformats.org/drawingml/2006/main">
            <a:pathLst>
              <a:path w="947968" h="213131">
                <a:moveTo>
                  <a:pt x="55754" y="5715"/>
                </a:moveTo>
                <a:lnTo>
                  <a:pt x="57607" y="0"/>
                </a:lnTo>
                <a:lnTo>
                  <a:pt x="124480" y="0"/>
                </a:lnTo>
                <a:cubicBezTo>
                  <a:pt x="152795" y="0"/>
                  <a:pt x="173747" y="3244"/>
                  <a:pt x="187338" y="9730"/>
                </a:cubicBezTo>
                <a:cubicBezTo>
                  <a:pt x="201032" y="16217"/>
                  <a:pt x="211946" y="26461"/>
                  <a:pt x="220080" y="40464"/>
                </a:cubicBezTo>
                <a:cubicBezTo>
                  <a:pt x="228214" y="54364"/>
                  <a:pt x="232281" y="69294"/>
                  <a:pt x="232281" y="85252"/>
                </a:cubicBezTo>
                <a:cubicBezTo>
                  <a:pt x="232281" y="98946"/>
                  <a:pt x="229913" y="112280"/>
                  <a:pt x="225176" y="125254"/>
                </a:cubicBezTo>
                <a:cubicBezTo>
                  <a:pt x="220543" y="138123"/>
                  <a:pt x="215241" y="148471"/>
                  <a:pt x="209269" y="156296"/>
                </a:cubicBezTo>
                <a:cubicBezTo>
                  <a:pt x="203400" y="164019"/>
                  <a:pt x="194339" y="172564"/>
                  <a:pt x="182087" y="181934"/>
                </a:cubicBezTo>
                <a:cubicBezTo>
                  <a:pt x="169834" y="191303"/>
                  <a:pt x="156553" y="198253"/>
                  <a:pt x="142241" y="202783"/>
                </a:cubicBezTo>
                <a:cubicBezTo>
                  <a:pt x="127930" y="207211"/>
                  <a:pt x="110066" y="209424"/>
                  <a:pt x="88650" y="209424"/>
                </a:cubicBezTo>
                <a:lnTo>
                  <a:pt x="0" y="209424"/>
                </a:lnTo>
                <a:lnTo>
                  <a:pt x="2007" y="203710"/>
                </a:lnTo>
                <a:cubicBezTo>
                  <a:pt x="10141" y="203504"/>
                  <a:pt x="15598" y="202783"/>
                  <a:pt x="18378" y="201548"/>
                </a:cubicBezTo>
                <a:cubicBezTo>
                  <a:pt x="22497" y="199798"/>
                  <a:pt x="25534" y="197429"/>
                  <a:pt x="27490" y="194443"/>
                </a:cubicBezTo>
                <a:cubicBezTo>
                  <a:pt x="30476" y="190119"/>
                  <a:pt x="33823" y="181419"/>
                  <a:pt x="37529" y="168343"/>
                </a:cubicBezTo>
                <a:lnTo>
                  <a:pt x="74595" y="41700"/>
                </a:lnTo>
                <a:cubicBezTo>
                  <a:pt x="77478" y="31713"/>
                  <a:pt x="78919" y="23887"/>
                  <a:pt x="78919" y="18224"/>
                </a:cubicBezTo>
                <a:cubicBezTo>
                  <a:pt x="78919" y="14209"/>
                  <a:pt x="77581" y="11120"/>
                  <a:pt x="74904" y="8958"/>
                </a:cubicBezTo>
                <a:cubicBezTo>
                  <a:pt x="72227" y="6796"/>
                  <a:pt x="66976" y="5715"/>
                  <a:pt x="59151" y="5715"/>
                </a:cubicBezTo>
                <a:lnTo>
                  <a:pt x="55754" y="5715"/>
                </a:lnTo>
                <a:moveTo>
                  <a:pt x="110581" y="11584"/>
                </a:moveTo>
                <a:lnTo>
                  <a:pt x="65174" y="168343"/>
                </a:lnTo>
                <a:cubicBezTo>
                  <a:pt x="61777" y="180081"/>
                  <a:pt x="60077" y="187339"/>
                  <a:pt x="60077" y="190119"/>
                </a:cubicBezTo>
                <a:cubicBezTo>
                  <a:pt x="60077" y="191766"/>
                  <a:pt x="60592" y="193362"/>
                  <a:pt x="61622" y="194906"/>
                </a:cubicBezTo>
                <a:cubicBezTo>
                  <a:pt x="62754" y="196451"/>
                  <a:pt x="64248" y="197480"/>
                  <a:pt x="66101" y="197995"/>
                </a:cubicBezTo>
                <a:cubicBezTo>
                  <a:pt x="68778" y="198922"/>
                  <a:pt x="73102" y="199386"/>
                  <a:pt x="79074" y="199386"/>
                </a:cubicBezTo>
                <a:cubicBezTo>
                  <a:pt x="95239" y="199386"/>
                  <a:pt x="110220" y="197738"/>
                  <a:pt x="124017" y="194443"/>
                </a:cubicBezTo>
                <a:cubicBezTo>
                  <a:pt x="137917" y="191046"/>
                  <a:pt x="149294" y="186052"/>
                  <a:pt x="158149" y="179463"/>
                </a:cubicBezTo>
                <a:cubicBezTo>
                  <a:pt x="170710" y="169887"/>
                  <a:pt x="180748" y="156708"/>
                  <a:pt x="188265" y="139925"/>
                </a:cubicBezTo>
                <a:cubicBezTo>
                  <a:pt x="195781" y="123142"/>
                  <a:pt x="199540" y="104043"/>
                  <a:pt x="199540" y="82627"/>
                </a:cubicBezTo>
                <a:cubicBezTo>
                  <a:pt x="199540" y="58431"/>
                  <a:pt x="193774" y="40464"/>
                  <a:pt x="182242" y="28727"/>
                </a:cubicBezTo>
                <a:cubicBezTo>
                  <a:pt x="170710" y="16886"/>
                  <a:pt x="153876" y="10966"/>
                  <a:pt x="131739" y="10966"/>
                </a:cubicBezTo>
                <a:cubicBezTo>
                  <a:pt x="126282" y="10966"/>
                  <a:pt x="119229" y="11172"/>
                  <a:pt x="110581" y="11584"/>
                </a:cubicBezTo>
                <a:moveTo>
                  <a:pt x="308730" y="8340"/>
                </a:moveTo>
                <a:cubicBezTo>
                  <a:pt x="313054" y="8340"/>
                  <a:pt x="316710" y="9833"/>
                  <a:pt x="319696" y="12819"/>
                </a:cubicBezTo>
                <a:cubicBezTo>
                  <a:pt x="322682" y="15805"/>
                  <a:pt x="324174" y="19460"/>
                  <a:pt x="324174" y="23784"/>
                </a:cubicBezTo>
                <a:cubicBezTo>
                  <a:pt x="324174" y="28006"/>
                  <a:pt x="322630" y="31661"/>
                  <a:pt x="319541" y="34749"/>
                </a:cubicBezTo>
                <a:cubicBezTo>
                  <a:pt x="316555" y="37735"/>
                  <a:pt x="312951" y="39229"/>
                  <a:pt x="308730" y="39229"/>
                </a:cubicBezTo>
                <a:cubicBezTo>
                  <a:pt x="304509" y="39229"/>
                  <a:pt x="300854" y="37735"/>
                  <a:pt x="297765" y="34749"/>
                </a:cubicBezTo>
                <a:cubicBezTo>
                  <a:pt x="294779" y="31661"/>
                  <a:pt x="293286" y="28006"/>
                  <a:pt x="293286" y="23784"/>
                </a:cubicBezTo>
                <a:cubicBezTo>
                  <a:pt x="293286" y="19460"/>
                  <a:pt x="294779" y="15805"/>
                  <a:pt x="297765" y="12819"/>
                </a:cubicBezTo>
                <a:cubicBezTo>
                  <a:pt x="300751" y="9833"/>
                  <a:pt x="304406" y="8340"/>
                  <a:pt x="308730" y="8340"/>
                </a:cubicBezTo>
                <a:moveTo>
                  <a:pt x="310738" y="69654"/>
                </a:moveTo>
                <a:lnTo>
                  <a:pt x="280158" y="177918"/>
                </a:lnTo>
                <a:cubicBezTo>
                  <a:pt x="278099" y="185229"/>
                  <a:pt x="277069" y="189604"/>
                  <a:pt x="277069" y="191046"/>
                </a:cubicBezTo>
                <a:cubicBezTo>
                  <a:pt x="277069" y="192693"/>
                  <a:pt x="277532" y="194032"/>
                  <a:pt x="278459" y="195061"/>
                </a:cubicBezTo>
                <a:cubicBezTo>
                  <a:pt x="279489" y="196091"/>
                  <a:pt x="280673" y="196606"/>
                  <a:pt x="282012" y="196606"/>
                </a:cubicBezTo>
                <a:cubicBezTo>
                  <a:pt x="283556" y="196606"/>
                  <a:pt x="285409" y="195782"/>
                  <a:pt x="287572" y="194135"/>
                </a:cubicBezTo>
                <a:cubicBezTo>
                  <a:pt x="293441" y="189501"/>
                  <a:pt x="299360" y="182912"/>
                  <a:pt x="305332" y="174366"/>
                </a:cubicBezTo>
                <a:lnTo>
                  <a:pt x="310738" y="177918"/>
                </a:lnTo>
                <a:cubicBezTo>
                  <a:pt x="303737" y="188626"/>
                  <a:pt x="295500" y="197635"/>
                  <a:pt x="286027" y="204946"/>
                </a:cubicBezTo>
                <a:cubicBezTo>
                  <a:pt x="279026" y="210403"/>
                  <a:pt x="272333" y="213131"/>
                  <a:pt x="265950" y="213131"/>
                </a:cubicBezTo>
                <a:cubicBezTo>
                  <a:pt x="261728" y="213131"/>
                  <a:pt x="258279" y="211895"/>
                  <a:pt x="255602" y="209424"/>
                </a:cubicBezTo>
                <a:cubicBezTo>
                  <a:pt x="252925" y="206850"/>
                  <a:pt x="251587" y="203658"/>
                  <a:pt x="251587" y="199849"/>
                </a:cubicBezTo>
                <a:cubicBezTo>
                  <a:pt x="251587" y="196039"/>
                  <a:pt x="252873" y="189707"/>
                  <a:pt x="255447" y="180852"/>
                </a:cubicBezTo>
                <a:lnTo>
                  <a:pt x="275525" y="111663"/>
                </a:lnTo>
                <a:cubicBezTo>
                  <a:pt x="278820" y="100337"/>
                  <a:pt x="280467" y="93232"/>
                  <a:pt x="280467" y="90349"/>
                </a:cubicBezTo>
                <a:cubicBezTo>
                  <a:pt x="280467" y="88084"/>
                  <a:pt x="279644" y="86231"/>
                  <a:pt x="277996" y="84789"/>
                </a:cubicBezTo>
                <a:cubicBezTo>
                  <a:pt x="276452" y="83348"/>
                  <a:pt x="274290" y="82627"/>
                  <a:pt x="271510" y="82627"/>
                </a:cubicBezTo>
                <a:cubicBezTo>
                  <a:pt x="269244" y="82627"/>
                  <a:pt x="264560" y="83193"/>
                  <a:pt x="257456" y="84325"/>
                </a:cubicBezTo>
                <a:lnTo>
                  <a:pt x="257456" y="78303"/>
                </a:lnTo>
                <a:lnTo>
                  <a:pt x="310738" y="69654"/>
                </a:lnTo>
                <a:moveTo>
                  <a:pt x="440778" y="69654"/>
                </a:moveTo>
                <a:lnTo>
                  <a:pt x="431358" y="117068"/>
                </a:lnTo>
                <a:lnTo>
                  <a:pt x="425644" y="117068"/>
                </a:lnTo>
                <a:cubicBezTo>
                  <a:pt x="425129" y="103271"/>
                  <a:pt x="422194" y="93232"/>
                  <a:pt x="416840" y="86951"/>
                </a:cubicBezTo>
                <a:cubicBezTo>
                  <a:pt x="411486" y="80671"/>
                  <a:pt x="404845" y="77531"/>
                  <a:pt x="396917" y="77531"/>
                </a:cubicBezTo>
                <a:cubicBezTo>
                  <a:pt x="390533" y="77531"/>
                  <a:pt x="385436" y="79281"/>
                  <a:pt x="381628" y="82781"/>
                </a:cubicBezTo>
                <a:cubicBezTo>
                  <a:pt x="377921" y="86282"/>
                  <a:pt x="376068" y="90503"/>
                  <a:pt x="376068" y="95445"/>
                </a:cubicBezTo>
                <a:cubicBezTo>
                  <a:pt x="376068" y="98843"/>
                  <a:pt x="376788" y="102087"/>
                  <a:pt x="378230" y="105176"/>
                </a:cubicBezTo>
                <a:cubicBezTo>
                  <a:pt x="379774" y="108265"/>
                  <a:pt x="383068" y="112589"/>
                  <a:pt x="388113" y="118149"/>
                </a:cubicBezTo>
                <a:cubicBezTo>
                  <a:pt x="401498" y="132769"/>
                  <a:pt x="410147" y="143786"/>
                  <a:pt x="414060" y="151199"/>
                </a:cubicBezTo>
                <a:cubicBezTo>
                  <a:pt x="417972" y="158612"/>
                  <a:pt x="419929" y="165614"/>
                  <a:pt x="419929" y="172204"/>
                </a:cubicBezTo>
                <a:cubicBezTo>
                  <a:pt x="419929" y="182912"/>
                  <a:pt x="415450" y="192435"/>
                  <a:pt x="406493" y="200775"/>
                </a:cubicBezTo>
                <a:cubicBezTo>
                  <a:pt x="397638" y="209012"/>
                  <a:pt x="386415" y="213131"/>
                  <a:pt x="372824" y="213131"/>
                </a:cubicBezTo>
                <a:cubicBezTo>
                  <a:pt x="365410" y="213131"/>
                  <a:pt x="356865" y="211380"/>
                  <a:pt x="347186" y="207880"/>
                </a:cubicBezTo>
                <a:cubicBezTo>
                  <a:pt x="343788" y="206644"/>
                  <a:pt x="341163" y="206026"/>
                  <a:pt x="339310" y="206026"/>
                </a:cubicBezTo>
                <a:cubicBezTo>
                  <a:pt x="334677" y="206026"/>
                  <a:pt x="331176" y="208394"/>
                  <a:pt x="328808" y="213131"/>
                </a:cubicBezTo>
                <a:lnTo>
                  <a:pt x="323094" y="213131"/>
                </a:lnTo>
                <a:lnTo>
                  <a:pt x="332514" y="163092"/>
                </a:lnTo>
                <a:lnTo>
                  <a:pt x="338228" y="163092"/>
                </a:lnTo>
                <a:cubicBezTo>
                  <a:pt x="338846" y="178742"/>
                  <a:pt x="342090" y="189810"/>
                  <a:pt x="347959" y="196297"/>
                </a:cubicBezTo>
                <a:cubicBezTo>
                  <a:pt x="353828" y="202783"/>
                  <a:pt x="361859" y="206026"/>
                  <a:pt x="372052" y="206026"/>
                </a:cubicBezTo>
                <a:cubicBezTo>
                  <a:pt x="379876" y="206026"/>
                  <a:pt x="386054" y="203864"/>
                  <a:pt x="390584" y="199540"/>
                </a:cubicBezTo>
                <a:cubicBezTo>
                  <a:pt x="395218" y="195112"/>
                  <a:pt x="397535" y="189707"/>
                  <a:pt x="397535" y="183324"/>
                </a:cubicBezTo>
                <a:cubicBezTo>
                  <a:pt x="397535" y="179205"/>
                  <a:pt x="396711" y="175395"/>
                  <a:pt x="395064" y="171895"/>
                </a:cubicBezTo>
                <a:cubicBezTo>
                  <a:pt x="392181" y="165717"/>
                  <a:pt x="386106" y="157171"/>
                  <a:pt x="376839" y="146257"/>
                </a:cubicBezTo>
                <a:cubicBezTo>
                  <a:pt x="367676" y="135343"/>
                  <a:pt x="361756" y="127158"/>
                  <a:pt x="359079" y="121701"/>
                </a:cubicBezTo>
                <a:cubicBezTo>
                  <a:pt x="356505" y="116244"/>
                  <a:pt x="355217" y="110787"/>
                  <a:pt x="355217" y="105330"/>
                </a:cubicBezTo>
                <a:cubicBezTo>
                  <a:pt x="355217" y="95342"/>
                  <a:pt x="358821" y="86899"/>
                  <a:pt x="366028" y="80001"/>
                </a:cubicBezTo>
                <a:cubicBezTo>
                  <a:pt x="373339" y="73104"/>
                  <a:pt x="382708" y="69654"/>
                  <a:pt x="394137" y="69654"/>
                </a:cubicBezTo>
                <a:cubicBezTo>
                  <a:pt x="397432" y="69654"/>
                  <a:pt x="400418" y="69912"/>
                  <a:pt x="403095" y="70426"/>
                </a:cubicBezTo>
                <a:cubicBezTo>
                  <a:pt x="404536" y="70735"/>
                  <a:pt x="407882" y="71919"/>
                  <a:pt x="413133" y="73978"/>
                </a:cubicBezTo>
                <a:cubicBezTo>
                  <a:pt x="418487" y="75934"/>
                  <a:pt x="422040" y="76913"/>
                  <a:pt x="423790" y="76913"/>
                </a:cubicBezTo>
                <a:cubicBezTo>
                  <a:pt x="428218" y="76913"/>
                  <a:pt x="431924" y="74493"/>
                  <a:pt x="434910" y="69654"/>
                </a:cubicBezTo>
                <a:lnTo>
                  <a:pt x="440778" y="69654"/>
                </a:lnTo>
                <a:moveTo>
                  <a:pt x="531436" y="31352"/>
                </a:moveTo>
                <a:lnTo>
                  <a:pt x="519390" y="73360"/>
                </a:lnTo>
                <a:lnTo>
                  <a:pt x="543637" y="73360"/>
                </a:lnTo>
                <a:lnTo>
                  <a:pt x="541012" y="83090"/>
                </a:lnTo>
                <a:lnTo>
                  <a:pt x="516918" y="83090"/>
                </a:lnTo>
                <a:lnTo>
                  <a:pt x="490354" y="174212"/>
                </a:lnTo>
                <a:cubicBezTo>
                  <a:pt x="487471" y="183993"/>
                  <a:pt x="486030" y="190325"/>
                  <a:pt x="486030" y="193208"/>
                </a:cubicBezTo>
                <a:cubicBezTo>
                  <a:pt x="486030" y="194958"/>
                  <a:pt x="486442" y="196297"/>
                  <a:pt x="487265" y="197223"/>
                </a:cubicBezTo>
                <a:cubicBezTo>
                  <a:pt x="488089" y="198150"/>
                  <a:pt x="489068" y="198613"/>
                  <a:pt x="490200" y="198613"/>
                </a:cubicBezTo>
                <a:cubicBezTo>
                  <a:pt x="492774" y="198613"/>
                  <a:pt x="496172" y="196812"/>
                  <a:pt x="500394" y="193208"/>
                </a:cubicBezTo>
                <a:cubicBezTo>
                  <a:pt x="502865" y="191149"/>
                  <a:pt x="508373" y="184817"/>
                  <a:pt x="516918" y="174212"/>
                </a:cubicBezTo>
                <a:lnTo>
                  <a:pt x="522016" y="178072"/>
                </a:lnTo>
                <a:cubicBezTo>
                  <a:pt x="512543" y="191869"/>
                  <a:pt x="503585" y="201599"/>
                  <a:pt x="495142" y="207262"/>
                </a:cubicBezTo>
                <a:cubicBezTo>
                  <a:pt x="489376" y="211174"/>
                  <a:pt x="483560" y="213131"/>
                  <a:pt x="477691" y="213131"/>
                </a:cubicBezTo>
                <a:cubicBezTo>
                  <a:pt x="473160" y="213131"/>
                  <a:pt x="469454" y="211741"/>
                  <a:pt x="466571" y="208961"/>
                </a:cubicBezTo>
                <a:cubicBezTo>
                  <a:pt x="463688" y="206078"/>
                  <a:pt x="462246" y="202423"/>
                  <a:pt x="462246" y="197995"/>
                </a:cubicBezTo>
                <a:cubicBezTo>
                  <a:pt x="462246" y="192435"/>
                  <a:pt x="463894" y="183941"/>
                  <a:pt x="467189" y="172512"/>
                </a:cubicBezTo>
                <a:lnTo>
                  <a:pt x="492980" y="83090"/>
                </a:lnTo>
                <a:lnTo>
                  <a:pt x="469660" y="83090"/>
                </a:lnTo>
                <a:lnTo>
                  <a:pt x="471204" y="77067"/>
                </a:lnTo>
                <a:cubicBezTo>
                  <a:pt x="482530" y="73978"/>
                  <a:pt x="491951" y="69397"/>
                  <a:pt x="499467" y="63322"/>
                </a:cubicBezTo>
                <a:cubicBezTo>
                  <a:pt x="506983" y="57144"/>
                  <a:pt x="515374" y="46487"/>
                  <a:pt x="524641" y="31352"/>
                </a:cubicBezTo>
                <a:lnTo>
                  <a:pt x="531436" y="31352"/>
                </a:lnTo>
                <a:moveTo>
                  <a:pt x="685724" y="69654"/>
                </a:moveTo>
                <a:lnTo>
                  <a:pt x="655608" y="174366"/>
                </a:lnTo>
                <a:lnTo>
                  <a:pt x="652210" y="188420"/>
                </a:lnTo>
                <a:cubicBezTo>
                  <a:pt x="651902" y="189758"/>
                  <a:pt x="651747" y="190891"/>
                  <a:pt x="651747" y="191817"/>
                </a:cubicBezTo>
                <a:cubicBezTo>
                  <a:pt x="651747" y="193465"/>
                  <a:pt x="652261" y="194906"/>
                  <a:pt x="653291" y="196142"/>
                </a:cubicBezTo>
                <a:cubicBezTo>
                  <a:pt x="654115" y="197069"/>
                  <a:pt x="655144" y="197532"/>
                  <a:pt x="656380" y="197532"/>
                </a:cubicBezTo>
                <a:cubicBezTo>
                  <a:pt x="657718" y="197532"/>
                  <a:pt x="659469" y="196709"/>
                  <a:pt x="661631" y="195061"/>
                </a:cubicBezTo>
                <a:cubicBezTo>
                  <a:pt x="665647" y="192075"/>
                  <a:pt x="671001" y="185898"/>
                  <a:pt x="677693" y="176528"/>
                </a:cubicBezTo>
                <a:lnTo>
                  <a:pt x="682944" y="180235"/>
                </a:lnTo>
                <a:cubicBezTo>
                  <a:pt x="675840" y="190943"/>
                  <a:pt x="668530" y="199128"/>
                  <a:pt x="661013" y="204791"/>
                </a:cubicBezTo>
                <a:cubicBezTo>
                  <a:pt x="653497" y="210351"/>
                  <a:pt x="646547" y="213131"/>
                  <a:pt x="640164" y="213131"/>
                </a:cubicBezTo>
                <a:cubicBezTo>
                  <a:pt x="635736" y="213131"/>
                  <a:pt x="632391" y="211998"/>
                  <a:pt x="630125" y="209733"/>
                </a:cubicBezTo>
                <a:cubicBezTo>
                  <a:pt x="627963" y="207571"/>
                  <a:pt x="626882" y="204379"/>
                  <a:pt x="626882" y="200157"/>
                </a:cubicBezTo>
                <a:cubicBezTo>
                  <a:pt x="626882" y="195112"/>
                  <a:pt x="628014" y="188472"/>
                  <a:pt x="630279" y="180235"/>
                </a:cubicBezTo>
                <a:lnTo>
                  <a:pt x="633523" y="168652"/>
                </a:lnTo>
                <a:cubicBezTo>
                  <a:pt x="620035" y="186258"/>
                  <a:pt x="607628" y="198562"/>
                  <a:pt x="596302" y="205563"/>
                </a:cubicBezTo>
                <a:cubicBezTo>
                  <a:pt x="588169" y="210609"/>
                  <a:pt x="580189" y="213131"/>
                  <a:pt x="572363" y="213131"/>
                </a:cubicBezTo>
                <a:cubicBezTo>
                  <a:pt x="564847" y="213131"/>
                  <a:pt x="558360" y="210042"/>
                  <a:pt x="552903" y="203864"/>
                </a:cubicBezTo>
                <a:cubicBezTo>
                  <a:pt x="547446" y="197583"/>
                  <a:pt x="544718" y="188986"/>
                  <a:pt x="544718" y="178072"/>
                </a:cubicBezTo>
                <a:cubicBezTo>
                  <a:pt x="544718" y="161701"/>
                  <a:pt x="549609" y="144456"/>
                  <a:pt x="559390" y="126334"/>
                </a:cubicBezTo>
                <a:cubicBezTo>
                  <a:pt x="569275" y="108110"/>
                  <a:pt x="581785" y="93541"/>
                  <a:pt x="596919" y="82627"/>
                </a:cubicBezTo>
                <a:cubicBezTo>
                  <a:pt x="608760" y="73978"/>
                  <a:pt x="619932" y="69654"/>
                  <a:pt x="630434" y="69654"/>
                </a:cubicBezTo>
                <a:cubicBezTo>
                  <a:pt x="636715" y="69654"/>
                  <a:pt x="641914" y="71301"/>
                  <a:pt x="646033" y="74596"/>
                </a:cubicBezTo>
                <a:cubicBezTo>
                  <a:pt x="650254" y="77891"/>
                  <a:pt x="653446" y="83348"/>
                  <a:pt x="655608" y="90967"/>
                </a:cubicBezTo>
                <a:lnTo>
                  <a:pt x="661168" y="73360"/>
                </a:lnTo>
                <a:lnTo>
                  <a:pt x="685724" y="69654"/>
                </a:lnTo>
                <a:moveTo>
                  <a:pt x="630743" y="77685"/>
                </a:moveTo>
                <a:cubicBezTo>
                  <a:pt x="624154" y="77685"/>
                  <a:pt x="617152" y="80774"/>
                  <a:pt x="609739" y="86951"/>
                </a:cubicBezTo>
                <a:cubicBezTo>
                  <a:pt x="599237" y="95703"/>
                  <a:pt x="589867" y="108677"/>
                  <a:pt x="581630" y="125871"/>
                </a:cubicBezTo>
                <a:cubicBezTo>
                  <a:pt x="573496" y="143065"/>
                  <a:pt x="569429" y="158612"/>
                  <a:pt x="569429" y="172512"/>
                </a:cubicBezTo>
                <a:cubicBezTo>
                  <a:pt x="569429" y="179514"/>
                  <a:pt x="571180" y="185074"/>
                  <a:pt x="574681" y="189192"/>
                </a:cubicBezTo>
                <a:cubicBezTo>
                  <a:pt x="578181" y="193208"/>
                  <a:pt x="582197" y="195215"/>
                  <a:pt x="586727" y="195215"/>
                </a:cubicBezTo>
                <a:cubicBezTo>
                  <a:pt x="597949" y="195215"/>
                  <a:pt x="610151" y="186927"/>
                  <a:pt x="623330" y="170350"/>
                </a:cubicBezTo>
                <a:cubicBezTo>
                  <a:pt x="640937" y="148316"/>
                  <a:pt x="649739" y="125716"/>
                  <a:pt x="649739" y="102550"/>
                </a:cubicBezTo>
                <a:cubicBezTo>
                  <a:pt x="649739" y="93798"/>
                  <a:pt x="648041" y="87466"/>
                  <a:pt x="644643" y="83554"/>
                </a:cubicBezTo>
                <a:cubicBezTo>
                  <a:pt x="641245" y="79641"/>
                  <a:pt x="636612" y="77685"/>
                  <a:pt x="630743" y="77685"/>
                </a:cubicBezTo>
                <a:moveTo>
                  <a:pt x="765262" y="69654"/>
                </a:moveTo>
                <a:lnTo>
                  <a:pt x="744722" y="139925"/>
                </a:lnTo>
                <a:cubicBezTo>
                  <a:pt x="763975" y="111199"/>
                  <a:pt x="778699" y="92306"/>
                  <a:pt x="788892" y="83245"/>
                </a:cubicBezTo>
                <a:cubicBezTo>
                  <a:pt x="799188" y="74184"/>
                  <a:pt x="809073" y="69654"/>
                  <a:pt x="818545" y="69654"/>
                </a:cubicBezTo>
                <a:cubicBezTo>
                  <a:pt x="823693" y="69654"/>
                  <a:pt x="827915" y="71353"/>
                  <a:pt x="831210" y="74751"/>
                </a:cubicBezTo>
                <a:cubicBezTo>
                  <a:pt x="834607" y="78149"/>
                  <a:pt x="836306" y="82575"/>
                  <a:pt x="836306" y="88032"/>
                </a:cubicBezTo>
                <a:cubicBezTo>
                  <a:pt x="836306" y="94210"/>
                  <a:pt x="834813" y="102447"/>
                  <a:pt x="831827" y="112743"/>
                </a:cubicBezTo>
                <a:lnTo>
                  <a:pt x="812985" y="177764"/>
                </a:lnTo>
                <a:cubicBezTo>
                  <a:pt x="810823" y="185280"/>
                  <a:pt x="809742" y="189861"/>
                  <a:pt x="809742" y="191509"/>
                </a:cubicBezTo>
                <a:cubicBezTo>
                  <a:pt x="809742" y="192950"/>
                  <a:pt x="810154" y="194186"/>
                  <a:pt x="810978" y="195215"/>
                </a:cubicBezTo>
                <a:cubicBezTo>
                  <a:pt x="811802" y="196142"/>
                  <a:pt x="812676" y="196606"/>
                  <a:pt x="813603" y="196606"/>
                </a:cubicBezTo>
                <a:cubicBezTo>
                  <a:pt x="814838" y="196606"/>
                  <a:pt x="816331" y="195936"/>
                  <a:pt x="818081" y="194597"/>
                </a:cubicBezTo>
                <a:cubicBezTo>
                  <a:pt x="823538" y="190273"/>
                  <a:pt x="829510" y="183684"/>
                  <a:pt x="835997" y="174830"/>
                </a:cubicBezTo>
                <a:lnTo>
                  <a:pt x="840785" y="177764"/>
                </a:lnTo>
                <a:cubicBezTo>
                  <a:pt x="831210" y="191458"/>
                  <a:pt x="822149" y="201239"/>
                  <a:pt x="813603" y="207108"/>
                </a:cubicBezTo>
                <a:cubicBezTo>
                  <a:pt x="807631" y="211123"/>
                  <a:pt x="802277" y="213131"/>
                  <a:pt x="797541" y="213131"/>
                </a:cubicBezTo>
                <a:cubicBezTo>
                  <a:pt x="793731" y="213131"/>
                  <a:pt x="790694" y="211947"/>
                  <a:pt x="788429" y="209579"/>
                </a:cubicBezTo>
                <a:cubicBezTo>
                  <a:pt x="786164" y="207314"/>
                  <a:pt x="785031" y="204225"/>
                  <a:pt x="785031" y="200312"/>
                </a:cubicBezTo>
                <a:cubicBezTo>
                  <a:pt x="785031" y="195370"/>
                  <a:pt x="786782" y="186875"/>
                  <a:pt x="790282" y="174830"/>
                </a:cubicBezTo>
                <a:lnTo>
                  <a:pt x="808197" y="112743"/>
                </a:lnTo>
                <a:cubicBezTo>
                  <a:pt x="810462" y="105021"/>
                  <a:pt x="811596" y="98998"/>
                  <a:pt x="811596" y="94674"/>
                </a:cubicBezTo>
                <a:cubicBezTo>
                  <a:pt x="811596" y="92614"/>
                  <a:pt x="810926" y="90967"/>
                  <a:pt x="809587" y="89731"/>
                </a:cubicBezTo>
                <a:cubicBezTo>
                  <a:pt x="808249" y="88393"/>
                  <a:pt x="806601" y="87723"/>
                  <a:pt x="804645" y="87723"/>
                </a:cubicBezTo>
                <a:cubicBezTo>
                  <a:pt x="801762" y="87723"/>
                  <a:pt x="798313" y="88959"/>
                  <a:pt x="794298" y="91430"/>
                </a:cubicBezTo>
                <a:cubicBezTo>
                  <a:pt x="786679" y="96063"/>
                  <a:pt x="778751" y="103734"/>
                  <a:pt x="770514" y="114443"/>
                </a:cubicBezTo>
                <a:cubicBezTo>
                  <a:pt x="762277" y="125048"/>
                  <a:pt x="753577" y="138638"/>
                  <a:pt x="744413" y="155215"/>
                </a:cubicBezTo>
                <a:cubicBezTo>
                  <a:pt x="739574" y="163967"/>
                  <a:pt x="735558" y="173542"/>
                  <a:pt x="732366" y="183941"/>
                </a:cubicBezTo>
                <a:lnTo>
                  <a:pt x="724644" y="209424"/>
                </a:lnTo>
                <a:lnTo>
                  <a:pt x="701478" y="209424"/>
                </a:lnTo>
                <a:lnTo>
                  <a:pt x="729586" y="112743"/>
                </a:lnTo>
                <a:cubicBezTo>
                  <a:pt x="732881" y="101108"/>
                  <a:pt x="734529" y="94107"/>
                  <a:pt x="734529" y="91739"/>
                </a:cubicBezTo>
                <a:cubicBezTo>
                  <a:pt x="734529" y="89474"/>
                  <a:pt x="733602" y="87517"/>
                  <a:pt x="731749" y="85870"/>
                </a:cubicBezTo>
                <a:cubicBezTo>
                  <a:pt x="729998" y="84119"/>
                  <a:pt x="727784" y="83245"/>
                  <a:pt x="725107" y="83245"/>
                </a:cubicBezTo>
                <a:cubicBezTo>
                  <a:pt x="723871" y="83245"/>
                  <a:pt x="721709" y="83451"/>
                  <a:pt x="718620" y="83863"/>
                </a:cubicBezTo>
                <a:lnTo>
                  <a:pt x="712751" y="84789"/>
                </a:lnTo>
                <a:lnTo>
                  <a:pt x="711825" y="79229"/>
                </a:lnTo>
                <a:lnTo>
                  <a:pt x="765262" y="69654"/>
                </a:lnTo>
                <a:moveTo>
                  <a:pt x="935767" y="31352"/>
                </a:moveTo>
                <a:lnTo>
                  <a:pt x="923720" y="73360"/>
                </a:lnTo>
                <a:lnTo>
                  <a:pt x="947968" y="73360"/>
                </a:lnTo>
                <a:lnTo>
                  <a:pt x="945342" y="83090"/>
                </a:lnTo>
                <a:lnTo>
                  <a:pt x="921249" y="83090"/>
                </a:lnTo>
                <a:lnTo>
                  <a:pt x="894686" y="174212"/>
                </a:lnTo>
                <a:cubicBezTo>
                  <a:pt x="891803" y="183993"/>
                  <a:pt x="890361" y="190325"/>
                  <a:pt x="890361" y="193208"/>
                </a:cubicBezTo>
                <a:cubicBezTo>
                  <a:pt x="890361" y="194958"/>
                  <a:pt x="890773" y="196297"/>
                  <a:pt x="891597" y="197223"/>
                </a:cubicBezTo>
                <a:cubicBezTo>
                  <a:pt x="892420" y="198150"/>
                  <a:pt x="893398" y="198613"/>
                  <a:pt x="894531" y="198613"/>
                </a:cubicBezTo>
                <a:cubicBezTo>
                  <a:pt x="897105" y="198613"/>
                  <a:pt x="900502" y="196812"/>
                  <a:pt x="904724" y="193208"/>
                </a:cubicBezTo>
                <a:cubicBezTo>
                  <a:pt x="907195" y="191149"/>
                  <a:pt x="912703" y="184817"/>
                  <a:pt x="921249" y="174212"/>
                </a:cubicBezTo>
                <a:lnTo>
                  <a:pt x="926346" y="178072"/>
                </a:lnTo>
                <a:cubicBezTo>
                  <a:pt x="916873" y="191869"/>
                  <a:pt x="907916" y="201599"/>
                  <a:pt x="899473" y="207262"/>
                </a:cubicBezTo>
                <a:cubicBezTo>
                  <a:pt x="893707" y="211174"/>
                  <a:pt x="887890" y="213131"/>
                  <a:pt x="882021" y="213131"/>
                </a:cubicBezTo>
                <a:cubicBezTo>
                  <a:pt x="877491" y="213131"/>
                  <a:pt x="873784" y="211741"/>
                  <a:pt x="870901" y="208961"/>
                </a:cubicBezTo>
                <a:cubicBezTo>
                  <a:pt x="868018" y="206078"/>
                  <a:pt x="866577" y="202423"/>
                  <a:pt x="866577" y="197995"/>
                </a:cubicBezTo>
                <a:cubicBezTo>
                  <a:pt x="866577" y="192435"/>
                  <a:pt x="868224" y="183941"/>
                  <a:pt x="871519" y="172512"/>
                </a:cubicBezTo>
                <a:lnTo>
                  <a:pt x="897311" y="83090"/>
                </a:lnTo>
                <a:lnTo>
                  <a:pt x="873990" y="83090"/>
                </a:lnTo>
                <a:lnTo>
                  <a:pt x="875534" y="77067"/>
                </a:lnTo>
                <a:cubicBezTo>
                  <a:pt x="886860" y="73978"/>
                  <a:pt x="896281" y="69397"/>
                  <a:pt x="903797" y="63322"/>
                </a:cubicBezTo>
                <a:cubicBezTo>
                  <a:pt x="911313" y="57144"/>
                  <a:pt x="919704" y="46487"/>
                  <a:pt x="928971" y="31352"/>
                </a:cubicBezTo>
                <a:lnTo>
                  <a:pt x="935767" y="31352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5011F-C574-487C-A697-B97320EBCC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6ec902f564205"/>
          <a:stretch xmlns:a="http://schemas.openxmlformats.org/drawingml/2006/main"/>
        </p:blipFill>
        <p:spPr>
          <a:xfrm xmlns:a="http://schemas.openxmlformats.org/drawingml/2006/main">
            <a:off x="4602776" y="2754763"/>
            <a:ext cx="1537768" cy="1537768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07552-B240-4279-8CC0-65AF0936C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35eed9d3345be"/>
          <a:stretch xmlns:a="http://schemas.openxmlformats.org/drawingml/2006/main"/>
        </p:blipFill>
        <p:spPr>
          <a:xfrm xmlns:a="http://schemas.openxmlformats.org/drawingml/2006/main">
            <a:off x="12062856" y="2754763"/>
            <a:ext cx="1537768" cy="1537768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0CC26-4C42-4E81-9627-42800D4D4C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345160360491f"/>
          <a:stretch xmlns:a="http://schemas.openxmlformats.org/drawingml/2006/main"/>
        </p:blipFill>
        <p:spPr>
          <a:xfrm xmlns:a="http://schemas.openxmlformats.org/drawingml/2006/main">
            <a:off x="9343168" y="2754763"/>
            <a:ext cx="1537768" cy="1537768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1E79D-5C82-4C96-A1AB-27162FC60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eee34a3054ea9"/>
          <a:stretch xmlns:a="http://schemas.openxmlformats.org/drawingml/2006/main"/>
        </p:blipFill>
        <p:spPr>
          <a:xfrm xmlns:a="http://schemas.openxmlformats.org/drawingml/2006/main">
            <a:off x="7322464" y="2754763"/>
            <a:ext cx="1537768" cy="1537768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542B7-6D81-4FFA-A9B9-0D0F6A839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997a24c924717"/>
          <a:stretch xmlns:a="http://schemas.openxmlformats.org/drawingml/2006/main"/>
        </p:blipFill>
        <p:spPr>
          <a:xfrm xmlns:a="http://schemas.openxmlformats.org/drawingml/2006/main">
            <a:off x="10575924" y="4966098"/>
            <a:ext cx="1537768" cy="1537768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4FDE5-7DBD-4A7E-BAFF-7CB9D87AA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8ffeed7464200"/>
          <a:stretch xmlns:a="http://schemas.openxmlformats.org/drawingml/2006/main"/>
        </p:blipFill>
        <p:spPr>
          <a:xfrm xmlns:a="http://schemas.openxmlformats.org/drawingml/2006/main">
            <a:off x="8326462" y="4966098"/>
            <a:ext cx="1537768" cy="1537768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82E58-0339-4092-908A-239330BB9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29ef140e2463c"/>
          <a:stretch xmlns:a="http://schemas.openxmlformats.org/drawingml/2006/main"/>
        </p:blipFill>
        <p:spPr>
          <a:xfrm xmlns:a="http://schemas.openxmlformats.org/drawingml/2006/main">
            <a:off x="6064291" y="4966098"/>
            <a:ext cx="1537768" cy="1537768"/>
          </a:xfrm>
          <a:prstGeom xmlns:a="http://schemas.openxmlformats.org/drawingml/2006/main" prst="rect">
            <a:avLst/>
          </a:prstGeom>
        </p:spPr>
      </p:pic>
      <p:sp>
        <p:nvSpPr>
          <p:cNvPr id="22" name="path-30">
            <a:extLst xmlns:a="http://schemas.openxmlformats.org/drawingml/2006/main">
              <a:ext uri="{FF2B5EF4-FFF2-40B4-BE49-F238E27FC236}">
                <a16:creationId xmlns:a16="http://schemas.microsoft.com/office/drawing/2014/main" id="{27E96081-B0C1-4CC7-AB7E-DEAA4C17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046" y="4253359"/>
            <a:ext cx="9003183" cy="750266"/>
          </a:xfrm>
          <a:custGeom xmlns:a="http://schemas.openxmlformats.org/drawingml/2006/main">
            <a:pathLst>
              <a:path w="6747698" h="562308">
                <a:moveTo>
                  <a:pt x="0" y="562308"/>
                </a:moveTo>
                <a:lnTo>
                  <a:pt x="6747698" y="562308"/>
                </a:lnTo>
                <a:lnTo>
                  <a:pt x="6747698" y="0"/>
                </a:lnTo>
                <a:lnTo>
                  <a:pt x="0" y="0"/>
                </a:lnTo>
                <a:lnTo>
                  <a:pt x="0" y="56230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31">
            <a:extLst xmlns:a="http://schemas.openxmlformats.org/drawingml/2006/main">
              <a:ext uri="{FF2B5EF4-FFF2-40B4-BE49-F238E27FC236}">
                <a16:creationId xmlns:a16="http://schemas.microsoft.com/office/drawing/2014/main" id="{9B4ADF33-B47F-4457-BD94-BAE1C4D7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046" y="4253359"/>
            <a:ext cx="9003183" cy="750266"/>
          </a:xfrm>
          <a:custGeom xmlns:a="http://schemas.openxmlformats.org/drawingml/2006/main">
            <a:pathLst>
              <a:path w="6747698" h="562308">
                <a:moveTo>
                  <a:pt x="0" y="562308"/>
                </a:moveTo>
                <a:lnTo>
                  <a:pt x="6747698" y="562308"/>
                </a:lnTo>
                <a:lnTo>
                  <a:pt x="6747698" y="0"/>
                </a:lnTo>
                <a:lnTo>
                  <a:pt x="0" y="0"/>
                </a:lnTo>
                <a:lnTo>
                  <a:pt x="0" y="56230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6E088-A1EA-434C-9DFF-6D310F27FF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4ecb0352043f9"/>
          <a:stretch xmlns:a="http://schemas.openxmlformats.org/drawingml/2006/main"/>
        </p:blipFill>
        <p:spPr>
          <a:xfrm xmlns:a="http://schemas.openxmlformats.org/drawingml/2006/main">
            <a:off x="4590067" y="4241695"/>
            <a:ext cx="9023266" cy="762530"/>
          </a:xfrm>
          <a:prstGeom xmlns:a="http://schemas.openxmlformats.org/drawingml/2006/main" prst="rect">
            <a:avLst/>
          </a:prstGeom>
        </p:spPr>
      </p:pic>
      <p:sp>
        <p:nvSpPr>
          <p:cNvPr id="25" name="path-33">
            <a:extLst xmlns:a="http://schemas.openxmlformats.org/drawingml/2006/main">
              <a:ext uri="{FF2B5EF4-FFF2-40B4-BE49-F238E27FC236}">
                <a16:creationId xmlns:a16="http://schemas.microsoft.com/office/drawing/2014/main" id="{8C9E0F27-6126-4E5B-983B-0CB31A0D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377" y="4509969"/>
            <a:ext cx="237048" cy="237048"/>
          </a:xfrm>
          <a:custGeom xmlns:a="http://schemas.openxmlformats.org/drawingml/2006/main">
            <a:pathLst>
              <a:path w="177663" h="177663">
                <a:moveTo>
                  <a:pt x="0" y="177663"/>
                </a:moveTo>
                <a:lnTo>
                  <a:pt x="177663" y="177663"/>
                </a:lnTo>
                <a:lnTo>
                  <a:pt x="177663" y="0"/>
                </a:lnTo>
                <a:lnTo>
                  <a:pt x="0" y="0"/>
                </a:lnTo>
                <a:lnTo>
                  <a:pt x="0" y="177663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34">
            <a:extLst xmlns:a="http://schemas.openxmlformats.org/drawingml/2006/main">
              <a:ext uri="{FF2B5EF4-FFF2-40B4-BE49-F238E27FC236}">
                <a16:creationId xmlns:a16="http://schemas.microsoft.com/office/drawing/2014/main" id="{E53CB72F-0DD3-4BB5-9B43-3B484C6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746" y="4494340"/>
            <a:ext cx="268310" cy="268310"/>
          </a:xfrm>
          <a:custGeom xmlns:a="http://schemas.openxmlformats.org/drawingml/2006/main">
            <a:pathLst>
              <a:path w="201092" h="201092">
                <a:moveTo>
                  <a:pt x="11715" y="189378"/>
                </a:moveTo>
                <a:lnTo>
                  <a:pt x="0" y="189378"/>
                </a:lnTo>
                <a:lnTo>
                  <a:pt x="0" y="201092"/>
                </a:lnTo>
                <a:lnTo>
                  <a:pt x="11715" y="201092"/>
                </a:lnTo>
                <a:lnTo>
                  <a:pt x="11715" y="189378"/>
                </a:lnTo>
                <a:moveTo>
                  <a:pt x="189378" y="189378"/>
                </a:moveTo>
                <a:lnTo>
                  <a:pt x="189378" y="201092"/>
                </a:lnTo>
                <a:lnTo>
                  <a:pt x="201092" y="201092"/>
                </a:lnTo>
                <a:lnTo>
                  <a:pt x="201092" y="189378"/>
                </a:lnTo>
                <a:lnTo>
                  <a:pt x="189378" y="189378"/>
                </a:lnTo>
                <a:moveTo>
                  <a:pt x="189378" y="11715"/>
                </a:moveTo>
                <a:lnTo>
                  <a:pt x="201092" y="11715"/>
                </a:lnTo>
                <a:lnTo>
                  <a:pt x="201092" y="0"/>
                </a:lnTo>
                <a:lnTo>
                  <a:pt x="189378" y="0"/>
                </a:lnTo>
                <a:lnTo>
                  <a:pt x="189378" y="11715"/>
                </a:lnTo>
                <a:moveTo>
                  <a:pt x="11715" y="11715"/>
                </a:moveTo>
                <a:lnTo>
                  <a:pt x="11715" y="0"/>
                </a:lnTo>
                <a:lnTo>
                  <a:pt x="0" y="0"/>
                </a:lnTo>
                <a:lnTo>
                  <a:pt x="0" y="11715"/>
                </a:lnTo>
                <a:lnTo>
                  <a:pt x="11715" y="11715"/>
                </a:lnTo>
                <a:moveTo>
                  <a:pt x="11715" y="189378"/>
                </a:moveTo>
                <a:lnTo>
                  <a:pt x="11715" y="201092"/>
                </a:lnTo>
                <a:lnTo>
                  <a:pt x="189378" y="201092"/>
                </a:lnTo>
                <a:lnTo>
                  <a:pt x="189378" y="189378"/>
                </a:lnTo>
                <a:lnTo>
                  <a:pt x="189378" y="177663"/>
                </a:lnTo>
                <a:lnTo>
                  <a:pt x="11715" y="177663"/>
                </a:lnTo>
                <a:lnTo>
                  <a:pt x="11715" y="189378"/>
                </a:lnTo>
                <a:moveTo>
                  <a:pt x="189378" y="189378"/>
                </a:moveTo>
                <a:lnTo>
                  <a:pt x="201092" y="189378"/>
                </a:lnTo>
                <a:lnTo>
                  <a:pt x="201092" y="11715"/>
                </a:lnTo>
                <a:lnTo>
                  <a:pt x="189378" y="11715"/>
                </a:lnTo>
                <a:lnTo>
                  <a:pt x="177663" y="11715"/>
                </a:lnTo>
                <a:lnTo>
                  <a:pt x="177663" y="189378"/>
                </a:lnTo>
                <a:lnTo>
                  <a:pt x="189378" y="189378"/>
                </a:lnTo>
                <a:moveTo>
                  <a:pt x="189378" y="11715"/>
                </a:moveTo>
                <a:lnTo>
                  <a:pt x="189378" y="0"/>
                </a:lnTo>
                <a:lnTo>
                  <a:pt x="11715" y="0"/>
                </a:lnTo>
                <a:lnTo>
                  <a:pt x="11715" y="11715"/>
                </a:lnTo>
                <a:lnTo>
                  <a:pt x="11715" y="23430"/>
                </a:lnTo>
                <a:lnTo>
                  <a:pt x="189378" y="23430"/>
                </a:lnTo>
                <a:lnTo>
                  <a:pt x="189378" y="11715"/>
                </a:lnTo>
                <a:moveTo>
                  <a:pt x="11715" y="11715"/>
                </a:moveTo>
                <a:lnTo>
                  <a:pt x="0" y="11715"/>
                </a:lnTo>
                <a:lnTo>
                  <a:pt x="0" y="189378"/>
                </a:lnTo>
                <a:lnTo>
                  <a:pt x="11715" y="189378"/>
                </a:lnTo>
                <a:lnTo>
                  <a:pt x="23430" y="189378"/>
                </a:lnTo>
                <a:lnTo>
                  <a:pt x="23430" y="11715"/>
                </a:lnTo>
                <a:lnTo>
                  <a:pt x="11715" y="117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35">
            <a:extLst xmlns:a="http://schemas.openxmlformats.org/drawingml/2006/main">
              <a:ext uri="{FF2B5EF4-FFF2-40B4-BE49-F238E27FC236}">
                <a16:creationId xmlns:a16="http://schemas.microsoft.com/office/drawing/2014/main" id="{1EE593C1-9C1E-4628-8896-E2D75E53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2438" y="4509969"/>
            <a:ext cx="237048" cy="237048"/>
          </a:xfrm>
          <a:custGeom xmlns:a="http://schemas.openxmlformats.org/drawingml/2006/main">
            <a:pathLst>
              <a:path w="177663" h="177663">
                <a:moveTo>
                  <a:pt x="0" y="177663"/>
                </a:moveTo>
                <a:lnTo>
                  <a:pt x="177663" y="177663"/>
                </a:lnTo>
                <a:lnTo>
                  <a:pt x="177663" y="0"/>
                </a:lnTo>
                <a:lnTo>
                  <a:pt x="0" y="0"/>
                </a:lnTo>
                <a:lnTo>
                  <a:pt x="0" y="177663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36">
            <a:extLst xmlns:a="http://schemas.openxmlformats.org/drawingml/2006/main">
              <a:ext uri="{FF2B5EF4-FFF2-40B4-BE49-F238E27FC236}">
                <a16:creationId xmlns:a16="http://schemas.microsoft.com/office/drawing/2014/main" id="{FB591999-8FF1-49FE-B7B8-FFF11C38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6807" y="4494340"/>
            <a:ext cx="268310" cy="268310"/>
          </a:xfrm>
          <a:custGeom xmlns:a="http://schemas.openxmlformats.org/drawingml/2006/main">
            <a:pathLst>
              <a:path w="201092" h="201092">
                <a:moveTo>
                  <a:pt x="11715" y="189378"/>
                </a:moveTo>
                <a:lnTo>
                  <a:pt x="0" y="189378"/>
                </a:lnTo>
                <a:lnTo>
                  <a:pt x="0" y="201092"/>
                </a:lnTo>
                <a:lnTo>
                  <a:pt x="11715" y="201092"/>
                </a:lnTo>
                <a:lnTo>
                  <a:pt x="11715" y="189378"/>
                </a:lnTo>
                <a:moveTo>
                  <a:pt x="189378" y="189378"/>
                </a:moveTo>
                <a:lnTo>
                  <a:pt x="189378" y="201092"/>
                </a:lnTo>
                <a:lnTo>
                  <a:pt x="201092" y="201092"/>
                </a:lnTo>
                <a:lnTo>
                  <a:pt x="201092" y="189378"/>
                </a:lnTo>
                <a:lnTo>
                  <a:pt x="189378" y="189378"/>
                </a:lnTo>
                <a:moveTo>
                  <a:pt x="189378" y="11715"/>
                </a:moveTo>
                <a:lnTo>
                  <a:pt x="201092" y="11715"/>
                </a:lnTo>
                <a:lnTo>
                  <a:pt x="201092" y="0"/>
                </a:lnTo>
                <a:lnTo>
                  <a:pt x="189378" y="0"/>
                </a:lnTo>
                <a:lnTo>
                  <a:pt x="189378" y="11715"/>
                </a:lnTo>
                <a:moveTo>
                  <a:pt x="11715" y="11715"/>
                </a:moveTo>
                <a:lnTo>
                  <a:pt x="11715" y="0"/>
                </a:lnTo>
                <a:lnTo>
                  <a:pt x="0" y="0"/>
                </a:lnTo>
                <a:lnTo>
                  <a:pt x="0" y="11715"/>
                </a:lnTo>
                <a:lnTo>
                  <a:pt x="11715" y="11715"/>
                </a:lnTo>
                <a:moveTo>
                  <a:pt x="11715" y="189378"/>
                </a:moveTo>
                <a:lnTo>
                  <a:pt x="11715" y="201092"/>
                </a:lnTo>
                <a:lnTo>
                  <a:pt x="189378" y="201092"/>
                </a:lnTo>
                <a:lnTo>
                  <a:pt x="189378" y="189378"/>
                </a:lnTo>
                <a:lnTo>
                  <a:pt x="189378" y="177663"/>
                </a:lnTo>
                <a:lnTo>
                  <a:pt x="11715" y="177663"/>
                </a:lnTo>
                <a:lnTo>
                  <a:pt x="11715" y="189378"/>
                </a:lnTo>
                <a:moveTo>
                  <a:pt x="189378" y="189378"/>
                </a:moveTo>
                <a:lnTo>
                  <a:pt x="201092" y="189378"/>
                </a:lnTo>
                <a:lnTo>
                  <a:pt x="201092" y="11715"/>
                </a:lnTo>
                <a:lnTo>
                  <a:pt x="189378" y="11715"/>
                </a:lnTo>
                <a:lnTo>
                  <a:pt x="177663" y="11715"/>
                </a:lnTo>
                <a:lnTo>
                  <a:pt x="177663" y="189378"/>
                </a:lnTo>
                <a:lnTo>
                  <a:pt x="189378" y="189378"/>
                </a:lnTo>
                <a:moveTo>
                  <a:pt x="189378" y="11715"/>
                </a:moveTo>
                <a:lnTo>
                  <a:pt x="189378" y="0"/>
                </a:lnTo>
                <a:lnTo>
                  <a:pt x="11715" y="0"/>
                </a:lnTo>
                <a:lnTo>
                  <a:pt x="11715" y="11715"/>
                </a:lnTo>
                <a:lnTo>
                  <a:pt x="11715" y="23430"/>
                </a:lnTo>
                <a:lnTo>
                  <a:pt x="189378" y="23430"/>
                </a:lnTo>
                <a:lnTo>
                  <a:pt x="189378" y="11715"/>
                </a:lnTo>
                <a:moveTo>
                  <a:pt x="11715" y="11715"/>
                </a:moveTo>
                <a:lnTo>
                  <a:pt x="0" y="11715"/>
                </a:lnTo>
                <a:lnTo>
                  <a:pt x="0" y="189378"/>
                </a:lnTo>
                <a:lnTo>
                  <a:pt x="11715" y="189378"/>
                </a:lnTo>
                <a:lnTo>
                  <a:pt x="23430" y="189378"/>
                </a:lnTo>
                <a:lnTo>
                  <a:pt x="23430" y="11715"/>
                </a:lnTo>
                <a:lnTo>
                  <a:pt x="11715" y="117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37">
            <a:extLst xmlns:a="http://schemas.openxmlformats.org/drawingml/2006/main">
              <a:ext uri="{FF2B5EF4-FFF2-40B4-BE49-F238E27FC236}">
                <a16:creationId xmlns:a16="http://schemas.microsoft.com/office/drawing/2014/main" id="{E447A545-3E8A-4CF0-83F2-0385391D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846" y="4509969"/>
            <a:ext cx="237048" cy="237048"/>
          </a:xfrm>
          <a:custGeom xmlns:a="http://schemas.openxmlformats.org/drawingml/2006/main">
            <a:pathLst>
              <a:path w="177663" h="177663">
                <a:moveTo>
                  <a:pt x="88832" y="0"/>
                </a:moveTo>
                <a:lnTo>
                  <a:pt x="0" y="177663"/>
                </a:lnTo>
                <a:lnTo>
                  <a:pt x="177663" y="177663"/>
                </a:lnTo>
                <a:lnTo>
                  <a:pt x="88832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8">
            <a:extLst xmlns:a="http://schemas.openxmlformats.org/drawingml/2006/main">
              <a:ext uri="{FF2B5EF4-FFF2-40B4-BE49-F238E27FC236}">
                <a16:creationId xmlns:a16="http://schemas.microsoft.com/office/drawing/2014/main" id="{50B30A04-D5BB-439A-842F-A407185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556" y="4475018"/>
            <a:ext cx="287630" cy="287630"/>
          </a:xfrm>
          <a:custGeom xmlns:a="http://schemas.openxmlformats.org/drawingml/2006/main">
            <a:pathLst>
              <a:path w="215573" h="215573">
                <a:moveTo>
                  <a:pt x="107786" y="26195"/>
                </a:moveTo>
                <a:lnTo>
                  <a:pt x="118264" y="20957"/>
                </a:lnTo>
                <a:lnTo>
                  <a:pt x="107786" y="0"/>
                </a:lnTo>
                <a:lnTo>
                  <a:pt x="97308" y="20957"/>
                </a:lnTo>
                <a:lnTo>
                  <a:pt x="107786" y="26195"/>
                </a:lnTo>
                <a:moveTo>
                  <a:pt x="18954" y="203858"/>
                </a:moveTo>
                <a:lnTo>
                  <a:pt x="8476" y="198619"/>
                </a:lnTo>
                <a:lnTo>
                  <a:pt x="0" y="215573"/>
                </a:lnTo>
                <a:lnTo>
                  <a:pt x="18954" y="215573"/>
                </a:lnTo>
                <a:lnTo>
                  <a:pt x="18954" y="203858"/>
                </a:lnTo>
                <a:moveTo>
                  <a:pt x="196617" y="203858"/>
                </a:moveTo>
                <a:lnTo>
                  <a:pt x="196617" y="215573"/>
                </a:lnTo>
                <a:lnTo>
                  <a:pt x="215573" y="215573"/>
                </a:lnTo>
                <a:lnTo>
                  <a:pt x="207095" y="198619"/>
                </a:lnTo>
                <a:lnTo>
                  <a:pt x="196617" y="203858"/>
                </a:lnTo>
                <a:moveTo>
                  <a:pt x="107786" y="26195"/>
                </a:moveTo>
                <a:lnTo>
                  <a:pt x="97308" y="20957"/>
                </a:lnTo>
                <a:lnTo>
                  <a:pt x="8476" y="198619"/>
                </a:lnTo>
                <a:lnTo>
                  <a:pt x="18954" y="203858"/>
                </a:lnTo>
                <a:lnTo>
                  <a:pt x="29433" y="209097"/>
                </a:lnTo>
                <a:lnTo>
                  <a:pt x="118264" y="31434"/>
                </a:lnTo>
                <a:lnTo>
                  <a:pt x="107786" y="26195"/>
                </a:lnTo>
                <a:moveTo>
                  <a:pt x="18954" y="203858"/>
                </a:moveTo>
                <a:lnTo>
                  <a:pt x="18954" y="215573"/>
                </a:lnTo>
                <a:lnTo>
                  <a:pt x="196617" y="215573"/>
                </a:lnTo>
                <a:lnTo>
                  <a:pt x="196617" y="203858"/>
                </a:lnTo>
                <a:lnTo>
                  <a:pt x="196617" y="192143"/>
                </a:lnTo>
                <a:lnTo>
                  <a:pt x="18954" y="192143"/>
                </a:lnTo>
                <a:lnTo>
                  <a:pt x="18954" y="203858"/>
                </a:lnTo>
                <a:moveTo>
                  <a:pt x="196617" y="203858"/>
                </a:moveTo>
                <a:lnTo>
                  <a:pt x="207095" y="198619"/>
                </a:lnTo>
                <a:lnTo>
                  <a:pt x="118264" y="20957"/>
                </a:lnTo>
                <a:lnTo>
                  <a:pt x="107786" y="26195"/>
                </a:lnTo>
                <a:lnTo>
                  <a:pt x="97308" y="31434"/>
                </a:lnTo>
                <a:lnTo>
                  <a:pt x="186140" y="209097"/>
                </a:lnTo>
                <a:lnTo>
                  <a:pt x="196617" y="2038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9">
            <a:extLst xmlns:a="http://schemas.openxmlformats.org/drawingml/2006/main">
              <a:ext uri="{FF2B5EF4-FFF2-40B4-BE49-F238E27FC236}">
                <a16:creationId xmlns:a16="http://schemas.microsoft.com/office/drawing/2014/main" id="{CEA48FF3-F86A-4A89-973E-7724480B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786" y="4509969"/>
            <a:ext cx="237049" cy="237048"/>
          </a:xfrm>
          <a:custGeom xmlns:a="http://schemas.openxmlformats.org/drawingml/2006/main">
            <a:pathLst>
              <a:path w="177663" h="177663">
                <a:moveTo>
                  <a:pt x="88831" y="0"/>
                </a:moveTo>
                <a:lnTo>
                  <a:pt x="0" y="177663"/>
                </a:lnTo>
                <a:lnTo>
                  <a:pt x="177663" y="177663"/>
                </a:lnTo>
                <a:lnTo>
                  <a:pt x="88831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40">
            <a:extLst xmlns:a="http://schemas.openxmlformats.org/drawingml/2006/main">
              <a:ext uri="{FF2B5EF4-FFF2-40B4-BE49-F238E27FC236}">
                <a16:creationId xmlns:a16="http://schemas.microsoft.com/office/drawing/2014/main" id="{FC21D4AB-A2CE-4018-91C6-CDEEA180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95" y="4475018"/>
            <a:ext cx="287630" cy="287630"/>
          </a:xfrm>
          <a:custGeom xmlns:a="http://schemas.openxmlformats.org/drawingml/2006/main">
            <a:pathLst>
              <a:path w="215573" h="215573">
                <a:moveTo>
                  <a:pt x="107786" y="26195"/>
                </a:moveTo>
                <a:lnTo>
                  <a:pt x="118265" y="20957"/>
                </a:lnTo>
                <a:lnTo>
                  <a:pt x="107786" y="0"/>
                </a:lnTo>
                <a:lnTo>
                  <a:pt x="97309" y="20957"/>
                </a:lnTo>
                <a:lnTo>
                  <a:pt x="107786" y="26195"/>
                </a:lnTo>
                <a:moveTo>
                  <a:pt x="18955" y="203858"/>
                </a:moveTo>
                <a:lnTo>
                  <a:pt x="8477" y="198619"/>
                </a:lnTo>
                <a:lnTo>
                  <a:pt x="0" y="215573"/>
                </a:lnTo>
                <a:lnTo>
                  <a:pt x="18955" y="215573"/>
                </a:lnTo>
                <a:lnTo>
                  <a:pt x="18955" y="203858"/>
                </a:lnTo>
                <a:moveTo>
                  <a:pt x="196618" y="203858"/>
                </a:moveTo>
                <a:lnTo>
                  <a:pt x="196618" y="215573"/>
                </a:lnTo>
                <a:lnTo>
                  <a:pt x="215573" y="215573"/>
                </a:lnTo>
                <a:lnTo>
                  <a:pt x="207096" y="198619"/>
                </a:lnTo>
                <a:lnTo>
                  <a:pt x="196618" y="203858"/>
                </a:lnTo>
                <a:moveTo>
                  <a:pt x="107786" y="26195"/>
                </a:moveTo>
                <a:lnTo>
                  <a:pt x="97309" y="20957"/>
                </a:lnTo>
                <a:lnTo>
                  <a:pt x="8477" y="198619"/>
                </a:lnTo>
                <a:lnTo>
                  <a:pt x="18955" y="203858"/>
                </a:lnTo>
                <a:lnTo>
                  <a:pt x="29433" y="209097"/>
                </a:lnTo>
                <a:lnTo>
                  <a:pt x="118265" y="31434"/>
                </a:lnTo>
                <a:lnTo>
                  <a:pt x="107786" y="26195"/>
                </a:lnTo>
                <a:moveTo>
                  <a:pt x="18955" y="203858"/>
                </a:moveTo>
                <a:lnTo>
                  <a:pt x="18955" y="215573"/>
                </a:lnTo>
                <a:lnTo>
                  <a:pt x="196618" y="215573"/>
                </a:lnTo>
                <a:lnTo>
                  <a:pt x="196618" y="203858"/>
                </a:lnTo>
                <a:lnTo>
                  <a:pt x="196618" y="192143"/>
                </a:lnTo>
                <a:lnTo>
                  <a:pt x="18955" y="192143"/>
                </a:lnTo>
                <a:lnTo>
                  <a:pt x="18955" y="203858"/>
                </a:lnTo>
                <a:moveTo>
                  <a:pt x="196618" y="203858"/>
                </a:moveTo>
                <a:lnTo>
                  <a:pt x="207096" y="198619"/>
                </a:lnTo>
                <a:lnTo>
                  <a:pt x="118265" y="20957"/>
                </a:lnTo>
                <a:lnTo>
                  <a:pt x="107786" y="26195"/>
                </a:lnTo>
                <a:lnTo>
                  <a:pt x="97309" y="31434"/>
                </a:lnTo>
                <a:lnTo>
                  <a:pt x="186140" y="209097"/>
                </a:lnTo>
                <a:lnTo>
                  <a:pt x="196618" y="2038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41">
            <a:extLst xmlns:a="http://schemas.openxmlformats.org/drawingml/2006/main">
              <a:ext uri="{FF2B5EF4-FFF2-40B4-BE49-F238E27FC236}">
                <a16:creationId xmlns:a16="http://schemas.microsoft.com/office/drawing/2014/main" id="{A92BF04F-501B-467C-8B46-7F443A5D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046" y="2752829"/>
            <a:ext cx="9003183" cy="3751326"/>
          </a:xfrm>
          <a:custGeom xmlns:a="http://schemas.openxmlformats.org/drawingml/2006/main">
            <a:pathLst>
              <a:path w="6747698" h="2811541">
                <a:moveTo>
                  <a:pt x="2048662" y="10294"/>
                </a:moveTo>
                <a:lnTo>
                  <a:pt x="2041130" y="21465"/>
                </a:lnTo>
                <a:lnTo>
                  <a:pt x="2038368" y="35145"/>
                </a:lnTo>
                <a:lnTo>
                  <a:pt x="2038368" y="1107045"/>
                </a:lnTo>
                <a:lnTo>
                  <a:pt x="1159795" y="1107045"/>
                </a:lnTo>
                <a:lnTo>
                  <a:pt x="1164049" y="35284"/>
                </a:lnTo>
                <a:lnTo>
                  <a:pt x="1161328" y="21560"/>
                </a:lnTo>
                <a:lnTo>
                  <a:pt x="1153805" y="10343"/>
                </a:lnTo>
                <a:lnTo>
                  <a:pt x="1142619" y="2776"/>
                </a:lnTo>
                <a:lnTo>
                  <a:pt x="1128905" y="0"/>
                </a:lnTo>
                <a:lnTo>
                  <a:pt x="35145" y="0"/>
                </a:lnTo>
                <a:lnTo>
                  <a:pt x="21465" y="2762"/>
                </a:lnTo>
                <a:lnTo>
                  <a:pt x="10294" y="10294"/>
                </a:lnTo>
                <a:lnTo>
                  <a:pt x="2762" y="21465"/>
                </a:lnTo>
                <a:lnTo>
                  <a:pt x="0" y="35145"/>
                </a:lnTo>
                <a:lnTo>
                  <a:pt x="0" y="1669353"/>
                </a:lnTo>
                <a:lnTo>
                  <a:pt x="2762" y="1683032"/>
                </a:lnTo>
                <a:lnTo>
                  <a:pt x="10294" y="1694203"/>
                </a:lnTo>
                <a:lnTo>
                  <a:pt x="21465" y="1701735"/>
                </a:lnTo>
                <a:lnTo>
                  <a:pt x="35145" y="1704496"/>
                </a:lnTo>
                <a:lnTo>
                  <a:pt x="1098259" y="1704496"/>
                </a:lnTo>
                <a:lnTo>
                  <a:pt x="1098259" y="2776396"/>
                </a:lnTo>
                <a:lnTo>
                  <a:pt x="1101021" y="2790077"/>
                </a:lnTo>
                <a:lnTo>
                  <a:pt x="1108552" y="2801248"/>
                </a:lnTo>
                <a:lnTo>
                  <a:pt x="1119723" y="2808779"/>
                </a:lnTo>
                <a:lnTo>
                  <a:pt x="1133403" y="2811541"/>
                </a:lnTo>
                <a:lnTo>
                  <a:pt x="2222875" y="2811541"/>
                </a:lnTo>
                <a:lnTo>
                  <a:pt x="2236555" y="2808779"/>
                </a:lnTo>
                <a:lnTo>
                  <a:pt x="2247726" y="2801248"/>
                </a:lnTo>
                <a:lnTo>
                  <a:pt x="2255258" y="2790077"/>
                </a:lnTo>
                <a:lnTo>
                  <a:pt x="2258020" y="2776396"/>
                </a:lnTo>
                <a:lnTo>
                  <a:pt x="2258020" y="1704496"/>
                </a:lnTo>
                <a:lnTo>
                  <a:pt x="2789577" y="1704496"/>
                </a:lnTo>
                <a:lnTo>
                  <a:pt x="2789577" y="2776396"/>
                </a:lnTo>
                <a:lnTo>
                  <a:pt x="2792338" y="2790077"/>
                </a:lnTo>
                <a:lnTo>
                  <a:pt x="2799870" y="2801248"/>
                </a:lnTo>
                <a:lnTo>
                  <a:pt x="2811041" y="2808779"/>
                </a:lnTo>
                <a:lnTo>
                  <a:pt x="2824720" y="2811541"/>
                </a:lnTo>
                <a:lnTo>
                  <a:pt x="3914192" y="2811541"/>
                </a:lnTo>
                <a:lnTo>
                  <a:pt x="3927872" y="2808779"/>
                </a:lnTo>
                <a:lnTo>
                  <a:pt x="3939043" y="2801248"/>
                </a:lnTo>
                <a:lnTo>
                  <a:pt x="3946575" y="2790077"/>
                </a:lnTo>
                <a:lnTo>
                  <a:pt x="3949337" y="2776396"/>
                </a:lnTo>
                <a:lnTo>
                  <a:pt x="3949337" y="1704496"/>
                </a:lnTo>
                <a:lnTo>
                  <a:pt x="4480894" y="1704496"/>
                </a:lnTo>
                <a:lnTo>
                  <a:pt x="4480894" y="2776396"/>
                </a:lnTo>
                <a:lnTo>
                  <a:pt x="4483656" y="2790077"/>
                </a:lnTo>
                <a:lnTo>
                  <a:pt x="4491187" y="2801248"/>
                </a:lnTo>
                <a:lnTo>
                  <a:pt x="4502359" y="2808779"/>
                </a:lnTo>
                <a:lnTo>
                  <a:pt x="4516039" y="2811541"/>
                </a:lnTo>
                <a:lnTo>
                  <a:pt x="5605510" y="2811541"/>
                </a:lnTo>
                <a:lnTo>
                  <a:pt x="5619190" y="2808779"/>
                </a:lnTo>
                <a:lnTo>
                  <a:pt x="5630361" y="2801248"/>
                </a:lnTo>
                <a:lnTo>
                  <a:pt x="5637892" y="2790077"/>
                </a:lnTo>
                <a:lnTo>
                  <a:pt x="5640654" y="2776396"/>
                </a:lnTo>
                <a:lnTo>
                  <a:pt x="5640654" y="1704496"/>
                </a:lnTo>
                <a:lnTo>
                  <a:pt x="6712554" y="1704496"/>
                </a:lnTo>
                <a:lnTo>
                  <a:pt x="6726234" y="1701735"/>
                </a:lnTo>
                <a:lnTo>
                  <a:pt x="6737405" y="1694203"/>
                </a:lnTo>
                <a:lnTo>
                  <a:pt x="6744937" y="1683032"/>
                </a:lnTo>
                <a:lnTo>
                  <a:pt x="6747698" y="1669358"/>
                </a:lnTo>
                <a:lnTo>
                  <a:pt x="6747698" y="35139"/>
                </a:lnTo>
                <a:lnTo>
                  <a:pt x="6744937" y="21465"/>
                </a:lnTo>
                <a:lnTo>
                  <a:pt x="6737405" y="10294"/>
                </a:lnTo>
                <a:lnTo>
                  <a:pt x="6726234" y="2762"/>
                </a:lnTo>
                <a:lnTo>
                  <a:pt x="6712554" y="0"/>
                </a:lnTo>
                <a:lnTo>
                  <a:pt x="5623082" y="0"/>
                </a:lnTo>
                <a:lnTo>
                  <a:pt x="5609402" y="2762"/>
                </a:lnTo>
                <a:lnTo>
                  <a:pt x="5598231" y="10294"/>
                </a:lnTo>
                <a:lnTo>
                  <a:pt x="5590699" y="21465"/>
                </a:lnTo>
                <a:lnTo>
                  <a:pt x="5587937" y="35145"/>
                </a:lnTo>
                <a:lnTo>
                  <a:pt x="5587937" y="1107045"/>
                </a:lnTo>
                <a:lnTo>
                  <a:pt x="4709331" y="1107045"/>
                </a:lnTo>
                <a:lnTo>
                  <a:pt x="4709331" y="35145"/>
                </a:lnTo>
                <a:lnTo>
                  <a:pt x="4706569" y="21465"/>
                </a:lnTo>
                <a:lnTo>
                  <a:pt x="4699038" y="10294"/>
                </a:lnTo>
                <a:lnTo>
                  <a:pt x="4687867" y="2762"/>
                </a:lnTo>
                <a:lnTo>
                  <a:pt x="4674187" y="0"/>
                </a:lnTo>
                <a:lnTo>
                  <a:pt x="3584716" y="0"/>
                </a:lnTo>
                <a:lnTo>
                  <a:pt x="3571036" y="2762"/>
                </a:lnTo>
                <a:lnTo>
                  <a:pt x="3559865" y="10294"/>
                </a:lnTo>
                <a:lnTo>
                  <a:pt x="3552333" y="21465"/>
                </a:lnTo>
                <a:lnTo>
                  <a:pt x="3549571" y="35145"/>
                </a:lnTo>
                <a:lnTo>
                  <a:pt x="3549571" y="1107045"/>
                </a:lnTo>
                <a:lnTo>
                  <a:pt x="3198128" y="1107045"/>
                </a:lnTo>
                <a:lnTo>
                  <a:pt x="3198128" y="35145"/>
                </a:lnTo>
                <a:lnTo>
                  <a:pt x="3195367" y="21465"/>
                </a:lnTo>
                <a:lnTo>
                  <a:pt x="3187835" y="10294"/>
                </a:lnTo>
                <a:lnTo>
                  <a:pt x="3176664" y="2762"/>
                </a:lnTo>
                <a:lnTo>
                  <a:pt x="3162984" y="0"/>
                </a:lnTo>
                <a:lnTo>
                  <a:pt x="2073513" y="0"/>
                </a:lnTo>
                <a:lnTo>
                  <a:pt x="2059833" y="2762"/>
                </a:lnTo>
                <a:lnTo>
                  <a:pt x="2048662" y="10294"/>
                </a:lnTo>
                <a:close/>
                <a:moveTo>
                  <a:pt x="1137795" y="19984"/>
                </a:moveTo>
                <a:lnTo>
                  <a:pt x="1144102" y="26315"/>
                </a:lnTo>
                <a:lnTo>
                  <a:pt x="1146477" y="35214"/>
                </a:lnTo>
                <a:lnTo>
                  <a:pt x="1142189" y="1115795"/>
                </a:lnTo>
                <a:lnTo>
                  <a:pt x="1142154" y="1124617"/>
                </a:lnTo>
                <a:lnTo>
                  <a:pt x="1150975" y="1124617"/>
                </a:lnTo>
                <a:lnTo>
                  <a:pt x="2047154" y="1124617"/>
                </a:lnTo>
                <a:lnTo>
                  <a:pt x="2055940" y="1124617"/>
                </a:lnTo>
                <a:lnTo>
                  <a:pt x="2055940" y="1115831"/>
                </a:lnTo>
                <a:lnTo>
                  <a:pt x="2055940" y="35145"/>
                </a:lnTo>
                <a:lnTo>
                  <a:pt x="2058339" y="26276"/>
                </a:lnTo>
                <a:lnTo>
                  <a:pt x="2064643" y="19972"/>
                </a:lnTo>
                <a:lnTo>
                  <a:pt x="2073513" y="17572"/>
                </a:lnTo>
                <a:lnTo>
                  <a:pt x="3162984" y="17572"/>
                </a:lnTo>
                <a:lnTo>
                  <a:pt x="3171853" y="19972"/>
                </a:lnTo>
                <a:lnTo>
                  <a:pt x="3178157" y="26276"/>
                </a:lnTo>
                <a:lnTo>
                  <a:pt x="3180556" y="35145"/>
                </a:lnTo>
                <a:lnTo>
                  <a:pt x="3180556" y="1115831"/>
                </a:lnTo>
                <a:lnTo>
                  <a:pt x="3180556" y="1124617"/>
                </a:lnTo>
                <a:lnTo>
                  <a:pt x="3189342" y="1124617"/>
                </a:lnTo>
                <a:lnTo>
                  <a:pt x="3558358" y="1124617"/>
                </a:lnTo>
                <a:lnTo>
                  <a:pt x="3567144" y="1124617"/>
                </a:lnTo>
                <a:lnTo>
                  <a:pt x="3567144" y="1115831"/>
                </a:lnTo>
                <a:lnTo>
                  <a:pt x="3567144" y="35145"/>
                </a:lnTo>
                <a:lnTo>
                  <a:pt x="3569543" y="26276"/>
                </a:lnTo>
                <a:lnTo>
                  <a:pt x="3575847" y="19972"/>
                </a:lnTo>
                <a:lnTo>
                  <a:pt x="3584716" y="17572"/>
                </a:lnTo>
                <a:lnTo>
                  <a:pt x="4674187" y="17572"/>
                </a:lnTo>
                <a:lnTo>
                  <a:pt x="4683056" y="19972"/>
                </a:lnTo>
                <a:lnTo>
                  <a:pt x="4689360" y="26276"/>
                </a:lnTo>
                <a:lnTo>
                  <a:pt x="4691759" y="35145"/>
                </a:lnTo>
                <a:lnTo>
                  <a:pt x="4691759" y="1115831"/>
                </a:lnTo>
                <a:lnTo>
                  <a:pt x="4691759" y="1124617"/>
                </a:lnTo>
                <a:lnTo>
                  <a:pt x="4700545" y="1124617"/>
                </a:lnTo>
                <a:lnTo>
                  <a:pt x="5596724" y="1124617"/>
                </a:lnTo>
                <a:lnTo>
                  <a:pt x="5605510" y="1124617"/>
                </a:lnTo>
                <a:lnTo>
                  <a:pt x="5605510" y="1115831"/>
                </a:lnTo>
                <a:lnTo>
                  <a:pt x="5605510" y="35145"/>
                </a:lnTo>
                <a:lnTo>
                  <a:pt x="5607909" y="26276"/>
                </a:lnTo>
                <a:lnTo>
                  <a:pt x="5614213" y="19972"/>
                </a:lnTo>
                <a:lnTo>
                  <a:pt x="5623082" y="17572"/>
                </a:lnTo>
                <a:lnTo>
                  <a:pt x="6712554" y="17572"/>
                </a:lnTo>
                <a:lnTo>
                  <a:pt x="6721423" y="19972"/>
                </a:lnTo>
                <a:lnTo>
                  <a:pt x="6727727" y="26276"/>
                </a:lnTo>
                <a:lnTo>
                  <a:pt x="6730126" y="35145"/>
                </a:lnTo>
                <a:lnTo>
                  <a:pt x="6730126" y="1669353"/>
                </a:lnTo>
                <a:lnTo>
                  <a:pt x="6727727" y="1678222"/>
                </a:lnTo>
                <a:lnTo>
                  <a:pt x="6721423" y="1684526"/>
                </a:lnTo>
                <a:lnTo>
                  <a:pt x="6712554" y="1686925"/>
                </a:lnTo>
                <a:lnTo>
                  <a:pt x="5631868" y="1686925"/>
                </a:lnTo>
                <a:lnTo>
                  <a:pt x="5623082" y="1686925"/>
                </a:lnTo>
                <a:lnTo>
                  <a:pt x="5623082" y="1695710"/>
                </a:lnTo>
                <a:lnTo>
                  <a:pt x="5623082" y="2776396"/>
                </a:lnTo>
                <a:lnTo>
                  <a:pt x="5620683" y="2785266"/>
                </a:lnTo>
                <a:lnTo>
                  <a:pt x="5614379" y="2791570"/>
                </a:lnTo>
                <a:lnTo>
                  <a:pt x="5605510" y="2793969"/>
                </a:lnTo>
                <a:lnTo>
                  <a:pt x="4516039" y="2793969"/>
                </a:lnTo>
                <a:lnTo>
                  <a:pt x="4507170" y="2791570"/>
                </a:lnTo>
                <a:lnTo>
                  <a:pt x="4500865" y="2785266"/>
                </a:lnTo>
                <a:lnTo>
                  <a:pt x="4498466" y="2776396"/>
                </a:lnTo>
                <a:lnTo>
                  <a:pt x="4498466" y="1695710"/>
                </a:lnTo>
                <a:lnTo>
                  <a:pt x="4498466" y="1686925"/>
                </a:lnTo>
                <a:lnTo>
                  <a:pt x="4489680" y="1686925"/>
                </a:lnTo>
                <a:lnTo>
                  <a:pt x="3940551" y="1686925"/>
                </a:lnTo>
                <a:lnTo>
                  <a:pt x="3931765" y="1686925"/>
                </a:lnTo>
                <a:lnTo>
                  <a:pt x="3931765" y="1695710"/>
                </a:lnTo>
                <a:lnTo>
                  <a:pt x="3931765" y="2776396"/>
                </a:lnTo>
                <a:lnTo>
                  <a:pt x="3929366" y="2785266"/>
                </a:lnTo>
                <a:lnTo>
                  <a:pt x="3923062" y="2791570"/>
                </a:lnTo>
                <a:lnTo>
                  <a:pt x="3914192" y="2793969"/>
                </a:lnTo>
                <a:lnTo>
                  <a:pt x="2824720" y="2793969"/>
                </a:lnTo>
                <a:lnTo>
                  <a:pt x="2815852" y="2791570"/>
                </a:lnTo>
                <a:lnTo>
                  <a:pt x="2809548" y="2785266"/>
                </a:lnTo>
                <a:lnTo>
                  <a:pt x="2807149" y="2776396"/>
                </a:lnTo>
                <a:lnTo>
                  <a:pt x="2807149" y="1695710"/>
                </a:lnTo>
                <a:lnTo>
                  <a:pt x="2807149" y="1686925"/>
                </a:lnTo>
                <a:lnTo>
                  <a:pt x="2798363" y="1686925"/>
                </a:lnTo>
                <a:lnTo>
                  <a:pt x="2249234" y="1686925"/>
                </a:lnTo>
                <a:lnTo>
                  <a:pt x="2240447" y="1686925"/>
                </a:lnTo>
                <a:lnTo>
                  <a:pt x="2240447" y="1695710"/>
                </a:lnTo>
                <a:lnTo>
                  <a:pt x="2240447" y="2776396"/>
                </a:lnTo>
                <a:lnTo>
                  <a:pt x="2238048" y="2785266"/>
                </a:lnTo>
                <a:lnTo>
                  <a:pt x="2231745" y="2791570"/>
                </a:lnTo>
                <a:lnTo>
                  <a:pt x="2222875" y="2793969"/>
                </a:lnTo>
                <a:lnTo>
                  <a:pt x="1133403" y="2793969"/>
                </a:lnTo>
                <a:lnTo>
                  <a:pt x="1124534" y="2791570"/>
                </a:lnTo>
                <a:lnTo>
                  <a:pt x="1118230" y="2785266"/>
                </a:lnTo>
                <a:lnTo>
                  <a:pt x="1115831" y="2776396"/>
                </a:lnTo>
                <a:lnTo>
                  <a:pt x="1115831" y="1695710"/>
                </a:lnTo>
                <a:lnTo>
                  <a:pt x="1115831" y="1686925"/>
                </a:lnTo>
                <a:lnTo>
                  <a:pt x="1107045" y="1686925"/>
                </a:lnTo>
                <a:lnTo>
                  <a:pt x="35145" y="1686925"/>
                </a:lnTo>
                <a:lnTo>
                  <a:pt x="26275" y="1684526"/>
                </a:lnTo>
                <a:lnTo>
                  <a:pt x="19971" y="1678222"/>
                </a:lnTo>
                <a:lnTo>
                  <a:pt x="17572" y="1669353"/>
                </a:lnTo>
                <a:lnTo>
                  <a:pt x="17572" y="35145"/>
                </a:lnTo>
                <a:lnTo>
                  <a:pt x="19971" y="26275"/>
                </a:lnTo>
                <a:lnTo>
                  <a:pt x="26275" y="19971"/>
                </a:lnTo>
                <a:lnTo>
                  <a:pt x="35145" y="17572"/>
                </a:lnTo>
                <a:lnTo>
                  <a:pt x="1128905" y="17572"/>
                </a:lnTo>
                <a:lnTo>
                  <a:pt x="1137795" y="19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42 Figure">
            <a:extLst xmlns:a="http://schemas.openxmlformats.org/drawingml/2006/main">
              <a:ext uri="{FF2B5EF4-FFF2-40B4-BE49-F238E27FC236}">
                <a16:creationId xmlns:a16="http://schemas.microsoft.com/office/drawing/2014/main" id="{9A2B0F75-DE6C-4ACC-AABF-590B27ED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1" y="7705608"/>
            <a:ext cx="1264377" cy="634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</a:t>
            </a:r>
          </a:p>
        </p:txBody>
      </p:sp>
      <p:sp>
        <p:nvSpPr>
          <p:cNvPr id="35" name="text-42 11:">
            <a:extLst xmlns:a="http://schemas.openxmlformats.org/drawingml/2006/main">
              <a:ext uri="{FF2B5EF4-FFF2-40B4-BE49-F238E27FC236}">
                <a16:creationId xmlns:a16="http://schemas.microsoft.com/office/drawing/2014/main" id="{B905C232-4B7A-4F86-8CAB-647BD281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549" y="7691993"/>
            <a:ext cx="662965" cy="653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11:</a:t>
            </a:r>
          </a:p>
        </p:txBody>
      </p:sp>
      <p:sp>
        <p:nvSpPr>
          <p:cNvPr id="36" name="text-43 Comparison">
            <a:extLst xmlns:a="http://schemas.openxmlformats.org/drawingml/2006/main">
              <a:ext uri="{FF2B5EF4-FFF2-40B4-BE49-F238E27FC236}">
                <a16:creationId xmlns:a16="http://schemas.microsoft.com/office/drawing/2014/main" id="{77C85FB0-11A7-4EF2-B078-1DC13FEB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3630" y="7705658"/>
            <a:ext cx="2472544" cy="634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Comparison</a:t>
            </a:r>
          </a:p>
        </p:txBody>
      </p:sp>
      <p:sp>
        <p:nvSpPr>
          <p:cNvPr id="37" name="text-43 of">
            <a:extLst xmlns:a="http://schemas.openxmlformats.org/drawingml/2006/main">
              <a:ext uri="{FF2B5EF4-FFF2-40B4-BE49-F238E27FC236}">
                <a16:creationId xmlns:a16="http://schemas.microsoft.com/office/drawing/2014/main" id="{F8596A0C-EB55-4AFE-A8EE-3AF3BB6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1945" y="7705666"/>
            <a:ext cx="458915" cy="63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8" name="text-44 “good”">
            <a:extLst xmlns:a="http://schemas.openxmlformats.org/drawingml/2006/main">
              <a:ext uri="{FF2B5EF4-FFF2-40B4-BE49-F238E27FC236}">
                <a16:creationId xmlns:a16="http://schemas.microsoft.com/office/drawing/2014/main" id="{D03FEB85-131D-4838-86DC-B867BD68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6631" y="7705648"/>
            <a:ext cx="1465957" cy="63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1" i="0">
                <a:solidFill>
                  <a:srgbClr val="FF212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1" i="0">
                <a:solidFill>
                  <a:srgbClr val="FF212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1" i="0">
                <a:solidFill>
                  <a:srgbClr val="FF2121"/>
                </a:solidFill>
                <a:latin typeface="Times New Roman"/>
                <a:ea typeface="Times New Roman"/>
                <a:cs typeface="Times New Roman"/>
              </a:rPr>
              <a:t>“good”</a:t>
            </a:r>
          </a:p>
        </p:txBody>
      </p:sp>
      <p:sp>
        <p:nvSpPr>
          <p:cNvPr id="39" name="text-45 vs.">
            <a:extLst xmlns:a="http://schemas.openxmlformats.org/drawingml/2006/main">
              <a:ext uri="{FF2B5EF4-FFF2-40B4-BE49-F238E27FC236}">
                <a16:creationId xmlns:a16="http://schemas.microsoft.com/office/drawing/2014/main" id="{E8F5717B-9603-4295-ABD8-3AD7062B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8357" y="7705660"/>
            <a:ext cx="597537" cy="634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vs.</a:t>
            </a:r>
          </a:p>
        </p:txBody>
      </p:sp>
      <p:sp>
        <p:nvSpPr>
          <p:cNvPr id="40" name="text-46 “bad”">
            <a:extLst xmlns:a="http://schemas.openxmlformats.org/drawingml/2006/main">
              <a:ext uri="{FF2B5EF4-FFF2-40B4-BE49-F238E27FC236}">
                <a16:creationId xmlns:a16="http://schemas.microsoft.com/office/drawing/2014/main" id="{D49B759B-F579-4814-A00E-EFEE7885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1212" y="7705690"/>
            <a:ext cx="1264815" cy="634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7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7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7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rPr>
              <a:t>“bad”</a:t>
            </a:r>
          </a:p>
        </p:txBody>
      </p:sp>
      <p:sp>
        <p:nvSpPr>
          <p:cNvPr id="41" name="text-47 samples">
            <a:extLst xmlns:a="http://schemas.openxmlformats.org/drawingml/2006/main">
              <a:ext uri="{FF2B5EF4-FFF2-40B4-BE49-F238E27FC236}">
                <a16:creationId xmlns:a16="http://schemas.microsoft.com/office/drawing/2014/main" id="{77020DBC-723D-4B4C-B054-2ED3E84A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804" y="7705636"/>
            <a:ext cx="1616815" cy="634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samples</a:t>
            </a:r>
          </a:p>
        </p:txBody>
      </p:sp>
      <p:sp>
        <p:nvSpPr>
          <p:cNvPr id="42" name="text-48 on">
            <a:extLst xmlns:a="http://schemas.openxmlformats.org/drawingml/2006/main">
              <a:ext uri="{FF2B5EF4-FFF2-40B4-BE49-F238E27FC236}">
                <a16:creationId xmlns:a16="http://schemas.microsoft.com/office/drawing/2014/main" id="{E5876A8A-69F0-4883-BA27-98106E63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4386" y="7705657"/>
            <a:ext cx="534568" cy="634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43" name="text-48 ImageNet,">
            <a:extLst xmlns:a="http://schemas.openxmlformats.org/drawingml/2006/main">
              <a:ext uri="{FF2B5EF4-FFF2-40B4-BE49-F238E27FC236}">
                <a16:creationId xmlns:a16="http://schemas.microsoft.com/office/drawing/2014/main" id="{82712AA5-9E61-4D23-B770-02E74981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4726" y="7705549"/>
            <a:ext cx="1981050" cy="634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ImageNet,</a:t>
            </a:r>
          </a:p>
        </p:txBody>
      </p:sp>
      <p:sp>
        <p:nvSpPr>
          <p:cNvPr id="44" name="text-48 illustrated">
            <a:extLst xmlns:a="http://schemas.openxmlformats.org/drawingml/2006/main">
              <a:ext uri="{FF2B5EF4-FFF2-40B4-BE49-F238E27FC236}">
                <a16:creationId xmlns:a16="http://schemas.microsoft.com/office/drawing/2014/main" id="{3D38DB7E-3488-421A-A892-67AAF5D7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2433" y="7705514"/>
            <a:ext cx="1893622" cy="634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illustrated</a:t>
            </a:r>
          </a:p>
        </p:txBody>
      </p:sp>
      <p:sp>
        <p:nvSpPr>
          <p:cNvPr id="45" name="text-48 with">
            <a:extLst xmlns:a="http://schemas.openxmlformats.org/drawingml/2006/main">
              <a:ext uri="{FF2B5EF4-FFF2-40B4-BE49-F238E27FC236}">
                <a16:creationId xmlns:a16="http://schemas.microsoft.com/office/drawing/2014/main" id="{9357E984-4A8E-42EB-9B32-86AABBFD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1347" y="7705582"/>
            <a:ext cx="887023" cy="634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46" name="text-48 an">
            <a:extLst xmlns:a="http://schemas.openxmlformats.org/drawingml/2006/main">
              <a:ext uri="{FF2B5EF4-FFF2-40B4-BE49-F238E27FC236}">
                <a16:creationId xmlns:a16="http://schemas.microsoft.com/office/drawing/2014/main" id="{21CC5691-20D4-4095-9CCC-95AF1CBE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54127" y="7705584"/>
            <a:ext cx="509214" cy="63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</a:t>
            </a:r>
          </a:p>
        </p:txBody>
      </p:sp>
      <p:sp>
        <p:nvSpPr>
          <p:cNvPr id="47" name="text-48 analogy">
            <a:extLst xmlns:a="http://schemas.openxmlformats.org/drawingml/2006/main">
              <a:ext uri="{FF2B5EF4-FFF2-40B4-BE49-F238E27FC236}">
                <a16:creationId xmlns:a16="http://schemas.microsoft.com/office/drawing/2014/main" id="{B618443B-82A9-4826-AB57-256130E2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9098" y="7705556"/>
            <a:ext cx="1515806" cy="634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analogy</a:t>
            </a:r>
          </a:p>
        </p:txBody>
      </p:sp>
      <p:sp>
        <p:nvSpPr>
          <p:cNvPr id="48" name="text-48 to">
            <a:extLst xmlns:a="http://schemas.openxmlformats.org/drawingml/2006/main">
              <a:ext uri="{FF2B5EF4-FFF2-40B4-BE49-F238E27FC236}">
                <a16:creationId xmlns:a16="http://schemas.microsoft.com/office/drawing/2014/main" id="{CB6D5441-B260-4ED1-AB8D-CF79060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50657" y="7705487"/>
            <a:ext cx="434031" cy="634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49" name="text-48 a">
            <a:extLst xmlns:a="http://schemas.openxmlformats.org/drawingml/2006/main">
              <a:ext uri="{FF2B5EF4-FFF2-40B4-BE49-F238E27FC236}">
                <a16:creationId xmlns:a16="http://schemas.microsoft.com/office/drawing/2014/main" id="{1FDD9E7D-AE76-4010-B02C-3765BE87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1" y="8203714"/>
            <a:ext cx="282743" cy="63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50" name="text-48 2D">
            <a:extLst xmlns:a="http://schemas.openxmlformats.org/drawingml/2006/main">
              <a:ext uri="{FF2B5EF4-FFF2-40B4-BE49-F238E27FC236}">
                <a16:creationId xmlns:a16="http://schemas.microsoft.com/office/drawing/2014/main" id="{799FC86C-6A70-4F5C-816C-72BBA231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799" y="8204006"/>
            <a:ext cx="635132" cy="63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2D</a:t>
            </a:r>
          </a:p>
        </p:txBody>
      </p:sp>
      <p:sp>
        <p:nvSpPr>
          <p:cNvPr id="51" name="text-48 toy">
            <a:extLst xmlns:a="http://schemas.openxmlformats.org/drawingml/2006/main">
              <a:ext uri="{FF2B5EF4-FFF2-40B4-BE49-F238E27FC236}">
                <a16:creationId xmlns:a16="http://schemas.microsoft.com/office/drawing/2014/main" id="{3D0A5D11-4AF7-42AF-86ED-834285A9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630" y="8207455"/>
            <a:ext cx="655349" cy="629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toy</a:t>
            </a:r>
          </a:p>
        </p:txBody>
      </p:sp>
      <p:sp>
        <p:nvSpPr>
          <p:cNvPr id="52" name="text-48 example.">
            <a:extLst xmlns:a="http://schemas.openxmlformats.org/drawingml/2006/main">
              <a:ext uri="{FF2B5EF4-FFF2-40B4-BE49-F238E27FC236}">
                <a16:creationId xmlns:a16="http://schemas.microsoft.com/office/drawing/2014/main" id="{102A6AF5-10F1-4848-AB05-E2D41B2C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299" y="8205721"/>
            <a:ext cx="1722500" cy="631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example.</a:t>
            </a:r>
          </a:p>
        </p:txBody>
      </p:sp>
      <p:sp>
        <p:nvSpPr>
          <p:cNvPr id="53" name="text-48 Toy">
            <a:extLst xmlns:a="http://schemas.openxmlformats.org/drawingml/2006/main">
              <a:ext uri="{FF2B5EF4-FFF2-40B4-BE49-F238E27FC236}">
                <a16:creationId xmlns:a16="http://schemas.microsoft.com/office/drawing/2014/main" id="{7A48F3F7-9038-4FD8-9C0F-963CFB26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6987" y="8209829"/>
            <a:ext cx="769533" cy="626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Toy</a:t>
            </a:r>
          </a:p>
        </p:txBody>
      </p:sp>
      <p:sp>
        <p:nvSpPr>
          <p:cNvPr id="54" name="text-48 training">
            <a:extLst xmlns:a="http://schemas.openxmlformats.org/drawingml/2006/main">
              <a:ext uri="{FF2B5EF4-FFF2-40B4-BE49-F238E27FC236}">
                <a16:creationId xmlns:a16="http://schemas.microsoft.com/office/drawing/2014/main" id="{309ACCC8-12F8-4174-8BFB-B8B6F8E7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9267" y="8203859"/>
            <a:ext cx="1490894" cy="634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</p:txBody>
      </p:sp>
      <p:sp>
        <p:nvSpPr>
          <p:cNvPr id="55" name="text-48 data:">
            <a:extLst xmlns:a="http://schemas.openxmlformats.org/drawingml/2006/main">
              <a:ext uri="{FF2B5EF4-FFF2-40B4-BE49-F238E27FC236}">
                <a16:creationId xmlns:a16="http://schemas.microsoft.com/office/drawing/2014/main" id="{3DF5ECD8-11F4-46BF-9892-FECE0F1B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1833" y="8203793"/>
            <a:ext cx="962244" cy="634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data:</a:t>
            </a:r>
          </a:p>
        </p:txBody>
      </p:sp>
      <p:sp>
        <p:nvSpPr>
          <p:cNvPr id="56" name="text-48 (">
            <a:extLst xmlns:a="http://schemas.openxmlformats.org/drawingml/2006/main">
              <a:ext uri="{FF2B5EF4-FFF2-40B4-BE49-F238E27FC236}">
                <a16:creationId xmlns:a16="http://schemas.microsoft.com/office/drawing/2014/main" id="{C0035680-C3CD-40C2-9333-B47D3325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2919" y="8203858"/>
            <a:ext cx="232432" cy="63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57" name="path-49">
            <a:extLst xmlns:a="http://schemas.openxmlformats.org/drawingml/2006/main">
              <a:ext uri="{FF2B5EF4-FFF2-40B4-BE49-F238E27FC236}">
                <a16:creationId xmlns:a16="http://schemas.microsoft.com/office/drawing/2014/main" id="{B71E1A64-5467-4198-A5AA-DC4B4F52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713" y="8411526"/>
            <a:ext cx="257788" cy="257787"/>
          </a:xfrm>
          <a:custGeom xmlns:a="http://schemas.openxmlformats.org/drawingml/2006/main">
            <a:pathLst>
              <a:path w="193207" h="193206">
                <a:moveTo>
                  <a:pt x="0" y="193206"/>
                </a:moveTo>
                <a:lnTo>
                  <a:pt x="193207" y="193206"/>
                </a:lnTo>
                <a:lnTo>
                  <a:pt x="96610" y="0"/>
                </a:lnTo>
                <a:lnTo>
                  <a:pt x="0" y="193206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33976">
            <a:solidFill>
              <a:srgbClr val="000000"/>
            </a:solidFill>
            <a:prstDash val="solid"/>
          </a:ln>
        </p:spPr>
      </p:sp>
      <p:sp>
        <p:nvSpPr>
          <p:cNvPr id="58" name="text-50 ,">
            <a:extLst xmlns:a="http://schemas.openxmlformats.org/drawingml/2006/main">
              <a:ext uri="{FF2B5EF4-FFF2-40B4-BE49-F238E27FC236}">
                <a16:creationId xmlns:a16="http://schemas.microsoft.com/office/drawing/2014/main" id="{E701FB54-3723-4616-BFCC-B9080A2A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5494" y="8204069"/>
            <a:ext cx="194795" cy="634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59" name="path-51">
            <a:extLst xmlns:a="http://schemas.openxmlformats.org/drawingml/2006/main">
              <a:ext uri="{FF2B5EF4-FFF2-40B4-BE49-F238E27FC236}">
                <a16:creationId xmlns:a16="http://schemas.microsoft.com/office/drawing/2014/main" id="{02F04E2C-FA6F-4937-A21E-5FC95BD0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992" y="8411526"/>
            <a:ext cx="257788" cy="257787"/>
          </a:xfrm>
          <a:custGeom xmlns:a="http://schemas.openxmlformats.org/drawingml/2006/main">
            <a:pathLst>
              <a:path w="193207" h="193206">
                <a:moveTo>
                  <a:pt x="0" y="193206"/>
                </a:moveTo>
                <a:lnTo>
                  <a:pt x="193207" y="193206"/>
                </a:lnTo>
                <a:lnTo>
                  <a:pt x="96610" y="0"/>
                </a:lnTo>
                <a:lnTo>
                  <a:pt x="0" y="193206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33976">
            <a:solidFill>
              <a:srgbClr val="000000"/>
            </a:solidFill>
            <a:prstDash val="solid"/>
          </a:ln>
        </p:spPr>
      </p:sp>
      <p:sp>
        <p:nvSpPr>
          <p:cNvPr id="60" name="text-52 ,">
            <a:extLst xmlns:a="http://schemas.openxmlformats.org/drawingml/2006/main">
              <a:ext uri="{FF2B5EF4-FFF2-40B4-BE49-F238E27FC236}">
                <a16:creationId xmlns:a16="http://schemas.microsoft.com/office/drawing/2014/main" id="{23A81190-2D80-46A8-808F-054A5473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3774" y="8204069"/>
            <a:ext cx="194795" cy="634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1" name="path-53">
            <a:extLst xmlns:a="http://schemas.openxmlformats.org/drawingml/2006/main">
              <a:ext uri="{FF2B5EF4-FFF2-40B4-BE49-F238E27FC236}">
                <a16:creationId xmlns:a16="http://schemas.microsoft.com/office/drawing/2014/main" id="{2BCC665B-CE8E-436F-B3C2-F35452DD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270" y="8411526"/>
            <a:ext cx="257788" cy="257787"/>
          </a:xfrm>
          <a:custGeom xmlns:a="http://schemas.openxmlformats.org/drawingml/2006/main">
            <a:pathLst>
              <a:path w="193207" h="193206">
                <a:moveTo>
                  <a:pt x="0" y="0"/>
                </a:moveTo>
                <a:lnTo>
                  <a:pt x="193207" y="0"/>
                </a:lnTo>
                <a:lnTo>
                  <a:pt x="193207" y="193206"/>
                </a:lnTo>
                <a:lnTo>
                  <a:pt x="0" y="193206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33976">
            <a:solidFill>
              <a:srgbClr val="000000"/>
            </a:solidFill>
            <a:prstDash val="solid"/>
          </a:ln>
        </p:spPr>
      </p:sp>
      <p:sp>
        <p:nvSpPr>
          <p:cNvPr id="62" name="text-54 ,">
            <a:extLst xmlns:a="http://schemas.openxmlformats.org/drawingml/2006/main">
              <a:ext uri="{FF2B5EF4-FFF2-40B4-BE49-F238E27FC236}">
                <a16:creationId xmlns:a16="http://schemas.microsoft.com/office/drawing/2014/main" id="{8C01AC89-FB55-4E26-83DD-E5761A11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052" y="8204069"/>
            <a:ext cx="194795" cy="634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3" name="path-55">
            <a:extLst xmlns:a="http://schemas.openxmlformats.org/drawingml/2006/main">
              <a:ext uri="{FF2B5EF4-FFF2-40B4-BE49-F238E27FC236}">
                <a16:creationId xmlns:a16="http://schemas.microsoft.com/office/drawing/2014/main" id="{7CF39CEB-CDE8-41E4-89BB-4C691464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550" y="8411526"/>
            <a:ext cx="257788" cy="257787"/>
          </a:xfrm>
          <a:custGeom xmlns:a="http://schemas.openxmlformats.org/drawingml/2006/main">
            <a:pathLst>
              <a:path w="193207" h="193206">
                <a:moveTo>
                  <a:pt x="0" y="0"/>
                </a:moveTo>
                <a:lnTo>
                  <a:pt x="193207" y="0"/>
                </a:lnTo>
                <a:lnTo>
                  <a:pt x="193207" y="193206"/>
                </a:lnTo>
                <a:lnTo>
                  <a:pt x="0" y="193206"/>
                </a:lnTo>
                <a:close/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33976">
            <a:solidFill>
              <a:srgbClr val="000000"/>
            </a:solidFill>
            <a:prstDash val="solid"/>
          </a:ln>
        </p:spPr>
      </p:sp>
      <p:sp>
        <p:nvSpPr>
          <p:cNvPr id="64" name="text-56 );">
            <a:extLst xmlns:a="http://schemas.openxmlformats.org/drawingml/2006/main">
              <a:ext uri="{FF2B5EF4-FFF2-40B4-BE49-F238E27FC236}">
                <a16:creationId xmlns:a16="http://schemas.microsoft.com/office/drawing/2014/main" id="{17479C6D-23B1-46C9-A10F-E263B715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8028" y="8203774"/>
            <a:ext cx="358384" cy="63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);</a:t>
            </a:r>
          </a:p>
        </p:txBody>
      </p:sp>
      <p:sp>
        <p:nvSpPr>
          <p:cNvPr id="65" name="text-56 generated">
            <a:extLst xmlns:a="http://schemas.openxmlformats.org/drawingml/2006/main">
              <a:ext uri="{FF2B5EF4-FFF2-40B4-BE49-F238E27FC236}">
                <a16:creationId xmlns:a16="http://schemas.microsoft.com/office/drawing/2014/main" id="{09F9087B-2804-465E-8357-C385FD04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8069" y="8203861"/>
            <a:ext cx="1842429" cy="634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generated</a:t>
            </a:r>
          </a:p>
        </p:txBody>
      </p:sp>
      <p:sp>
        <p:nvSpPr>
          <p:cNvPr id="66" name="text-56 samples:">
            <a:extLst xmlns:a="http://schemas.openxmlformats.org/drawingml/2006/main">
              <a:ext uri="{FF2B5EF4-FFF2-40B4-BE49-F238E27FC236}">
                <a16:creationId xmlns:a16="http://schemas.microsoft.com/office/drawing/2014/main" id="{116A6274-4FBA-4E85-B2BD-3FF37B39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2171" y="8203880"/>
            <a:ext cx="1667112" cy="634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samples:</a:t>
            </a:r>
          </a:p>
        </p:txBody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30E9CF-FEF5-4C08-A919-FB0B49438B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48948c5a24b80"/>
          <a:stretch xmlns:a="http://schemas.openxmlformats.org/drawingml/2006/main"/>
        </p:blipFill>
        <p:spPr>
          <a:xfrm xmlns:a="http://schemas.openxmlformats.org/drawingml/2006/main">
            <a:off x="12863512" y="8308520"/>
            <a:ext cx="965871" cy="470227"/>
          </a:xfrm>
          <a:prstGeom xmlns:a="http://schemas.openxmlformats.org/drawingml/2006/main" prst="rect">
            <a:avLst/>
          </a:prstGeom>
        </p:spPr>
      </p:pic>
      <p:sp>
        <p:nvSpPr>
          <p:cNvPr id="68" name="text-58 ,">
            <a:extLst xmlns:a="http://schemas.openxmlformats.org/drawingml/2006/main">
              <a:ext uri="{FF2B5EF4-FFF2-40B4-BE49-F238E27FC236}">
                <a16:creationId xmlns:a16="http://schemas.microsoft.com/office/drawing/2014/main" id="{18EBA4AA-CF74-4368-8B7D-BA3E9607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0395" y="8204069"/>
            <a:ext cx="194795" cy="634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BD12B4-93B6-4956-9349-35266DE1B9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2b902b6524c17"/>
          <a:stretch xmlns:a="http://schemas.openxmlformats.org/drawingml/2006/main"/>
        </p:blipFill>
        <p:spPr>
          <a:xfrm xmlns:a="http://schemas.openxmlformats.org/drawingml/2006/main">
            <a:off x="14007307" y="8308520"/>
            <a:ext cx="965871" cy="470227"/>
          </a:xfrm>
          <a:prstGeom xmlns:a="http://schemas.openxmlformats.org/drawingml/2006/main" prst="rect">
            <a:avLst/>
          </a:prstGeom>
        </p:spPr>
      </p:pic>
      <p:sp>
        <p:nvSpPr>
          <p:cNvPr id="70" name="text-60 .">
            <a:extLst xmlns:a="http://schemas.openxmlformats.org/drawingml/2006/main">
              <a:ext uri="{FF2B5EF4-FFF2-40B4-BE49-F238E27FC236}">
                <a16:creationId xmlns:a16="http://schemas.microsoft.com/office/drawing/2014/main" id="{3686FDC3-1CB8-442E-902B-145B195B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49169" y="8204069"/>
            <a:ext cx="194795" cy="634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8921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50C2E38-B8DB-4F47-95C1-729170AC6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ebab3a3744a6d"/>
          <a:stretch xmlns:a="http://schemas.openxmlformats.org/drawingml/2006/main"/>
        </p:blipFill>
        <p:spPr>
          <a:xfrm xmlns:a="http://schemas.openxmlformats.org/drawingml/2006/main">
            <a:off x="993418" y="534354"/>
            <a:ext cx="7530860" cy="2730260"/>
          </a:xfrm>
          <a:prstGeom xmlns:a="http://schemas.openxmlformats.org/drawingml/2006/main" prst="rect">
            <a:avLst/>
          </a:prstGeom>
        </p:spPr>
      </p:pic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89C8D174-B109-4C3D-B4DE-6E31451D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586" y="74841"/>
            <a:ext cx="6545958" cy="420922"/>
          </a:xfrm>
          <a:custGeom xmlns:a="http://schemas.openxmlformats.org/drawingml/2006/main">
            <a:pathLst>
              <a:path w="4818553" h="309846">
                <a:moveTo>
                  <a:pt x="127210" y="258953"/>
                </a:moveTo>
                <a:cubicBezTo>
                  <a:pt x="121693" y="258953"/>
                  <a:pt x="116831" y="256242"/>
                  <a:pt x="112623" y="250819"/>
                </a:cubicBezTo>
                <a:lnTo>
                  <a:pt x="39832" y="158111"/>
                </a:lnTo>
                <a:cubicBezTo>
                  <a:pt x="38429" y="156430"/>
                  <a:pt x="37401" y="154747"/>
                  <a:pt x="36746" y="153063"/>
                </a:cubicBezTo>
                <a:cubicBezTo>
                  <a:pt x="36092" y="151286"/>
                  <a:pt x="35764" y="149557"/>
                  <a:pt x="35764" y="147873"/>
                </a:cubicBezTo>
                <a:cubicBezTo>
                  <a:pt x="35764" y="144040"/>
                  <a:pt x="37027" y="140909"/>
                  <a:pt x="39552" y="138475"/>
                </a:cubicBezTo>
                <a:cubicBezTo>
                  <a:pt x="42076" y="135951"/>
                  <a:pt x="45302" y="134691"/>
                  <a:pt x="49229" y="134691"/>
                </a:cubicBezTo>
                <a:cubicBezTo>
                  <a:pt x="53904" y="134691"/>
                  <a:pt x="57925" y="136982"/>
                  <a:pt x="61291" y="141562"/>
                </a:cubicBezTo>
                <a:lnTo>
                  <a:pt x="126649" y="227117"/>
                </a:lnTo>
                <a:lnTo>
                  <a:pt x="252596" y="26416"/>
                </a:lnTo>
                <a:cubicBezTo>
                  <a:pt x="254279" y="23795"/>
                  <a:pt x="256009" y="21972"/>
                  <a:pt x="257786" y="20945"/>
                </a:cubicBezTo>
                <a:cubicBezTo>
                  <a:pt x="259562" y="19823"/>
                  <a:pt x="261853" y="19261"/>
                  <a:pt x="264658" y="19261"/>
                </a:cubicBezTo>
                <a:cubicBezTo>
                  <a:pt x="268491" y="19261"/>
                  <a:pt x="271577" y="20431"/>
                  <a:pt x="273915" y="22767"/>
                </a:cubicBezTo>
                <a:cubicBezTo>
                  <a:pt x="276252" y="25104"/>
                  <a:pt x="277421" y="28190"/>
                  <a:pt x="277421" y="32023"/>
                </a:cubicBezTo>
                <a:cubicBezTo>
                  <a:pt x="277421" y="33707"/>
                  <a:pt x="277141" y="35390"/>
                  <a:pt x="276580" y="37074"/>
                </a:cubicBezTo>
                <a:cubicBezTo>
                  <a:pt x="276018" y="38664"/>
                  <a:pt x="275130" y="40438"/>
                  <a:pt x="273915" y="42403"/>
                </a:cubicBezTo>
                <a:lnTo>
                  <a:pt x="141375" y="251100"/>
                </a:lnTo>
                <a:cubicBezTo>
                  <a:pt x="137916" y="256336"/>
                  <a:pt x="133194" y="258953"/>
                  <a:pt x="127210" y="258953"/>
                </a:cubicBezTo>
                <a:moveTo>
                  <a:pt x="448301" y="23273"/>
                </a:moveTo>
                <a:lnTo>
                  <a:pt x="448301" y="112369"/>
                </a:lnTo>
                <a:lnTo>
                  <a:pt x="497837" y="112369"/>
                </a:lnTo>
                <a:cubicBezTo>
                  <a:pt x="510692" y="112369"/>
                  <a:pt x="519280" y="110430"/>
                  <a:pt x="523602" y="106552"/>
                </a:cubicBezTo>
                <a:cubicBezTo>
                  <a:pt x="529364" y="101452"/>
                  <a:pt x="532578" y="92478"/>
                  <a:pt x="533243" y="79622"/>
                </a:cubicBezTo>
                <a:lnTo>
                  <a:pt x="539393" y="79622"/>
                </a:lnTo>
                <a:lnTo>
                  <a:pt x="539393" y="158080"/>
                </a:lnTo>
                <a:lnTo>
                  <a:pt x="533243" y="158080"/>
                </a:lnTo>
                <a:cubicBezTo>
                  <a:pt x="531691" y="147109"/>
                  <a:pt x="530140" y="140074"/>
                  <a:pt x="528589" y="136971"/>
                </a:cubicBezTo>
                <a:cubicBezTo>
                  <a:pt x="526594" y="133092"/>
                  <a:pt x="523325" y="130043"/>
                  <a:pt x="518781" y="127828"/>
                </a:cubicBezTo>
                <a:cubicBezTo>
                  <a:pt x="514238" y="125611"/>
                  <a:pt x="507256" y="124504"/>
                  <a:pt x="497837" y="124504"/>
                </a:cubicBezTo>
                <a:lnTo>
                  <a:pt x="448301" y="124504"/>
                </a:lnTo>
                <a:lnTo>
                  <a:pt x="448301" y="198805"/>
                </a:lnTo>
                <a:cubicBezTo>
                  <a:pt x="448301" y="208779"/>
                  <a:pt x="448745" y="214875"/>
                  <a:pt x="449631" y="217092"/>
                </a:cubicBezTo>
                <a:cubicBezTo>
                  <a:pt x="450518" y="219196"/>
                  <a:pt x="452069" y="220914"/>
                  <a:pt x="454286" y="222245"/>
                </a:cubicBezTo>
                <a:cubicBezTo>
                  <a:pt x="456502" y="223463"/>
                  <a:pt x="460713" y="224074"/>
                  <a:pt x="466919" y="224074"/>
                </a:cubicBezTo>
                <a:lnTo>
                  <a:pt x="505151" y="224074"/>
                </a:lnTo>
                <a:cubicBezTo>
                  <a:pt x="517895" y="224074"/>
                  <a:pt x="527148" y="223185"/>
                  <a:pt x="532910" y="221414"/>
                </a:cubicBezTo>
                <a:cubicBezTo>
                  <a:pt x="538673" y="219639"/>
                  <a:pt x="544214" y="216150"/>
                  <a:pt x="549533" y="210940"/>
                </a:cubicBezTo>
                <a:cubicBezTo>
                  <a:pt x="556404" y="204069"/>
                  <a:pt x="563441" y="193709"/>
                  <a:pt x="570644" y="179856"/>
                </a:cubicBezTo>
                <a:lnTo>
                  <a:pt x="577293" y="179856"/>
                </a:lnTo>
                <a:lnTo>
                  <a:pt x="557845" y="236373"/>
                </a:lnTo>
                <a:lnTo>
                  <a:pt x="384138" y="236373"/>
                </a:lnTo>
                <a:lnTo>
                  <a:pt x="384138" y="230224"/>
                </a:lnTo>
                <a:lnTo>
                  <a:pt x="392117" y="230224"/>
                </a:lnTo>
                <a:cubicBezTo>
                  <a:pt x="397436" y="230224"/>
                  <a:pt x="402478" y="228949"/>
                  <a:pt x="407244" y="226399"/>
                </a:cubicBezTo>
                <a:cubicBezTo>
                  <a:pt x="410790" y="224628"/>
                  <a:pt x="413172" y="221967"/>
                  <a:pt x="414391" y="218421"/>
                </a:cubicBezTo>
                <a:cubicBezTo>
                  <a:pt x="415721" y="214875"/>
                  <a:pt x="416386" y="207615"/>
                  <a:pt x="416386" y="196645"/>
                </a:cubicBezTo>
                <a:lnTo>
                  <a:pt x="416386" y="50200"/>
                </a:lnTo>
                <a:cubicBezTo>
                  <a:pt x="416386" y="35904"/>
                  <a:pt x="414945" y="27094"/>
                  <a:pt x="412064" y="23770"/>
                </a:cubicBezTo>
                <a:cubicBezTo>
                  <a:pt x="408075" y="19338"/>
                  <a:pt x="401426" y="17120"/>
                  <a:pt x="392117" y="17120"/>
                </a:cubicBezTo>
                <a:lnTo>
                  <a:pt x="384138" y="17120"/>
                </a:lnTo>
                <a:lnTo>
                  <a:pt x="384138" y="10971"/>
                </a:lnTo>
                <a:lnTo>
                  <a:pt x="557845" y="10971"/>
                </a:lnTo>
                <a:lnTo>
                  <a:pt x="560338" y="60341"/>
                </a:lnTo>
                <a:lnTo>
                  <a:pt x="553855" y="60341"/>
                </a:lnTo>
                <a:cubicBezTo>
                  <a:pt x="551528" y="48482"/>
                  <a:pt x="548924" y="40336"/>
                  <a:pt x="546042" y="35904"/>
                </a:cubicBezTo>
                <a:cubicBezTo>
                  <a:pt x="543272" y="31472"/>
                  <a:pt x="539116" y="28091"/>
                  <a:pt x="533576" y="25766"/>
                </a:cubicBezTo>
                <a:cubicBezTo>
                  <a:pt x="529143" y="24102"/>
                  <a:pt x="521330" y="23273"/>
                  <a:pt x="510138" y="23273"/>
                </a:cubicBezTo>
                <a:lnTo>
                  <a:pt x="448301" y="23273"/>
                </a:lnTo>
                <a:moveTo>
                  <a:pt x="640293" y="111869"/>
                </a:moveTo>
                <a:cubicBezTo>
                  <a:pt x="658134" y="90371"/>
                  <a:pt x="675145" y="79622"/>
                  <a:pt x="691324" y="79622"/>
                </a:cubicBezTo>
                <a:cubicBezTo>
                  <a:pt x="699635" y="79622"/>
                  <a:pt x="706783" y="81729"/>
                  <a:pt x="712767" y="85939"/>
                </a:cubicBezTo>
                <a:cubicBezTo>
                  <a:pt x="718752" y="90039"/>
                  <a:pt x="723516" y="96856"/>
                  <a:pt x="727063" y="106384"/>
                </a:cubicBezTo>
                <a:cubicBezTo>
                  <a:pt x="729501" y="113033"/>
                  <a:pt x="730719" y="123229"/>
                  <a:pt x="730719" y="136971"/>
                </a:cubicBezTo>
                <a:lnTo>
                  <a:pt x="730719" y="201965"/>
                </a:lnTo>
                <a:cubicBezTo>
                  <a:pt x="730719" y="211607"/>
                  <a:pt x="731495" y="218143"/>
                  <a:pt x="733047" y="221578"/>
                </a:cubicBezTo>
                <a:cubicBezTo>
                  <a:pt x="734266" y="224349"/>
                  <a:pt x="736205" y="226510"/>
                  <a:pt x="738865" y="228063"/>
                </a:cubicBezTo>
                <a:cubicBezTo>
                  <a:pt x="741635" y="229613"/>
                  <a:pt x="746678" y="230388"/>
                  <a:pt x="753992" y="230388"/>
                </a:cubicBezTo>
                <a:lnTo>
                  <a:pt x="753992" y="236373"/>
                </a:lnTo>
                <a:lnTo>
                  <a:pt x="678691" y="236373"/>
                </a:lnTo>
                <a:lnTo>
                  <a:pt x="678691" y="230388"/>
                </a:lnTo>
                <a:lnTo>
                  <a:pt x="681849" y="230388"/>
                </a:lnTo>
                <a:cubicBezTo>
                  <a:pt x="688942" y="230388"/>
                  <a:pt x="693873" y="229338"/>
                  <a:pt x="696644" y="227231"/>
                </a:cubicBezTo>
                <a:cubicBezTo>
                  <a:pt x="699525" y="225014"/>
                  <a:pt x="701519" y="221800"/>
                  <a:pt x="702627" y="217589"/>
                </a:cubicBezTo>
                <a:cubicBezTo>
                  <a:pt x="703071" y="215928"/>
                  <a:pt x="703292" y="210718"/>
                  <a:pt x="703292" y="201965"/>
                </a:cubicBezTo>
                <a:lnTo>
                  <a:pt x="703292" y="139631"/>
                </a:lnTo>
                <a:cubicBezTo>
                  <a:pt x="703292" y="125779"/>
                  <a:pt x="701464" y="115748"/>
                  <a:pt x="697807" y="109544"/>
                </a:cubicBezTo>
                <a:cubicBezTo>
                  <a:pt x="694261" y="103227"/>
                  <a:pt x="688221" y="100067"/>
                  <a:pt x="679688" y="100067"/>
                </a:cubicBezTo>
                <a:cubicBezTo>
                  <a:pt x="666501" y="100067"/>
                  <a:pt x="653369" y="107270"/>
                  <a:pt x="640293" y="121679"/>
                </a:cubicBezTo>
                <a:lnTo>
                  <a:pt x="640293" y="201965"/>
                </a:lnTo>
                <a:cubicBezTo>
                  <a:pt x="640293" y="212271"/>
                  <a:pt x="640902" y="218643"/>
                  <a:pt x="642121" y="221081"/>
                </a:cubicBezTo>
                <a:cubicBezTo>
                  <a:pt x="643672" y="224295"/>
                  <a:pt x="645778" y="226677"/>
                  <a:pt x="648438" y="228228"/>
                </a:cubicBezTo>
                <a:cubicBezTo>
                  <a:pt x="651208" y="229670"/>
                  <a:pt x="656749" y="230388"/>
                  <a:pt x="665061" y="230388"/>
                </a:cubicBezTo>
                <a:lnTo>
                  <a:pt x="665061" y="236373"/>
                </a:lnTo>
                <a:lnTo>
                  <a:pt x="589760" y="236373"/>
                </a:lnTo>
                <a:lnTo>
                  <a:pt x="589760" y="230388"/>
                </a:lnTo>
                <a:lnTo>
                  <a:pt x="593084" y="230388"/>
                </a:lnTo>
                <a:cubicBezTo>
                  <a:pt x="600842" y="230388"/>
                  <a:pt x="606050" y="228449"/>
                  <a:pt x="608710" y="224571"/>
                </a:cubicBezTo>
                <a:cubicBezTo>
                  <a:pt x="611480" y="220582"/>
                  <a:pt x="612865" y="213047"/>
                  <a:pt x="612865" y="201965"/>
                </a:cubicBezTo>
                <a:lnTo>
                  <a:pt x="612865" y="145448"/>
                </a:lnTo>
                <a:cubicBezTo>
                  <a:pt x="612865" y="127164"/>
                  <a:pt x="612422" y="116026"/>
                  <a:pt x="611536" y="112037"/>
                </a:cubicBezTo>
                <a:cubicBezTo>
                  <a:pt x="610760" y="108048"/>
                  <a:pt x="609486" y="105331"/>
                  <a:pt x="607713" y="103891"/>
                </a:cubicBezTo>
                <a:cubicBezTo>
                  <a:pt x="606050" y="102452"/>
                  <a:pt x="603778" y="101731"/>
                  <a:pt x="600897" y="101731"/>
                </a:cubicBezTo>
                <a:cubicBezTo>
                  <a:pt x="597794" y="101731"/>
                  <a:pt x="594082" y="102563"/>
                  <a:pt x="589760" y="104224"/>
                </a:cubicBezTo>
                <a:lnTo>
                  <a:pt x="587267" y="98239"/>
                </a:lnTo>
                <a:lnTo>
                  <a:pt x="633145" y="79622"/>
                </a:lnTo>
                <a:lnTo>
                  <a:pt x="640293" y="79622"/>
                </a:lnTo>
                <a:lnTo>
                  <a:pt x="640293" y="111869"/>
                </a:lnTo>
                <a:moveTo>
                  <a:pt x="840595" y="79622"/>
                </a:moveTo>
                <a:cubicBezTo>
                  <a:pt x="863645" y="79622"/>
                  <a:pt x="882151" y="88378"/>
                  <a:pt x="896115" y="105887"/>
                </a:cubicBezTo>
                <a:cubicBezTo>
                  <a:pt x="907972" y="120847"/>
                  <a:pt x="913901" y="138024"/>
                  <a:pt x="913901" y="157416"/>
                </a:cubicBezTo>
                <a:cubicBezTo>
                  <a:pt x="913901" y="171046"/>
                  <a:pt x="910632" y="184845"/>
                  <a:pt x="904093" y="198805"/>
                </a:cubicBezTo>
                <a:cubicBezTo>
                  <a:pt x="897555" y="212768"/>
                  <a:pt x="888524" y="223296"/>
                  <a:pt x="876999" y="230388"/>
                </a:cubicBezTo>
                <a:cubicBezTo>
                  <a:pt x="865584" y="237481"/>
                  <a:pt x="852840" y="241027"/>
                  <a:pt x="838767" y="241027"/>
                </a:cubicBezTo>
                <a:cubicBezTo>
                  <a:pt x="815827" y="241027"/>
                  <a:pt x="797598" y="231884"/>
                  <a:pt x="784078" y="213600"/>
                </a:cubicBezTo>
                <a:cubicBezTo>
                  <a:pt x="772664" y="198198"/>
                  <a:pt x="766957" y="180910"/>
                  <a:pt x="766957" y="161737"/>
                </a:cubicBezTo>
                <a:cubicBezTo>
                  <a:pt x="766957" y="147774"/>
                  <a:pt x="770392" y="133924"/>
                  <a:pt x="777263" y="120183"/>
                </a:cubicBezTo>
                <a:cubicBezTo>
                  <a:pt x="784244" y="106330"/>
                  <a:pt x="793387" y="96135"/>
                  <a:pt x="804690" y="89596"/>
                </a:cubicBezTo>
                <a:cubicBezTo>
                  <a:pt x="815994" y="82947"/>
                  <a:pt x="827962" y="79622"/>
                  <a:pt x="840595" y="79622"/>
                </a:cubicBezTo>
                <a:moveTo>
                  <a:pt x="835442" y="90428"/>
                </a:moveTo>
                <a:cubicBezTo>
                  <a:pt x="829569" y="90428"/>
                  <a:pt x="823640" y="92200"/>
                  <a:pt x="817656" y="95746"/>
                </a:cubicBezTo>
                <a:cubicBezTo>
                  <a:pt x="811782" y="99181"/>
                  <a:pt x="807017" y="105277"/>
                  <a:pt x="803361" y="114030"/>
                </a:cubicBezTo>
                <a:cubicBezTo>
                  <a:pt x="799704" y="122786"/>
                  <a:pt x="797875" y="134035"/>
                  <a:pt x="797875" y="147774"/>
                </a:cubicBezTo>
                <a:cubicBezTo>
                  <a:pt x="797875" y="169939"/>
                  <a:pt x="802253" y="189055"/>
                  <a:pt x="811007" y="205122"/>
                </a:cubicBezTo>
                <a:cubicBezTo>
                  <a:pt x="819873" y="221192"/>
                  <a:pt x="831508" y="229227"/>
                  <a:pt x="845914" y="229227"/>
                </a:cubicBezTo>
                <a:cubicBezTo>
                  <a:pt x="856663" y="229227"/>
                  <a:pt x="865529" y="224792"/>
                  <a:pt x="872510" y="215928"/>
                </a:cubicBezTo>
                <a:cubicBezTo>
                  <a:pt x="879492" y="207062"/>
                  <a:pt x="882983" y="191824"/>
                  <a:pt x="882983" y="170215"/>
                </a:cubicBezTo>
                <a:cubicBezTo>
                  <a:pt x="882983" y="143177"/>
                  <a:pt x="877165" y="121900"/>
                  <a:pt x="865529" y="106384"/>
                </a:cubicBezTo>
                <a:cubicBezTo>
                  <a:pt x="857661" y="95746"/>
                  <a:pt x="847632" y="90428"/>
                  <a:pt x="835442" y="90428"/>
                </a:cubicBezTo>
                <a:moveTo>
                  <a:pt x="1069821" y="84111"/>
                </a:moveTo>
                <a:lnTo>
                  <a:pt x="1069821" y="176367"/>
                </a:lnTo>
                <a:cubicBezTo>
                  <a:pt x="1069821" y="193987"/>
                  <a:pt x="1070209" y="204790"/>
                  <a:pt x="1070985" y="208779"/>
                </a:cubicBezTo>
                <a:cubicBezTo>
                  <a:pt x="1071871" y="212658"/>
                  <a:pt x="1073201" y="215375"/>
                  <a:pt x="1074974" y="216925"/>
                </a:cubicBezTo>
                <a:cubicBezTo>
                  <a:pt x="1076858" y="218478"/>
                  <a:pt x="1079019" y="219253"/>
                  <a:pt x="1081457" y="219253"/>
                </a:cubicBezTo>
                <a:cubicBezTo>
                  <a:pt x="1084892" y="219253"/>
                  <a:pt x="1088771" y="218310"/>
                  <a:pt x="1093093" y="216425"/>
                </a:cubicBezTo>
                <a:lnTo>
                  <a:pt x="1095420" y="222245"/>
                </a:lnTo>
                <a:lnTo>
                  <a:pt x="1049874" y="241027"/>
                </a:lnTo>
                <a:lnTo>
                  <a:pt x="1042393" y="241027"/>
                </a:lnTo>
                <a:lnTo>
                  <a:pt x="1042393" y="208779"/>
                </a:lnTo>
                <a:cubicBezTo>
                  <a:pt x="1029317" y="222964"/>
                  <a:pt x="1019344" y="231884"/>
                  <a:pt x="1012473" y="235541"/>
                </a:cubicBezTo>
                <a:cubicBezTo>
                  <a:pt x="1005603" y="239198"/>
                  <a:pt x="998344" y="241027"/>
                  <a:pt x="990698" y="241027"/>
                </a:cubicBezTo>
                <a:cubicBezTo>
                  <a:pt x="982164" y="241027"/>
                  <a:pt x="974739" y="238591"/>
                  <a:pt x="968423" y="233713"/>
                </a:cubicBezTo>
                <a:cubicBezTo>
                  <a:pt x="962217" y="228727"/>
                  <a:pt x="957895" y="222356"/>
                  <a:pt x="955458" y="214597"/>
                </a:cubicBezTo>
                <a:cubicBezTo>
                  <a:pt x="953020" y="206840"/>
                  <a:pt x="951800" y="195869"/>
                  <a:pt x="951800" y="181685"/>
                </a:cubicBezTo>
                <a:lnTo>
                  <a:pt x="951800" y="113698"/>
                </a:lnTo>
                <a:cubicBezTo>
                  <a:pt x="951800" y="106495"/>
                  <a:pt x="951025" y="101509"/>
                  <a:pt x="949473" y="98738"/>
                </a:cubicBezTo>
                <a:cubicBezTo>
                  <a:pt x="947922" y="95967"/>
                  <a:pt x="945594" y="93863"/>
                  <a:pt x="942492" y="92421"/>
                </a:cubicBezTo>
                <a:cubicBezTo>
                  <a:pt x="939499" y="90871"/>
                  <a:pt x="934014" y="90150"/>
                  <a:pt x="926035" y="90260"/>
                </a:cubicBezTo>
                <a:lnTo>
                  <a:pt x="926035" y="84111"/>
                </a:lnTo>
                <a:lnTo>
                  <a:pt x="979394" y="84111"/>
                </a:lnTo>
                <a:lnTo>
                  <a:pt x="979394" y="186006"/>
                </a:lnTo>
                <a:cubicBezTo>
                  <a:pt x="979394" y="200191"/>
                  <a:pt x="981832" y="209500"/>
                  <a:pt x="986708" y="213932"/>
                </a:cubicBezTo>
                <a:cubicBezTo>
                  <a:pt x="991695" y="218367"/>
                  <a:pt x="997678" y="220582"/>
                  <a:pt x="1004660" y="220582"/>
                </a:cubicBezTo>
                <a:cubicBezTo>
                  <a:pt x="1009426" y="220582"/>
                  <a:pt x="1014800" y="219085"/>
                  <a:pt x="1020784" y="216093"/>
                </a:cubicBezTo>
                <a:cubicBezTo>
                  <a:pt x="1026879" y="213103"/>
                  <a:pt x="1034082" y="207394"/>
                  <a:pt x="1042393" y="198973"/>
                </a:cubicBezTo>
                <a:lnTo>
                  <a:pt x="1042393" y="112701"/>
                </a:lnTo>
                <a:cubicBezTo>
                  <a:pt x="1042393" y="104059"/>
                  <a:pt x="1040787" y="98239"/>
                  <a:pt x="1037573" y="95249"/>
                </a:cubicBezTo>
                <a:cubicBezTo>
                  <a:pt x="1034470" y="92146"/>
                  <a:pt x="1027932" y="90482"/>
                  <a:pt x="1017959" y="90260"/>
                </a:cubicBezTo>
                <a:lnTo>
                  <a:pt x="1017959" y="84111"/>
                </a:lnTo>
                <a:lnTo>
                  <a:pt x="1069821" y="84111"/>
                </a:lnTo>
                <a:moveTo>
                  <a:pt x="1147282" y="180853"/>
                </a:moveTo>
                <a:cubicBezTo>
                  <a:pt x="1137974" y="176310"/>
                  <a:pt x="1130826" y="169993"/>
                  <a:pt x="1125839" y="161904"/>
                </a:cubicBezTo>
                <a:cubicBezTo>
                  <a:pt x="1120852" y="153705"/>
                  <a:pt x="1118359" y="144673"/>
                  <a:pt x="1118359" y="134810"/>
                </a:cubicBezTo>
                <a:cubicBezTo>
                  <a:pt x="1118359" y="119740"/>
                  <a:pt x="1124011" y="106773"/>
                  <a:pt x="1135314" y="95913"/>
                </a:cubicBezTo>
                <a:cubicBezTo>
                  <a:pt x="1146728" y="85053"/>
                  <a:pt x="1161301" y="79622"/>
                  <a:pt x="1179031" y="79622"/>
                </a:cubicBezTo>
                <a:cubicBezTo>
                  <a:pt x="1193549" y="79622"/>
                  <a:pt x="1206126" y="83168"/>
                  <a:pt x="1216765" y="90260"/>
                </a:cubicBezTo>
                <a:lnTo>
                  <a:pt x="1249013" y="90260"/>
                </a:lnTo>
                <a:cubicBezTo>
                  <a:pt x="1253778" y="90260"/>
                  <a:pt x="1256549" y="90428"/>
                  <a:pt x="1257324" y="90760"/>
                </a:cubicBezTo>
                <a:cubicBezTo>
                  <a:pt x="1258100" y="90982"/>
                  <a:pt x="1258654" y="91424"/>
                  <a:pt x="1258986" y="92089"/>
                </a:cubicBezTo>
                <a:cubicBezTo>
                  <a:pt x="1259651" y="93085"/>
                  <a:pt x="1259983" y="94860"/>
                  <a:pt x="1259983" y="97409"/>
                </a:cubicBezTo>
                <a:cubicBezTo>
                  <a:pt x="1259983" y="100288"/>
                  <a:pt x="1259707" y="102284"/>
                  <a:pt x="1259153" y="103392"/>
                </a:cubicBezTo>
                <a:cubicBezTo>
                  <a:pt x="1258820" y="103948"/>
                  <a:pt x="1258210" y="104391"/>
                  <a:pt x="1257324" y="104723"/>
                </a:cubicBezTo>
                <a:cubicBezTo>
                  <a:pt x="1256549" y="105055"/>
                  <a:pt x="1253778" y="105220"/>
                  <a:pt x="1249013" y="105220"/>
                </a:cubicBezTo>
                <a:lnTo>
                  <a:pt x="1229232" y="105220"/>
                </a:lnTo>
                <a:cubicBezTo>
                  <a:pt x="1235438" y="113201"/>
                  <a:pt x="1238540" y="123397"/>
                  <a:pt x="1238540" y="135807"/>
                </a:cubicBezTo>
                <a:cubicBezTo>
                  <a:pt x="1238540" y="149991"/>
                  <a:pt x="1233111" y="162126"/>
                  <a:pt x="1222251" y="172211"/>
                </a:cubicBezTo>
                <a:cubicBezTo>
                  <a:pt x="1211390" y="182295"/>
                  <a:pt x="1196818" y="187338"/>
                  <a:pt x="1178533" y="187338"/>
                </a:cubicBezTo>
                <a:cubicBezTo>
                  <a:pt x="1170997" y="187338"/>
                  <a:pt x="1163296" y="186228"/>
                  <a:pt x="1155428" y="184013"/>
                </a:cubicBezTo>
                <a:cubicBezTo>
                  <a:pt x="1150551" y="188224"/>
                  <a:pt x="1147227" y="191937"/>
                  <a:pt x="1145454" y="195148"/>
                </a:cubicBezTo>
                <a:cubicBezTo>
                  <a:pt x="1143791" y="198252"/>
                  <a:pt x="1142961" y="200912"/>
                  <a:pt x="1142961" y="203129"/>
                </a:cubicBezTo>
                <a:cubicBezTo>
                  <a:pt x="1142961" y="205012"/>
                  <a:pt x="1143847" y="206840"/>
                  <a:pt x="1145620" y="208615"/>
                </a:cubicBezTo>
                <a:cubicBezTo>
                  <a:pt x="1147504" y="210386"/>
                  <a:pt x="1151106" y="211661"/>
                  <a:pt x="1156425" y="212436"/>
                </a:cubicBezTo>
                <a:cubicBezTo>
                  <a:pt x="1159527" y="212879"/>
                  <a:pt x="1167285" y="213268"/>
                  <a:pt x="1179696" y="213600"/>
                </a:cubicBezTo>
                <a:cubicBezTo>
                  <a:pt x="1202525" y="214154"/>
                  <a:pt x="1217319" y="214932"/>
                  <a:pt x="1224079" y="215928"/>
                </a:cubicBezTo>
                <a:cubicBezTo>
                  <a:pt x="1234385" y="217368"/>
                  <a:pt x="1242586" y="221192"/>
                  <a:pt x="1248681" y="227399"/>
                </a:cubicBezTo>
                <a:cubicBezTo>
                  <a:pt x="1254886" y="233602"/>
                  <a:pt x="1257989" y="241251"/>
                  <a:pt x="1257989" y="250336"/>
                </a:cubicBezTo>
                <a:cubicBezTo>
                  <a:pt x="1257989" y="262860"/>
                  <a:pt x="1252116" y="274606"/>
                  <a:pt x="1240369" y="285576"/>
                </a:cubicBezTo>
                <a:cubicBezTo>
                  <a:pt x="1223081" y="301757"/>
                  <a:pt x="1200530" y="309846"/>
                  <a:pt x="1172715" y="309846"/>
                </a:cubicBezTo>
                <a:cubicBezTo>
                  <a:pt x="1151327" y="309846"/>
                  <a:pt x="1133264" y="305025"/>
                  <a:pt x="1118525" y="295383"/>
                </a:cubicBezTo>
                <a:cubicBezTo>
                  <a:pt x="1110214" y="289844"/>
                  <a:pt x="1106059" y="284080"/>
                  <a:pt x="1106059" y="278095"/>
                </a:cubicBezTo>
                <a:cubicBezTo>
                  <a:pt x="1106059" y="275438"/>
                  <a:pt x="1106668" y="272777"/>
                  <a:pt x="1107887" y="270117"/>
                </a:cubicBezTo>
                <a:cubicBezTo>
                  <a:pt x="1109771" y="266017"/>
                  <a:pt x="1113649" y="260310"/>
                  <a:pt x="1119523" y="252997"/>
                </a:cubicBezTo>
                <a:cubicBezTo>
                  <a:pt x="1120298" y="252000"/>
                  <a:pt x="1125950" y="246015"/>
                  <a:pt x="1136478" y="235044"/>
                </a:cubicBezTo>
                <a:cubicBezTo>
                  <a:pt x="1130715" y="231609"/>
                  <a:pt x="1126615" y="228560"/>
                  <a:pt x="1124177" y="225902"/>
                </a:cubicBezTo>
                <a:cubicBezTo>
                  <a:pt x="1121850" y="223131"/>
                  <a:pt x="1120686" y="220028"/>
                  <a:pt x="1120686" y="216593"/>
                </a:cubicBezTo>
                <a:cubicBezTo>
                  <a:pt x="1120686" y="212714"/>
                  <a:pt x="1122238" y="208172"/>
                  <a:pt x="1125341" y="202962"/>
                </a:cubicBezTo>
                <a:cubicBezTo>
                  <a:pt x="1128554" y="197755"/>
                  <a:pt x="1135869" y="190384"/>
                  <a:pt x="1147282" y="180853"/>
                </a:cubicBezTo>
                <a:moveTo>
                  <a:pt x="1176205" y="87600"/>
                </a:moveTo>
                <a:cubicBezTo>
                  <a:pt x="1168005" y="87600"/>
                  <a:pt x="1161134" y="90871"/>
                  <a:pt x="1155594" y="97409"/>
                </a:cubicBezTo>
                <a:cubicBezTo>
                  <a:pt x="1150053" y="103948"/>
                  <a:pt x="1147282" y="113976"/>
                  <a:pt x="1147282" y="127496"/>
                </a:cubicBezTo>
                <a:cubicBezTo>
                  <a:pt x="1147282" y="145006"/>
                  <a:pt x="1151050" y="158580"/>
                  <a:pt x="1158586" y="168222"/>
                </a:cubicBezTo>
                <a:cubicBezTo>
                  <a:pt x="1164348" y="175535"/>
                  <a:pt x="1171662" y="179192"/>
                  <a:pt x="1180527" y="179192"/>
                </a:cubicBezTo>
                <a:cubicBezTo>
                  <a:pt x="1188950" y="179192"/>
                  <a:pt x="1195876" y="176032"/>
                  <a:pt x="1201306" y="169718"/>
                </a:cubicBezTo>
                <a:cubicBezTo>
                  <a:pt x="1206736" y="163401"/>
                  <a:pt x="1209451" y="153483"/>
                  <a:pt x="1209451" y="139963"/>
                </a:cubicBezTo>
                <a:cubicBezTo>
                  <a:pt x="1209451" y="122343"/>
                  <a:pt x="1205628" y="108545"/>
                  <a:pt x="1197981" y="98574"/>
                </a:cubicBezTo>
                <a:cubicBezTo>
                  <a:pt x="1192330" y="91257"/>
                  <a:pt x="1185071" y="87600"/>
                  <a:pt x="1176205" y="87600"/>
                </a:cubicBezTo>
                <a:moveTo>
                  <a:pt x="1145620" y="236373"/>
                </a:moveTo>
                <a:cubicBezTo>
                  <a:pt x="1140412" y="242026"/>
                  <a:pt x="1136478" y="247290"/>
                  <a:pt x="1133818" y="252165"/>
                </a:cubicBezTo>
                <a:cubicBezTo>
                  <a:pt x="1131158" y="257042"/>
                  <a:pt x="1129829" y="261528"/>
                  <a:pt x="1129829" y="265628"/>
                </a:cubicBezTo>
                <a:cubicBezTo>
                  <a:pt x="1129829" y="270949"/>
                  <a:pt x="1133042" y="275602"/>
                  <a:pt x="1139470" y="279591"/>
                </a:cubicBezTo>
                <a:cubicBezTo>
                  <a:pt x="1150551" y="286462"/>
                  <a:pt x="1166564" y="289897"/>
                  <a:pt x="1187509" y="289897"/>
                </a:cubicBezTo>
                <a:cubicBezTo>
                  <a:pt x="1207456" y="289897"/>
                  <a:pt x="1222140" y="286351"/>
                  <a:pt x="1231559" y="279259"/>
                </a:cubicBezTo>
                <a:cubicBezTo>
                  <a:pt x="1241089" y="272278"/>
                  <a:pt x="1245854" y="264799"/>
                  <a:pt x="1245854" y="256818"/>
                </a:cubicBezTo>
                <a:cubicBezTo>
                  <a:pt x="1245854" y="251057"/>
                  <a:pt x="1243028" y="246958"/>
                  <a:pt x="1237377" y="244519"/>
                </a:cubicBezTo>
                <a:cubicBezTo>
                  <a:pt x="1231614" y="242080"/>
                  <a:pt x="1220200" y="240641"/>
                  <a:pt x="1203134" y="240198"/>
                </a:cubicBezTo>
                <a:cubicBezTo>
                  <a:pt x="1178201" y="239533"/>
                  <a:pt x="1159029" y="238258"/>
                  <a:pt x="1145620" y="236373"/>
                </a:cubicBezTo>
                <a:moveTo>
                  <a:pt x="1321487" y="0"/>
                </a:moveTo>
                <a:lnTo>
                  <a:pt x="1321487" y="111373"/>
                </a:lnTo>
                <a:cubicBezTo>
                  <a:pt x="1333788" y="97852"/>
                  <a:pt x="1343540" y="89207"/>
                  <a:pt x="1350743" y="85439"/>
                </a:cubicBezTo>
                <a:cubicBezTo>
                  <a:pt x="1357946" y="81561"/>
                  <a:pt x="1365149" y="79622"/>
                  <a:pt x="1372352" y="79622"/>
                </a:cubicBezTo>
                <a:cubicBezTo>
                  <a:pt x="1380996" y="79622"/>
                  <a:pt x="1388421" y="82004"/>
                  <a:pt x="1394627" y="86771"/>
                </a:cubicBezTo>
                <a:cubicBezTo>
                  <a:pt x="1400832" y="91535"/>
                  <a:pt x="1405432" y="99016"/>
                  <a:pt x="1408424" y="109212"/>
                </a:cubicBezTo>
                <a:cubicBezTo>
                  <a:pt x="1410530" y="116304"/>
                  <a:pt x="1411582" y="129268"/>
                  <a:pt x="1411582" y="148109"/>
                </a:cubicBezTo>
                <a:lnTo>
                  <a:pt x="1411582" y="201965"/>
                </a:lnTo>
                <a:cubicBezTo>
                  <a:pt x="1411582" y="211607"/>
                  <a:pt x="1412358" y="218200"/>
                  <a:pt x="1413909" y="221746"/>
                </a:cubicBezTo>
                <a:cubicBezTo>
                  <a:pt x="1415018" y="224406"/>
                  <a:pt x="1416901" y="226510"/>
                  <a:pt x="1419561" y="228063"/>
                </a:cubicBezTo>
                <a:cubicBezTo>
                  <a:pt x="1422221" y="229613"/>
                  <a:pt x="1427096" y="230388"/>
                  <a:pt x="1434188" y="230388"/>
                </a:cubicBezTo>
                <a:lnTo>
                  <a:pt x="1434188" y="236373"/>
                </a:lnTo>
                <a:lnTo>
                  <a:pt x="1359387" y="236373"/>
                </a:lnTo>
                <a:lnTo>
                  <a:pt x="1359387" y="230388"/>
                </a:lnTo>
                <a:lnTo>
                  <a:pt x="1362877" y="230388"/>
                </a:lnTo>
                <a:cubicBezTo>
                  <a:pt x="1369970" y="230388"/>
                  <a:pt x="1374901" y="229338"/>
                  <a:pt x="1377672" y="227231"/>
                </a:cubicBezTo>
                <a:cubicBezTo>
                  <a:pt x="1380442" y="225014"/>
                  <a:pt x="1382381" y="221800"/>
                  <a:pt x="1383490" y="217589"/>
                </a:cubicBezTo>
                <a:cubicBezTo>
                  <a:pt x="1383822" y="215818"/>
                  <a:pt x="1383988" y="210608"/>
                  <a:pt x="1383988" y="201965"/>
                </a:cubicBezTo>
                <a:lnTo>
                  <a:pt x="1383988" y="148109"/>
                </a:lnTo>
                <a:cubicBezTo>
                  <a:pt x="1383988" y="131485"/>
                  <a:pt x="1383102" y="120569"/>
                  <a:pt x="1381329" y="115362"/>
                </a:cubicBezTo>
                <a:cubicBezTo>
                  <a:pt x="1379666" y="110152"/>
                  <a:pt x="1376951" y="106273"/>
                  <a:pt x="1373184" y="103724"/>
                </a:cubicBezTo>
                <a:cubicBezTo>
                  <a:pt x="1369416" y="101066"/>
                  <a:pt x="1364873" y="99735"/>
                  <a:pt x="1359553" y="99735"/>
                </a:cubicBezTo>
                <a:cubicBezTo>
                  <a:pt x="1354123" y="99735"/>
                  <a:pt x="1348471" y="101177"/>
                  <a:pt x="1342598" y="104059"/>
                </a:cubicBezTo>
                <a:cubicBezTo>
                  <a:pt x="1336725" y="106938"/>
                  <a:pt x="1329688" y="112758"/>
                  <a:pt x="1321487" y="121511"/>
                </a:cubicBezTo>
                <a:lnTo>
                  <a:pt x="1321487" y="201965"/>
                </a:lnTo>
                <a:cubicBezTo>
                  <a:pt x="1321487" y="212382"/>
                  <a:pt x="1322041" y="218864"/>
                  <a:pt x="1323149" y="221414"/>
                </a:cubicBezTo>
                <a:cubicBezTo>
                  <a:pt x="1324369" y="223963"/>
                  <a:pt x="1326530" y="226124"/>
                  <a:pt x="1329633" y="227895"/>
                </a:cubicBezTo>
                <a:cubicBezTo>
                  <a:pt x="1332846" y="229559"/>
                  <a:pt x="1338332" y="230388"/>
                  <a:pt x="1346089" y="230388"/>
                </a:cubicBezTo>
                <a:lnTo>
                  <a:pt x="1346089" y="236373"/>
                </a:lnTo>
                <a:lnTo>
                  <a:pt x="1270622" y="236373"/>
                </a:lnTo>
                <a:lnTo>
                  <a:pt x="1270622" y="230388"/>
                </a:lnTo>
                <a:cubicBezTo>
                  <a:pt x="1277382" y="230388"/>
                  <a:pt x="1282701" y="229338"/>
                  <a:pt x="1286580" y="227231"/>
                </a:cubicBezTo>
                <a:cubicBezTo>
                  <a:pt x="1288796" y="226124"/>
                  <a:pt x="1290569" y="224017"/>
                  <a:pt x="1291899" y="220914"/>
                </a:cubicBezTo>
                <a:cubicBezTo>
                  <a:pt x="1293229" y="217811"/>
                  <a:pt x="1293894" y="211496"/>
                  <a:pt x="1293894" y="201965"/>
                </a:cubicBezTo>
                <a:lnTo>
                  <a:pt x="1293894" y="64163"/>
                </a:lnTo>
                <a:cubicBezTo>
                  <a:pt x="1293894" y="46764"/>
                  <a:pt x="1293450" y="36072"/>
                  <a:pt x="1292564" y="32083"/>
                </a:cubicBezTo>
                <a:cubicBezTo>
                  <a:pt x="1291789" y="28091"/>
                  <a:pt x="1290514" y="25377"/>
                  <a:pt x="1288741" y="23937"/>
                </a:cubicBezTo>
                <a:cubicBezTo>
                  <a:pt x="1287078" y="22495"/>
                  <a:pt x="1284807" y="21777"/>
                  <a:pt x="1281925" y="21777"/>
                </a:cubicBezTo>
                <a:cubicBezTo>
                  <a:pt x="1279599" y="21777"/>
                  <a:pt x="1275830" y="22662"/>
                  <a:pt x="1270622" y="24434"/>
                </a:cubicBezTo>
                <a:lnTo>
                  <a:pt x="1268295" y="18617"/>
                </a:lnTo>
                <a:lnTo>
                  <a:pt x="1313841" y="0"/>
                </a:lnTo>
                <a:lnTo>
                  <a:pt x="1321487" y="0"/>
                </a:lnTo>
                <a:moveTo>
                  <a:pt x="1632164" y="22941"/>
                </a:moveTo>
                <a:lnTo>
                  <a:pt x="1605568" y="112202"/>
                </a:lnTo>
                <a:lnTo>
                  <a:pt x="1635156" y="112202"/>
                </a:lnTo>
                <a:cubicBezTo>
                  <a:pt x="1648454" y="112202"/>
                  <a:pt x="1658372" y="110152"/>
                  <a:pt x="1664910" y="106052"/>
                </a:cubicBezTo>
                <a:cubicBezTo>
                  <a:pt x="1671560" y="101952"/>
                  <a:pt x="1678375" y="93196"/>
                  <a:pt x="1685357" y="79790"/>
                </a:cubicBezTo>
                <a:lnTo>
                  <a:pt x="1691673" y="79790"/>
                </a:lnTo>
                <a:lnTo>
                  <a:pt x="1668235" y="161904"/>
                </a:lnTo>
                <a:lnTo>
                  <a:pt x="1661586" y="161904"/>
                </a:lnTo>
                <a:cubicBezTo>
                  <a:pt x="1663248" y="155255"/>
                  <a:pt x="1664080" y="149770"/>
                  <a:pt x="1664080" y="145448"/>
                </a:cubicBezTo>
                <a:cubicBezTo>
                  <a:pt x="1664080" y="138688"/>
                  <a:pt x="1661808" y="133478"/>
                  <a:pt x="1657264" y="129822"/>
                </a:cubicBezTo>
                <a:cubicBezTo>
                  <a:pt x="1652831" y="126054"/>
                  <a:pt x="1644465" y="124172"/>
                  <a:pt x="1632164" y="124172"/>
                </a:cubicBezTo>
                <a:lnTo>
                  <a:pt x="1602243" y="124172"/>
                </a:lnTo>
                <a:lnTo>
                  <a:pt x="1582629" y="192159"/>
                </a:lnTo>
                <a:cubicBezTo>
                  <a:pt x="1579083" y="204237"/>
                  <a:pt x="1577309" y="212271"/>
                  <a:pt x="1577309" y="216260"/>
                </a:cubicBezTo>
                <a:cubicBezTo>
                  <a:pt x="1577309" y="220360"/>
                  <a:pt x="1578805" y="223517"/>
                  <a:pt x="1581797" y="225735"/>
                </a:cubicBezTo>
                <a:cubicBezTo>
                  <a:pt x="1584901" y="227952"/>
                  <a:pt x="1592381" y="229448"/>
                  <a:pt x="1604238" y="230224"/>
                </a:cubicBezTo>
                <a:lnTo>
                  <a:pt x="1602243" y="236373"/>
                </a:lnTo>
                <a:lnTo>
                  <a:pt x="1513146" y="236373"/>
                </a:lnTo>
                <a:lnTo>
                  <a:pt x="1515307" y="230224"/>
                </a:lnTo>
                <a:cubicBezTo>
                  <a:pt x="1523951" y="230002"/>
                  <a:pt x="1529713" y="229227"/>
                  <a:pt x="1532594" y="227895"/>
                </a:cubicBezTo>
                <a:cubicBezTo>
                  <a:pt x="1537027" y="226013"/>
                  <a:pt x="1540296" y="223463"/>
                  <a:pt x="1542402" y="220250"/>
                </a:cubicBezTo>
                <a:cubicBezTo>
                  <a:pt x="1545394" y="215707"/>
                  <a:pt x="1548940" y="206343"/>
                  <a:pt x="1553040" y="192159"/>
                </a:cubicBezTo>
                <a:lnTo>
                  <a:pt x="1592768" y="56352"/>
                </a:lnTo>
                <a:cubicBezTo>
                  <a:pt x="1595982" y="45379"/>
                  <a:pt x="1597589" y="36790"/>
                  <a:pt x="1597589" y="30587"/>
                </a:cubicBezTo>
                <a:cubicBezTo>
                  <a:pt x="1597589" y="27705"/>
                  <a:pt x="1596869" y="25266"/>
                  <a:pt x="1595428" y="23273"/>
                </a:cubicBezTo>
                <a:cubicBezTo>
                  <a:pt x="1593988" y="21166"/>
                  <a:pt x="1591826" y="19616"/>
                  <a:pt x="1588945" y="18617"/>
                </a:cubicBezTo>
                <a:cubicBezTo>
                  <a:pt x="1586175" y="17620"/>
                  <a:pt x="1580579" y="17120"/>
                  <a:pt x="1572156" y="17120"/>
                </a:cubicBezTo>
                <a:lnTo>
                  <a:pt x="1574151" y="10971"/>
                </a:lnTo>
                <a:lnTo>
                  <a:pt x="1749021" y="10971"/>
                </a:lnTo>
                <a:lnTo>
                  <a:pt x="1732398" y="67987"/>
                </a:lnTo>
                <a:lnTo>
                  <a:pt x="1726082" y="67987"/>
                </a:lnTo>
                <a:cubicBezTo>
                  <a:pt x="1727301" y="61116"/>
                  <a:pt x="1727910" y="55463"/>
                  <a:pt x="1727910" y="51031"/>
                </a:cubicBezTo>
                <a:cubicBezTo>
                  <a:pt x="1727910" y="43718"/>
                  <a:pt x="1725860" y="37954"/>
                  <a:pt x="1721760" y="33744"/>
                </a:cubicBezTo>
                <a:cubicBezTo>
                  <a:pt x="1717770" y="29422"/>
                  <a:pt x="1712617" y="26376"/>
                  <a:pt x="1706301" y="24602"/>
                </a:cubicBezTo>
                <a:cubicBezTo>
                  <a:pt x="1701868" y="23494"/>
                  <a:pt x="1691950" y="22941"/>
                  <a:pt x="1676547" y="22941"/>
                </a:cubicBezTo>
                <a:lnTo>
                  <a:pt x="1632164" y="22941"/>
                </a:lnTo>
                <a:moveTo>
                  <a:pt x="1747359" y="95249"/>
                </a:moveTo>
                <a:lnTo>
                  <a:pt x="1804707" y="85939"/>
                </a:lnTo>
                <a:lnTo>
                  <a:pt x="1780770" y="166725"/>
                </a:lnTo>
                <a:cubicBezTo>
                  <a:pt x="1800163" y="133589"/>
                  <a:pt x="1817783" y="110430"/>
                  <a:pt x="1833630" y="97242"/>
                </a:cubicBezTo>
                <a:cubicBezTo>
                  <a:pt x="1842606" y="89707"/>
                  <a:pt x="1849920" y="85939"/>
                  <a:pt x="1855572" y="85939"/>
                </a:cubicBezTo>
                <a:cubicBezTo>
                  <a:pt x="1859229" y="85939"/>
                  <a:pt x="1862110" y="87046"/>
                  <a:pt x="1864216" y="89264"/>
                </a:cubicBezTo>
                <a:cubicBezTo>
                  <a:pt x="1866321" y="91368"/>
                  <a:pt x="1867374" y="94471"/>
                  <a:pt x="1867374" y="98574"/>
                </a:cubicBezTo>
                <a:cubicBezTo>
                  <a:pt x="1867374" y="105887"/>
                  <a:pt x="1865490" y="112869"/>
                  <a:pt x="1861722" y="119515"/>
                </a:cubicBezTo>
                <a:cubicBezTo>
                  <a:pt x="1859063" y="124504"/>
                  <a:pt x="1855239" y="126997"/>
                  <a:pt x="1850253" y="126997"/>
                </a:cubicBezTo>
                <a:cubicBezTo>
                  <a:pt x="1847704" y="126997"/>
                  <a:pt x="1845487" y="126165"/>
                  <a:pt x="1843603" y="124504"/>
                </a:cubicBezTo>
                <a:cubicBezTo>
                  <a:pt x="1841830" y="122840"/>
                  <a:pt x="1840722" y="120293"/>
                  <a:pt x="1840279" y="116858"/>
                </a:cubicBezTo>
                <a:cubicBezTo>
                  <a:pt x="1840057" y="114751"/>
                  <a:pt x="1839559" y="113366"/>
                  <a:pt x="1838783" y="112701"/>
                </a:cubicBezTo>
                <a:cubicBezTo>
                  <a:pt x="1837897" y="111815"/>
                  <a:pt x="1836844" y="111373"/>
                  <a:pt x="1835625" y="111373"/>
                </a:cubicBezTo>
                <a:cubicBezTo>
                  <a:pt x="1833741" y="111373"/>
                  <a:pt x="1831968" y="111815"/>
                  <a:pt x="1830305" y="112701"/>
                </a:cubicBezTo>
                <a:cubicBezTo>
                  <a:pt x="1827424" y="114252"/>
                  <a:pt x="1823047" y="118576"/>
                  <a:pt x="1817173" y="125668"/>
                </a:cubicBezTo>
                <a:cubicBezTo>
                  <a:pt x="1807976" y="136528"/>
                  <a:pt x="1798003" y="150602"/>
                  <a:pt x="1787253" y="167889"/>
                </a:cubicBezTo>
                <a:cubicBezTo>
                  <a:pt x="1782599" y="175203"/>
                  <a:pt x="1778610" y="183459"/>
                  <a:pt x="1775285" y="192656"/>
                </a:cubicBezTo>
                <a:cubicBezTo>
                  <a:pt x="1770630" y="205290"/>
                  <a:pt x="1767971" y="212879"/>
                  <a:pt x="1767306" y="215429"/>
                </a:cubicBezTo>
                <a:lnTo>
                  <a:pt x="1761986" y="236373"/>
                </a:lnTo>
                <a:lnTo>
                  <a:pt x="1736554" y="236373"/>
                </a:lnTo>
                <a:lnTo>
                  <a:pt x="1767306" y="133146"/>
                </a:lnTo>
                <a:cubicBezTo>
                  <a:pt x="1770851" y="121179"/>
                  <a:pt x="1772625" y="112645"/>
                  <a:pt x="1772625" y="107548"/>
                </a:cubicBezTo>
                <a:cubicBezTo>
                  <a:pt x="1772625" y="105552"/>
                  <a:pt x="1771794" y="103891"/>
                  <a:pt x="1770132" y="102563"/>
                </a:cubicBezTo>
                <a:cubicBezTo>
                  <a:pt x="1767916" y="100788"/>
                  <a:pt x="1764979" y="99902"/>
                  <a:pt x="1761322" y="99902"/>
                </a:cubicBezTo>
                <a:cubicBezTo>
                  <a:pt x="1758994" y="99902"/>
                  <a:pt x="1754728" y="100402"/>
                  <a:pt x="1748522" y="101399"/>
                </a:cubicBezTo>
                <a:lnTo>
                  <a:pt x="1747359" y="95249"/>
                </a:lnTo>
                <a:moveTo>
                  <a:pt x="1890147" y="173707"/>
                </a:moveTo>
                <a:cubicBezTo>
                  <a:pt x="1889371" y="179246"/>
                  <a:pt x="1888983" y="183846"/>
                  <a:pt x="1888983" y="187502"/>
                </a:cubicBezTo>
                <a:cubicBezTo>
                  <a:pt x="1888983" y="197366"/>
                  <a:pt x="1892474" y="205787"/>
                  <a:pt x="1899456" y="212768"/>
                </a:cubicBezTo>
                <a:cubicBezTo>
                  <a:pt x="1906437" y="219639"/>
                  <a:pt x="1914914" y="223074"/>
                  <a:pt x="1924888" y="223074"/>
                </a:cubicBezTo>
                <a:cubicBezTo>
                  <a:pt x="1932867" y="223074"/>
                  <a:pt x="1940514" y="221468"/>
                  <a:pt x="1947828" y="218254"/>
                </a:cubicBezTo>
                <a:cubicBezTo>
                  <a:pt x="1955252" y="214932"/>
                  <a:pt x="1966223" y="207672"/>
                  <a:pt x="1980740" y="196480"/>
                </a:cubicBezTo>
                <a:lnTo>
                  <a:pt x="1984231" y="201301"/>
                </a:lnTo>
                <a:cubicBezTo>
                  <a:pt x="1957967" y="227342"/>
                  <a:pt x="1932923" y="240362"/>
                  <a:pt x="1909097" y="240362"/>
                </a:cubicBezTo>
                <a:cubicBezTo>
                  <a:pt x="1892918" y="240362"/>
                  <a:pt x="1880728" y="235266"/>
                  <a:pt x="1872527" y="225070"/>
                </a:cubicBezTo>
                <a:cubicBezTo>
                  <a:pt x="1864327" y="214875"/>
                  <a:pt x="1860226" y="203626"/>
                  <a:pt x="1860226" y="191327"/>
                </a:cubicBezTo>
                <a:cubicBezTo>
                  <a:pt x="1860226" y="174814"/>
                  <a:pt x="1865324" y="157915"/>
                  <a:pt x="1875519" y="140628"/>
                </a:cubicBezTo>
                <a:cubicBezTo>
                  <a:pt x="1885714" y="123340"/>
                  <a:pt x="1898514" y="109930"/>
                  <a:pt x="1913917" y="100402"/>
                </a:cubicBezTo>
                <a:cubicBezTo>
                  <a:pt x="1929321" y="90760"/>
                  <a:pt x="1945168" y="85939"/>
                  <a:pt x="1961458" y="85939"/>
                </a:cubicBezTo>
                <a:cubicBezTo>
                  <a:pt x="1973204" y="85939"/>
                  <a:pt x="1981903" y="88321"/>
                  <a:pt x="1987556" y="93085"/>
                </a:cubicBezTo>
                <a:cubicBezTo>
                  <a:pt x="1993207" y="97852"/>
                  <a:pt x="1996033" y="103502"/>
                  <a:pt x="1996033" y="110041"/>
                </a:cubicBezTo>
                <a:cubicBezTo>
                  <a:pt x="1996033" y="119240"/>
                  <a:pt x="1992376" y="128050"/>
                  <a:pt x="1985062" y="136471"/>
                </a:cubicBezTo>
                <a:cubicBezTo>
                  <a:pt x="1975421" y="147442"/>
                  <a:pt x="1961236" y="156308"/>
                  <a:pt x="1942508" y="163068"/>
                </a:cubicBezTo>
                <a:cubicBezTo>
                  <a:pt x="1930097" y="167611"/>
                  <a:pt x="1912643" y="171157"/>
                  <a:pt x="1890147" y="173707"/>
                </a:cubicBezTo>
                <a:moveTo>
                  <a:pt x="1891311" y="165561"/>
                </a:moveTo>
                <a:cubicBezTo>
                  <a:pt x="1907711" y="163676"/>
                  <a:pt x="1921065" y="160465"/>
                  <a:pt x="1931371" y="155919"/>
                </a:cubicBezTo>
                <a:cubicBezTo>
                  <a:pt x="1945001" y="149826"/>
                  <a:pt x="1955197" y="142567"/>
                  <a:pt x="1961957" y="134146"/>
                </a:cubicBezTo>
                <a:cubicBezTo>
                  <a:pt x="1968828" y="125611"/>
                  <a:pt x="1972263" y="117522"/>
                  <a:pt x="1972263" y="109876"/>
                </a:cubicBezTo>
                <a:cubicBezTo>
                  <a:pt x="1972263" y="105220"/>
                  <a:pt x="1970767" y="101452"/>
                  <a:pt x="1967774" y="98574"/>
                </a:cubicBezTo>
                <a:cubicBezTo>
                  <a:pt x="1964893" y="95692"/>
                  <a:pt x="1960737" y="94249"/>
                  <a:pt x="1955307" y="94249"/>
                </a:cubicBezTo>
                <a:cubicBezTo>
                  <a:pt x="1944004" y="94249"/>
                  <a:pt x="1931981" y="100288"/>
                  <a:pt x="1919236" y="112369"/>
                </a:cubicBezTo>
                <a:cubicBezTo>
                  <a:pt x="1906603" y="124336"/>
                  <a:pt x="1897294" y="142067"/>
                  <a:pt x="1891311" y="165561"/>
                </a:cubicBezTo>
                <a:moveTo>
                  <a:pt x="2041413" y="173707"/>
                </a:moveTo>
                <a:cubicBezTo>
                  <a:pt x="2040637" y="179246"/>
                  <a:pt x="2040249" y="183846"/>
                  <a:pt x="2040249" y="187502"/>
                </a:cubicBezTo>
                <a:cubicBezTo>
                  <a:pt x="2040249" y="197366"/>
                  <a:pt x="2043739" y="205787"/>
                  <a:pt x="2050721" y="212768"/>
                </a:cubicBezTo>
                <a:cubicBezTo>
                  <a:pt x="2057703" y="219639"/>
                  <a:pt x="2066180" y="223074"/>
                  <a:pt x="2076154" y="223074"/>
                </a:cubicBezTo>
                <a:cubicBezTo>
                  <a:pt x="2084132" y="223074"/>
                  <a:pt x="2091779" y="221468"/>
                  <a:pt x="2099094" y="218254"/>
                </a:cubicBezTo>
                <a:cubicBezTo>
                  <a:pt x="2106518" y="214932"/>
                  <a:pt x="2117489" y="207672"/>
                  <a:pt x="2132006" y="196480"/>
                </a:cubicBezTo>
                <a:lnTo>
                  <a:pt x="2135497" y="201301"/>
                </a:lnTo>
                <a:cubicBezTo>
                  <a:pt x="2109233" y="227342"/>
                  <a:pt x="2084188" y="240362"/>
                  <a:pt x="2060363" y="240362"/>
                </a:cubicBezTo>
                <a:cubicBezTo>
                  <a:pt x="2044183" y="240362"/>
                  <a:pt x="2031993" y="235266"/>
                  <a:pt x="2023793" y="225070"/>
                </a:cubicBezTo>
                <a:cubicBezTo>
                  <a:pt x="2015592" y="214875"/>
                  <a:pt x="2011492" y="203626"/>
                  <a:pt x="2011492" y="191327"/>
                </a:cubicBezTo>
                <a:cubicBezTo>
                  <a:pt x="2011492" y="174814"/>
                  <a:pt x="2016590" y="157915"/>
                  <a:pt x="2026785" y="140628"/>
                </a:cubicBezTo>
                <a:cubicBezTo>
                  <a:pt x="2036980" y="123340"/>
                  <a:pt x="2049780" y="109930"/>
                  <a:pt x="2065183" y="100402"/>
                </a:cubicBezTo>
                <a:cubicBezTo>
                  <a:pt x="2080586" y="90760"/>
                  <a:pt x="2096433" y="85939"/>
                  <a:pt x="2112724" y="85939"/>
                </a:cubicBezTo>
                <a:cubicBezTo>
                  <a:pt x="2124470" y="85939"/>
                  <a:pt x="2133169" y="88321"/>
                  <a:pt x="2138821" y="93085"/>
                </a:cubicBezTo>
                <a:cubicBezTo>
                  <a:pt x="2144473" y="97852"/>
                  <a:pt x="2147299" y="103502"/>
                  <a:pt x="2147299" y="110041"/>
                </a:cubicBezTo>
                <a:cubicBezTo>
                  <a:pt x="2147299" y="119240"/>
                  <a:pt x="2143642" y="128050"/>
                  <a:pt x="2136328" y="136471"/>
                </a:cubicBezTo>
                <a:cubicBezTo>
                  <a:pt x="2126687" y="147442"/>
                  <a:pt x="2112502" y="156308"/>
                  <a:pt x="2093774" y="163068"/>
                </a:cubicBezTo>
                <a:cubicBezTo>
                  <a:pt x="2081362" y="167611"/>
                  <a:pt x="2063909" y="171157"/>
                  <a:pt x="2041413" y="173707"/>
                </a:cubicBezTo>
                <a:moveTo>
                  <a:pt x="2042576" y="165561"/>
                </a:moveTo>
                <a:cubicBezTo>
                  <a:pt x="2058977" y="163676"/>
                  <a:pt x="2072331" y="160465"/>
                  <a:pt x="2082637" y="155919"/>
                </a:cubicBezTo>
                <a:cubicBezTo>
                  <a:pt x="2096267" y="149826"/>
                  <a:pt x="2106463" y="142567"/>
                  <a:pt x="2113223" y="134146"/>
                </a:cubicBezTo>
                <a:cubicBezTo>
                  <a:pt x="2120093" y="125611"/>
                  <a:pt x="2123528" y="117522"/>
                  <a:pt x="2123528" y="109876"/>
                </a:cubicBezTo>
                <a:cubicBezTo>
                  <a:pt x="2123528" y="105220"/>
                  <a:pt x="2122033" y="101452"/>
                  <a:pt x="2119040" y="98574"/>
                </a:cubicBezTo>
                <a:cubicBezTo>
                  <a:pt x="2116159" y="95692"/>
                  <a:pt x="2112003" y="94249"/>
                  <a:pt x="2106573" y="94249"/>
                </a:cubicBezTo>
                <a:cubicBezTo>
                  <a:pt x="2095270" y="94249"/>
                  <a:pt x="2083247" y="100288"/>
                  <a:pt x="2070502" y="112369"/>
                </a:cubicBezTo>
                <a:cubicBezTo>
                  <a:pt x="2057869" y="124336"/>
                  <a:pt x="2048560" y="142067"/>
                  <a:pt x="2042576" y="165561"/>
                </a:cubicBezTo>
                <a:moveTo>
                  <a:pt x="2336298" y="0"/>
                </a:moveTo>
                <a:lnTo>
                  <a:pt x="2279116" y="196148"/>
                </a:lnTo>
                <a:cubicBezTo>
                  <a:pt x="2276013" y="206786"/>
                  <a:pt x="2274462" y="213768"/>
                  <a:pt x="2274462" y="217092"/>
                </a:cubicBezTo>
                <a:cubicBezTo>
                  <a:pt x="2274462" y="218200"/>
                  <a:pt x="2274905" y="219253"/>
                  <a:pt x="2275791" y="220250"/>
                </a:cubicBezTo>
                <a:cubicBezTo>
                  <a:pt x="2276789" y="221246"/>
                  <a:pt x="2277786" y="221746"/>
                  <a:pt x="2278784" y="221746"/>
                </a:cubicBezTo>
                <a:cubicBezTo>
                  <a:pt x="2280224" y="221746"/>
                  <a:pt x="2281942" y="221025"/>
                  <a:pt x="2283937" y="219585"/>
                </a:cubicBezTo>
                <a:cubicBezTo>
                  <a:pt x="2287705" y="216925"/>
                  <a:pt x="2294021" y="210275"/>
                  <a:pt x="2302886" y="199637"/>
                </a:cubicBezTo>
                <a:lnTo>
                  <a:pt x="2308539" y="203129"/>
                </a:lnTo>
                <a:cubicBezTo>
                  <a:pt x="2300559" y="214211"/>
                  <a:pt x="2292469" y="223185"/>
                  <a:pt x="2284269" y="230056"/>
                </a:cubicBezTo>
                <a:cubicBezTo>
                  <a:pt x="2276179" y="236927"/>
                  <a:pt x="2268588" y="240362"/>
                  <a:pt x="2261496" y="240362"/>
                </a:cubicBezTo>
                <a:cubicBezTo>
                  <a:pt x="2257729" y="240362"/>
                  <a:pt x="2254625" y="239034"/>
                  <a:pt x="2252187" y="236373"/>
                </a:cubicBezTo>
                <a:cubicBezTo>
                  <a:pt x="2249749" y="233713"/>
                  <a:pt x="2248530" y="229945"/>
                  <a:pt x="2248530" y="225070"/>
                </a:cubicBezTo>
                <a:cubicBezTo>
                  <a:pt x="2248530" y="218753"/>
                  <a:pt x="2250193" y="210275"/>
                  <a:pt x="2253517" y="199637"/>
                </a:cubicBezTo>
                <a:lnTo>
                  <a:pt x="2260000" y="179025"/>
                </a:lnTo>
                <a:cubicBezTo>
                  <a:pt x="2243932" y="203848"/>
                  <a:pt x="2229303" y="221025"/>
                  <a:pt x="2216116" y="230556"/>
                </a:cubicBezTo>
                <a:cubicBezTo>
                  <a:pt x="2207029" y="237094"/>
                  <a:pt x="2198330" y="240362"/>
                  <a:pt x="2190019" y="240362"/>
                </a:cubicBezTo>
                <a:cubicBezTo>
                  <a:pt x="2181597" y="240362"/>
                  <a:pt x="2174228" y="236651"/>
                  <a:pt x="2167911" y="229227"/>
                </a:cubicBezTo>
                <a:cubicBezTo>
                  <a:pt x="2161705" y="221689"/>
                  <a:pt x="2158602" y="211496"/>
                  <a:pt x="2158602" y="198640"/>
                </a:cubicBezTo>
                <a:cubicBezTo>
                  <a:pt x="2158602" y="182128"/>
                  <a:pt x="2163866" y="164508"/>
                  <a:pt x="2174394" y="145781"/>
                </a:cubicBezTo>
                <a:cubicBezTo>
                  <a:pt x="2184921" y="127053"/>
                  <a:pt x="2198829" y="111815"/>
                  <a:pt x="2216116" y="100067"/>
                </a:cubicBezTo>
                <a:cubicBezTo>
                  <a:pt x="2229747" y="90649"/>
                  <a:pt x="2242269" y="85939"/>
                  <a:pt x="2253683" y="85939"/>
                </a:cubicBezTo>
                <a:cubicBezTo>
                  <a:pt x="2259668" y="85939"/>
                  <a:pt x="2264821" y="87157"/>
                  <a:pt x="2269143" y="89596"/>
                </a:cubicBezTo>
                <a:cubicBezTo>
                  <a:pt x="2273465" y="92035"/>
                  <a:pt x="2277731" y="96078"/>
                  <a:pt x="2281942" y="101731"/>
                </a:cubicBezTo>
                <a:lnTo>
                  <a:pt x="2298232" y="43882"/>
                </a:lnTo>
                <a:cubicBezTo>
                  <a:pt x="2299451" y="39783"/>
                  <a:pt x="2300448" y="36515"/>
                  <a:pt x="2301224" y="34076"/>
                </a:cubicBezTo>
                <a:cubicBezTo>
                  <a:pt x="2302554" y="29644"/>
                  <a:pt x="2303219" y="25987"/>
                  <a:pt x="2303219" y="23105"/>
                </a:cubicBezTo>
                <a:cubicBezTo>
                  <a:pt x="2303219" y="20777"/>
                  <a:pt x="2302387" y="18838"/>
                  <a:pt x="2300725" y="17288"/>
                </a:cubicBezTo>
                <a:cubicBezTo>
                  <a:pt x="2298398" y="15403"/>
                  <a:pt x="2295406" y="14463"/>
                  <a:pt x="2291749" y="14463"/>
                </a:cubicBezTo>
                <a:cubicBezTo>
                  <a:pt x="2289201" y="14463"/>
                  <a:pt x="2284989" y="14849"/>
                  <a:pt x="2279116" y="15624"/>
                </a:cubicBezTo>
                <a:lnTo>
                  <a:pt x="2279116" y="9474"/>
                </a:lnTo>
                <a:lnTo>
                  <a:pt x="2336298" y="0"/>
                </a:lnTo>
                <a:moveTo>
                  <a:pt x="2274628" y="118022"/>
                </a:moveTo>
                <a:cubicBezTo>
                  <a:pt x="2274628" y="110930"/>
                  <a:pt x="2272577" y="105220"/>
                  <a:pt x="2268478" y="100899"/>
                </a:cubicBezTo>
                <a:cubicBezTo>
                  <a:pt x="2264377" y="96578"/>
                  <a:pt x="2259169" y="94417"/>
                  <a:pt x="2252852" y="94417"/>
                </a:cubicBezTo>
                <a:cubicBezTo>
                  <a:pt x="2238889" y="94417"/>
                  <a:pt x="2224317" y="105941"/>
                  <a:pt x="2209135" y="128993"/>
                </a:cubicBezTo>
                <a:cubicBezTo>
                  <a:pt x="2194063" y="152041"/>
                  <a:pt x="2186528" y="174093"/>
                  <a:pt x="2186528" y="195148"/>
                </a:cubicBezTo>
                <a:cubicBezTo>
                  <a:pt x="2186528" y="203461"/>
                  <a:pt x="2188357" y="209833"/>
                  <a:pt x="2192014" y="214265"/>
                </a:cubicBezTo>
                <a:cubicBezTo>
                  <a:pt x="2195670" y="218589"/>
                  <a:pt x="2200048" y="220749"/>
                  <a:pt x="2205145" y="220749"/>
                </a:cubicBezTo>
                <a:cubicBezTo>
                  <a:pt x="2216670" y="220749"/>
                  <a:pt x="2231133" y="208282"/>
                  <a:pt x="2248530" y="183349"/>
                </a:cubicBezTo>
                <a:cubicBezTo>
                  <a:pt x="2265929" y="158412"/>
                  <a:pt x="2274628" y="136638"/>
                  <a:pt x="2274628" y="118022"/>
                </a:cubicBezTo>
                <a:moveTo>
                  <a:pt x="2479751" y="137967"/>
                </a:moveTo>
                <a:cubicBezTo>
                  <a:pt x="2479751" y="154591"/>
                  <a:pt x="2475318" y="171046"/>
                  <a:pt x="2466453" y="187338"/>
                </a:cubicBezTo>
                <a:cubicBezTo>
                  <a:pt x="2457698" y="203626"/>
                  <a:pt x="2445453" y="216536"/>
                  <a:pt x="2429717" y="226067"/>
                </a:cubicBezTo>
                <a:cubicBezTo>
                  <a:pt x="2413981" y="235598"/>
                  <a:pt x="2398688" y="240362"/>
                  <a:pt x="2383839" y="240362"/>
                </a:cubicBezTo>
                <a:cubicBezTo>
                  <a:pt x="2368657" y="240362"/>
                  <a:pt x="2356245" y="235541"/>
                  <a:pt x="2346603" y="225902"/>
                </a:cubicBezTo>
                <a:cubicBezTo>
                  <a:pt x="2337074" y="216150"/>
                  <a:pt x="2332308" y="203572"/>
                  <a:pt x="2332308" y="188167"/>
                </a:cubicBezTo>
                <a:cubicBezTo>
                  <a:pt x="2332308" y="171878"/>
                  <a:pt x="2336963" y="155533"/>
                  <a:pt x="2346271" y="139131"/>
                </a:cubicBezTo>
                <a:cubicBezTo>
                  <a:pt x="2355691" y="122729"/>
                  <a:pt x="2368213" y="109766"/>
                  <a:pt x="2383839" y="100234"/>
                </a:cubicBezTo>
                <a:cubicBezTo>
                  <a:pt x="2399575" y="90703"/>
                  <a:pt x="2414757" y="85939"/>
                  <a:pt x="2429385" y="85939"/>
                </a:cubicBezTo>
                <a:cubicBezTo>
                  <a:pt x="2444012" y="85939"/>
                  <a:pt x="2456036" y="90760"/>
                  <a:pt x="2465456" y="100402"/>
                </a:cubicBezTo>
                <a:cubicBezTo>
                  <a:pt x="2474986" y="110041"/>
                  <a:pt x="2479751" y="122565"/>
                  <a:pt x="2479751" y="137967"/>
                </a:cubicBezTo>
                <a:moveTo>
                  <a:pt x="2452157" y="126497"/>
                </a:moveTo>
                <a:cubicBezTo>
                  <a:pt x="2452157" y="116194"/>
                  <a:pt x="2449609" y="108323"/>
                  <a:pt x="2444511" y="102895"/>
                </a:cubicBezTo>
                <a:cubicBezTo>
                  <a:pt x="2439524" y="97353"/>
                  <a:pt x="2433042" y="94582"/>
                  <a:pt x="2425063" y="94582"/>
                </a:cubicBezTo>
                <a:cubicBezTo>
                  <a:pt x="2408772" y="94582"/>
                  <a:pt x="2393757" y="106273"/>
                  <a:pt x="2380015" y="129657"/>
                </a:cubicBezTo>
                <a:cubicBezTo>
                  <a:pt x="2366385" y="152927"/>
                  <a:pt x="2359569" y="176089"/>
                  <a:pt x="2359569" y="199140"/>
                </a:cubicBezTo>
                <a:cubicBezTo>
                  <a:pt x="2359569" y="209668"/>
                  <a:pt x="2362229" y="217811"/>
                  <a:pt x="2367548" y="223574"/>
                </a:cubicBezTo>
                <a:cubicBezTo>
                  <a:pt x="2372867" y="229227"/>
                  <a:pt x="2379572" y="232052"/>
                  <a:pt x="2387662" y="232052"/>
                </a:cubicBezTo>
                <a:cubicBezTo>
                  <a:pt x="2403287" y="232052"/>
                  <a:pt x="2417915" y="220471"/>
                  <a:pt x="2431545" y="197312"/>
                </a:cubicBezTo>
                <a:cubicBezTo>
                  <a:pt x="2445287" y="174039"/>
                  <a:pt x="2452157" y="150434"/>
                  <a:pt x="2452157" y="126497"/>
                </a:cubicBezTo>
                <a:moveTo>
                  <a:pt x="2566355" y="85939"/>
                </a:moveTo>
                <a:lnTo>
                  <a:pt x="2544746" y="160908"/>
                </a:lnTo>
                <a:cubicBezTo>
                  <a:pt x="2554386" y="143288"/>
                  <a:pt x="2562587" y="130043"/>
                  <a:pt x="2569347" y="121179"/>
                </a:cubicBezTo>
                <a:cubicBezTo>
                  <a:pt x="2579875" y="107437"/>
                  <a:pt x="2590125" y="97463"/>
                  <a:pt x="2600098" y="91257"/>
                </a:cubicBezTo>
                <a:cubicBezTo>
                  <a:pt x="2605972" y="87711"/>
                  <a:pt x="2612122" y="85939"/>
                  <a:pt x="2618550" y="85939"/>
                </a:cubicBezTo>
                <a:cubicBezTo>
                  <a:pt x="2624091" y="85939"/>
                  <a:pt x="2628690" y="87711"/>
                  <a:pt x="2632346" y="91257"/>
                </a:cubicBezTo>
                <a:cubicBezTo>
                  <a:pt x="2636003" y="94803"/>
                  <a:pt x="2637832" y="99349"/>
                  <a:pt x="2637832" y="104888"/>
                </a:cubicBezTo>
                <a:cubicBezTo>
                  <a:pt x="2637832" y="110319"/>
                  <a:pt x="2636558" y="117412"/>
                  <a:pt x="2634009" y="126165"/>
                </a:cubicBezTo>
                <a:lnTo>
                  <a:pt x="2622207" y="168386"/>
                </a:lnTo>
                <a:cubicBezTo>
                  <a:pt x="2640270" y="134589"/>
                  <a:pt x="2657392" y="110873"/>
                  <a:pt x="2673571" y="97242"/>
                </a:cubicBezTo>
                <a:cubicBezTo>
                  <a:pt x="2682547" y="89707"/>
                  <a:pt x="2691412" y="85939"/>
                  <a:pt x="2700167" y="85939"/>
                </a:cubicBezTo>
                <a:cubicBezTo>
                  <a:pt x="2705264" y="85939"/>
                  <a:pt x="2709420" y="87711"/>
                  <a:pt x="2712634" y="91257"/>
                </a:cubicBezTo>
                <a:cubicBezTo>
                  <a:pt x="2715958" y="94692"/>
                  <a:pt x="2717621" y="100067"/>
                  <a:pt x="2717621" y="107384"/>
                </a:cubicBezTo>
                <a:cubicBezTo>
                  <a:pt x="2717621" y="113809"/>
                  <a:pt x="2716623" y="120625"/>
                  <a:pt x="2714628" y="127828"/>
                </a:cubicBezTo>
                <a:lnTo>
                  <a:pt x="2696344" y="192491"/>
                </a:lnTo>
                <a:cubicBezTo>
                  <a:pt x="2692354" y="206565"/>
                  <a:pt x="2690359" y="214375"/>
                  <a:pt x="2690359" y="215928"/>
                </a:cubicBezTo>
                <a:cubicBezTo>
                  <a:pt x="2690359" y="217478"/>
                  <a:pt x="2690858" y="218810"/>
                  <a:pt x="2691856" y="219917"/>
                </a:cubicBezTo>
                <a:cubicBezTo>
                  <a:pt x="2692521" y="220692"/>
                  <a:pt x="2693407" y="221081"/>
                  <a:pt x="2694515" y="221081"/>
                </a:cubicBezTo>
                <a:cubicBezTo>
                  <a:pt x="2695623" y="221081"/>
                  <a:pt x="2697562" y="220028"/>
                  <a:pt x="2700333" y="217921"/>
                </a:cubicBezTo>
                <a:cubicBezTo>
                  <a:pt x="2706650" y="213047"/>
                  <a:pt x="2712578" y="206619"/>
                  <a:pt x="2718119" y="198640"/>
                </a:cubicBezTo>
                <a:lnTo>
                  <a:pt x="2723605" y="202130"/>
                </a:lnTo>
                <a:cubicBezTo>
                  <a:pt x="2720835" y="206565"/>
                  <a:pt x="2715903" y="212658"/>
                  <a:pt x="2708811" y="220417"/>
                </a:cubicBezTo>
                <a:cubicBezTo>
                  <a:pt x="2701829" y="228174"/>
                  <a:pt x="2695845" y="233438"/>
                  <a:pt x="2690858" y="236209"/>
                </a:cubicBezTo>
                <a:cubicBezTo>
                  <a:pt x="2685871" y="238977"/>
                  <a:pt x="2681273" y="240362"/>
                  <a:pt x="2677061" y="240362"/>
                </a:cubicBezTo>
                <a:cubicBezTo>
                  <a:pt x="2673183" y="240362"/>
                  <a:pt x="2669914" y="239034"/>
                  <a:pt x="2667254" y="236373"/>
                </a:cubicBezTo>
                <a:cubicBezTo>
                  <a:pt x="2664705" y="233713"/>
                  <a:pt x="2663431" y="230445"/>
                  <a:pt x="2663431" y="226567"/>
                </a:cubicBezTo>
                <a:cubicBezTo>
                  <a:pt x="2663431" y="221246"/>
                  <a:pt x="2665703" y="210554"/>
                  <a:pt x="2670246" y="194484"/>
                </a:cubicBezTo>
                <a:lnTo>
                  <a:pt x="2685373" y="141127"/>
                </a:lnTo>
                <a:cubicBezTo>
                  <a:pt x="2688808" y="128825"/>
                  <a:pt x="2690637" y="122011"/>
                  <a:pt x="2690858" y="120679"/>
                </a:cubicBezTo>
                <a:cubicBezTo>
                  <a:pt x="2691191" y="118576"/>
                  <a:pt x="2691357" y="116526"/>
                  <a:pt x="2691357" y="114530"/>
                </a:cubicBezTo>
                <a:cubicBezTo>
                  <a:pt x="2691357" y="111759"/>
                  <a:pt x="2690748" y="109598"/>
                  <a:pt x="2689528" y="108048"/>
                </a:cubicBezTo>
                <a:cubicBezTo>
                  <a:pt x="2688198" y="106495"/>
                  <a:pt x="2686703" y="105720"/>
                  <a:pt x="2685040" y="105720"/>
                </a:cubicBezTo>
                <a:cubicBezTo>
                  <a:pt x="2680386" y="105720"/>
                  <a:pt x="2675454" y="108102"/>
                  <a:pt x="2670246" y="112869"/>
                </a:cubicBezTo>
                <a:cubicBezTo>
                  <a:pt x="2654953" y="126943"/>
                  <a:pt x="2640657" y="146666"/>
                  <a:pt x="2627360" y="172043"/>
                </a:cubicBezTo>
                <a:cubicBezTo>
                  <a:pt x="2618606" y="188777"/>
                  <a:pt x="2610405" y="210222"/>
                  <a:pt x="2602759" y="236373"/>
                </a:cubicBezTo>
                <a:lnTo>
                  <a:pt x="2577658" y="236373"/>
                </a:lnTo>
                <a:lnTo>
                  <a:pt x="2606083" y="135807"/>
                </a:lnTo>
                <a:cubicBezTo>
                  <a:pt x="2609186" y="124947"/>
                  <a:pt x="2610737" y="117687"/>
                  <a:pt x="2610737" y="114030"/>
                </a:cubicBezTo>
                <a:cubicBezTo>
                  <a:pt x="2610737" y="111040"/>
                  <a:pt x="2610128" y="108823"/>
                  <a:pt x="2608908" y="107384"/>
                </a:cubicBezTo>
                <a:cubicBezTo>
                  <a:pt x="2607690" y="105941"/>
                  <a:pt x="2606194" y="105220"/>
                  <a:pt x="2604421" y="105220"/>
                </a:cubicBezTo>
                <a:cubicBezTo>
                  <a:pt x="2600763" y="105220"/>
                  <a:pt x="2596885" y="106552"/>
                  <a:pt x="2592785" y="109212"/>
                </a:cubicBezTo>
                <a:cubicBezTo>
                  <a:pt x="2586136" y="113533"/>
                  <a:pt x="2577547" y="122786"/>
                  <a:pt x="2567020" y="136971"/>
                </a:cubicBezTo>
                <a:cubicBezTo>
                  <a:pt x="2556603" y="151155"/>
                  <a:pt x="2548513" y="164729"/>
                  <a:pt x="2542751" y="177696"/>
                </a:cubicBezTo>
                <a:cubicBezTo>
                  <a:pt x="2539980" y="183792"/>
                  <a:pt x="2533387" y="203351"/>
                  <a:pt x="2522970" y="236373"/>
                </a:cubicBezTo>
                <a:lnTo>
                  <a:pt x="2498368" y="236373"/>
                </a:lnTo>
                <a:lnTo>
                  <a:pt x="2529120" y="128660"/>
                </a:lnTo>
                <a:lnTo>
                  <a:pt x="2533109" y="114697"/>
                </a:lnTo>
                <a:cubicBezTo>
                  <a:pt x="2533886" y="112591"/>
                  <a:pt x="2534273" y="111040"/>
                  <a:pt x="2534273" y="110041"/>
                </a:cubicBezTo>
                <a:cubicBezTo>
                  <a:pt x="2534273" y="107605"/>
                  <a:pt x="2533165" y="105442"/>
                  <a:pt x="2530949" y="103559"/>
                </a:cubicBezTo>
                <a:cubicBezTo>
                  <a:pt x="2528733" y="101563"/>
                  <a:pt x="2525906" y="100567"/>
                  <a:pt x="2522471" y="100567"/>
                </a:cubicBezTo>
                <a:cubicBezTo>
                  <a:pt x="2521031" y="100567"/>
                  <a:pt x="2517041" y="101231"/>
                  <a:pt x="2510503" y="102563"/>
                </a:cubicBezTo>
                <a:lnTo>
                  <a:pt x="2509007" y="96410"/>
                </a:lnTo>
                <a:lnTo>
                  <a:pt x="2566355" y="85939"/>
                </a:lnTo>
                <a:moveTo>
                  <a:pt x="2912105" y="44714"/>
                </a:moveTo>
                <a:lnTo>
                  <a:pt x="2899139" y="89928"/>
                </a:lnTo>
                <a:lnTo>
                  <a:pt x="2925237" y="89928"/>
                </a:lnTo>
                <a:lnTo>
                  <a:pt x="2922411" y="100402"/>
                </a:lnTo>
                <a:lnTo>
                  <a:pt x="2896480" y="100402"/>
                </a:lnTo>
                <a:lnTo>
                  <a:pt x="2867889" y="198473"/>
                </a:lnTo>
                <a:cubicBezTo>
                  <a:pt x="2864786" y="209001"/>
                  <a:pt x="2863235" y="215818"/>
                  <a:pt x="2863235" y="218921"/>
                </a:cubicBezTo>
                <a:cubicBezTo>
                  <a:pt x="2863235" y="220803"/>
                  <a:pt x="2863678" y="222245"/>
                  <a:pt x="2864565" y="223242"/>
                </a:cubicBezTo>
                <a:cubicBezTo>
                  <a:pt x="2865451" y="224239"/>
                  <a:pt x="2866504" y="224738"/>
                  <a:pt x="2867722" y="224738"/>
                </a:cubicBezTo>
                <a:cubicBezTo>
                  <a:pt x="2870493" y="224738"/>
                  <a:pt x="2874150" y="222799"/>
                  <a:pt x="2878694" y="218921"/>
                </a:cubicBezTo>
                <a:cubicBezTo>
                  <a:pt x="2881353" y="216703"/>
                  <a:pt x="2887282" y="209889"/>
                  <a:pt x="2896480" y="198473"/>
                </a:cubicBezTo>
                <a:lnTo>
                  <a:pt x="2901966" y="202630"/>
                </a:lnTo>
                <a:cubicBezTo>
                  <a:pt x="2891770" y="217478"/>
                  <a:pt x="2882129" y="227952"/>
                  <a:pt x="2873042" y="234045"/>
                </a:cubicBezTo>
                <a:cubicBezTo>
                  <a:pt x="2866836" y="238258"/>
                  <a:pt x="2860575" y="240362"/>
                  <a:pt x="2854258" y="240362"/>
                </a:cubicBezTo>
                <a:cubicBezTo>
                  <a:pt x="2849383" y="240362"/>
                  <a:pt x="2845393" y="238866"/>
                  <a:pt x="2842290" y="235874"/>
                </a:cubicBezTo>
                <a:cubicBezTo>
                  <a:pt x="2839187" y="232773"/>
                  <a:pt x="2837636" y="228838"/>
                  <a:pt x="2837636" y="224074"/>
                </a:cubicBezTo>
                <a:cubicBezTo>
                  <a:pt x="2837636" y="218089"/>
                  <a:pt x="2839409" y="208947"/>
                  <a:pt x="2842955" y="196645"/>
                </a:cubicBezTo>
                <a:lnTo>
                  <a:pt x="2870715" y="100402"/>
                </a:lnTo>
                <a:lnTo>
                  <a:pt x="2845615" y="100402"/>
                </a:lnTo>
                <a:lnTo>
                  <a:pt x="2847277" y="93917"/>
                </a:lnTo>
                <a:cubicBezTo>
                  <a:pt x="2859467" y="90593"/>
                  <a:pt x="2869607" y="85661"/>
                  <a:pt x="2877696" y="79122"/>
                </a:cubicBezTo>
                <a:cubicBezTo>
                  <a:pt x="2885786" y="72476"/>
                  <a:pt x="2894817" y="61005"/>
                  <a:pt x="2904791" y="44714"/>
                </a:cubicBezTo>
                <a:lnTo>
                  <a:pt x="2912105" y="44714"/>
                </a:lnTo>
                <a:moveTo>
                  <a:pt x="3075838" y="137967"/>
                </a:moveTo>
                <a:cubicBezTo>
                  <a:pt x="3075838" y="154591"/>
                  <a:pt x="3071405" y="171046"/>
                  <a:pt x="3062540" y="187338"/>
                </a:cubicBezTo>
                <a:cubicBezTo>
                  <a:pt x="3053785" y="203626"/>
                  <a:pt x="3041540" y="216536"/>
                  <a:pt x="3025804" y="226067"/>
                </a:cubicBezTo>
                <a:cubicBezTo>
                  <a:pt x="3010068" y="235598"/>
                  <a:pt x="2994775" y="240362"/>
                  <a:pt x="2979925" y="240362"/>
                </a:cubicBezTo>
                <a:cubicBezTo>
                  <a:pt x="2964743" y="240362"/>
                  <a:pt x="2952331" y="235541"/>
                  <a:pt x="2942691" y="225902"/>
                </a:cubicBezTo>
                <a:cubicBezTo>
                  <a:pt x="2933161" y="216150"/>
                  <a:pt x="2928396" y="203572"/>
                  <a:pt x="2928396" y="188167"/>
                </a:cubicBezTo>
                <a:cubicBezTo>
                  <a:pt x="2928396" y="171878"/>
                  <a:pt x="2933050" y="155533"/>
                  <a:pt x="2942358" y="139131"/>
                </a:cubicBezTo>
                <a:cubicBezTo>
                  <a:pt x="2951778" y="122729"/>
                  <a:pt x="2964300" y="109766"/>
                  <a:pt x="2979925" y="100234"/>
                </a:cubicBezTo>
                <a:cubicBezTo>
                  <a:pt x="2995662" y="90703"/>
                  <a:pt x="3010843" y="85939"/>
                  <a:pt x="3025472" y="85939"/>
                </a:cubicBezTo>
                <a:cubicBezTo>
                  <a:pt x="3040099" y="85939"/>
                  <a:pt x="3052123" y="90760"/>
                  <a:pt x="3061542" y="100402"/>
                </a:cubicBezTo>
                <a:cubicBezTo>
                  <a:pt x="3071073" y="110041"/>
                  <a:pt x="3075838" y="122565"/>
                  <a:pt x="3075838" y="137967"/>
                </a:cubicBezTo>
                <a:moveTo>
                  <a:pt x="3048245" y="126497"/>
                </a:moveTo>
                <a:cubicBezTo>
                  <a:pt x="3048245" y="116194"/>
                  <a:pt x="3045695" y="108323"/>
                  <a:pt x="3040598" y="102895"/>
                </a:cubicBezTo>
                <a:cubicBezTo>
                  <a:pt x="3035611" y="97353"/>
                  <a:pt x="3029129" y="94582"/>
                  <a:pt x="3021149" y="94582"/>
                </a:cubicBezTo>
                <a:cubicBezTo>
                  <a:pt x="3004859" y="94582"/>
                  <a:pt x="2989843" y="106273"/>
                  <a:pt x="2976103" y="129657"/>
                </a:cubicBezTo>
                <a:cubicBezTo>
                  <a:pt x="2962472" y="152927"/>
                  <a:pt x="2955656" y="176089"/>
                  <a:pt x="2955656" y="199140"/>
                </a:cubicBezTo>
                <a:cubicBezTo>
                  <a:pt x="2955656" y="209668"/>
                  <a:pt x="2958316" y="217811"/>
                  <a:pt x="2963636" y="223574"/>
                </a:cubicBezTo>
                <a:cubicBezTo>
                  <a:pt x="2968955" y="229227"/>
                  <a:pt x="2975659" y="232052"/>
                  <a:pt x="2983748" y="232052"/>
                </a:cubicBezTo>
                <a:cubicBezTo>
                  <a:pt x="2999374" y="232052"/>
                  <a:pt x="3014001" y="220471"/>
                  <a:pt x="3027632" y="197312"/>
                </a:cubicBezTo>
                <a:cubicBezTo>
                  <a:pt x="3041374" y="174039"/>
                  <a:pt x="3048245" y="150434"/>
                  <a:pt x="3048245" y="126497"/>
                </a:cubicBezTo>
                <a:moveTo>
                  <a:pt x="3302404" y="23437"/>
                </a:moveTo>
                <a:lnTo>
                  <a:pt x="3277304" y="110873"/>
                </a:lnTo>
                <a:lnTo>
                  <a:pt x="3284950" y="110873"/>
                </a:lnTo>
                <a:cubicBezTo>
                  <a:pt x="3305120" y="110873"/>
                  <a:pt x="3319802" y="108213"/>
                  <a:pt x="3329000" y="102895"/>
                </a:cubicBezTo>
                <a:cubicBezTo>
                  <a:pt x="3338309" y="97574"/>
                  <a:pt x="3346177" y="88157"/>
                  <a:pt x="3352604" y="74636"/>
                </a:cubicBezTo>
                <a:lnTo>
                  <a:pt x="3358755" y="74636"/>
                </a:lnTo>
                <a:lnTo>
                  <a:pt x="3333489" y="162404"/>
                </a:lnTo>
                <a:lnTo>
                  <a:pt x="3327671" y="162404"/>
                </a:lnTo>
                <a:cubicBezTo>
                  <a:pt x="3328668" y="156530"/>
                  <a:pt x="3329166" y="151766"/>
                  <a:pt x="3329166" y="148109"/>
                </a:cubicBezTo>
                <a:cubicBezTo>
                  <a:pt x="3329166" y="142013"/>
                  <a:pt x="3327338" y="137025"/>
                  <a:pt x="3323681" y="133146"/>
                </a:cubicBezTo>
                <a:cubicBezTo>
                  <a:pt x="3320135" y="129268"/>
                  <a:pt x="3315481" y="126497"/>
                  <a:pt x="3309718" y="124836"/>
                </a:cubicBezTo>
                <a:cubicBezTo>
                  <a:pt x="3305950" y="123729"/>
                  <a:pt x="3298138" y="123172"/>
                  <a:pt x="3286280" y="123172"/>
                </a:cubicBezTo>
                <a:lnTo>
                  <a:pt x="3273314" y="123172"/>
                </a:lnTo>
                <a:lnTo>
                  <a:pt x="3251705" y="198805"/>
                </a:lnTo>
                <a:cubicBezTo>
                  <a:pt x="3249821" y="205455"/>
                  <a:pt x="3248880" y="210386"/>
                  <a:pt x="3248880" y="213600"/>
                </a:cubicBezTo>
                <a:cubicBezTo>
                  <a:pt x="3248880" y="216150"/>
                  <a:pt x="3250098" y="218200"/>
                  <a:pt x="3252537" y="219750"/>
                </a:cubicBezTo>
                <a:cubicBezTo>
                  <a:pt x="3256083" y="221967"/>
                  <a:pt x="3262787" y="223074"/>
                  <a:pt x="3272649" y="223074"/>
                </a:cubicBezTo>
                <a:cubicBezTo>
                  <a:pt x="3291599" y="223074"/>
                  <a:pt x="3309441" y="219085"/>
                  <a:pt x="3326174" y="211107"/>
                </a:cubicBezTo>
                <a:cubicBezTo>
                  <a:pt x="3342908" y="203019"/>
                  <a:pt x="3357924" y="190827"/>
                  <a:pt x="3371221" y="174539"/>
                </a:cubicBezTo>
                <a:lnTo>
                  <a:pt x="3378037" y="174539"/>
                </a:lnTo>
                <a:lnTo>
                  <a:pt x="3354600" y="236373"/>
                </a:lnTo>
                <a:lnTo>
                  <a:pt x="3161776" y="236373"/>
                </a:lnTo>
                <a:lnTo>
                  <a:pt x="3163771" y="230224"/>
                </a:lnTo>
                <a:cubicBezTo>
                  <a:pt x="3175075" y="230224"/>
                  <a:pt x="3183331" y="228117"/>
                  <a:pt x="3188539" y="223906"/>
                </a:cubicBezTo>
                <a:cubicBezTo>
                  <a:pt x="3193748" y="219585"/>
                  <a:pt x="3198457" y="210165"/>
                  <a:pt x="3202669" y="195648"/>
                </a:cubicBezTo>
                <a:lnTo>
                  <a:pt x="3245056" y="50532"/>
                </a:lnTo>
                <a:cubicBezTo>
                  <a:pt x="3247383" y="42443"/>
                  <a:pt x="3248547" y="36072"/>
                  <a:pt x="3248547" y="31416"/>
                </a:cubicBezTo>
                <a:cubicBezTo>
                  <a:pt x="3248547" y="27205"/>
                  <a:pt x="3247051" y="23991"/>
                  <a:pt x="3244059" y="21777"/>
                </a:cubicBezTo>
                <a:cubicBezTo>
                  <a:pt x="3241066" y="19448"/>
                  <a:pt x="3234252" y="17898"/>
                  <a:pt x="3223612" y="17120"/>
                </a:cubicBezTo>
                <a:lnTo>
                  <a:pt x="3225442" y="10971"/>
                </a:lnTo>
                <a:lnTo>
                  <a:pt x="3405132" y="10971"/>
                </a:lnTo>
                <a:lnTo>
                  <a:pt x="3390670" y="67323"/>
                </a:lnTo>
                <a:lnTo>
                  <a:pt x="3384686" y="67323"/>
                </a:lnTo>
                <a:cubicBezTo>
                  <a:pt x="3384243" y="56239"/>
                  <a:pt x="3382525" y="48428"/>
                  <a:pt x="3379533" y="43882"/>
                </a:cubicBezTo>
                <a:cubicBezTo>
                  <a:pt x="3374878" y="36790"/>
                  <a:pt x="3368673" y="31637"/>
                  <a:pt x="3360915" y="28426"/>
                </a:cubicBezTo>
                <a:cubicBezTo>
                  <a:pt x="3353269" y="25101"/>
                  <a:pt x="3340803" y="23437"/>
                  <a:pt x="3323515" y="23437"/>
                </a:cubicBezTo>
                <a:lnTo>
                  <a:pt x="3302404" y="23437"/>
                </a:lnTo>
                <a:moveTo>
                  <a:pt x="3416269" y="92256"/>
                </a:moveTo>
                <a:lnTo>
                  <a:pt x="3474282" y="82282"/>
                </a:lnTo>
                <a:cubicBezTo>
                  <a:pt x="3484810" y="98795"/>
                  <a:pt x="3492235" y="116969"/>
                  <a:pt x="3496556" y="136803"/>
                </a:cubicBezTo>
                <a:cubicBezTo>
                  <a:pt x="3507416" y="120736"/>
                  <a:pt x="3515617" y="109487"/>
                  <a:pt x="3521157" y="103059"/>
                </a:cubicBezTo>
                <a:cubicBezTo>
                  <a:pt x="3528582" y="94417"/>
                  <a:pt x="3534677" y="88821"/>
                  <a:pt x="3539443" y="86271"/>
                </a:cubicBezTo>
                <a:cubicBezTo>
                  <a:pt x="3544319" y="83611"/>
                  <a:pt x="3549472" y="82282"/>
                  <a:pt x="3554902" y="82282"/>
                </a:cubicBezTo>
                <a:cubicBezTo>
                  <a:pt x="3560997" y="82282"/>
                  <a:pt x="3565651" y="83943"/>
                  <a:pt x="3568865" y="87268"/>
                </a:cubicBezTo>
                <a:cubicBezTo>
                  <a:pt x="3572189" y="90593"/>
                  <a:pt x="3573851" y="95081"/>
                  <a:pt x="3573851" y="100734"/>
                </a:cubicBezTo>
                <a:cubicBezTo>
                  <a:pt x="3573851" y="106052"/>
                  <a:pt x="3572189" y="110430"/>
                  <a:pt x="3568865" y="113865"/>
                </a:cubicBezTo>
                <a:cubicBezTo>
                  <a:pt x="3565651" y="117190"/>
                  <a:pt x="3561606" y="118851"/>
                  <a:pt x="3556730" y="118851"/>
                </a:cubicBezTo>
                <a:cubicBezTo>
                  <a:pt x="3553184" y="118851"/>
                  <a:pt x="3549083" y="118243"/>
                  <a:pt x="3544429" y="117023"/>
                </a:cubicBezTo>
                <a:cubicBezTo>
                  <a:pt x="3539886" y="115694"/>
                  <a:pt x="3536727" y="115029"/>
                  <a:pt x="3534954" y="115029"/>
                </a:cubicBezTo>
                <a:cubicBezTo>
                  <a:pt x="3530300" y="115029"/>
                  <a:pt x="3525867" y="116690"/>
                  <a:pt x="3521656" y="120015"/>
                </a:cubicBezTo>
                <a:cubicBezTo>
                  <a:pt x="3515894" y="124558"/>
                  <a:pt x="3508801" y="134256"/>
                  <a:pt x="3500379" y="149105"/>
                </a:cubicBezTo>
                <a:cubicBezTo>
                  <a:pt x="3509799" y="182349"/>
                  <a:pt x="3517334" y="202630"/>
                  <a:pt x="3522986" y="209943"/>
                </a:cubicBezTo>
                <a:cubicBezTo>
                  <a:pt x="3526310" y="214265"/>
                  <a:pt x="3529690" y="216425"/>
                  <a:pt x="3533126" y="216425"/>
                </a:cubicBezTo>
                <a:cubicBezTo>
                  <a:pt x="3536008" y="216425"/>
                  <a:pt x="3538500" y="215707"/>
                  <a:pt x="3540606" y="214265"/>
                </a:cubicBezTo>
                <a:cubicBezTo>
                  <a:pt x="3543820" y="211939"/>
                  <a:pt x="3548751" y="206122"/>
                  <a:pt x="3555401" y="196812"/>
                </a:cubicBezTo>
                <a:lnTo>
                  <a:pt x="3561384" y="200301"/>
                </a:lnTo>
                <a:cubicBezTo>
                  <a:pt x="3551633" y="216039"/>
                  <a:pt x="3542102" y="227120"/>
                  <a:pt x="3532794" y="233548"/>
                </a:cubicBezTo>
                <a:cubicBezTo>
                  <a:pt x="3525701" y="238534"/>
                  <a:pt x="3518720" y="241027"/>
                  <a:pt x="3511849" y="241027"/>
                </a:cubicBezTo>
                <a:cubicBezTo>
                  <a:pt x="3504757" y="241027"/>
                  <a:pt x="3498828" y="239476"/>
                  <a:pt x="3494063" y="236373"/>
                </a:cubicBezTo>
                <a:cubicBezTo>
                  <a:pt x="3489408" y="233159"/>
                  <a:pt x="3485253" y="228006"/>
                  <a:pt x="3481596" y="220914"/>
                </a:cubicBezTo>
                <a:cubicBezTo>
                  <a:pt x="3477939" y="213711"/>
                  <a:pt x="3473617" y="202241"/>
                  <a:pt x="3468630" y="186506"/>
                </a:cubicBezTo>
                <a:cubicBezTo>
                  <a:pt x="3455664" y="203019"/>
                  <a:pt x="3445469" y="215096"/>
                  <a:pt x="3438044" y="222742"/>
                </a:cubicBezTo>
                <a:cubicBezTo>
                  <a:pt x="3430731" y="230278"/>
                  <a:pt x="3424636" y="235209"/>
                  <a:pt x="3419760" y="237537"/>
                </a:cubicBezTo>
                <a:cubicBezTo>
                  <a:pt x="3414884" y="239865"/>
                  <a:pt x="3409675" y="241027"/>
                  <a:pt x="3404135" y="241027"/>
                </a:cubicBezTo>
                <a:cubicBezTo>
                  <a:pt x="3398373" y="241027"/>
                  <a:pt x="3393828" y="239366"/>
                  <a:pt x="3390504" y="236041"/>
                </a:cubicBezTo>
                <a:cubicBezTo>
                  <a:pt x="3387068" y="232716"/>
                  <a:pt x="3385351" y="228395"/>
                  <a:pt x="3385351" y="223074"/>
                </a:cubicBezTo>
                <a:cubicBezTo>
                  <a:pt x="3385351" y="217425"/>
                  <a:pt x="3387179" y="212768"/>
                  <a:pt x="3390836" y="209111"/>
                </a:cubicBezTo>
                <a:cubicBezTo>
                  <a:pt x="3394494" y="205455"/>
                  <a:pt x="3399148" y="203626"/>
                  <a:pt x="3404799" y="203626"/>
                </a:cubicBezTo>
                <a:cubicBezTo>
                  <a:pt x="3407792" y="203626"/>
                  <a:pt x="3411172" y="204515"/>
                  <a:pt x="3414939" y="206286"/>
                </a:cubicBezTo>
                <a:cubicBezTo>
                  <a:pt x="3420480" y="208947"/>
                  <a:pt x="3424470" y="210275"/>
                  <a:pt x="3426908" y="210275"/>
                </a:cubicBezTo>
                <a:cubicBezTo>
                  <a:pt x="3430122" y="210275"/>
                  <a:pt x="3433002" y="209611"/>
                  <a:pt x="3435552" y="208282"/>
                </a:cubicBezTo>
                <a:cubicBezTo>
                  <a:pt x="3438876" y="206619"/>
                  <a:pt x="3443087" y="203019"/>
                  <a:pt x="3448185" y="197476"/>
                </a:cubicBezTo>
                <a:cubicBezTo>
                  <a:pt x="3451287" y="194041"/>
                  <a:pt x="3456995" y="186727"/>
                  <a:pt x="3465306" y="175535"/>
                </a:cubicBezTo>
                <a:cubicBezTo>
                  <a:pt x="3454667" y="136085"/>
                  <a:pt x="3446356" y="112480"/>
                  <a:pt x="3440372" y="104723"/>
                </a:cubicBezTo>
                <a:cubicBezTo>
                  <a:pt x="3436604" y="99735"/>
                  <a:pt x="3431839" y="97242"/>
                  <a:pt x="3426076" y="97242"/>
                </a:cubicBezTo>
                <a:cubicBezTo>
                  <a:pt x="3423085" y="97242"/>
                  <a:pt x="3419427" y="97685"/>
                  <a:pt x="3415105" y="98574"/>
                </a:cubicBezTo>
                <a:lnTo>
                  <a:pt x="3416269" y="92256"/>
                </a:lnTo>
                <a:moveTo>
                  <a:pt x="3668600" y="41722"/>
                </a:moveTo>
                <a:lnTo>
                  <a:pt x="3655302" y="86936"/>
                </a:lnTo>
                <a:lnTo>
                  <a:pt x="3677078" y="86936"/>
                </a:lnTo>
                <a:lnTo>
                  <a:pt x="3671260" y="106052"/>
                </a:lnTo>
                <a:lnTo>
                  <a:pt x="3649817" y="106052"/>
                </a:lnTo>
                <a:lnTo>
                  <a:pt x="3622057" y="202465"/>
                </a:lnTo>
                <a:cubicBezTo>
                  <a:pt x="3620284" y="208447"/>
                  <a:pt x="3619397" y="212990"/>
                  <a:pt x="3619397" y="216093"/>
                </a:cubicBezTo>
                <a:cubicBezTo>
                  <a:pt x="3619397" y="217535"/>
                  <a:pt x="3619896" y="218810"/>
                  <a:pt x="3620893" y="219917"/>
                </a:cubicBezTo>
                <a:cubicBezTo>
                  <a:pt x="3621891" y="220914"/>
                  <a:pt x="3622999" y="221414"/>
                  <a:pt x="3624218" y="221414"/>
                </a:cubicBezTo>
                <a:cubicBezTo>
                  <a:pt x="3626102" y="221414"/>
                  <a:pt x="3628041" y="220638"/>
                  <a:pt x="3630036" y="219085"/>
                </a:cubicBezTo>
                <a:cubicBezTo>
                  <a:pt x="3635133" y="215207"/>
                  <a:pt x="3641062" y="208447"/>
                  <a:pt x="3647822" y="198805"/>
                </a:cubicBezTo>
                <a:lnTo>
                  <a:pt x="3653640" y="202465"/>
                </a:lnTo>
                <a:cubicBezTo>
                  <a:pt x="3645993" y="215761"/>
                  <a:pt x="3637572" y="225513"/>
                  <a:pt x="3628373" y="231720"/>
                </a:cubicBezTo>
                <a:cubicBezTo>
                  <a:pt x="3619176" y="237926"/>
                  <a:pt x="3610144" y="241027"/>
                  <a:pt x="3601279" y="241027"/>
                </a:cubicBezTo>
                <a:cubicBezTo>
                  <a:pt x="3593743" y="241027"/>
                  <a:pt x="3587870" y="239144"/>
                  <a:pt x="3583659" y="235377"/>
                </a:cubicBezTo>
                <a:cubicBezTo>
                  <a:pt x="3579559" y="231498"/>
                  <a:pt x="3577508" y="226621"/>
                  <a:pt x="3577508" y="220749"/>
                </a:cubicBezTo>
                <a:cubicBezTo>
                  <a:pt x="3577508" y="214321"/>
                  <a:pt x="3578949" y="206065"/>
                  <a:pt x="3581831" y="195980"/>
                </a:cubicBezTo>
                <a:lnTo>
                  <a:pt x="3608094" y="106052"/>
                </a:lnTo>
                <a:lnTo>
                  <a:pt x="3585487" y="106052"/>
                </a:lnTo>
                <a:lnTo>
                  <a:pt x="3588812" y="93753"/>
                </a:lnTo>
                <a:cubicBezTo>
                  <a:pt x="3602997" y="88543"/>
                  <a:pt x="3614965" y="82447"/>
                  <a:pt x="3624716" y="75465"/>
                </a:cubicBezTo>
                <a:cubicBezTo>
                  <a:pt x="3634468" y="68484"/>
                  <a:pt x="3646215" y="57238"/>
                  <a:pt x="3659956" y="41722"/>
                </a:cubicBezTo>
                <a:lnTo>
                  <a:pt x="3668600" y="41722"/>
                </a:lnTo>
                <a:moveTo>
                  <a:pt x="3746394" y="82282"/>
                </a:moveTo>
                <a:lnTo>
                  <a:pt x="3721294" y="175700"/>
                </a:lnTo>
                <a:cubicBezTo>
                  <a:pt x="3741906" y="130154"/>
                  <a:pt x="3757420" y="102120"/>
                  <a:pt x="3767837" y="91592"/>
                </a:cubicBezTo>
                <a:cubicBezTo>
                  <a:pt x="3773932" y="85386"/>
                  <a:pt x="3780360" y="82282"/>
                  <a:pt x="3787119" y="82282"/>
                </a:cubicBezTo>
                <a:cubicBezTo>
                  <a:pt x="3791774" y="82282"/>
                  <a:pt x="3795541" y="84000"/>
                  <a:pt x="3798423" y="87435"/>
                </a:cubicBezTo>
                <a:cubicBezTo>
                  <a:pt x="3801304" y="90760"/>
                  <a:pt x="3802744" y="95524"/>
                  <a:pt x="3802744" y="101731"/>
                </a:cubicBezTo>
                <a:cubicBezTo>
                  <a:pt x="3802744" y="112480"/>
                  <a:pt x="3800141" y="121511"/>
                  <a:pt x="3794932" y="128825"/>
                </a:cubicBezTo>
                <a:cubicBezTo>
                  <a:pt x="3791608" y="133478"/>
                  <a:pt x="3787896" y="135807"/>
                  <a:pt x="3783795" y="135807"/>
                </a:cubicBezTo>
                <a:cubicBezTo>
                  <a:pt x="3779362" y="135807"/>
                  <a:pt x="3776038" y="133757"/>
                  <a:pt x="3773822" y="129657"/>
                </a:cubicBezTo>
                <a:cubicBezTo>
                  <a:pt x="3771605" y="125557"/>
                  <a:pt x="3770054" y="123172"/>
                  <a:pt x="3769167" y="122508"/>
                </a:cubicBezTo>
                <a:cubicBezTo>
                  <a:pt x="3768280" y="121733"/>
                  <a:pt x="3767338" y="121344"/>
                  <a:pt x="3766341" y="121344"/>
                </a:cubicBezTo>
                <a:cubicBezTo>
                  <a:pt x="3765233" y="121344"/>
                  <a:pt x="3764069" y="121679"/>
                  <a:pt x="3762850" y="122343"/>
                </a:cubicBezTo>
                <a:cubicBezTo>
                  <a:pt x="3760412" y="123672"/>
                  <a:pt x="3757198" y="126943"/>
                  <a:pt x="3753209" y="132150"/>
                </a:cubicBezTo>
                <a:cubicBezTo>
                  <a:pt x="3749331" y="137246"/>
                  <a:pt x="3744510" y="145835"/>
                  <a:pt x="3738748" y="157915"/>
                </a:cubicBezTo>
                <a:cubicBezTo>
                  <a:pt x="3732986" y="169993"/>
                  <a:pt x="3728497" y="180245"/>
                  <a:pt x="3725283" y="188666"/>
                </a:cubicBezTo>
                <a:cubicBezTo>
                  <a:pt x="3722069" y="196977"/>
                  <a:pt x="3717582" y="212879"/>
                  <a:pt x="3711819" y="236373"/>
                </a:cubicBezTo>
                <a:lnTo>
                  <a:pt x="3671593" y="236373"/>
                </a:lnTo>
                <a:lnTo>
                  <a:pt x="3699019" y="126165"/>
                </a:lnTo>
                <a:cubicBezTo>
                  <a:pt x="3701014" y="117965"/>
                  <a:pt x="3702012" y="112534"/>
                  <a:pt x="3702012" y="109876"/>
                </a:cubicBezTo>
                <a:cubicBezTo>
                  <a:pt x="3702012" y="106884"/>
                  <a:pt x="3701458" y="104556"/>
                  <a:pt x="3700349" y="102895"/>
                </a:cubicBezTo>
                <a:cubicBezTo>
                  <a:pt x="3699352" y="101231"/>
                  <a:pt x="3697912" y="100013"/>
                  <a:pt x="3696028" y="99238"/>
                </a:cubicBezTo>
                <a:cubicBezTo>
                  <a:pt x="3694255" y="98460"/>
                  <a:pt x="3690487" y="98074"/>
                  <a:pt x="3684724" y="98074"/>
                </a:cubicBezTo>
                <a:lnTo>
                  <a:pt x="3686220" y="93253"/>
                </a:lnTo>
                <a:lnTo>
                  <a:pt x="3736420" y="82282"/>
                </a:lnTo>
                <a:lnTo>
                  <a:pt x="3746394" y="82282"/>
                </a:lnTo>
                <a:moveTo>
                  <a:pt x="3961491" y="84610"/>
                </a:moveTo>
                <a:lnTo>
                  <a:pt x="3929243" y="195148"/>
                </a:lnTo>
                <a:lnTo>
                  <a:pt x="3925918" y="208615"/>
                </a:lnTo>
                <a:cubicBezTo>
                  <a:pt x="3925586" y="210275"/>
                  <a:pt x="3925420" y="211496"/>
                  <a:pt x="3925420" y="212271"/>
                </a:cubicBezTo>
                <a:cubicBezTo>
                  <a:pt x="3925420" y="213600"/>
                  <a:pt x="3925863" y="214764"/>
                  <a:pt x="3926750" y="215761"/>
                </a:cubicBezTo>
                <a:cubicBezTo>
                  <a:pt x="3927747" y="216760"/>
                  <a:pt x="3928744" y="217257"/>
                  <a:pt x="3929741" y="217257"/>
                </a:cubicBezTo>
                <a:cubicBezTo>
                  <a:pt x="3932069" y="217257"/>
                  <a:pt x="3935282" y="215485"/>
                  <a:pt x="3939383" y="211939"/>
                </a:cubicBezTo>
                <a:cubicBezTo>
                  <a:pt x="3941045" y="210497"/>
                  <a:pt x="3945034" y="205401"/>
                  <a:pt x="3951351" y="196645"/>
                </a:cubicBezTo>
                <a:lnTo>
                  <a:pt x="3957169" y="199637"/>
                </a:lnTo>
                <a:cubicBezTo>
                  <a:pt x="3949301" y="214043"/>
                  <a:pt x="3940879" y="224571"/>
                  <a:pt x="3931902" y="231220"/>
                </a:cubicBezTo>
                <a:cubicBezTo>
                  <a:pt x="3923037" y="237759"/>
                  <a:pt x="3913451" y="241027"/>
                  <a:pt x="3903145" y="241027"/>
                </a:cubicBezTo>
                <a:cubicBezTo>
                  <a:pt x="3896829" y="241027"/>
                  <a:pt x="3892008" y="239423"/>
                  <a:pt x="3888684" y="236209"/>
                </a:cubicBezTo>
                <a:cubicBezTo>
                  <a:pt x="3885359" y="232884"/>
                  <a:pt x="3883697" y="228727"/>
                  <a:pt x="3883697" y="223742"/>
                </a:cubicBezTo>
                <a:cubicBezTo>
                  <a:pt x="3883697" y="219418"/>
                  <a:pt x="3885470" y="211386"/>
                  <a:pt x="3889016" y="199637"/>
                </a:cubicBezTo>
                <a:lnTo>
                  <a:pt x="3893006" y="186174"/>
                </a:lnTo>
                <a:cubicBezTo>
                  <a:pt x="3880150" y="208226"/>
                  <a:pt x="3867794" y="223852"/>
                  <a:pt x="3855937" y="233049"/>
                </a:cubicBezTo>
                <a:cubicBezTo>
                  <a:pt x="3849066" y="238369"/>
                  <a:pt x="3841752" y="241027"/>
                  <a:pt x="3833995" y="241027"/>
                </a:cubicBezTo>
                <a:cubicBezTo>
                  <a:pt x="3823800" y="241027"/>
                  <a:pt x="3816431" y="236873"/>
                  <a:pt x="3811887" y="228560"/>
                </a:cubicBezTo>
                <a:cubicBezTo>
                  <a:pt x="3807344" y="220139"/>
                  <a:pt x="3805072" y="210664"/>
                  <a:pt x="3805072" y="200137"/>
                </a:cubicBezTo>
                <a:cubicBezTo>
                  <a:pt x="3805072" y="184510"/>
                  <a:pt x="3809837" y="166615"/>
                  <a:pt x="3819368" y="146445"/>
                </a:cubicBezTo>
                <a:cubicBezTo>
                  <a:pt x="3828898" y="126165"/>
                  <a:pt x="3841420" y="109876"/>
                  <a:pt x="3856934" y="97574"/>
                </a:cubicBezTo>
                <a:cubicBezTo>
                  <a:pt x="3869678" y="87379"/>
                  <a:pt x="3881647" y="82282"/>
                  <a:pt x="3892839" y="82282"/>
                </a:cubicBezTo>
                <a:cubicBezTo>
                  <a:pt x="3899045" y="82282"/>
                  <a:pt x="3904032" y="84111"/>
                  <a:pt x="3907800" y="87768"/>
                </a:cubicBezTo>
                <a:cubicBezTo>
                  <a:pt x="3911567" y="91314"/>
                  <a:pt x="3914338" y="97852"/>
                  <a:pt x="3916111" y="107384"/>
                </a:cubicBezTo>
                <a:lnTo>
                  <a:pt x="3922095" y="86936"/>
                </a:lnTo>
                <a:lnTo>
                  <a:pt x="3961491" y="84610"/>
                </a:lnTo>
                <a:moveTo>
                  <a:pt x="3908298" y="116194"/>
                </a:moveTo>
                <a:cubicBezTo>
                  <a:pt x="3908298" y="107216"/>
                  <a:pt x="3906913" y="100734"/>
                  <a:pt x="3904143" y="96742"/>
                </a:cubicBezTo>
                <a:cubicBezTo>
                  <a:pt x="3902148" y="93974"/>
                  <a:pt x="3899433" y="92589"/>
                  <a:pt x="3895997" y="92589"/>
                </a:cubicBezTo>
                <a:cubicBezTo>
                  <a:pt x="3892562" y="92589"/>
                  <a:pt x="3889016" y="94249"/>
                  <a:pt x="3885359" y="97574"/>
                </a:cubicBezTo>
                <a:cubicBezTo>
                  <a:pt x="3877934" y="104445"/>
                  <a:pt x="3869900" y="118408"/>
                  <a:pt x="3861256" y="139463"/>
                </a:cubicBezTo>
                <a:cubicBezTo>
                  <a:pt x="3852723" y="160408"/>
                  <a:pt x="3848457" y="178528"/>
                  <a:pt x="3848457" y="193820"/>
                </a:cubicBezTo>
                <a:cubicBezTo>
                  <a:pt x="3848457" y="199694"/>
                  <a:pt x="3849399" y="203958"/>
                  <a:pt x="3851283" y="206619"/>
                </a:cubicBezTo>
                <a:cubicBezTo>
                  <a:pt x="3853278" y="209168"/>
                  <a:pt x="3855438" y="210443"/>
                  <a:pt x="3857766" y="210443"/>
                </a:cubicBezTo>
                <a:cubicBezTo>
                  <a:pt x="3862752" y="210443"/>
                  <a:pt x="3867794" y="207561"/>
                  <a:pt x="3872892" y="201798"/>
                </a:cubicBezTo>
                <a:cubicBezTo>
                  <a:pt x="3880206" y="193598"/>
                  <a:pt x="3886800" y="183570"/>
                  <a:pt x="3892673" y="171711"/>
                </a:cubicBezTo>
                <a:cubicBezTo>
                  <a:pt x="3903090" y="150877"/>
                  <a:pt x="3908298" y="132371"/>
                  <a:pt x="3908298" y="116194"/>
                </a:cubicBezTo>
                <a:moveTo>
                  <a:pt x="3989250" y="91592"/>
                </a:moveTo>
                <a:lnTo>
                  <a:pt x="4044271" y="82282"/>
                </a:lnTo>
                <a:lnTo>
                  <a:pt x="4054245" y="82282"/>
                </a:lnTo>
                <a:lnTo>
                  <a:pt x="4046765" y="109377"/>
                </a:lnTo>
                <a:cubicBezTo>
                  <a:pt x="4058401" y="98738"/>
                  <a:pt x="4067931" y="91592"/>
                  <a:pt x="4075356" y="87932"/>
                </a:cubicBezTo>
                <a:cubicBezTo>
                  <a:pt x="4082780" y="84165"/>
                  <a:pt x="4090150" y="82282"/>
                  <a:pt x="4097464" y="82282"/>
                </a:cubicBezTo>
                <a:cubicBezTo>
                  <a:pt x="4107881" y="82282"/>
                  <a:pt x="4115915" y="86328"/>
                  <a:pt x="4121566" y="94417"/>
                </a:cubicBezTo>
                <a:cubicBezTo>
                  <a:pt x="4127218" y="102395"/>
                  <a:pt x="4130044" y="112202"/>
                  <a:pt x="4130044" y="123839"/>
                </a:cubicBezTo>
                <a:cubicBezTo>
                  <a:pt x="4130044" y="155644"/>
                  <a:pt x="4119018" y="183846"/>
                  <a:pt x="4096965" y="208447"/>
                </a:cubicBezTo>
                <a:cubicBezTo>
                  <a:pt x="4077461" y="230167"/>
                  <a:pt x="4056184" y="241027"/>
                  <a:pt x="4033134" y="241027"/>
                </a:cubicBezTo>
                <a:cubicBezTo>
                  <a:pt x="4029034" y="241027"/>
                  <a:pt x="4025544" y="240641"/>
                  <a:pt x="4022662" y="239865"/>
                </a:cubicBezTo>
                <a:cubicBezTo>
                  <a:pt x="4019781" y="239087"/>
                  <a:pt x="4015736" y="237370"/>
                  <a:pt x="4010527" y="234712"/>
                </a:cubicBezTo>
                <a:lnTo>
                  <a:pt x="4001883" y="264632"/>
                </a:lnTo>
                <a:cubicBezTo>
                  <a:pt x="3998781" y="275491"/>
                  <a:pt x="3997230" y="283748"/>
                  <a:pt x="3997230" y="289401"/>
                </a:cubicBezTo>
                <a:cubicBezTo>
                  <a:pt x="3997230" y="292947"/>
                  <a:pt x="3998449" y="295715"/>
                  <a:pt x="4000887" y="297711"/>
                </a:cubicBezTo>
                <a:cubicBezTo>
                  <a:pt x="4003324" y="299818"/>
                  <a:pt x="4009032" y="301589"/>
                  <a:pt x="4018008" y="303032"/>
                </a:cubicBezTo>
                <a:lnTo>
                  <a:pt x="4016512" y="309181"/>
                </a:lnTo>
                <a:lnTo>
                  <a:pt x="3927082" y="309181"/>
                </a:lnTo>
                <a:lnTo>
                  <a:pt x="3928744" y="303032"/>
                </a:lnTo>
                <a:cubicBezTo>
                  <a:pt x="3935837" y="302810"/>
                  <a:pt x="3941765" y="300536"/>
                  <a:pt x="3946531" y="296215"/>
                </a:cubicBezTo>
                <a:cubicBezTo>
                  <a:pt x="3951185" y="291893"/>
                  <a:pt x="3955562" y="282584"/>
                  <a:pt x="3959662" y="268288"/>
                </a:cubicBezTo>
                <a:lnTo>
                  <a:pt x="4000222" y="128493"/>
                </a:lnTo>
                <a:cubicBezTo>
                  <a:pt x="4003213" y="118076"/>
                  <a:pt x="4004710" y="110705"/>
                  <a:pt x="4004710" y="106384"/>
                </a:cubicBezTo>
                <a:cubicBezTo>
                  <a:pt x="4004710" y="104502"/>
                  <a:pt x="4004267" y="102949"/>
                  <a:pt x="4003379" y="101731"/>
                </a:cubicBezTo>
                <a:cubicBezTo>
                  <a:pt x="4002493" y="100402"/>
                  <a:pt x="4001163" y="99459"/>
                  <a:pt x="3999390" y="98906"/>
                </a:cubicBezTo>
                <a:cubicBezTo>
                  <a:pt x="3997617" y="98349"/>
                  <a:pt x="3993628" y="98074"/>
                  <a:pt x="3987422" y="98074"/>
                </a:cubicBezTo>
                <a:lnTo>
                  <a:pt x="3989250" y="91592"/>
                </a:lnTo>
                <a:moveTo>
                  <a:pt x="4015182" y="219253"/>
                </a:moveTo>
                <a:cubicBezTo>
                  <a:pt x="4018507" y="224681"/>
                  <a:pt x="4021498" y="228338"/>
                  <a:pt x="4024158" y="230224"/>
                </a:cubicBezTo>
                <a:cubicBezTo>
                  <a:pt x="4026818" y="231995"/>
                  <a:pt x="4029920" y="232884"/>
                  <a:pt x="4033466" y="232884"/>
                </a:cubicBezTo>
                <a:cubicBezTo>
                  <a:pt x="4037012" y="232884"/>
                  <a:pt x="4040448" y="231941"/>
                  <a:pt x="4043773" y="230056"/>
                </a:cubicBezTo>
                <a:cubicBezTo>
                  <a:pt x="4047208" y="228063"/>
                  <a:pt x="4051419" y="224128"/>
                  <a:pt x="4056405" y="218254"/>
                </a:cubicBezTo>
                <a:cubicBezTo>
                  <a:pt x="4061392" y="212382"/>
                  <a:pt x="4066158" y="204847"/>
                  <a:pt x="4070701" y="195648"/>
                </a:cubicBezTo>
                <a:cubicBezTo>
                  <a:pt x="4075356" y="186449"/>
                  <a:pt x="4079068" y="176032"/>
                  <a:pt x="4081839" y="164397"/>
                </a:cubicBezTo>
                <a:cubicBezTo>
                  <a:pt x="4084608" y="152651"/>
                  <a:pt x="4085994" y="141459"/>
                  <a:pt x="4085994" y="130821"/>
                </a:cubicBezTo>
                <a:cubicBezTo>
                  <a:pt x="4085994" y="122286"/>
                  <a:pt x="4084442" y="116080"/>
                  <a:pt x="4081340" y="112202"/>
                </a:cubicBezTo>
                <a:cubicBezTo>
                  <a:pt x="4078348" y="108323"/>
                  <a:pt x="4074691" y="106384"/>
                  <a:pt x="4070369" y="106384"/>
                </a:cubicBezTo>
                <a:cubicBezTo>
                  <a:pt x="4066490" y="106384"/>
                  <a:pt x="4062833" y="107384"/>
                  <a:pt x="4059398" y="109377"/>
                </a:cubicBezTo>
                <a:cubicBezTo>
                  <a:pt x="4054411" y="112258"/>
                  <a:pt x="4048538" y="117633"/>
                  <a:pt x="4041778" y="125500"/>
                </a:cubicBezTo>
                <a:lnTo>
                  <a:pt x="4015182" y="219253"/>
                </a:lnTo>
                <a:moveTo>
                  <a:pt x="4250725" y="82282"/>
                </a:moveTo>
                <a:cubicBezTo>
                  <a:pt x="4259479" y="82282"/>
                  <a:pt x="4267679" y="84332"/>
                  <a:pt x="4275326" y="88432"/>
                </a:cubicBezTo>
                <a:cubicBezTo>
                  <a:pt x="4283083" y="92421"/>
                  <a:pt x="4288900" y="98017"/>
                  <a:pt x="4292779" y="105220"/>
                </a:cubicBezTo>
                <a:cubicBezTo>
                  <a:pt x="4296769" y="112423"/>
                  <a:pt x="4298764" y="120404"/>
                  <a:pt x="4298764" y="129157"/>
                </a:cubicBezTo>
                <a:cubicBezTo>
                  <a:pt x="4298764" y="147109"/>
                  <a:pt x="4293721" y="165061"/>
                  <a:pt x="4283636" y="183014"/>
                </a:cubicBezTo>
                <a:cubicBezTo>
                  <a:pt x="4273664" y="200969"/>
                  <a:pt x="4260476" y="215153"/>
                  <a:pt x="4244075" y="225570"/>
                </a:cubicBezTo>
                <a:cubicBezTo>
                  <a:pt x="4227675" y="235874"/>
                  <a:pt x="4211162" y="241027"/>
                  <a:pt x="4194540" y="241027"/>
                </a:cubicBezTo>
                <a:cubicBezTo>
                  <a:pt x="4179468" y="241027"/>
                  <a:pt x="4167777" y="236541"/>
                  <a:pt x="4159466" y="227563"/>
                </a:cubicBezTo>
                <a:cubicBezTo>
                  <a:pt x="4151265" y="218589"/>
                  <a:pt x="4147166" y="207615"/>
                  <a:pt x="4147166" y="194651"/>
                </a:cubicBezTo>
                <a:cubicBezTo>
                  <a:pt x="4147166" y="179246"/>
                  <a:pt x="4150213" y="164840"/>
                  <a:pt x="4156308" y="151433"/>
                </a:cubicBezTo>
                <a:cubicBezTo>
                  <a:pt x="4162513" y="137913"/>
                  <a:pt x="4170326" y="126165"/>
                  <a:pt x="4179745" y="116194"/>
                </a:cubicBezTo>
                <a:cubicBezTo>
                  <a:pt x="4189276" y="106109"/>
                  <a:pt x="4200192" y="97963"/>
                  <a:pt x="4212492" y="91757"/>
                </a:cubicBezTo>
                <a:cubicBezTo>
                  <a:pt x="4224793" y="85439"/>
                  <a:pt x="4237537" y="82282"/>
                  <a:pt x="4250725" y="82282"/>
                </a:cubicBezTo>
                <a:moveTo>
                  <a:pt x="4243909" y="91092"/>
                </a:moveTo>
                <a:cubicBezTo>
                  <a:pt x="4238035" y="91092"/>
                  <a:pt x="4233160" y="92810"/>
                  <a:pt x="4229281" y="96245"/>
                </a:cubicBezTo>
                <a:cubicBezTo>
                  <a:pt x="4221524" y="103227"/>
                  <a:pt x="4212769" y="119572"/>
                  <a:pt x="4203017" y="145281"/>
                </a:cubicBezTo>
                <a:cubicBezTo>
                  <a:pt x="4193265" y="170882"/>
                  <a:pt x="4188389" y="193987"/>
                  <a:pt x="4188389" y="214597"/>
                </a:cubicBezTo>
                <a:cubicBezTo>
                  <a:pt x="4188389" y="219696"/>
                  <a:pt x="4189941" y="223906"/>
                  <a:pt x="4193044" y="227231"/>
                </a:cubicBezTo>
                <a:cubicBezTo>
                  <a:pt x="4196146" y="230556"/>
                  <a:pt x="4199804" y="232217"/>
                  <a:pt x="4204014" y="232217"/>
                </a:cubicBezTo>
                <a:cubicBezTo>
                  <a:pt x="4208336" y="232217"/>
                  <a:pt x="4212160" y="230888"/>
                  <a:pt x="4215485" y="228228"/>
                </a:cubicBezTo>
                <a:cubicBezTo>
                  <a:pt x="4220360" y="224239"/>
                  <a:pt x="4226345" y="215318"/>
                  <a:pt x="4233437" y="201465"/>
                </a:cubicBezTo>
                <a:cubicBezTo>
                  <a:pt x="4240529" y="187502"/>
                  <a:pt x="4246347" y="172154"/>
                  <a:pt x="4250891" y="155422"/>
                </a:cubicBezTo>
                <a:cubicBezTo>
                  <a:pt x="4255434" y="138578"/>
                  <a:pt x="4257706" y="123172"/>
                  <a:pt x="4257706" y="109212"/>
                </a:cubicBezTo>
                <a:cubicBezTo>
                  <a:pt x="4257706" y="103448"/>
                  <a:pt x="4256321" y="99016"/>
                  <a:pt x="4253550" y="95913"/>
                </a:cubicBezTo>
                <a:cubicBezTo>
                  <a:pt x="4250780" y="92699"/>
                  <a:pt x="4247566" y="91092"/>
                  <a:pt x="4243909" y="91092"/>
                </a:cubicBezTo>
                <a:moveTo>
                  <a:pt x="4416784" y="5817"/>
                </a:moveTo>
                <a:lnTo>
                  <a:pt x="4361764" y="192988"/>
                </a:lnTo>
                <a:cubicBezTo>
                  <a:pt x="4358550" y="204069"/>
                  <a:pt x="4356943" y="210997"/>
                  <a:pt x="4356943" y="213768"/>
                </a:cubicBezTo>
                <a:cubicBezTo>
                  <a:pt x="4356943" y="215207"/>
                  <a:pt x="4357386" y="216425"/>
                  <a:pt x="4358273" y="217425"/>
                </a:cubicBezTo>
                <a:cubicBezTo>
                  <a:pt x="4359269" y="218421"/>
                  <a:pt x="4360323" y="218921"/>
                  <a:pt x="4361431" y="218921"/>
                </a:cubicBezTo>
                <a:cubicBezTo>
                  <a:pt x="4363426" y="218921"/>
                  <a:pt x="4365310" y="218143"/>
                  <a:pt x="4367083" y="216593"/>
                </a:cubicBezTo>
                <a:cubicBezTo>
                  <a:pt x="4372402" y="212271"/>
                  <a:pt x="4378330" y="204958"/>
                  <a:pt x="4384869" y="194651"/>
                </a:cubicBezTo>
                <a:lnTo>
                  <a:pt x="4391351" y="197644"/>
                </a:lnTo>
                <a:cubicBezTo>
                  <a:pt x="4380824" y="214486"/>
                  <a:pt x="4370463" y="226510"/>
                  <a:pt x="4360267" y="233713"/>
                </a:cubicBezTo>
                <a:cubicBezTo>
                  <a:pt x="4353286" y="238591"/>
                  <a:pt x="4345861" y="241027"/>
                  <a:pt x="4337993" y="241027"/>
                </a:cubicBezTo>
                <a:cubicBezTo>
                  <a:pt x="4330679" y="241027"/>
                  <a:pt x="4324861" y="239087"/>
                  <a:pt x="4320539" y="235209"/>
                </a:cubicBezTo>
                <a:cubicBezTo>
                  <a:pt x="4316218" y="231220"/>
                  <a:pt x="4314056" y="226456"/>
                  <a:pt x="4314056" y="220914"/>
                </a:cubicBezTo>
                <a:cubicBezTo>
                  <a:pt x="4314056" y="216814"/>
                  <a:pt x="4315386" y="210222"/>
                  <a:pt x="4318046" y="201133"/>
                </a:cubicBezTo>
                <a:lnTo>
                  <a:pt x="4362926" y="47874"/>
                </a:lnTo>
                <a:cubicBezTo>
                  <a:pt x="4365365" y="39450"/>
                  <a:pt x="4366584" y="33854"/>
                  <a:pt x="4366584" y="31083"/>
                </a:cubicBezTo>
                <a:cubicBezTo>
                  <a:pt x="4366584" y="28426"/>
                  <a:pt x="4365421" y="26319"/>
                  <a:pt x="4363093" y="24769"/>
                </a:cubicBezTo>
                <a:cubicBezTo>
                  <a:pt x="4359991" y="22552"/>
                  <a:pt x="4355280" y="21609"/>
                  <a:pt x="4348964" y="21941"/>
                </a:cubicBezTo>
                <a:lnTo>
                  <a:pt x="4350792" y="15624"/>
                </a:lnTo>
                <a:lnTo>
                  <a:pt x="4406810" y="5817"/>
                </a:lnTo>
                <a:lnTo>
                  <a:pt x="4416784" y="5817"/>
                </a:lnTo>
                <a:moveTo>
                  <a:pt x="4566886" y="84610"/>
                </a:moveTo>
                <a:lnTo>
                  <a:pt x="4534639" y="195148"/>
                </a:lnTo>
                <a:lnTo>
                  <a:pt x="4531314" y="208615"/>
                </a:lnTo>
                <a:cubicBezTo>
                  <a:pt x="4530982" y="210275"/>
                  <a:pt x="4530816" y="211496"/>
                  <a:pt x="4530816" y="212271"/>
                </a:cubicBezTo>
                <a:cubicBezTo>
                  <a:pt x="4530816" y="213600"/>
                  <a:pt x="4531259" y="214764"/>
                  <a:pt x="4532145" y="215761"/>
                </a:cubicBezTo>
                <a:cubicBezTo>
                  <a:pt x="4533142" y="216760"/>
                  <a:pt x="4534140" y="217257"/>
                  <a:pt x="4535137" y="217257"/>
                </a:cubicBezTo>
                <a:cubicBezTo>
                  <a:pt x="4537464" y="217257"/>
                  <a:pt x="4540678" y="215485"/>
                  <a:pt x="4544779" y="211939"/>
                </a:cubicBezTo>
                <a:cubicBezTo>
                  <a:pt x="4546440" y="210497"/>
                  <a:pt x="4550430" y="205401"/>
                  <a:pt x="4556747" y="196645"/>
                </a:cubicBezTo>
                <a:lnTo>
                  <a:pt x="4562565" y="199637"/>
                </a:lnTo>
                <a:cubicBezTo>
                  <a:pt x="4554696" y="214043"/>
                  <a:pt x="4546274" y="224571"/>
                  <a:pt x="4537298" y="231220"/>
                </a:cubicBezTo>
                <a:cubicBezTo>
                  <a:pt x="4528432" y="237759"/>
                  <a:pt x="4518847" y="241027"/>
                  <a:pt x="4508541" y="241027"/>
                </a:cubicBezTo>
                <a:cubicBezTo>
                  <a:pt x="4502224" y="241027"/>
                  <a:pt x="4497404" y="239423"/>
                  <a:pt x="4494079" y="236209"/>
                </a:cubicBezTo>
                <a:cubicBezTo>
                  <a:pt x="4490755" y="232884"/>
                  <a:pt x="4489092" y="228727"/>
                  <a:pt x="4489092" y="223742"/>
                </a:cubicBezTo>
                <a:cubicBezTo>
                  <a:pt x="4489092" y="219418"/>
                  <a:pt x="4490866" y="211386"/>
                  <a:pt x="4494412" y="199637"/>
                </a:cubicBezTo>
                <a:lnTo>
                  <a:pt x="4498401" y="186174"/>
                </a:lnTo>
                <a:cubicBezTo>
                  <a:pt x="4485546" y="208226"/>
                  <a:pt x="4473190" y="223852"/>
                  <a:pt x="4461332" y="233049"/>
                </a:cubicBezTo>
                <a:cubicBezTo>
                  <a:pt x="4454462" y="238369"/>
                  <a:pt x="4447148" y="241027"/>
                  <a:pt x="4439391" y="241027"/>
                </a:cubicBezTo>
                <a:cubicBezTo>
                  <a:pt x="4429196" y="241027"/>
                  <a:pt x="4421827" y="236873"/>
                  <a:pt x="4417282" y="228560"/>
                </a:cubicBezTo>
                <a:cubicBezTo>
                  <a:pt x="4412739" y="220139"/>
                  <a:pt x="4410467" y="210664"/>
                  <a:pt x="4410467" y="200137"/>
                </a:cubicBezTo>
                <a:cubicBezTo>
                  <a:pt x="4410467" y="184510"/>
                  <a:pt x="4415233" y="166615"/>
                  <a:pt x="4424763" y="146445"/>
                </a:cubicBezTo>
                <a:cubicBezTo>
                  <a:pt x="4434293" y="126165"/>
                  <a:pt x="4446816" y="109876"/>
                  <a:pt x="4462330" y="97574"/>
                </a:cubicBezTo>
                <a:cubicBezTo>
                  <a:pt x="4475074" y="87379"/>
                  <a:pt x="4487043" y="82282"/>
                  <a:pt x="4498235" y="82282"/>
                </a:cubicBezTo>
                <a:cubicBezTo>
                  <a:pt x="4504441" y="82282"/>
                  <a:pt x="4509428" y="84111"/>
                  <a:pt x="4513196" y="87768"/>
                </a:cubicBezTo>
                <a:cubicBezTo>
                  <a:pt x="4516963" y="91314"/>
                  <a:pt x="4519734" y="97852"/>
                  <a:pt x="4521507" y="107384"/>
                </a:cubicBezTo>
                <a:lnTo>
                  <a:pt x="4527491" y="86936"/>
                </a:lnTo>
                <a:lnTo>
                  <a:pt x="4566886" y="84610"/>
                </a:lnTo>
                <a:moveTo>
                  <a:pt x="4513694" y="116194"/>
                </a:moveTo>
                <a:cubicBezTo>
                  <a:pt x="4513694" y="107216"/>
                  <a:pt x="4512308" y="100734"/>
                  <a:pt x="4509538" y="96742"/>
                </a:cubicBezTo>
                <a:cubicBezTo>
                  <a:pt x="4507544" y="93974"/>
                  <a:pt x="4504829" y="92589"/>
                  <a:pt x="4501393" y="92589"/>
                </a:cubicBezTo>
                <a:cubicBezTo>
                  <a:pt x="4497958" y="92589"/>
                  <a:pt x="4494412" y="94249"/>
                  <a:pt x="4490755" y="97574"/>
                </a:cubicBezTo>
                <a:cubicBezTo>
                  <a:pt x="4483330" y="104445"/>
                  <a:pt x="4475295" y="118408"/>
                  <a:pt x="4466652" y="139463"/>
                </a:cubicBezTo>
                <a:cubicBezTo>
                  <a:pt x="4458118" y="160408"/>
                  <a:pt x="4453853" y="178528"/>
                  <a:pt x="4453853" y="193820"/>
                </a:cubicBezTo>
                <a:cubicBezTo>
                  <a:pt x="4453853" y="199694"/>
                  <a:pt x="4454794" y="203958"/>
                  <a:pt x="4456678" y="206619"/>
                </a:cubicBezTo>
                <a:cubicBezTo>
                  <a:pt x="4458673" y="209168"/>
                  <a:pt x="4460834" y="210443"/>
                  <a:pt x="4463161" y="210443"/>
                </a:cubicBezTo>
                <a:cubicBezTo>
                  <a:pt x="4468148" y="210443"/>
                  <a:pt x="4473190" y="207561"/>
                  <a:pt x="4478288" y="201798"/>
                </a:cubicBezTo>
                <a:cubicBezTo>
                  <a:pt x="4485602" y="193598"/>
                  <a:pt x="4492196" y="183570"/>
                  <a:pt x="4498069" y="171711"/>
                </a:cubicBezTo>
                <a:cubicBezTo>
                  <a:pt x="4508485" y="150877"/>
                  <a:pt x="4513694" y="132371"/>
                  <a:pt x="4513694" y="116194"/>
                </a:cubicBezTo>
                <a:moveTo>
                  <a:pt x="4671609" y="41722"/>
                </a:moveTo>
                <a:lnTo>
                  <a:pt x="4658311" y="86936"/>
                </a:lnTo>
                <a:lnTo>
                  <a:pt x="4680086" y="86936"/>
                </a:lnTo>
                <a:lnTo>
                  <a:pt x="4674268" y="106052"/>
                </a:lnTo>
                <a:lnTo>
                  <a:pt x="4652825" y="106052"/>
                </a:lnTo>
                <a:lnTo>
                  <a:pt x="4625065" y="202465"/>
                </a:lnTo>
                <a:cubicBezTo>
                  <a:pt x="4623292" y="208447"/>
                  <a:pt x="4622406" y="212990"/>
                  <a:pt x="4622406" y="216093"/>
                </a:cubicBezTo>
                <a:cubicBezTo>
                  <a:pt x="4622406" y="217535"/>
                  <a:pt x="4622905" y="218810"/>
                  <a:pt x="4623902" y="219917"/>
                </a:cubicBezTo>
                <a:cubicBezTo>
                  <a:pt x="4624899" y="220914"/>
                  <a:pt x="4626008" y="221414"/>
                  <a:pt x="4627226" y="221414"/>
                </a:cubicBezTo>
                <a:cubicBezTo>
                  <a:pt x="4629110" y="221414"/>
                  <a:pt x="4631049" y="220638"/>
                  <a:pt x="4633045" y="219085"/>
                </a:cubicBezTo>
                <a:cubicBezTo>
                  <a:pt x="4638142" y="215207"/>
                  <a:pt x="4644071" y="208447"/>
                  <a:pt x="4650831" y="198805"/>
                </a:cubicBezTo>
                <a:lnTo>
                  <a:pt x="4656648" y="202465"/>
                </a:lnTo>
                <a:cubicBezTo>
                  <a:pt x="4649002" y="215761"/>
                  <a:pt x="4640580" y="225513"/>
                  <a:pt x="4631382" y="231720"/>
                </a:cubicBezTo>
                <a:cubicBezTo>
                  <a:pt x="4622184" y="237926"/>
                  <a:pt x="4613153" y="241027"/>
                  <a:pt x="4604287" y="241027"/>
                </a:cubicBezTo>
                <a:cubicBezTo>
                  <a:pt x="4596751" y="241027"/>
                  <a:pt x="4590879" y="239144"/>
                  <a:pt x="4586667" y="235377"/>
                </a:cubicBezTo>
                <a:cubicBezTo>
                  <a:pt x="4582567" y="231498"/>
                  <a:pt x="4580517" y="226621"/>
                  <a:pt x="4580517" y="220749"/>
                </a:cubicBezTo>
                <a:cubicBezTo>
                  <a:pt x="4580517" y="214321"/>
                  <a:pt x="4581958" y="206065"/>
                  <a:pt x="4584839" y="195980"/>
                </a:cubicBezTo>
                <a:lnTo>
                  <a:pt x="4611102" y="106052"/>
                </a:lnTo>
                <a:lnTo>
                  <a:pt x="4588496" y="106052"/>
                </a:lnTo>
                <a:lnTo>
                  <a:pt x="4591820" y="93753"/>
                </a:lnTo>
                <a:cubicBezTo>
                  <a:pt x="4606005" y="88543"/>
                  <a:pt x="4617973" y="82447"/>
                  <a:pt x="4627725" y="75465"/>
                </a:cubicBezTo>
                <a:cubicBezTo>
                  <a:pt x="4637477" y="68484"/>
                  <a:pt x="4649224" y="57238"/>
                  <a:pt x="4662965" y="41722"/>
                </a:cubicBezTo>
                <a:lnTo>
                  <a:pt x="4671609" y="41722"/>
                </a:lnTo>
                <a:moveTo>
                  <a:pt x="4721975" y="174039"/>
                </a:moveTo>
                <a:cubicBezTo>
                  <a:pt x="4720978" y="181242"/>
                  <a:pt x="4720479" y="187170"/>
                  <a:pt x="4720479" y="191824"/>
                </a:cubicBezTo>
                <a:cubicBezTo>
                  <a:pt x="4720479" y="200137"/>
                  <a:pt x="4722862" y="206786"/>
                  <a:pt x="4727627" y="211772"/>
                </a:cubicBezTo>
                <a:cubicBezTo>
                  <a:pt x="4732503" y="216760"/>
                  <a:pt x="4738986" y="219253"/>
                  <a:pt x="4747075" y="219253"/>
                </a:cubicBezTo>
                <a:cubicBezTo>
                  <a:pt x="4754833" y="219253"/>
                  <a:pt x="4762590" y="217368"/>
                  <a:pt x="4770347" y="213600"/>
                </a:cubicBezTo>
                <a:cubicBezTo>
                  <a:pt x="4778215" y="209833"/>
                  <a:pt x="4787302" y="203240"/>
                  <a:pt x="4797608" y="193820"/>
                </a:cubicBezTo>
                <a:lnTo>
                  <a:pt x="4802595" y="198308"/>
                </a:lnTo>
                <a:cubicBezTo>
                  <a:pt x="4789851" y="213711"/>
                  <a:pt x="4777440" y="224681"/>
                  <a:pt x="4765360" y="231220"/>
                </a:cubicBezTo>
                <a:cubicBezTo>
                  <a:pt x="4753281" y="237759"/>
                  <a:pt x="4739928" y="241027"/>
                  <a:pt x="4725300" y="241027"/>
                </a:cubicBezTo>
                <a:cubicBezTo>
                  <a:pt x="4706793" y="241027"/>
                  <a:pt x="4693993" y="236595"/>
                  <a:pt x="4686901" y="227731"/>
                </a:cubicBezTo>
                <a:cubicBezTo>
                  <a:pt x="4679810" y="218864"/>
                  <a:pt x="4676263" y="208615"/>
                  <a:pt x="4676263" y="196977"/>
                </a:cubicBezTo>
                <a:cubicBezTo>
                  <a:pt x="4676263" y="178803"/>
                  <a:pt x="4681527" y="160630"/>
                  <a:pt x="4692054" y="142456"/>
                </a:cubicBezTo>
                <a:cubicBezTo>
                  <a:pt x="4702693" y="124282"/>
                  <a:pt x="4717099" y="109709"/>
                  <a:pt x="4735274" y="98738"/>
                </a:cubicBezTo>
                <a:cubicBezTo>
                  <a:pt x="4753558" y="87768"/>
                  <a:pt x="4771899" y="82282"/>
                  <a:pt x="4790294" y="82282"/>
                </a:cubicBezTo>
                <a:cubicBezTo>
                  <a:pt x="4799602" y="82282"/>
                  <a:pt x="4806640" y="84500"/>
                  <a:pt x="4811405" y="88932"/>
                </a:cubicBezTo>
                <a:cubicBezTo>
                  <a:pt x="4816170" y="93364"/>
                  <a:pt x="4818553" y="98960"/>
                  <a:pt x="4818553" y="105720"/>
                </a:cubicBezTo>
                <a:cubicBezTo>
                  <a:pt x="4818553" y="113809"/>
                  <a:pt x="4816226" y="121679"/>
                  <a:pt x="4811571" y="129325"/>
                </a:cubicBezTo>
                <a:cubicBezTo>
                  <a:pt x="4805144" y="139742"/>
                  <a:pt x="4797054" y="148163"/>
                  <a:pt x="4787302" y="154591"/>
                </a:cubicBezTo>
                <a:cubicBezTo>
                  <a:pt x="4777550" y="160908"/>
                  <a:pt x="4766635" y="165729"/>
                  <a:pt x="4754556" y="169053"/>
                </a:cubicBezTo>
                <a:cubicBezTo>
                  <a:pt x="4746466" y="171268"/>
                  <a:pt x="4735606" y="172932"/>
                  <a:pt x="4721975" y="174039"/>
                </a:cubicBezTo>
                <a:moveTo>
                  <a:pt x="4723471" y="165394"/>
                </a:moveTo>
                <a:cubicBezTo>
                  <a:pt x="4733223" y="163954"/>
                  <a:pt x="4740759" y="162015"/>
                  <a:pt x="4746078" y="159576"/>
                </a:cubicBezTo>
                <a:cubicBezTo>
                  <a:pt x="4751508" y="157029"/>
                  <a:pt x="4756772" y="153038"/>
                  <a:pt x="4761870" y="147609"/>
                </a:cubicBezTo>
                <a:cubicBezTo>
                  <a:pt x="4767078" y="142067"/>
                  <a:pt x="4771566" y="135142"/>
                  <a:pt x="4775334" y="126832"/>
                </a:cubicBezTo>
                <a:cubicBezTo>
                  <a:pt x="4779102" y="118408"/>
                  <a:pt x="4780986" y="110541"/>
                  <a:pt x="4780986" y="103227"/>
                </a:cubicBezTo>
                <a:cubicBezTo>
                  <a:pt x="4780986" y="100124"/>
                  <a:pt x="4780099" y="97685"/>
                  <a:pt x="4778326" y="95913"/>
                </a:cubicBezTo>
                <a:cubicBezTo>
                  <a:pt x="4776663" y="94139"/>
                  <a:pt x="4774503" y="93253"/>
                  <a:pt x="4771843" y="93253"/>
                </a:cubicBezTo>
                <a:cubicBezTo>
                  <a:pt x="4766524" y="93253"/>
                  <a:pt x="4760540" y="96967"/>
                  <a:pt x="4753891" y="104391"/>
                </a:cubicBezTo>
                <a:cubicBezTo>
                  <a:pt x="4741701" y="117908"/>
                  <a:pt x="4731561" y="138245"/>
                  <a:pt x="4723471" y="165394"/>
                </a:cubicBezTo>
              </a:path>
            </a:pathLst>
          </a:cu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6">
            <a:extLst xmlns:a="http://schemas.openxmlformats.org/drawingml/2006/main">
              <a:ext uri="{FF2B5EF4-FFF2-40B4-BE49-F238E27FC236}">
                <a16:creationId xmlns:a16="http://schemas.microsoft.com/office/drawing/2014/main" id="{FD83BA25-3895-4701-BA9B-75D9EF1D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921" y="1919869"/>
            <a:ext cx="2130046" cy="2130048"/>
          </a:xfrm>
          <a:custGeom xmlns:a="http://schemas.openxmlformats.org/drawingml/2006/main">
            <a:pathLst>
              <a:path w="1567951" h="1567952">
                <a:moveTo>
                  <a:pt x="1546674" y="783978"/>
                </a:moveTo>
                <a:lnTo>
                  <a:pt x="1557312" y="783978"/>
                </a:lnTo>
                <a:cubicBezTo>
                  <a:pt x="1557312" y="769421"/>
                  <a:pt x="1556910" y="754958"/>
                  <a:pt x="1556116" y="740601"/>
                </a:cubicBezTo>
                <a:lnTo>
                  <a:pt x="1545494" y="741188"/>
                </a:lnTo>
                <a:lnTo>
                  <a:pt x="1534872" y="741776"/>
                </a:lnTo>
                <a:cubicBezTo>
                  <a:pt x="1535644" y="755742"/>
                  <a:pt x="1536036" y="769813"/>
                  <a:pt x="1536036" y="783978"/>
                </a:cubicBezTo>
                <a:lnTo>
                  <a:pt x="1546674" y="783978"/>
                </a:lnTo>
                <a:moveTo>
                  <a:pt x="1536011" y="656158"/>
                </a:moveTo>
                <a:lnTo>
                  <a:pt x="1546501" y="654386"/>
                </a:lnTo>
                <a:cubicBezTo>
                  <a:pt x="1541647" y="625625"/>
                  <a:pt x="1535207" y="597401"/>
                  <a:pt x="1527270" y="569807"/>
                </a:cubicBezTo>
                <a:lnTo>
                  <a:pt x="1517046" y="572748"/>
                </a:lnTo>
                <a:lnTo>
                  <a:pt x="1506823" y="575689"/>
                </a:lnTo>
                <a:cubicBezTo>
                  <a:pt x="1514538" y="602517"/>
                  <a:pt x="1520801" y="629958"/>
                  <a:pt x="1525520" y="657926"/>
                </a:cubicBezTo>
                <a:lnTo>
                  <a:pt x="1536011" y="656158"/>
                </a:lnTo>
                <a:moveTo>
                  <a:pt x="1488800" y="492024"/>
                </a:moveTo>
                <a:lnTo>
                  <a:pt x="1498627" y="487950"/>
                </a:lnTo>
                <a:cubicBezTo>
                  <a:pt x="1487498" y="461111"/>
                  <a:pt x="1474902" y="435039"/>
                  <a:pt x="1460940" y="409830"/>
                </a:cubicBezTo>
                <a:lnTo>
                  <a:pt x="1451633" y="414983"/>
                </a:lnTo>
                <a:lnTo>
                  <a:pt x="1442327" y="420136"/>
                </a:lnTo>
                <a:cubicBezTo>
                  <a:pt x="1455905" y="444653"/>
                  <a:pt x="1468153" y="470007"/>
                  <a:pt x="1478973" y="496099"/>
                </a:cubicBezTo>
                <a:lnTo>
                  <a:pt x="1488800" y="492024"/>
                </a:lnTo>
                <a:moveTo>
                  <a:pt x="1406056" y="342596"/>
                </a:moveTo>
                <a:lnTo>
                  <a:pt x="1414727" y="336432"/>
                </a:lnTo>
                <a:cubicBezTo>
                  <a:pt x="1397947" y="312824"/>
                  <a:pt x="1379875" y="290198"/>
                  <a:pt x="1360614" y="268660"/>
                </a:cubicBezTo>
                <a:lnTo>
                  <a:pt x="1352684" y="275753"/>
                </a:lnTo>
                <a:lnTo>
                  <a:pt x="1344754" y="282845"/>
                </a:lnTo>
                <a:cubicBezTo>
                  <a:pt x="1363488" y="303792"/>
                  <a:pt x="1381065" y="325799"/>
                  <a:pt x="1397385" y="348759"/>
                </a:cubicBezTo>
                <a:lnTo>
                  <a:pt x="1406056" y="342596"/>
                </a:lnTo>
                <a:moveTo>
                  <a:pt x="1292199" y="215267"/>
                </a:moveTo>
                <a:lnTo>
                  <a:pt x="1299290" y="207337"/>
                </a:lnTo>
                <a:cubicBezTo>
                  <a:pt x="1277752" y="188076"/>
                  <a:pt x="1255128" y="170005"/>
                  <a:pt x="1231521" y="153225"/>
                </a:cubicBezTo>
                <a:lnTo>
                  <a:pt x="1225357" y="161896"/>
                </a:lnTo>
                <a:lnTo>
                  <a:pt x="1219194" y="170567"/>
                </a:lnTo>
                <a:cubicBezTo>
                  <a:pt x="1242153" y="186886"/>
                  <a:pt x="1264158" y="204464"/>
                  <a:pt x="1285107" y="223197"/>
                </a:cubicBezTo>
                <a:lnTo>
                  <a:pt x="1292199" y="215267"/>
                </a:lnTo>
                <a:moveTo>
                  <a:pt x="1152968" y="116318"/>
                </a:moveTo>
                <a:lnTo>
                  <a:pt x="1158123" y="107012"/>
                </a:lnTo>
                <a:cubicBezTo>
                  <a:pt x="1132912" y="93048"/>
                  <a:pt x="1106839" y="80454"/>
                  <a:pt x="1080003" y="69324"/>
                </a:cubicBezTo>
                <a:lnTo>
                  <a:pt x="1075927" y="79151"/>
                </a:lnTo>
                <a:lnTo>
                  <a:pt x="1071852" y="88980"/>
                </a:lnTo>
                <a:cubicBezTo>
                  <a:pt x="1097946" y="99800"/>
                  <a:pt x="1123299" y="112048"/>
                  <a:pt x="1147814" y="125625"/>
                </a:cubicBezTo>
                <a:lnTo>
                  <a:pt x="1152968" y="116318"/>
                </a:lnTo>
                <a:moveTo>
                  <a:pt x="995203" y="50907"/>
                </a:moveTo>
                <a:lnTo>
                  <a:pt x="998144" y="40683"/>
                </a:lnTo>
                <a:cubicBezTo>
                  <a:pt x="970552" y="32744"/>
                  <a:pt x="942328" y="26305"/>
                  <a:pt x="913566" y="21450"/>
                </a:cubicBezTo>
                <a:lnTo>
                  <a:pt x="911795" y="31941"/>
                </a:lnTo>
                <a:lnTo>
                  <a:pt x="910025" y="42432"/>
                </a:lnTo>
                <a:cubicBezTo>
                  <a:pt x="937993" y="47150"/>
                  <a:pt x="965436" y="53414"/>
                  <a:pt x="992263" y="61130"/>
                </a:cubicBezTo>
                <a:lnTo>
                  <a:pt x="995203" y="50907"/>
                </a:lnTo>
                <a:moveTo>
                  <a:pt x="826764" y="22458"/>
                </a:moveTo>
                <a:lnTo>
                  <a:pt x="827351" y="11837"/>
                </a:lnTo>
                <a:cubicBezTo>
                  <a:pt x="812993" y="11042"/>
                  <a:pt x="798530" y="10638"/>
                  <a:pt x="783975" y="10638"/>
                </a:cubicBezTo>
                <a:lnTo>
                  <a:pt x="783975" y="21277"/>
                </a:lnTo>
                <a:lnTo>
                  <a:pt x="783975" y="31915"/>
                </a:lnTo>
                <a:cubicBezTo>
                  <a:pt x="798139" y="31915"/>
                  <a:pt x="812209" y="32307"/>
                  <a:pt x="826176" y="33079"/>
                </a:cubicBezTo>
                <a:lnTo>
                  <a:pt x="826764" y="22458"/>
                </a:lnTo>
                <a:moveTo>
                  <a:pt x="783975" y="21277"/>
                </a:moveTo>
                <a:lnTo>
                  <a:pt x="783975" y="10638"/>
                </a:lnTo>
                <a:cubicBezTo>
                  <a:pt x="769420" y="10638"/>
                  <a:pt x="754958" y="11042"/>
                  <a:pt x="740600" y="11837"/>
                </a:cubicBezTo>
                <a:lnTo>
                  <a:pt x="741188" y="22458"/>
                </a:lnTo>
                <a:lnTo>
                  <a:pt x="741775" y="33079"/>
                </a:lnTo>
                <a:cubicBezTo>
                  <a:pt x="755743" y="32307"/>
                  <a:pt x="769813" y="31915"/>
                  <a:pt x="783975" y="31915"/>
                </a:cubicBezTo>
                <a:lnTo>
                  <a:pt x="783975" y="21277"/>
                </a:lnTo>
                <a:moveTo>
                  <a:pt x="656156" y="31941"/>
                </a:moveTo>
                <a:lnTo>
                  <a:pt x="654386" y="21450"/>
                </a:lnTo>
                <a:cubicBezTo>
                  <a:pt x="625624" y="26305"/>
                  <a:pt x="597399" y="32744"/>
                  <a:pt x="569807" y="40683"/>
                </a:cubicBezTo>
                <a:lnTo>
                  <a:pt x="572748" y="50907"/>
                </a:lnTo>
                <a:lnTo>
                  <a:pt x="575689" y="61130"/>
                </a:lnTo>
                <a:cubicBezTo>
                  <a:pt x="602515" y="53414"/>
                  <a:pt x="629958" y="47150"/>
                  <a:pt x="657926" y="42432"/>
                </a:cubicBezTo>
                <a:lnTo>
                  <a:pt x="656156" y="31941"/>
                </a:lnTo>
                <a:moveTo>
                  <a:pt x="492024" y="79151"/>
                </a:moveTo>
                <a:lnTo>
                  <a:pt x="487949" y="69324"/>
                </a:lnTo>
                <a:cubicBezTo>
                  <a:pt x="461112" y="80454"/>
                  <a:pt x="435039" y="93048"/>
                  <a:pt x="409828" y="107012"/>
                </a:cubicBezTo>
                <a:lnTo>
                  <a:pt x="414983" y="116318"/>
                </a:lnTo>
                <a:lnTo>
                  <a:pt x="420136" y="125625"/>
                </a:lnTo>
                <a:cubicBezTo>
                  <a:pt x="444652" y="112048"/>
                  <a:pt x="470005" y="99800"/>
                  <a:pt x="496099" y="88980"/>
                </a:cubicBezTo>
                <a:lnTo>
                  <a:pt x="492024" y="79151"/>
                </a:lnTo>
                <a:moveTo>
                  <a:pt x="342593" y="161896"/>
                </a:moveTo>
                <a:lnTo>
                  <a:pt x="336430" y="153225"/>
                </a:lnTo>
                <a:cubicBezTo>
                  <a:pt x="312822" y="170005"/>
                  <a:pt x="290198" y="188076"/>
                  <a:pt x="268660" y="207337"/>
                </a:cubicBezTo>
                <a:lnTo>
                  <a:pt x="275752" y="215267"/>
                </a:lnTo>
                <a:lnTo>
                  <a:pt x="282844" y="223197"/>
                </a:lnTo>
                <a:cubicBezTo>
                  <a:pt x="303792" y="204464"/>
                  <a:pt x="325798" y="186886"/>
                  <a:pt x="348757" y="170567"/>
                </a:cubicBezTo>
                <a:lnTo>
                  <a:pt x="342593" y="161896"/>
                </a:lnTo>
                <a:moveTo>
                  <a:pt x="215267" y="275753"/>
                </a:moveTo>
                <a:lnTo>
                  <a:pt x="207337" y="268660"/>
                </a:lnTo>
                <a:cubicBezTo>
                  <a:pt x="188076" y="290198"/>
                  <a:pt x="170004" y="312824"/>
                  <a:pt x="153224" y="336432"/>
                </a:cubicBezTo>
                <a:lnTo>
                  <a:pt x="161894" y="342596"/>
                </a:lnTo>
                <a:lnTo>
                  <a:pt x="170566" y="348759"/>
                </a:lnTo>
                <a:cubicBezTo>
                  <a:pt x="186886" y="325799"/>
                  <a:pt x="204463" y="303792"/>
                  <a:pt x="223197" y="282845"/>
                </a:cubicBezTo>
                <a:lnTo>
                  <a:pt x="215267" y="275753"/>
                </a:lnTo>
                <a:moveTo>
                  <a:pt x="116318" y="414983"/>
                </a:moveTo>
                <a:lnTo>
                  <a:pt x="107011" y="409830"/>
                </a:lnTo>
                <a:cubicBezTo>
                  <a:pt x="93048" y="435039"/>
                  <a:pt x="80452" y="461111"/>
                  <a:pt x="69324" y="487950"/>
                </a:cubicBezTo>
                <a:lnTo>
                  <a:pt x="79151" y="492024"/>
                </a:lnTo>
                <a:lnTo>
                  <a:pt x="88978" y="496099"/>
                </a:lnTo>
                <a:cubicBezTo>
                  <a:pt x="99799" y="470007"/>
                  <a:pt x="112046" y="444653"/>
                  <a:pt x="125624" y="420136"/>
                </a:cubicBezTo>
                <a:lnTo>
                  <a:pt x="116318" y="414983"/>
                </a:lnTo>
                <a:moveTo>
                  <a:pt x="50904" y="572748"/>
                </a:moveTo>
                <a:lnTo>
                  <a:pt x="40681" y="569807"/>
                </a:lnTo>
                <a:cubicBezTo>
                  <a:pt x="32745" y="597401"/>
                  <a:pt x="26304" y="625625"/>
                  <a:pt x="21450" y="654386"/>
                </a:cubicBezTo>
                <a:lnTo>
                  <a:pt x="31941" y="656158"/>
                </a:lnTo>
                <a:lnTo>
                  <a:pt x="42431" y="657926"/>
                </a:lnTo>
                <a:cubicBezTo>
                  <a:pt x="47150" y="629958"/>
                  <a:pt x="53413" y="602517"/>
                  <a:pt x="61129" y="575689"/>
                </a:cubicBezTo>
                <a:lnTo>
                  <a:pt x="50904" y="572748"/>
                </a:lnTo>
                <a:moveTo>
                  <a:pt x="22457" y="741188"/>
                </a:moveTo>
                <a:lnTo>
                  <a:pt x="11834" y="740601"/>
                </a:lnTo>
                <a:cubicBezTo>
                  <a:pt x="11041" y="754958"/>
                  <a:pt x="10638" y="769421"/>
                  <a:pt x="10638" y="783978"/>
                </a:cubicBezTo>
                <a:lnTo>
                  <a:pt x="21277" y="783978"/>
                </a:lnTo>
                <a:lnTo>
                  <a:pt x="31915" y="783978"/>
                </a:lnTo>
                <a:cubicBezTo>
                  <a:pt x="31915" y="769813"/>
                  <a:pt x="32306" y="755742"/>
                  <a:pt x="33079" y="741776"/>
                </a:cubicBezTo>
                <a:lnTo>
                  <a:pt x="22457" y="741188"/>
                </a:lnTo>
                <a:moveTo>
                  <a:pt x="21277" y="783978"/>
                </a:moveTo>
                <a:lnTo>
                  <a:pt x="10638" y="783978"/>
                </a:lnTo>
                <a:cubicBezTo>
                  <a:pt x="10638" y="798531"/>
                  <a:pt x="11041" y="812994"/>
                  <a:pt x="11834" y="827352"/>
                </a:cubicBezTo>
                <a:lnTo>
                  <a:pt x="22457" y="826764"/>
                </a:lnTo>
                <a:lnTo>
                  <a:pt x="33079" y="826176"/>
                </a:lnTo>
                <a:cubicBezTo>
                  <a:pt x="32306" y="812210"/>
                  <a:pt x="31915" y="798139"/>
                  <a:pt x="31915" y="783978"/>
                </a:cubicBezTo>
                <a:lnTo>
                  <a:pt x="21277" y="783978"/>
                </a:lnTo>
                <a:moveTo>
                  <a:pt x="31941" y="911795"/>
                </a:moveTo>
                <a:lnTo>
                  <a:pt x="21450" y="913566"/>
                </a:lnTo>
                <a:cubicBezTo>
                  <a:pt x="26304" y="942327"/>
                  <a:pt x="32745" y="970552"/>
                  <a:pt x="40681" y="998146"/>
                </a:cubicBezTo>
                <a:lnTo>
                  <a:pt x="50904" y="995204"/>
                </a:lnTo>
                <a:lnTo>
                  <a:pt x="61129" y="992263"/>
                </a:lnTo>
                <a:cubicBezTo>
                  <a:pt x="53413" y="965438"/>
                  <a:pt x="47150" y="937995"/>
                  <a:pt x="42431" y="910026"/>
                </a:cubicBezTo>
                <a:lnTo>
                  <a:pt x="31941" y="911795"/>
                </a:lnTo>
                <a:moveTo>
                  <a:pt x="79151" y="1075928"/>
                </a:moveTo>
                <a:lnTo>
                  <a:pt x="69324" y="1080002"/>
                </a:lnTo>
                <a:cubicBezTo>
                  <a:pt x="80452" y="1106841"/>
                  <a:pt x="93048" y="1132913"/>
                  <a:pt x="107011" y="1158125"/>
                </a:cubicBezTo>
                <a:lnTo>
                  <a:pt x="116318" y="1152969"/>
                </a:lnTo>
                <a:lnTo>
                  <a:pt x="125624" y="1147816"/>
                </a:lnTo>
                <a:cubicBezTo>
                  <a:pt x="112046" y="1123299"/>
                  <a:pt x="99799" y="1097946"/>
                  <a:pt x="88978" y="1071854"/>
                </a:cubicBezTo>
                <a:lnTo>
                  <a:pt x="79151" y="1075928"/>
                </a:lnTo>
                <a:moveTo>
                  <a:pt x="161895" y="1225357"/>
                </a:moveTo>
                <a:lnTo>
                  <a:pt x="153224" y="1231521"/>
                </a:lnTo>
                <a:cubicBezTo>
                  <a:pt x="170004" y="1255128"/>
                  <a:pt x="188076" y="1277754"/>
                  <a:pt x="207337" y="1299292"/>
                </a:cubicBezTo>
                <a:lnTo>
                  <a:pt x="215267" y="1292200"/>
                </a:lnTo>
                <a:lnTo>
                  <a:pt x="223197" y="1285107"/>
                </a:lnTo>
                <a:cubicBezTo>
                  <a:pt x="204463" y="1264160"/>
                  <a:pt x="186886" y="1242153"/>
                  <a:pt x="170566" y="1219196"/>
                </a:cubicBezTo>
                <a:lnTo>
                  <a:pt x="161895" y="1225357"/>
                </a:lnTo>
                <a:moveTo>
                  <a:pt x="275752" y="1352685"/>
                </a:moveTo>
                <a:lnTo>
                  <a:pt x="268660" y="1360615"/>
                </a:lnTo>
                <a:cubicBezTo>
                  <a:pt x="290198" y="1379876"/>
                  <a:pt x="312823" y="1397948"/>
                  <a:pt x="336430" y="1414727"/>
                </a:cubicBezTo>
                <a:lnTo>
                  <a:pt x="342594" y="1406056"/>
                </a:lnTo>
                <a:lnTo>
                  <a:pt x="348757" y="1397386"/>
                </a:lnTo>
                <a:cubicBezTo>
                  <a:pt x="325798" y="1381066"/>
                  <a:pt x="303792" y="1363489"/>
                  <a:pt x="282844" y="1344756"/>
                </a:cubicBezTo>
                <a:lnTo>
                  <a:pt x="275752" y="1352685"/>
                </a:lnTo>
                <a:moveTo>
                  <a:pt x="414983" y="1451634"/>
                </a:moveTo>
                <a:lnTo>
                  <a:pt x="409828" y="1460941"/>
                </a:lnTo>
                <a:cubicBezTo>
                  <a:pt x="435039" y="1474904"/>
                  <a:pt x="461112" y="1487498"/>
                  <a:pt x="487949" y="1498628"/>
                </a:cubicBezTo>
                <a:lnTo>
                  <a:pt x="492024" y="1488802"/>
                </a:lnTo>
                <a:lnTo>
                  <a:pt x="496099" y="1478975"/>
                </a:lnTo>
                <a:cubicBezTo>
                  <a:pt x="470005" y="1468152"/>
                  <a:pt x="444652" y="1455907"/>
                  <a:pt x="420136" y="1442327"/>
                </a:cubicBezTo>
                <a:lnTo>
                  <a:pt x="414983" y="1451634"/>
                </a:lnTo>
                <a:moveTo>
                  <a:pt x="572747" y="1517049"/>
                </a:moveTo>
                <a:lnTo>
                  <a:pt x="569807" y="1527272"/>
                </a:lnTo>
                <a:cubicBezTo>
                  <a:pt x="597399" y="1535208"/>
                  <a:pt x="625624" y="1541647"/>
                  <a:pt x="654386" y="1546502"/>
                </a:cubicBezTo>
                <a:lnTo>
                  <a:pt x="656155" y="1536011"/>
                </a:lnTo>
                <a:lnTo>
                  <a:pt x="657926" y="1525521"/>
                </a:lnTo>
                <a:cubicBezTo>
                  <a:pt x="629958" y="1520802"/>
                  <a:pt x="602515" y="1514539"/>
                  <a:pt x="575688" y="1506822"/>
                </a:cubicBezTo>
                <a:lnTo>
                  <a:pt x="572747" y="1517049"/>
                </a:lnTo>
                <a:moveTo>
                  <a:pt x="741187" y="1545494"/>
                </a:moveTo>
                <a:lnTo>
                  <a:pt x="740600" y="1556119"/>
                </a:lnTo>
                <a:cubicBezTo>
                  <a:pt x="754958" y="1556911"/>
                  <a:pt x="769420" y="1557314"/>
                  <a:pt x="783975" y="1557314"/>
                </a:cubicBezTo>
                <a:lnTo>
                  <a:pt x="783975" y="1546675"/>
                </a:lnTo>
                <a:lnTo>
                  <a:pt x="783975" y="1536037"/>
                </a:lnTo>
                <a:cubicBezTo>
                  <a:pt x="769813" y="1536037"/>
                  <a:pt x="755742" y="1535645"/>
                  <a:pt x="741775" y="1534873"/>
                </a:cubicBezTo>
                <a:lnTo>
                  <a:pt x="741187" y="1545494"/>
                </a:lnTo>
                <a:moveTo>
                  <a:pt x="783975" y="1546675"/>
                </a:moveTo>
                <a:lnTo>
                  <a:pt x="783975" y="1557314"/>
                </a:lnTo>
                <a:cubicBezTo>
                  <a:pt x="798530" y="1557314"/>
                  <a:pt x="812993" y="1556911"/>
                  <a:pt x="827351" y="1556119"/>
                </a:cubicBezTo>
                <a:lnTo>
                  <a:pt x="826764" y="1545494"/>
                </a:lnTo>
                <a:lnTo>
                  <a:pt x="826176" y="1534873"/>
                </a:lnTo>
                <a:cubicBezTo>
                  <a:pt x="812209" y="1535645"/>
                  <a:pt x="798139" y="1536037"/>
                  <a:pt x="783975" y="1536037"/>
                </a:cubicBezTo>
                <a:lnTo>
                  <a:pt x="783975" y="1546675"/>
                </a:lnTo>
                <a:moveTo>
                  <a:pt x="911795" y="1536011"/>
                </a:moveTo>
                <a:lnTo>
                  <a:pt x="913565" y="1546502"/>
                </a:lnTo>
                <a:cubicBezTo>
                  <a:pt x="942328" y="1541647"/>
                  <a:pt x="970552" y="1535208"/>
                  <a:pt x="998144" y="1527272"/>
                </a:cubicBezTo>
                <a:lnTo>
                  <a:pt x="995203" y="1517049"/>
                </a:lnTo>
                <a:lnTo>
                  <a:pt x="992263" y="1506822"/>
                </a:lnTo>
                <a:cubicBezTo>
                  <a:pt x="965436" y="1514539"/>
                  <a:pt x="937993" y="1520802"/>
                  <a:pt x="910025" y="1525521"/>
                </a:cubicBezTo>
                <a:lnTo>
                  <a:pt x="911795" y="1536011"/>
                </a:lnTo>
                <a:moveTo>
                  <a:pt x="1075927" y="1488802"/>
                </a:moveTo>
                <a:lnTo>
                  <a:pt x="1080003" y="1498628"/>
                </a:lnTo>
                <a:cubicBezTo>
                  <a:pt x="1106839" y="1487498"/>
                  <a:pt x="1132913" y="1474904"/>
                  <a:pt x="1158123" y="1460941"/>
                </a:cubicBezTo>
                <a:lnTo>
                  <a:pt x="1152969" y="1451634"/>
                </a:lnTo>
                <a:lnTo>
                  <a:pt x="1147814" y="1442327"/>
                </a:lnTo>
                <a:cubicBezTo>
                  <a:pt x="1123299" y="1455907"/>
                  <a:pt x="1097946" y="1468152"/>
                  <a:pt x="1071852" y="1478975"/>
                </a:cubicBezTo>
                <a:lnTo>
                  <a:pt x="1075927" y="1488802"/>
                </a:lnTo>
                <a:moveTo>
                  <a:pt x="1225357" y="1406056"/>
                </a:moveTo>
                <a:lnTo>
                  <a:pt x="1231521" y="1414727"/>
                </a:lnTo>
                <a:cubicBezTo>
                  <a:pt x="1255128" y="1397948"/>
                  <a:pt x="1277752" y="1379876"/>
                  <a:pt x="1299290" y="1360615"/>
                </a:cubicBezTo>
                <a:lnTo>
                  <a:pt x="1292199" y="1352685"/>
                </a:lnTo>
                <a:lnTo>
                  <a:pt x="1285107" y="1344756"/>
                </a:lnTo>
                <a:cubicBezTo>
                  <a:pt x="1264158" y="1363489"/>
                  <a:pt x="1242154" y="1381066"/>
                  <a:pt x="1219194" y="1397386"/>
                </a:cubicBezTo>
                <a:lnTo>
                  <a:pt x="1225357" y="1406056"/>
                </a:lnTo>
                <a:moveTo>
                  <a:pt x="1352684" y="1292200"/>
                </a:moveTo>
                <a:lnTo>
                  <a:pt x="1360614" y="1299292"/>
                </a:lnTo>
                <a:cubicBezTo>
                  <a:pt x="1379875" y="1277754"/>
                  <a:pt x="1397947" y="1255128"/>
                  <a:pt x="1414727" y="1231521"/>
                </a:cubicBezTo>
                <a:lnTo>
                  <a:pt x="1406056" y="1225357"/>
                </a:lnTo>
                <a:lnTo>
                  <a:pt x="1397385" y="1219196"/>
                </a:lnTo>
                <a:cubicBezTo>
                  <a:pt x="1381065" y="1242153"/>
                  <a:pt x="1363488" y="1264160"/>
                  <a:pt x="1344754" y="1285107"/>
                </a:cubicBezTo>
                <a:lnTo>
                  <a:pt x="1352684" y="1292200"/>
                </a:lnTo>
                <a:moveTo>
                  <a:pt x="1451633" y="1152969"/>
                </a:moveTo>
                <a:lnTo>
                  <a:pt x="1460940" y="1158125"/>
                </a:lnTo>
                <a:cubicBezTo>
                  <a:pt x="1474902" y="1132913"/>
                  <a:pt x="1487498" y="1106841"/>
                  <a:pt x="1498627" y="1080002"/>
                </a:cubicBezTo>
                <a:lnTo>
                  <a:pt x="1488800" y="1075928"/>
                </a:lnTo>
                <a:lnTo>
                  <a:pt x="1478973" y="1071854"/>
                </a:lnTo>
                <a:cubicBezTo>
                  <a:pt x="1468153" y="1097946"/>
                  <a:pt x="1455905" y="1123299"/>
                  <a:pt x="1442327" y="1147816"/>
                </a:cubicBezTo>
                <a:lnTo>
                  <a:pt x="1451633" y="1152969"/>
                </a:lnTo>
                <a:moveTo>
                  <a:pt x="1517046" y="995204"/>
                </a:moveTo>
                <a:lnTo>
                  <a:pt x="1527270" y="998146"/>
                </a:lnTo>
                <a:cubicBezTo>
                  <a:pt x="1535207" y="970552"/>
                  <a:pt x="1541647" y="942327"/>
                  <a:pt x="1546501" y="913566"/>
                </a:cubicBezTo>
                <a:lnTo>
                  <a:pt x="1536011" y="911795"/>
                </a:lnTo>
                <a:lnTo>
                  <a:pt x="1525520" y="910026"/>
                </a:lnTo>
                <a:cubicBezTo>
                  <a:pt x="1520801" y="937995"/>
                  <a:pt x="1514538" y="965438"/>
                  <a:pt x="1506823" y="992263"/>
                </a:cubicBezTo>
                <a:lnTo>
                  <a:pt x="1517046" y="995204"/>
                </a:lnTo>
                <a:moveTo>
                  <a:pt x="1545494" y="826764"/>
                </a:moveTo>
                <a:lnTo>
                  <a:pt x="1556116" y="827352"/>
                </a:lnTo>
                <a:cubicBezTo>
                  <a:pt x="1556910" y="812994"/>
                  <a:pt x="1557312" y="798531"/>
                  <a:pt x="1557312" y="783978"/>
                </a:cubicBezTo>
                <a:lnTo>
                  <a:pt x="1546674" y="783978"/>
                </a:lnTo>
                <a:lnTo>
                  <a:pt x="1536036" y="783978"/>
                </a:lnTo>
                <a:cubicBezTo>
                  <a:pt x="1536036" y="798139"/>
                  <a:pt x="1535644" y="812210"/>
                  <a:pt x="1534872" y="826176"/>
                </a:cubicBezTo>
                <a:lnTo>
                  <a:pt x="1545494" y="826764"/>
                </a:lnTo>
                <a:moveTo>
                  <a:pt x="1546674" y="783978"/>
                </a:moveTo>
                <a:lnTo>
                  <a:pt x="1567951" y="783978"/>
                </a:lnTo>
                <a:cubicBezTo>
                  <a:pt x="1567951" y="769225"/>
                  <a:pt x="1567543" y="754566"/>
                  <a:pt x="1566738" y="740013"/>
                </a:cubicBezTo>
                <a:lnTo>
                  <a:pt x="1545494" y="741188"/>
                </a:lnTo>
                <a:lnTo>
                  <a:pt x="1524249" y="742364"/>
                </a:lnTo>
                <a:cubicBezTo>
                  <a:pt x="1525011" y="756134"/>
                  <a:pt x="1525397" y="770009"/>
                  <a:pt x="1525397" y="783978"/>
                </a:cubicBezTo>
                <a:lnTo>
                  <a:pt x="1546674" y="783978"/>
                </a:lnTo>
                <a:moveTo>
                  <a:pt x="1536011" y="656158"/>
                </a:moveTo>
                <a:lnTo>
                  <a:pt x="1556991" y="652617"/>
                </a:lnTo>
                <a:cubicBezTo>
                  <a:pt x="1552071" y="623456"/>
                  <a:pt x="1545540" y="594843"/>
                  <a:pt x="1537494" y="566868"/>
                </a:cubicBezTo>
                <a:lnTo>
                  <a:pt x="1517046" y="572748"/>
                </a:lnTo>
                <a:lnTo>
                  <a:pt x="1496599" y="578631"/>
                </a:lnTo>
                <a:cubicBezTo>
                  <a:pt x="1504204" y="605075"/>
                  <a:pt x="1510378" y="632127"/>
                  <a:pt x="1515030" y="659698"/>
                </a:cubicBezTo>
                <a:lnTo>
                  <a:pt x="1536011" y="656158"/>
                </a:lnTo>
                <a:moveTo>
                  <a:pt x="1488800" y="492024"/>
                </a:moveTo>
                <a:lnTo>
                  <a:pt x="1508454" y="483873"/>
                </a:lnTo>
                <a:cubicBezTo>
                  <a:pt x="1497171" y="456665"/>
                  <a:pt x="1484401" y="430233"/>
                  <a:pt x="1470246" y="404674"/>
                </a:cubicBezTo>
                <a:lnTo>
                  <a:pt x="1451633" y="414983"/>
                </a:lnTo>
                <a:lnTo>
                  <a:pt x="1433021" y="425292"/>
                </a:lnTo>
                <a:cubicBezTo>
                  <a:pt x="1446406" y="449459"/>
                  <a:pt x="1458480" y="474453"/>
                  <a:pt x="1469146" y="500176"/>
                </a:cubicBezTo>
                <a:lnTo>
                  <a:pt x="1488800" y="492024"/>
                </a:lnTo>
                <a:moveTo>
                  <a:pt x="1406056" y="342596"/>
                </a:moveTo>
                <a:lnTo>
                  <a:pt x="1423399" y="330268"/>
                </a:lnTo>
                <a:cubicBezTo>
                  <a:pt x="1406388" y="306336"/>
                  <a:pt x="1388068" y="283401"/>
                  <a:pt x="1368544" y="261571"/>
                </a:cubicBezTo>
                <a:lnTo>
                  <a:pt x="1352684" y="275753"/>
                </a:lnTo>
                <a:lnTo>
                  <a:pt x="1336824" y="289937"/>
                </a:lnTo>
                <a:cubicBezTo>
                  <a:pt x="1355294" y="310589"/>
                  <a:pt x="1372624" y="332286"/>
                  <a:pt x="1388714" y="354920"/>
                </a:cubicBezTo>
                <a:lnTo>
                  <a:pt x="1406056" y="342596"/>
                </a:lnTo>
                <a:moveTo>
                  <a:pt x="1292199" y="215267"/>
                </a:moveTo>
                <a:lnTo>
                  <a:pt x="1306382" y="199407"/>
                </a:lnTo>
                <a:cubicBezTo>
                  <a:pt x="1284549" y="179882"/>
                  <a:pt x="1261615" y="161564"/>
                  <a:pt x="1237684" y="144554"/>
                </a:cubicBezTo>
                <a:lnTo>
                  <a:pt x="1225357" y="161896"/>
                </a:lnTo>
                <a:lnTo>
                  <a:pt x="1213030" y="179238"/>
                </a:lnTo>
                <a:cubicBezTo>
                  <a:pt x="1235666" y="195327"/>
                  <a:pt x="1257361" y="212658"/>
                  <a:pt x="1278016" y="231129"/>
                </a:cubicBezTo>
                <a:lnTo>
                  <a:pt x="1292199" y="215267"/>
                </a:lnTo>
                <a:moveTo>
                  <a:pt x="1152968" y="116318"/>
                </a:moveTo>
                <a:lnTo>
                  <a:pt x="1163277" y="97705"/>
                </a:lnTo>
                <a:cubicBezTo>
                  <a:pt x="1137720" y="83551"/>
                  <a:pt x="1111285" y="70781"/>
                  <a:pt x="1084078" y="59498"/>
                </a:cubicBezTo>
                <a:lnTo>
                  <a:pt x="1075927" y="79151"/>
                </a:lnTo>
                <a:lnTo>
                  <a:pt x="1067777" y="98806"/>
                </a:lnTo>
                <a:cubicBezTo>
                  <a:pt x="1093499" y="109473"/>
                  <a:pt x="1118492" y="121545"/>
                  <a:pt x="1142660" y="134932"/>
                </a:cubicBezTo>
                <a:lnTo>
                  <a:pt x="1152968" y="116318"/>
                </a:lnTo>
                <a:moveTo>
                  <a:pt x="995203" y="50907"/>
                </a:moveTo>
                <a:lnTo>
                  <a:pt x="1001085" y="30459"/>
                </a:lnTo>
                <a:cubicBezTo>
                  <a:pt x="973110" y="22412"/>
                  <a:pt x="944495" y="15882"/>
                  <a:pt x="915335" y="10962"/>
                </a:cubicBezTo>
                <a:lnTo>
                  <a:pt x="911795" y="31941"/>
                </a:lnTo>
                <a:lnTo>
                  <a:pt x="908255" y="52922"/>
                </a:lnTo>
                <a:cubicBezTo>
                  <a:pt x="935826" y="57573"/>
                  <a:pt x="962878" y="63748"/>
                  <a:pt x="989322" y="71354"/>
                </a:cubicBezTo>
                <a:lnTo>
                  <a:pt x="995203" y="50907"/>
                </a:lnTo>
                <a:moveTo>
                  <a:pt x="826764" y="22458"/>
                </a:moveTo>
                <a:lnTo>
                  <a:pt x="827939" y="1212"/>
                </a:lnTo>
                <a:cubicBezTo>
                  <a:pt x="813384" y="409"/>
                  <a:pt x="798726" y="0"/>
                  <a:pt x="783975" y="0"/>
                </a:cubicBezTo>
                <a:lnTo>
                  <a:pt x="783975" y="21277"/>
                </a:lnTo>
                <a:lnTo>
                  <a:pt x="783975" y="42554"/>
                </a:lnTo>
                <a:cubicBezTo>
                  <a:pt x="797943" y="42554"/>
                  <a:pt x="811816" y="42940"/>
                  <a:pt x="825589" y="43704"/>
                </a:cubicBezTo>
                <a:lnTo>
                  <a:pt x="826764" y="22458"/>
                </a:lnTo>
                <a:moveTo>
                  <a:pt x="783975" y="21277"/>
                </a:moveTo>
                <a:lnTo>
                  <a:pt x="783975" y="0"/>
                </a:lnTo>
                <a:cubicBezTo>
                  <a:pt x="769224" y="0"/>
                  <a:pt x="754566" y="409"/>
                  <a:pt x="740012" y="1212"/>
                </a:cubicBezTo>
                <a:lnTo>
                  <a:pt x="741188" y="22458"/>
                </a:lnTo>
                <a:lnTo>
                  <a:pt x="742362" y="43704"/>
                </a:lnTo>
                <a:cubicBezTo>
                  <a:pt x="756134" y="42940"/>
                  <a:pt x="770009" y="42554"/>
                  <a:pt x="783975" y="42554"/>
                </a:cubicBezTo>
                <a:lnTo>
                  <a:pt x="783975" y="21277"/>
                </a:lnTo>
                <a:moveTo>
                  <a:pt x="656156" y="31941"/>
                </a:moveTo>
                <a:lnTo>
                  <a:pt x="652616" y="10962"/>
                </a:lnTo>
                <a:cubicBezTo>
                  <a:pt x="623457" y="15882"/>
                  <a:pt x="594841" y="22412"/>
                  <a:pt x="566867" y="30459"/>
                </a:cubicBezTo>
                <a:lnTo>
                  <a:pt x="572748" y="50907"/>
                </a:lnTo>
                <a:lnTo>
                  <a:pt x="578629" y="71354"/>
                </a:lnTo>
                <a:cubicBezTo>
                  <a:pt x="605073" y="63748"/>
                  <a:pt x="632125" y="57573"/>
                  <a:pt x="659696" y="52922"/>
                </a:cubicBezTo>
                <a:lnTo>
                  <a:pt x="656156" y="31941"/>
                </a:lnTo>
                <a:moveTo>
                  <a:pt x="492024" y="79151"/>
                </a:moveTo>
                <a:lnTo>
                  <a:pt x="483873" y="59498"/>
                </a:lnTo>
                <a:cubicBezTo>
                  <a:pt x="456665" y="70781"/>
                  <a:pt x="430231" y="83551"/>
                  <a:pt x="404674" y="97705"/>
                </a:cubicBezTo>
                <a:lnTo>
                  <a:pt x="414983" y="116318"/>
                </a:lnTo>
                <a:lnTo>
                  <a:pt x="425291" y="134932"/>
                </a:lnTo>
                <a:cubicBezTo>
                  <a:pt x="449459" y="121545"/>
                  <a:pt x="474452" y="109473"/>
                  <a:pt x="500174" y="98806"/>
                </a:cubicBezTo>
                <a:lnTo>
                  <a:pt x="492024" y="79151"/>
                </a:lnTo>
                <a:moveTo>
                  <a:pt x="342593" y="161896"/>
                </a:moveTo>
                <a:lnTo>
                  <a:pt x="330266" y="144554"/>
                </a:lnTo>
                <a:cubicBezTo>
                  <a:pt x="306336" y="161564"/>
                  <a:pt x="283401" y="179885"/>
                  <a:pt x="261569" y="199407"/>
                </a:cubicBezTo>
                <a:lnTo>
                  <a:pt x="275752" y="215267"/>
                </a:lnTo>
                <a:lnTo>
                  <a:pt x="289935" y="231129"/>
                </a:lnTo>
                <a:cubicBezTo>
                  <a:pt x="310589" y="212658"/>
                  <a:pt x="332284" y="195327"/>
                  <a:pt x="354920" y="179238"/>
                </a:cubicBezTo>
                <a:lnTo>
                  <a:pt x="342593" y="161896"/>
                </a:lnTo>
                <a:moveTo>
                  <a:pt x="215267" y="275753"/>
                </a:moveTo>
                <a:lnTo>
                  <a:pt x="199406" y="261571"/>
                </a:lnTo>
                <a:cubicBezTo>
                  <a:pt x="179883" y="283401"/>
                  <a:pt x="161563" y="306336"/>
                  <a:pt x="144553" y="330268"/>
                </a:cubicBezTo>
                <a:lnTo>
                  <a:pt x="161894" y="342596"/>
                </a:lnTo>
                <a:lnTo>
                  <a:pt x="179237" y="354920"/>
                </a:lnTo>
                <a:cubicBezTo>
                  <a:pt x="195326" y="332286"/>
                  <a:pt x="212657" y="310589"/>
                  <a:pt x="231127" y="289937"/>
                </a:cubicBezTo>
                <a:lnTo>
                  <a:pt x="215267" y="275753"/>
                </a:lnTo>
                <a:moveTo>
                  <a:pt x="116318" y="414983"/>
                </a:moveTo>
                <a:lnTo>
                  <a:pt x="97705" y="404674"/>
                </a:lnTo>
                <a:cubicBezTo>
                  <a:pt x="83549" y="430233"/>
                  <a:pt x="70779" y="456665"/>
                  <a:pt x="59496" y="483873"/>
                </a:cubicBezTo>
                <a:lnTo>
                  <a:pt x="79151" y="492024"/>
                </a:lnTo>
                <a:lnTo>
                  <a:pt x="98805" y="500176"/>
                </a:lnTo>
                <a:cubicBezTo>
                  <a:pt x="109471" y="474453"/>
                  <a:pt x="121545" y="449459"/>
                  <a:pt x="134931" y="425292"/>
                </a:cubicBezTo>
                <a:lnTo>
                  <a:pt x="116318" y="414983"/>
                </a:lnTo>
                <a:moveTo>
                  <a:pt x="50904" y="572748"/>
                </a:moveTo>
                <a:lnTo>
                  <a:pt x="30457" y="566868"/>
                </a:lnTo>
                <a:cubicBezTo>
                  <a:pt x="22410" y="594843"/>
                  <a:pt x="15880" y="623456"/>
                  <a:pt x="10960" y="652617"/>
                </a:cubicBezTo>
                <a:lnTo>
                  <a:pt x="31941" y="656158"/>
                </a:lnTo>
                <a:lnTo>
                  <a:pt x="52921" y="659698"/>
                </a:lnTo>
                <a:cubicBezTo>
                  <a:pt x="57573" y="632127"/>
                  <a:pt x="63747" y="605075"/>
                  <a:pt x="71353" y="578631"/>
                </a:cubicBezTo>
                <a:lnTo>
                  <a:pt x="50904" y="572748"/>
                </a:lnTo>
                <a:moveTo>
                  <a:pt x="22457" y="741188"/>
                </a:moveTo>
                <a:lnTo>
                  <a:pt x="1212" y="740013"/>
                </a:lnTo>
                <a:cubicBezTo>
                  <a:pt x="407" y="754566"/>
                  <a:pt x="0" y="769225"/>
                  <a:pt x="0" y="783978"/>
                </a:cubicBezTo>
                <a:lnTo>
                  <a:pt x="21277" y="783978"/>
                </a:lnTo>
                <a:lnTo>
                  <a:pt x="42554" y="783978"/>
                </a:lnTo>
                <a:cubicBezTo>
                  <a:pt x="42554" y="770009"/>
                  <a:pt x="42940" y="756134"/>
                  <a:pt x="43701" y="742364"/>
                </a:cubicBezTo>
                <a:lnTo>
                  <a:pt x="22457" y="741188"/>
                </a:lnTo>
                <a:moveTo>
                  <a:pt x="21277" y="783978"/>
                </a:moveTo>
                <a:lnTo>
                  <a:pt x="0" y="783978"/>
                </a:lnTo>
                <a:cubicBezTo>
                  <a:pt x="0" y="798727"/>
                  <a:pt x="407" y="813386"/>
                  <a:pt x="1212" y="827939"/>
                </a:cubicBezTo>
                <a:lnTo>
                  <a:pt x="22457" y="826764"/>
                </a:lnTo>
                <a:lnTo>
                  <a:pt x="43701" y="825589"/>
                </a:lnTo>
                <a:cubicBezTo>
                  <a:pt x="42940" y="811819"/>
                  <a:pt x="42554" y="797943"/>
                  <a:pt x="42554" y="783978"/>
                </a:cubicBezTo>
                <a:lnTo>
                  <a:pt x="21277" y="783978"/>
                </a:lnTo>
                <a:moveTo>
                  <a:pt x="31941" y="911795"/>
                </a:moveTo>
                <a:lnTo>
                  <a:pt x="10960" y="915335"/>
                </a:lnTo>
                <a:cubicBezTo>
                  <a:pt x="15880" y="944496"/>
                  <a:pt x="22410" y="973110"/>
                  <a:pt x="30457" y="1001084"/>
                </a:cubicBezTo>
                <a:lnTo>
                  <a:pt x="50904" y="995204"/>
                </a:lnTo>
                <a:lnTo>
                  <a:pt x="71353" y="989324"/>
                </a:lnTo>
                <a:cubicBezTo>
                  <a:pt x="63747" y="962880"/>
                  <a:pt x="57573" y="935828"/>
                  <a:pt x="52921" y="908257"/>
                </a:cubicBezTo>
                <a:lnTo>
                  <a:pt x="31941" y="911795"/>
                </a:lnTo>
                <a:moveTo>
                  <a:pt x="79151" y="1075928"/>
                </a:moveTo>
                <a:lnTo>
                  <a:pt x="59496" y="1084079"/>
                </a:lnTo>
                <a:cubicBezTo>
                  <a:pt x="70779" y="1111287"/>
                  <a:pt x="83549" y="1137720"/>
                  <a:pt x="97705" y="1163278"/>
                </a:cubicBezTo>
                <a:lnTo>
                  <a:pt x="116318" y="1152969"/>
                </a:lnTo>
                <a:lnTo>
                  <a:pt x="134931" y="1142660"/>
                </a:lnTo>
                <a:cubicBezTo>
                  <a:pt x="121545" y="1118493"/>
                  <a:pt x="109471" y="1093499"/>
                  <a:pt x="98805" y="1067779"/>
                </a:cubicBezTo>
                <a:lnTo>
                  <a:pt x="79151" y="1075928"/>
                </a:lnTo>
                <a:moveTo>
                  <a:pt x="161895" y="1225357"/>
                </a:moveTo>
                <a:lnTo>
                  <a:pt x="144553" y="1237684"/>
                </a:lnTo>
                <a:cubicBezTo>
                  <a:pt x="161563" y="1261616"/>
                  <a:pt x="179883" y="1284551"/>
                  <a:pt x="199407" y="1306384"/>
                </a:cubicBezTo>
                <a:lnTo>
                  <a:pt x="215267" y="1292200"/>
                </a:lnTo>
                <a:lnTo>
                  <a:pt x="231127" y="1278018"/>
                </a:lnTo>
                <a:cubicBezTo>
                  <a:pt x="212657" y="1257363"/>
                  <a:pt x="195327" y="1235669"/>
                  <a:pt x="179237" y="1213032"/>
                </a:cubicBezTo>
                <a:lnTo>
                  <a:pt x="161895" y="1225357"/>
                </a:lnTo>
                <a:moveTo>
                  <a:pt x="275752" y="1352685"/>
                </a:moveTo>
                <a:lnTo>
                  <a:pt x="261569" y="1368545"/>
                </a:lnTo>
                <a:cubicBezTo>
                  <a:pt x="283401" y="1388070"/>
                  <a:pt x="306336" y="1406389"/>
                  <a:pt x="330267" y="1423398"/>
                </a:cubicBezTo>
                <a:lnTo>
                  <a:pt x="342594" y="1406056"/>
                </a:lnTo>
                <a:lnTo>
                  <a:pt x="354921" y="1388715"/>
                </a:lnTo>
                <a:cubicBezTo>
                  <a:pt x="332285" y="1372625"/>
                  <a:pt x="310589" y="1355295"/>
                  <a:pt x="289935" y="1336826"/>
                </a:cubicBezTo>
                <a:lnTo>
                  <a:pt x="275752" y="1352685"/>
                </a:lnTo>
                <a:moveTo>
                  <a:pt x="414983" y="1451634"/>
                </a:moveTo>
                <a:lnTo>
                  <a:pt x="404674" y="1470247"/>
                </a:lnTo>
                <a:cubicBezTo>
                  <a:pt x="430232" y="1484404"/>
                  <a:pt x="456665" y="1497171"/>
                  <a:pt x="483873" y="1508454"/>
                </a:cubicBezTo>
                <a:lnTo>
                  <a:pt x="492024" y="1488802"/>
                </a:lnTo>
                <a:lnTo>
                  <a:pt x="500174" y="1469146"/>
                </a:lnTo>
                <a:cubicBezTo>
                  <a:pt x="474452" y="1458482"/>
                  <a:pt x="449459" y="1446407"/>
                  <a:pt x="425291" y="1433020"/>
                </a:cubicBezTo>
                <a:lnTo>
                  <a:pt x="414983" y="1451634"/>
                </a:lnTo>
                <a:moveTo>
                  <a:pt x="572747" y="1517049"/>
                </a:moveTo>
                <a:lnTo>
                  <a:pt x="566867" y="1537496"/>
                </a:lnTo>
                <a:cubicBezTo>
                  <a:pt x="594841" y="1545543"/>
                  <a:pt x="623456" y="1552073"/>
                  <a:pt x="652616" y="1556993"/>
                </a:cubicBezTo>
                <a:lnTo>
                  <a:pt x="656155" y="1536011"/>
                </a:lnTo>
                <a:lnTo>
                  <a:pt x="659696" y="1515030"/>
                </a:lnTo>
                <a:cubicBezTo>
                  <a:pt x="632125" y="1510379"/>
                  <a:pt x="605073" y="1504204"/>
                  <a:pt x="578629" y="1496598"/>
                </a:cubicBezTo>
                <a:lnTo>
                  <a:pt x="572747" y="1517049"/>
                </a:lnTo>
                <a:moveTo>
                  <a:pt x="741187" y="1545494"/>
                </a:moveTo>
                <a:lnTo>
                  <a:pt x="740012" y="1566740"/>
                </a:lnTo>
                <a:cubicBezTo>
                  <a:pt x="754566" y="1567543"/>
                  <a:pt x="769224" y="1567952"/>
                  <a:pt x="783975" y="1567952"/>
                </a:cubicBezTo>
                <a:lnTo>
                  <a:pt x="783975" y="1546675"/>
                </a:lnTo>
                <a:lnTo>
                  <a:pt x="783975" y="1525399"/>
                </a:lnTo>
                <a:cubicBezTo>
                  <a:pt x="770009" y="1525399"/>
                  <a:pt x="756134" y="1525012"/>
                  <a:pt x="742362" y="1524252"/>
                </a:cubicBezTo>
                <a:lnTo>
                  <a:pt x="741187" y="1545494"/>
                </a:lnTo>
                <a:moveTo>
                  <a:pt x="783975" y="1546675"/>
                </a:moveTo>
                <a:lnTo>
                  <a:pt x="783975" y="1567952"/>
                </a:lnTo>
                <a:cubicBezTo>
                  <a:pt x="798726" y="1567952"/>
                  <a:pt x="813384" y="1567543"/>
                  <a:pt x="827939" y="1566740"/>
                </a:cubicBezTo>
                <a:lnTo>
                  <a:pt x="826764" y="1545494"/>
                </a:lnTo>
                <a:lnTo>
                  <a:pt x="825589" y="1524252"/>
                </a:lnTo>
                <a:cubicBezTo>
                  <a:pt x="811816" y="1525012"/>
                  <a:pt x="797942" y="1525399"/>
                  <a:pt x="783975" y="1525399"/>
                </a:cubicBezTo>
                <a:lnTo>
                  <a:pt x="783975" y="1546675"/>
                </a:lnTo>
                <a:moveTo>
                  <a:pt x="911795" y="1536011"/>
                </a:moveTo>
                <a:lnTo>
                  <a:pt x="915335" y="1556993"/>
                </a:lnTo>
                <a:cubicBezTo>
                  <a:pt x="944495" y="1552073"/>
                  <a:pt x="973110" y="1545543"/>
                  <a:pt x="1001085" y="1537496"/>
                </a:cubicBezTo>
                <a:lnTo>
                  <a:pt x="995203" y="1517049"/>
                </a:lnTo>
                <a:lnTo>
                  <a:pt x="989322" y="1496598"/>
                </a:lnTo>
                <a:cubicBezTo>
                  <a:pt x="962878" y="1504204"/>
                  <a:pt x="935826" y="1510379"/>
                  <a:pt x="908255" y="1515030"/>
                </a:cubicBezTo>
                <a:lnTo>
                  <a:pt x="911795" y="1536011"/>
                </a:lnTo>
                <a:moveTo>
                  <a:pt x="1075927" y="1488802"/>
                </a:moveTo>
                <a:lnTo>
                  <a:pt x="1084078" y="1508454"/>
                </a:lnTo>
                <a:cubicBezTo>
                  <a:pt x="1111285" y="1497171"/>
                  <a:pt x="1137720" y="1484404"/>
                  <a:pt x="1163277" y="1470247"/>
                </a:cubicBezTo>
                <a:lnTo>
                  <a:pt x="1152969" y="1451634"/>
                </a:lnTo>
                <a:lnTo>
                  <a:pt x="1142660" y="1433020"/>
                </a:lnTo>
                <a:cubicBezTo>
                  <a:pt x="1118492" y="1446407"/>
                  <a:pt x="1093499" y="1458482"/>
                  <a:pt x="1067777" y="1469146"/>
                </a:cubicBezTo>
                <a:lnTo>
                  <a:pt x="1075927" y="1488802"/>
                </a:lnTo>
                <a:moveTo>
                  <a:pt x="1225357" y="1406056"/>
                </a:moveTo>
                <a:lnTo>
                  <a:pt x="1237684" y="1423398"/>
                </a:lnTo>
                <a:cubicBezTo>
                  <a:pt x="1261615" y="1406389"/>
                  <a:pt x="1284549" y="1388070"/>
                  <a:pt x="1306382" y="1368545"/>
                </a:cubicBezTo>
                <a:lnTo>
                  <a:pt x="1292199" y="1352685"/>
                </a:lnTo>
                <a:lnTo>
                  <a:pt x="1278016" y="1336826"/>
                </a:lnTo>
                <a:cubicBezTo>
                  <a:pt x="1257361" y="1355295"/>
                  <a:pt x="1235666" y="1372625"/>
                  <a:pt x="1213030" y="1388715"/>
                </a:cubicBezTo>
                <a:lnTo>
                  <a:pt x="1225357" y="1406056"/>
                </a:lnTo>
                <a:moveTo>
                  <a:pt x="1352684" y="1292200"/>
                </a:moveTo>
                <a:lnTo>
                  <a:pt x="1368544" y="1306384"/>
                </a:lnTo>
                <a:cubicBezTo>
                  <a:pt x="1388068" y="1284551"/>
                  <a:pt x="1406388" y="1261616"/>
                  <a:pt x="1423399" y="1237684"/>
                </a:cubicBezTo>
                <a:lnTo>
                  <a:pt x="1406056" y="1225357"/>
                </a:lnTo>
                <a:lnTo>
                  <a:pt x="1388714" y="1213032"/>
                </a:lnTo>
                <a:cubicBezTo>
                  <a:pt x="1372624" y="1235666"/>
                  <a:pt x="1355295" y="1257363"/>
                  <a:pt x="1336824" y="1278018"/>
                </a:cubicBezTo>
                <a:lnTo>
                  <a:pt x="1352684" y="1292200"/>
                </a:lnTo>
                <a:moveTo>
                  <a:pt x="1451633" y="1152969"/>
                </a:moveTo>
                <a:lnTo>
                  <a:pt x="1470246" y="1163278"/>
                </a:lnTo>
                <a:cubicBezTo>
                  <a:pt x="1484401" y="1137720"/>
                  <a:pt x="1497171" y="1111287"/>
                  <a:pt x="1508454" y="1084079"/>
                </a:cubicBezTo>
                <a:lnTo>
                  <a:pt x="1488800" y="1075928"/>
                </a:lnTo>
                <a:lnTo>
                  <a:pt x="1469146" y="1067779"/>
                </a:lnTo>
                <a:cubicBezTo>
                  <a:pt x="1458480" y="1093499"/>
                  <a:pt x="1446406" y="1118493"/>
                  <a:pt x="1433021" y="1142660"/>
                </a:cubicBezTo>
                <a:lnTo>
                  <a:pt x="1451633" y="1152969"/>
                </a:lnTo>
                <a:moveTo>
                  <a:pt x="1517046" y="995204"/>
                </a:moveTo>
                <a:lnTo>
                  <a:pt x="1537494" y="1001084"/>
                </a:lnTo>
                <a:cubicBezTo>
                  <a:pt x="1545540" y="973110"/>
                  <a:pt x="1552071" y="944496"/>
                  <a:pt x="1556991" y="915335"/>
                </a:cubicBezTo>
                <a:lnTo>
                  <a:pt x="1536011" y="911795"/>
                </a:lnTo>
                <a:lnTo>
                  <a:pt x="1515030" y="908257"/>
                </a:lnTo>
                <a:cubicBezTo>
                  <a:pt x="1510378" y="935828"/>
                  <a:pt x="1504204" y="962880"/>
                  <a:pt x="1496599" y="989324"/>
                </a:cubicBezTo>
                <a:lnTo>
                  <a:pt x="1517046" y="995204"/>
                </a:lnTo>
                <a:moveTo>
                  <a:pt x="1545494" y="826764"/>
                </a:moveTo>
                <a:lnTo>
                  <a:pt x="1566738" y="827939"/>
                </a:lnTo>
                <a:cubicBezTo>
                  <a:pt x="1567543" y="813386"/>
                  <a:pt x="1567951" y="798727"/>
                  <a:pt x="1567951" y="783978"/>
                </a:cubicBezTo>
                <a:lnTo>
                  <a:pt x="1546674" y="783978"/>
                </a:lnTo>
                <a:lnTo>
                  <a:pt x="1525397" y="783978"/>
                </a:lnTo>
                <a:cubicBezTo>
                  <a:pt x="1525397" y="797943"/>
                  <a:pt x="1525011" y="811819"/>
                  <a:pt x="1524249" y="825589"/>
                </a:cubicBezTo>
                <a:lnTo>
                  <a:pt x="1545494" y="8267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7">
            <a:extLst xmlns:a="http://schemas.openxmlformats.org/drawingml/2006/main">
              <a:ext uri="{FF2B5EF4-FFF2-40B4-BE49-F238E27FC236}">
                <a16:creationId xmlns:a16="http://schemas.microsoft.com/office/drawing/2014/main" id="{4F763E01-DF33-4844-AB2A-3FACC7F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825" y="1948773"/>
            <a:ext cx="2072238" cy="2072240"/>
          </a:xfrm>
          <a:custGeom xmlns:a="http://schemas.openxmlformats.org/drawingml/2006/main">
            <a:pathLst>
              <a:path w="1525397" h="1525399">
                <a:moveTo>
                  <a:pt x="1525397" y="762701"/>
                </a:moveTo>
                <a:cubicBezTo>
                  <a:pt x="1525397" y="1183927"/>
                  <a:pt x="1183925" y="1525399"/>
                  <a:pt x="762699" y="1525399"/>
                </a:cubicBezTo>
                <a:cubicBezTo>
                  <a:pt x="341472" y="1525399"/>
                  <a:pt x="0" y="1183927"/>
                  <a:pt x="0" y="762701"/>
                </a:cubicBezTo>
                <a:cubicBezTo>
                  <a:pt x="0" y="341474"/>
                  <a:pt x="341472" y="0"/>
                  <a:pt x="762699" y="0"/>
                </a:cubicBezTo>
                <a:cubicBezTo>
                  <a:pt x="1183925" y="0"/>
                  <a:pt x="1525397" y="341474"/>
                  <a:pt x="1525397" y="76270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8">
            <a:extLst xmlns:a="http://schemas.openxmlformats.org/drawingml/2006/main">
              <a:ext uri="{FF2B5EF4-FFF2-40B4-BE49-F238E27FC236}">
                <a16:creationId xmlns:a16="http://schemas.microsoft.com/office/drawing/2014/main" id="{6A7A9D80-CF5E-484E-83DD-920AAA1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959" y="1917142"/>
            <a:ext cx="2130048" cy="2130048"/>
          </a:xfrm>
          <a:custGeom xmlns:a="http://schemas.openxmlformats.org/drawingml/2006/main">
            <a:pathLst>
              <a:path w="1567952" h="1567952">
                <a:moveTo>
                  <a:pt x="783960" y="21277"/>
                </a:moveTo>
                <a:lnTo>
                  <a:pt x="783960" y="10638"/>
                </a:lnTo>
                <a:cubicBezTo>
                  <a:pt x="769405" y="10638"/>
                  <a:pt x="754943" y="11042"/>
                  <a:pt x="740585" y="11837"/>
                </a:cubicBezTo>
                <a:lnTo>
                  <a:pt x="741173" y="22458"/>
                </a:lnTo>
                <a:lnTo>
                  <a:pt x="741760" y="33079"/>
                </a:lnTo>
                <a:cubicBezTo>
                  <a:pt x="755728" y="32307"/>
                  <a:pt x="769798" y="31915"/>
                  <a:pt x="783961" y="31915"/>
                </a:cubicBezTo>
                <a:lnTo>
                  <a:pt x="783960" y="21277"/>
                </a:lnTo>
                <a:moveTo>
                  <a:pt x="656141" y="31944"/>
                </a:moveTo>
                <a:lnTo>
                  <a:pt x="654371" y="21453"/>
                </a:lnTo>
                <a:cubicBezTo>
                  <a:pt x="625609" y="26308"/>
                  <a:pt x="597384" y="32747"/>
                  <a:pt x="569793" y="40685"/>
                </a:cubicBezTo>
                <a:lnTo>
                  <a:pt x="572734" y="50909"/>
                </a:lnTo>
                <a:lnTo>
                  <a:pt x="575675" y="61133"/>
                </a:lnTo>
                <a:cubicBezTo>
                  <a:pt x="602501" y="53416"/>
                  <a:pt x="629943" y="47153"/>
                  <a:pt x="657911" y="42434"/>
                </a:cubicBezTo>
                <a:lnTo>
                  <a:pt x="656141" y="31944"/>
                </a:lnTo>
                <a:moveTo>
                  <a:pt x="492010" y="79156"/>
                </a:moveTo>
                <a:lnTo>
                  <a:pt x="487935" y="69330"/>
                </a:lnTo>
                <a:cubicBezTo>
                  <a:pt x="461098" y="80460"/>
                  <a:pt x="435025" y="93054"/>
                  <a:pt x="409815" y="107020"/>
                </a:cubicBezTo>
                <a:lnTo>
                  <a:pt x="414970" y="116324"/>
                </a:lnTo>
                <a:lnTo>
                  <a:pt x="420124" y="125631"/>
                </a:lnTo>
                <a:cubicBezTo>
                  <a:pt x="444639" y="112054"/>
                  <a:pt x="469992" y="99806"/>
                  <a:pt x="496085" y="88983"/>
                </a:cubicBezTo>
                <a:lnTo>
                  <a:pt x="492010" y="79156"/>
                </a:lnTo>
                <a:moveTo>
                  <a:pt x="342582" y="161904"/>
                </a:moveTo>
                <a:lnTo>
                  <a:pt x="336418" y="153233"/>
                </a:lnTo>
                <a:cubicBezTo>
                  <a:pt x="312811" y="170013"/>
                  <a:pt x="290187" y="188087"/>
                  <a:pt x="268649" y="207348"/>
                </a:cubicBezTo>
                <a:lnTo>
                  <a:pt x="275741" y="215278"/>
                </a:lnTo>
                <a:lnTo>
                  <a:pt x="282833" y="223208"/>
                </a:lnTo>
                <a:cubicBezTo>
                  <a:pt x="303782" y="204472"/>
                  <a:pt x="325786" y="186895"/>
                  <a:pt x="348745" y="170575"/>
                </a:cubicBezTo>
                <a:lnTo>
                  <a:pt x="342582" y="161904"/>
                </a:lnTo>
                <a:moveTo>
                  <a:pt x="215258" y="275764"/>
                </a:moveTo>
                <a:lnTo>
                  <a:pt x="207327" y="268672"/>
                </a:lnTo>
                <a:cubicBezTo>
                  <a:pt x="188067" y="290210"/>
                  <a:pt x="169995" y="312835"/>
                  <a:pt x="153215" y="336443"/>
                </a:cubicBezTo>
                <a:lnTo>
                  <a:pt x="161887" y="342607"/>
                </a:lnTo>
                <a:lnTo>
                  <a:pt x="170557" y="348771"/>
                </a:lnTo>
                <a:cubicBezTo>
                  <a:pt x="186877" y="325810"/>
                  <a:pt x="204454" y="303804"/>
                  <a:pt x="223187" y="282856"/>
                </a:cubicBezTo>
                <a:lnTo>
                  <a:pt x="215258" y="275764"/>
                </a:lnTo>
                <a:moveTo>
                  <a:pt x="116311" y="414995"/>
                </a:moveTo>
                <a:lnTo>
                  <a:pt x="107004" y="409842"/>
                </a:lnTo>
                <a:cubicBezTo>
                  <a:pt x="93042" y="435053"/>
                  <a:pt x="80447" y="461126"/>
                  <a:pt x="69319" y="487964"/>
                </a:cubicBezTo>
                <a:lnTo>
                  <a:pt x="79146" y="492039"/>
                </a:lnTo>
                <a:lnTo>
                  <a:pt x="88973" y="496113"/>
                </a:lnTo>
                <a:cubicBezTo>
                  <a:pt x="99792" y="470018"/>
                  <a:pt x="112040" y="444667"/>
                  <a:pt x="125617" y="420151"/>
                </a:cubicBezTo>
                <a:lnTo>
                  <a:pt x="116311" y="414995"/>
                </a:lnTo>
                <a:moveTo>
                  <a:pt x="50901" y="572762"/>
                </a:moveTo>
                <a:lnTo>
                  <a:pt x="40677" y="569821"/>
                </a:lnTo>
                <a:cubicBezTo>
                  <a:pt x="32741" y="597415"/>
                  <a:pt x="26301" y="625639"/>
                  <a:pt x="21448" y="654400"/>
                </a:cubicBezTo>
                <a:lnTo>
                  <a:pt x="31939" y="656172"/>
                </a:lnTo>
                <a:lnTo>
                  <a:pt x="42429" y="657941"/>
                </a:lnTo>
                <a:cubicBezTo>
                  <a:pt x="47147" y="629972"/>
                  <a:pt x="53410" y="602531"/>
                  <a:pt x="61125" y="575704"/>
                </a:cubicBezTo>
                <a:lnTo>
                  <a:pt x="50901" y="572762"/>
                </a:lnTo>
                <a:moveTo>
                  <a:pt x="22457" y="741202"/>
                </a:moveTo>
                <a:lnTo>
                  <a:pt x="11834" y="740615"/>
                </a:lnTo>
                <a:cubicBezTo>
                  <a:pt x="11041" y="754975"/>
                  <a:pt x="10638" y="769435"/>
                  <a:pt x="10639" y="783992"/>
                </a:cubicBezTo>
                <a:lnTo>
                  <a:pt x="21278" y="783992"/>
                </a:lnTo>
                <a:lnTo>
                  <a:pt x="31916" y="783992"/>
                </a:lnTo>
                <a:cubicBezTo>
                  <a:pt x="31915" y="769827"/>
                  <a:pt x="32306" y="755756"/>
                  <a:pt x="33079" y="741790"/>
                </a:cubicBezTo>
                <a:lnTo>
                  <a:pt x="22457" y="741202"/>
                </a:lnTo>
                <a:moveTo>
                  <a:pt x="21278" y="783992"/>
                </a:moveTo>
                <a:lnTo>
                  <a:pt x="10639" y="783992"/>
                </a:lnTo>
                <a:cubicBezTo>
                  <a:pt x="10639" y="798545"/>
                  <a:pt x="11042" y="813008"/>
                  <a:pt x="11836" y="827366"/>
                </a:cubicBezTo>
                <a:lnTo>
                  <a:pt x="22458" y="826778"/>
                </a:lnTo>
                <a:lnTo>
                  <a:pt x="33080" y="826190"/>
                </a:lnTo>
                <a:cubicBezTo>
                  <a:pt x="32308" y="812225"/>
                  <a:pt x="31916" y="798154"/>
                  <a:pt x="31916" y="783992"/>
                </a:cubicBezTo>
                <a:lnTo>
                  <a:pt x="21278" y="783992"/>
                </a:lnTo>
                <a:moveTo>
                  <a:pt x="31944" y="911812"/>
                </a:moveTo>
                <a:lnTo>
                  <a:pt x="21454" y="913580"/>
                </a:lnTo>
                <a:cubicBezTo>
                  <a:pt x="26307" y="942344"/>
                  <a:pt x="32749" y="970566"/>
                  <a:pt x="40685" y="998160"/>
                </a:cubicBezTo>
                <a:lnTo>
                  <a:pt x="50909" y="995218"/>
                </a:lnTo>
                <a:lnTo>
                  <a:pt x="61133" y="992277"/>
                </a:lnTo>
                <a:cubicBezTo>
                  <a:pt x="53417" y="965449"/>
                  <a:pt x="47153" y="938009"/>
                  <a:pt x="42434" y="910040"/>
                </a:cubicBezTo>
                <a:lnTo>
                  <a:pt x="31944" y="911812"/>
                </a:lnTo>
                <a:moveTo>
                  <a:pt x="79157" y="1075942"/>
                </a:moveTo>
                <a:lnTo>
                  <a:pt x="69330" y="1080016"/>
                </a:lnTo>
                <a:cubicBezTo>
                  <a:pt x="80460" y="1106852"/>
                  <a:pt x="93056" y="1132927"/>
                  <a:pt x="107019" y="1158136"/>
                </a:cubicBezTo>
                <a:lnTo>
                  <a:pt x="116326" y="1152983"/>
                </a:lnTo>
                <a:lnTo>
                  <a:pt x="125632" y="1147827"/>
                </a:lnTo>
                <a:cubicBezTo>
                  <a:pt x="112053" y="1123314"/>
                  <a:pt x="99805" y="1097960"/>
                  <a:pt x="88984" y="1071868"/>
                </a:cubicBezTo>
                <a:lnTo>
                  <a:pt x="79157" y="1075942"/>
                </a:lnTo>
                <a:moveTo>
                  <a:pt x="161904" y="1225371"/>
                </a:moveTo>
                <a:lnTo>
                  <a:pt x="153233" y="1231535"/>
                </a:lnTo>
                <a:cubicBezTo>
                  <a:pt x="170014" y="1255140"/>
                  <a:pt x="188087" y="1277765"/>
                  <a:pt x="207348" y="1299303"/>
                </a:cubicBezTo>
                <a:lnTo>
                  <a:pt x="215277" y="1292211"/>
                </a:lnTo>
                <a:lnTo>
                  <a:pt x="223207" y="1285119"/>
                </a:lnTo>
                <a:cubicBezTo>
                  <a:pt x="204473" y="1264171"/>
                  <a:pt x="186896" y="1242165"/>
                  <a:pt x="170575" y="1219207"/>
                </a:cubicBezTo>
                <a:lnTo>
                  <a:pt x="161904" y="1225371"/>
                </a:lnTo>
                <a:moveTo>
                  <a:pt x="275764" y="1352694"/>
                </a:moveTo>
                <a:lnTo>
                  <a:pt x="268672" y="1360624"/>
                </a:lnTo>
                <a:cubicBezTo>
                  <a:pt x="290211" y="1379885"/>
                  <a:pt x="312836" y="1397956"/>
                  <a:pt x="336444" y="1414736"/>
                </a:cubicBezTo>
                <a:lnTo>
                  <a:pt x="342607" y="1406065"/>
                </a:lnTo>
                <a:lnTo>
                  <a:pt x="348770" y="1397394"/>
                </a:lnTo>
                <a:cubicBezTo>
                  <a:pt x="325810" y="1381074"/>
                  <a:pt x="303804" y="1363497"/>
                  <a:pt x="282856" y="1344764"/>
                </a:cubicBezTo>
                <a:lnTo>
                  <a:pt x="275764" y="1352694"/>
                </a:lnTo>
                <a:moveTo>
                  <a:pt x="414996" y="1451642"/>
                </a:moveTo>
                <a:lnTo>
                  <a:pt x="409842" y="1460946"/>
                </a:lnTo>
                <a:cubicBezTo>
                  <a:pt x="435053" y="1474909"/>
                  <a:pt x="461126" y="1487504"/>
                  <a:pt x="487963" y="1498634"/>
                </a:cubicBezTo>
                <a:lnTo>
                  <a:pt x="492038" y="1488807"/>
                </a:lnTo>
                <a:lnTo>
                  <a:pt x="496114" y="1478978"/>
                </a:lnTo>
                <a:cubicBezTo>
                  <a:pt x="470019" y="1468158"/>
                  <a:pt x="444666" y="1455912"/>
                  <a:pt x="420151" y="1442335"/>
                </a:cubicBezTo>
                <a:lnTo>
                  <a:pt x="414996" y="1451642"/>
                </a:lnTo>
                <a:moveTo>
                  <a:pt x="572763" y="1517051"/>
                </a:moveTo>
                <a:lnTo>
                  <a:pt x="569822" y="1527275"/>
                </a:lnTo>
                <a:cubicBezTo>
                  <a:pt x="597415" y="1535211"/>
                  <a:pt x="625639" y="1541650"/>
                  <a:pt x="654402" y="1546502"/>
                </a:cubicBezTo>
                <a:lnTo>
                  <a:pt x="656171" y="1536014"/>
                </a:lnTo>
                <a:lnTo>
                  <a:pt x="657941" y="1525523"/>
                </a:lnTo>
                <a:cubicBezTo>
                  <a:pt x="629973" y="1520805"/>
                  <a:pt x="602530" y="1514542"/>
                  <a:pt x="575703" y="1506827"/>
                </a:cubicBezTo>
                <a:lnTo>
                  <a:pt x="572763" y="1517051"/>
                </a:lnTo>
                <a:moveTo>
                  <a:pt x="741203" y="1545494"/>
                </a:moveTo>
                <a:lnTo>
                  <a:pt x="740615" y="1556119"/>
                </a:lnTo>
                <a:cubicBezTo>
                  <a:pt x="754975" y="1556911"/>
                  <a:pt x="769437" y="1557314"/>
                  <a:pt x="783992" y="1557314"/>
                </a:cubicBezTo>
                <a:lnTo>
                  <a:pt x="783991" y="1546675"/>
                </a:lnTo>
                <a:lnTo>
                  <a:pt x="783991" y="1536037"/>
                </a:lnTo>
                <a:cubicBezTo>
                  <a:pt x="769828" y="1536037"/>
                  <a:pt x="755757" y="1535645"/>
                  <a:pt x="741790" y="1534873"/>
                </a:cubicBezTo>
                <a:lnTo>
                  <a:pt x="741203" y="1545494"/>
                </a:lnTo>
                <a:moveTo>
                  <a:pt x="783991" y="1546675"/>
                </a:moveTo>
                <a:lnTo>
                  <a:pt x="783992" y="1557314"/>
                </a:lnTo>
                <a:cubicBezTo>
                  <a:pt x="798546" y="1557314"/>
                  <a:pt x="813008" y="1556911"/>
                  <a:pt x="827367" y="1556116"/>
                </a:cubicBezTo>
                <a:lnTo>
                  <a:pt x="826780" y="1545494"/>
                </a:lnTo>
                <a:lnTo>
                  <a:pt x="826192" y="1534870"/>
                </a:lnTo>
                <a:cubicBezTo>
                  <a:pt x="812225" y="1535645"/>
                  <a:pt x="798154" y="1536037"/>
                  <a:pt x="783991" y="1536037"/>
                </a:cubicBezTo>
                <a:lnTo>
                  <a:pt x="783991" y="1546675"/>
                </a:lnTo>
                <a:moveTo>
                  <a:pt x="911811" y="1536009"/>
                </a:moveTo>
                <a:lnTo>
                  <a:pt x="913581" y="1546499"/>
                </a:lnTo>
                <a:cubicBezTo>
                  <a:pt x="942344" y="1541644"/>
                  <a:pt x="970567" y="1535202"/>
                  <a:pt x="998159" y="1527267"/>
                </a:cubicBezTo>
                <a:lnTo>
                  <a:pt x="995218" y="1517043"/>
                </a:lnTo>
                <a:lnTo>
                  <a:pt x="992278" y="1506819"/>
                </a:lnTo>
                <a:cubicBezTo>
                  <a:pt x="965451" y="1514536"/>
                  <a:pt x="938009" y="1520799"/>
                  <a:pt x="910041" y="1525518"/>
                </a:cubicBezTo>
                <a:lnTo>
                  <a:pt x="911811" y="1536009"/>
                </a:lnTo>
                <a:moveTo>
                  <a:pt x="1075942" y="1488796"/>
                </a:moveTo>
                <a:lnTo>
                  <a:pt x="1080018" y="1498622"/>
                </a:lnTo>
                <a:cubicBezTo>
                  <a:pt x="1106854" y="1487493"/>
                  <a:pt x="1132927" y="1474895"/>
                  <a:pt x="1158137" y="1460932"/>
                </a:cubicBezTo>
                <a:lnTo>
                  <a:pt x="1152982" y="1451625"/>
                </a:lnTo>
                <a:lnTo>
                  <a:pt x="1147828" y="1442321"/>
                </a:lnTo>
                <a:cubicBezTo>
                  <a:pt x="1123313" y="1455898"/>
                  <a:pt x="1097960" y="1468146"/>
                  <a:pt x="1071866" y="1478967"/>
                </a:cubicBezTo>
                <a:lnTo>
                  <a:pt x="1075942" y="1488796"/>
                </a:lnTo>
                <a:moveTo>
                  <a:pt x="1225370" y="1406048"/>
                </a:moveTo>
                <a:lnTo>
                  <a:pt x="1231534" y="1414719"/>
                </a:lnTo>
                <a:cubicBezTo>
                  <a:pt x="1255141" y="1397939"/>
                  <a:pt x="1277765" y="1379865"/>
                  <a:pt x="1299302" y="1360604"/>
                </a:cubicBezTo>
                <a:lnTo>
                  <a:pt x="1292211" y="1352674"/>
                </a:lnTo>
                <a:lnTo>
                  <a:pt x="1285119" y="1344744"/>
                </a:lnTo>
                <a:cubicBezTo>
                  <a:pt x="1264170" y="1363477"/>
                  <a:pt x="1242166" y="1381057"/>
                  <a:pt x="1219206" y="1397377"/>
                </a:cubicBezTo>
                <a:lnTo>
                  <a:pt x="1225370" y="1406048"/>
                </a:lnTo>
                <a:moveTo>
                  <a:pt x="1352695" y="1292188"/>
                </a:moveTo>
                <a:lnTo>
                  <a:pt x="1360625" y="1299280"/>
                </a:lnTo>
                <a:cubicBezTo>
                  <a:pt x="1379886" y="1277740"/>
                  <a:pt x="1397957" y="1255117"/>
                  <a:pt x="1414737" y="1231509"/>
                </a:cubicBezTo>
                <a:lnTo>
                  <a:pt x="1406066" y="1225345"/>
                </a:lnTo>
                <a:lnTo>
                  <a:pt x="1397395" y="1219181"/>
                </a:lnTo>
                <a:cubicBezTo>
                  <a:pt x="1381075" y="1242142"/>
                  <a:pt x="1363498" y="1264146"/>
                  <a:pt x="1344765" y="1285096"/>
                </a:cubicBezTo>
                <a:lnTo>
                  <a:pt x="1352695" y="1292188"/>
                </a:lnTo>
                <a:moveTo>
                  <a:pt x="1451642" y="1152955"/>
                </a:moveTo>
                <a:lnTo>
                  <a:pt x="1460948" y="1158111"/>
                </a:lnTo>
                <a:cubicBezTo>
                  <a:pt x="1474910" y="1132899"/>
                  <a:pt x="1487505" y="1106827"/>
                  <a:pt x="1498634" y="1079988"/>
                </a:cubicBezTo>
                <a:lnTo>
                  <a:pt x="1488806" y="1075914"/>
                </a:lnTo>
                <a:lnTo>
                  <a:pt x="1478979" y="1071839"/>
                </a:lnTo>
                <a:cubicBezTo>
                  <a:pt x="1468159" y="1097931"/>
                  <a:pt x="1455912" y="1123285"/>
                  <a:pt x="1442335" y="1147802"/>
                </a:cubicBezTo>
                <a:lnTo>
                  <a:pt x="1451642" y="1152955"/>
                </a:lnTo>
                <a:moveTo>
                  <a:pt x="1517051" y="995190"/>
                </a:moveTo>
                <a:lnTo>
                  <a:pt x="1527275" y="998128"/>
                </a:lnTo>
                <a:cubicBezTo>
                  <a:pt x="1535211" y="970537"/>
                  <a:pt x="1541651" y="942313"/>
                  <a:pt x="1546504" y="913549"/>
                </a:cubicBezTo>
                <a:lnTo>
                  <a:pt x="1536014" y="911780"/>
                </a:lnTo>
                <a:lnTo>
                  <a:pt x="1525523" y="910012"/>
                </a:lnTo>
                <a:cubicBezTo>
                  <a:pt x="1520805" y="937978"/>
                  <a:pt x="1514542" y="965421"/>
                  <a:pt x="1506827" y="992249"/>
                </a:cubicBezTo>
                <a:lnTo>
                  <a:pt x="1517051" y="995190"/>
                </a:lnTo>
                <a:moveTo>
                  <a:pt x="1545496" y="826750"/>
                </a:moveTo>
                <a:lnTo>
                  <a:pt x="1556118" y="827338"/>
                </a:lnTo>
                <a:cubicBezTo>
                  <a:pt x="1556911" y="812977"/>
                  <a:pt x="1557314" y="798514"/>
                  <a:pt x="1557313" y="783960"/>
                </a:cubicBezTo>
                <a:lnTo>
                  <a:pt x="1546675" y="783960"/>
                </a:lnTo>
                <a:lnTo>
                  <a:pt x="1536036" y="783960"/>
                </a:lnTo>
                <a:cubicBezTo>
                  <a:pt x="1536036" y="798122"/>
                  <a:pt x="1535645" y="812193"/>
                  <a:pt x="1534874" y="826162"/>
                </a:cubicBezTo>
                <a:lnTo>
                  <a:pt x="1545496" y="826750"/>
                </a:lnTo>
                <a:moveTo>
                  <a:pt x="1546675" y="783960"/>
                </a:moveTo>
                <a:lnTo>
                  <a:pt x="1557313" y="783960"/>
                </a:lnTo>
                <a:cubicBezTo>
                  <a:pt x="1557313" y="769404"/>
                  <a:pt x="1556911" y="754944"/>
                  <a:pt x="1556116" y="740583"/>
                </a:cubicBezTo>
                <a:lnTo>
                  <a:pt x="1545494" y="741171"/>
                </a:lnTo>
                <a:lnTo>
                  <a:pt x="1534871" y="741759"/>
                </a:lnTo>
                <a:cubicBezTo>
                  <a:pt x="1535644" y="755728"/>
                  <a:pt x="1536036" y="769799"/>
                  <a:pt x="1536036" y="783960"/>
                </a:cubicBezTo>
                <a:lnTo>
                  <a:pt x="1546675" y="783960"/>
                </a:lnTo>
                <a:moveTo>
                  <a:pt x="1536009" y="656141"/>
                </a:moveTo>
                <a:lnTo>
                  <a:pt x="1546499" y="654372"/>
                </a:lnTo>
                <a:cubicBezTo>
                  <a:pt x="1541645" y="625608"/>
                  <a:pt x="1535203" y="597384"/>
                  <a:pt x="1527267" y="569793"/>
                </a:cubicBezTo>
                <a:lnTo>
                  <a:pt x="1517043" y="572734"/>
                </a:lnTo>
                <a:lnTo>
                  <a:pt x="1506819" y="575675"/>
                </a:lnTo>
                <a:cubicBezTo>
                  <a:pt x="1514535" y="602500"/>
                  <a:pt x="1520798" y="629943"/>
                  <a:pt x="1525519" y="657912"/>
                </a:cubicBezTo>
                <a:lnTo>
                  <a:pt x="1536009" y="656141"/>
                </a:lnTo>
                <a:moveTo>
                  <a:pt x="1488795" y="492010"/>
                </a:moveTo>
                <a:lnTo>
                  <a:pt x="1498622" y="487933"/>
                </a:lnTo>
                <a:cubicBezTo>
                  <a:pt x="1487493" y="461097"/>
                  <a:pt x="1474896" y="435025"/>
                  <a:pt x="1460933" y="409816"/>
                </a:cubicBezTo>
                <a:lnTo>
                  <a:pt x="1451627" y="414969"/>
                </a:lnTo>
                <a:lnTo>
                  <a:pt x="1442321" y="420125"/>
                </a:lnTo>
                <a:cubicBezTo>
                  <a:pt x="1455899" y="444639"/>
                  <a:pt x="1468147" y="469992"/>
                  <a:pt x="1478968" y="496085"/>
                </a:cubicBezTo>
                <a:lnTo>
                  <a:pt x="1488795" y="492010"/>
                </a:lnTo>
                <a:moveTo>
                  <a:pt x="1406048" y="342581"/>
                </a:moveTo>
                <a:lnTo>
                  <a:pt x="1414719" y="336417"/>
                </a:lnTo>
                <a:cubicBezTo>
                  <a:pt x="1397938" y="312810"/>
                  <a:pt x="1379866" y="290187"/>
                  <a:pt x="1360605" y="268649"/>
                </a:cubicBezTo>
                <a:lnTo>
                  <a:pt x="1352674" y="275741"/>
                </a:lnTo>
                <a:lnTo>
                  <a:pt x="1344744" y="282834"/>
                </a:lnTo>
                <a:cubicBezTo>
                  <a:pt x="1363479" y="303781"/>
                  <a:pt x="1381057" y="325785"/>
                  <a:pt x="1397377" y="348745"/>
                </a:cubicBezTo>
                <a:lnTo>
                  <a:pt x="1406048" y="342581"/>
                </a:lnTo>
                <a:moveTo>
                  <a:pt x="1292188" y="215258"/>
                </a:moveTo>
                <a:lnTo>
                  <a:pt x="1299280" y="207326"/>
                </a:lnTo>
                <a:cubicBezTo>
                  <a:pt x="1277741" y="188067"/>
                  <a:pt x="1255116" y="169996"/>
                  <a:pt x="1231508" y="153214"/>
                </a:cubicBezTo>
                <a:lnTo>
                  <a:pt x="1225345" y="161887"/>
                </a:lnTo>
                <a:lnTo>
                  <a:pt x="1219182" y="170558"/>
                </a:lnTo>
                <a:cubicBezTo>
                  <a:pt x="1242142" y="186878"/>
                  <a:pt x="1264147" y="204452"/>
                  <a:pt x="1285097" y="223188"/>
                </a:cubicBezTo>
                <a:lnTo>
                  <a:pt x="1292188" y="215258"/>
                </a:lnTo>
                <a:moveTo>
                  <a:pt x="1152956" y="116310"/>
                </a:moveTo>
                <a:lnTo>
                  <a:pt x="1158110" y="107003"/>
                </a:lnTo>
                <a:cubicBezTo>
                  <a:pt x="1132899" y="93043"/>
                  <a:pt x="1106826" y="80445"/>
                  <a:pt x="1079988" y="69319"/>
                </a:cubicBezTo>
                <a:lnTo>
                  <a:pt x="1075914" y="79145"/>
                </a:lnTo>
                <a:lnTo>
                  <a:pt x="1071839" y="88971"/>
                </a:lnTo>
                <a:cubicBezTo>
                  <a:pt x="1097933" y="99792"/>
                  <a:pt x="1123286" y="112040"/>
                  <a:pt x="1147802" y="125617"/>
                </a:cubicBezTo>
                <a:lnTo>
                  <a:pt x="1152956" y="116310"/>
                </a:lnTo>
                <a:moveTo>
                  <a:pt x="995189" y="50901"/>
                </a:moveTo>
                <a:lnTo>
                  <a:pt x="998130" y="40677"/>
                </a:lnTo>
                <a:cubicBezTo>
                  <a:pt x="970537" y="32741"/>
                  <a:pt x="942313" y="26299"/>
                  <a:pt x="913551" y="21447"/>
                </a:cubicBezTo>
                <a:lnTo>
                  <a:pt x="911780" y="31938"/>
                </a:lnTo>
                <a:lnTo>
                  <a:pt x="910011" y="42429"/>
                </a:lnTo>
                <a:cubicBezTo>
                  <a:pt x="937979" y="47147"/>
                  <a:pt x="965422" y="53411"/>
                  <a:pt x="992249" y="61125"/>
                </a:cubicBezTo>
                <a:lnTo>
                  <a:pt x="995189" y="50901"/>
                </a:lnTo>
                <a:moveTo>
                  <a:pt x="826749" y="22455"/>
                </a:moveTo>
                <a:lnTo>
                  <a:pt x="827337" y="11834"/>
                </a:lnTo>
                <a:cubicBezTo>
                  <a:pt x="812978" y="11039"/>
                  <a:pt x="798516" y="10638"/>
                  <a:pt x="783960" y="10638"/>
                </a:cubicBezTo>
                <a:lnTo>
                  <a:pt x="783960" y="21277"/>
                </a:lnTo>
                <a:lnTo>
                  <a:pt x="783961" y="31915"/>
                </a:lnTo>
                <a:cubicBezTo>
                  <a:pt x="798124" y="31915"/>
                  <a:pt x="812194" y="32307"/>
                  <a:pt x="826162" y="33079"/>
                </a:cubicBezTo>
                <a:lnTo>
                  <a:pt x="826749" y="22455"/>
                </a:lnTo>
                <a:moveTo>
                  <a:pt x="783960" y="21277"/>
                </a:moveTo>
                <a:lnTo>
                  <a:pt x="783960" y="0"/>
                </a:lnTo>
                <a:cubicBezTo>
                  <a:pt x="769210" y="0"/>
                  <a:pt x="754552" y="409"/>
                  <a:pt x="739997" y="1212"/>
                </a:cubicBezTo>
                <a:lnTo>
                  <a:pt x="741173" y="22458"/>
                </a:lnTo>
                <a:lnTo>
                  <a:pt x="742347" y="43704"/>
                </a:lnTo>
                <a:cubicBezTo>
                  <a:pt x="756120" y="42940"/>
                  <a:pt x="769995" y="42554"/>
                  <a:pt x="783961" y="42554"/>
                </a:cubicBezTo>
                <a:lnTo>
                  <a:pt x="783960" y="21277"/>
                </a:lnTo>
                <a:moveTo>
                  <a:pt x="656141" y="31944"/>
                </a:moveTo>
                <a:lnTo>
                  <a:pt x="652601" y="10962"/>
                </a:lnTo>
                <a:cubicBezTo>
                  <a:pt x="623442" y="15882"/>
                  <a:pt x="594826" y="22415"/>
                  <a:pt x="566852" y="30462"/>
                </a:cubicBezTo>
                <a:lnTo>
                  <a:pt x="572734" y="50909"/>
                </a:lnTo>
                <a:lnTo>
                  <a:pt x="578615" y="71357"/>
                </a:lnTo>
                <a:cubicBezTo>
                  <a:pt x="605059" y="63751"/>
                  <a:pt x="632110" y="57576"/>
                  <a:pt x="659682" y="52922"/>
                </a:cubicBezTo>
                <a:lnTo>
                  <a:pt x="656141" y="31944"/>
                </a:lnTo>
                <a:moveTo>
                  <a:pt x="492010" y="79156"/>
                </a:moveTo>
                <a:lnTo>
                  <a:pt x="483860" y="59504"/>
                </a:lnTo>
                <a:cubicBezTo>
                  <a:pt x="456652" y="70786"/>
                  <a:pt x="430218" y="83557"/>
                  <a:pt x="404661" y="97713"/>
                </a:cubicBezTo>
                <a:lnTo>
                  <a:pt x="414970" y="116324"/>
                </a:lnTo>
                <a:lnTo>
                  <a:pt x="425279" y="134938"/>
                </a:lnTo>
                <a:cubicBezTo>
                  <a:pt x="449446" y="121551"/>
                  <a:pt x="474439" y="109479"/>
                  <a:pt x="500161" y="98812"/>
                </a:cubicBezTo>
                <a:lnTo>
                  <a:pt x="492010" y="79156"/>
                </a:lnTo>
                <a:moveTo>
                  <a:pt x="342582" y="161904"/>
                </a:moveTo>
                <a:lnTo>
                  <a:pt x="330254" y="144563"/>
                </a:lnTo>
                <a:cubicBezTo>
                  <a:pt x="306324" y="161572"/>
                  <a:pt x="283390" y="179893"/>
                  <a:pt x="261557" y="199418"/>
                </a:cubicBezTo>
                <a:lnTo>
                  <a:pt x="275741" y="215278"/>
                </a:lnTo>
                <a:lnTo>
                  <a:pt x="289924" y="231138"/>
                </a:lnTo>
                <a:cubicBezTo>
                  <a:pt x="310579" y="212666"/>
                  <a:pt x="332273" y="195336"/>
                  <a:pt x="354909" y="179246"/>
                </a:cubicBezTo>
                <a:lnTo>
                  <a:pt x="342582" y="161904"/>
                </a:lnTo>
                <a:moveTo>
                  <a:pt x="215258" y="275764"/>
                </a:moveTo>
                <a:lnTo>
                  <a:pt x="199396" y="261579"/>
                </a:lnTo>
                <a:cubicBezTo>
                  <a:pt x="179873" y="283413"/>
                  <a:pt x="161554" y="306348"/>
                  <a:pt x="144544" y="330279"/>
                </a:cubicBezTo>
                <a:lnTo>
                  <a:pt x="161887" y="342607"/>
                </a:lnTo>
                <a:lnTo>
                  <a:pt x="179229" y="354932"/>
                </a:lnTo>
                <a:cubicBezTo>
                  <a:pt x="195318" y="332298"/>
                  <a:pt x="212648" y="310601"/>
                  <a:pt x="231118" y="289946"/>
                </a:cubicBezTo>
                <a:lnTo>
                  <a:pt x="215258" y="275764"/>
                </a:lnTo>
                <a:moveTo>
                  <a:pt x="116311" y="414995"/>
                </a:moveTo>
                <a:lnTo>
                  <a:pt x="97698" y="404688"/>
                </a:lnTo>
                <a:cubicBezTo>
                  <a:pt x="83543" y="430247"/>
                  <a:pt x="70774" y="456680"/>
                  <a:pt x="59492" y="483887"/>
                </a:cubicBezTo>
                <a:lnTo>
                  <a:pt x="79146" y="492039"/>
                </a:lnTo>
                <a:lnTo>
                  <a:pt x="98800" y="500187"/>
                </a:lnTo>
                <a:cubicBezTo>
                  <a:pt x="109465" y="474467"/>
                  <a:pt x="121539" y="449474"/>
                  <a:pt x="134924" y="425304"/>
                </a:cubicBezTo>
                <a:lnTo>
                  <a:pt x="116311" y="414995"/>
                </a:lnTo>
                <a:moveTo>
                  <a:pt x="50901" y="572762"/>
                </a:moveTo>
                <a:lnTo>
                  <a:pt x="30453" y="566882"/>
                </a:lnTo>
                <a:cubicBezTo>
                  <a:pt x="22408" y="594857"/>
                  <a:pt x="15877" y="623473"/>
                  <a:pt x="10958" y="652631"/>
                </a:cubicBezTo>
                <a:lnTo>
                  <a:pt x="31939" y="656172"/>
                </a:lnTo>
                <a:lnTo>
                  <a:pt x="52919" y="659709"/>
                </a:lnTo>
                <a:cubicBezTo>
                  <a:pt x="57571" y="632138"/>
                  <a:pt x="63744" y="605086"/>
                  <a:pt x="71349" y="578642"/>
                </a:cubicBezTo>
                <a:lnTo>
                  <a:pt x="50901" y="572762"/>
                </a:lnTo>
                <a:moveTo>
                  <a:pt x="22457" y="741202"/>
                </a:moveTo>
                <a:lnTo>
                  <a:pt x="1212" y="740027"/>
                </a:lnTo>
                <a:cubicBezTo>
                  <a:pt x="407" y="754583"/>
                  <a:pt x="0" y="769239"/>
                  <a:pt x="1" y="783992"/>
                </a:cubicBezTo>
                <a:lnTo>
                  <a:pt x="21278" y="783992"/>
                </a:lnTo>
                <a:lnTo>
                  <a:pt x="42554" y="783992"/>
                </a:lnTo>
                <a:cubicBezTo>
                  <a:pt x="42554" y="770023"/>
                  <a:pt x="42940" y="756148"/>
                  <a:pt x="43701" y="742378"/>
                </a:cubicBezTo>
                <a:lnTo>
                  <a:pt x="22457" y="741202"/>
                </a:lnTo>
                <a:moveTo>
                  <a:pt x="21278" y="783992"/>
                </a:moveTo>
                <a:lnTo>
                  <a:pt x="1" y="783992"/>
                </a:lnTo>
                <a:cubicBezTo>
                  <a:pt x="1" y="798741"/>
                  <a:pt x="408" y="813400"/>
                  <a:pt x="1214" y="827954"/>
                </a:cubicBezTo>
                <a:lnTo>
                  <a:pt x="22458" y="826778"/>
                </a:lnTo>
                <a:lnTo>
                  <a:pt x="43703" y="825603"/>
                </a:lnTo>
                <a:cubicBezTo>
                  <a:pt x="42940" y="811833"/>
                  <a:pt x="42554" y="797958"/>
                  <a:pt x="42554" y="783992"/>
                </a:cubicBezTo>
                <a:lnTo>
                  <a:pt x="21278" y="783992"/>
                </a:lnTo>
                <a:moveTo>
                  <a:pt x="31944" y="911812"/>
                </a:moveTo>
                <a:lnTo>
                  <a:pt x="10963" y="915352"/>
                </a:lnTo>
                <a:cubicBezTo>
                  <a:pt x="15884" y="944511"/>
                  <a:pt x="22415" y="973124"/>
                  <a:pt x="30462" y="1001101"/>
                </a:cubicBezTo>
                <a:lnTo>
                  <a:pt x="50909" y="995218"/>
                </a:lnTo>
                <a:lnTo>
                  <a:pt x="71357" y="989336"/>
                </a:lnTo>
                <a:cubicBezTo>
                  <a:pt x="63751" y="962891"/>
                  <a:pt x="57576" y="935840"/>
                  <a:pt x="52924" y="908271"/>
                </a:cubicBezTo>
                <a:lnTo>
                  <a:pt x="31944" y="911812"/>
                </a:lnTo>
                <a:moveTo>
                  <a:pt x="79157" y="1075942"/>
                </a:moveTo>
                <a:lnTo>
                  <a:pt x="59504" y="1084093"/>
                </a:lnTo>
                <a:cubicBezTo>
                  <a:pt x="70786" y="1111301"/>
                  <a:pt x="83557" y="1137734"/>
                  <a:pt x="97713" y="1163292"/>
                </a:cubicBezTo>
                <a:lnTo>
                  <a:pt x="116326" y="1152983"/>
                </a:lnTo>
                <a:lnTo>
                  <a:pt x="134938" y="1142674"/>
                </a:lnTo>
                <a:cubicBezTo>
                  <a:pt x="121552" y="1118507"/>
                  <a:pt x="109478" y="1093514"/>
                  <a:pt x="98811" y="1067791"/>
                </a:cubicBezTo>
                <a:lnTo>
                  <a:pt x="79157" y="1075942"/>
                </a:lnTo>
                <a:moveTo>
                  <a:pt x="161904" y="1225371"/>
                </a:moveTo>
                <a:lnTo>
                  <a:pt x="144562" y="1237699"/>
                </a:lnTo>
                <a:cubicBezTo>
                  <a:pt x="161573" y="1261627"/>
                  <a:pt x="179893" y="1284562"/>
                  <a:pt x="199418" y="1306395"/>
                </a:cubicBezTo>
                <a:lnTo>
                  <a:pt x="215277" y="1292211"/>
                </a:lnTo>
                <a:lnTo>
                  <a:pt x="231138" y="1278026"/>
                </a:lnTo>
                <a:cubicBezTo>
                  <a:pt x="212667" y="1257374"/>
                  <a:pt x="195336" y="1235677"/>
                  <a:pt x="179246" y="1213043"/>
                </a:cubicBezTo>
                <a:lnTo>
                  <a:pt x="161904" y="1225371"/>
                </a:lnTo>
                <a:moveTo>
                  <a:pt x="275764" y="1352694"/>
                </a:moveTo>
                <a:lnTo>
                  <a:pt x="261581" y="1368554"/>
                </a:lnTo>
                <a:cubicBezTo>
                  <a:pt x="283414" y="1388079"/>
                  <a:pt x="306348" y="1406397"/>
                  <a:pt x="330280" y="1423407"/>
                </a:cubicBezTo>
                <a:lnTo>
                  <a:pt x="342607" y="1406065"/>
                </a:lnTo>
                <a:lnTo>
                  <a:pt x="354933" y="1388723"/>
                </a:lnTo>
                <a:cubicBezTo>
                  <a:pt x="332297" y="1372634"/>
                  <a:pt x="310601" y="1355303"/>
                  <a:pt x="289946" y="1336834"/>
                </a:cubicBezTo>
                <a:lnTo>
                  <a:pt x="275764" y="1352694"/>
                </a:lnTo>
                <a:moveTo>
                  <a:pt x="414996" y="1451642"/>
                </a:moveTo>
                <a:lnTo>
                  <a:pt x="404688" y="1470253"/>
                </a:lnTo>
                <a:cubicBezTo>
                  <a:pt x="430246" y="1484409"/>
                  <a:pt x="456680" y="1497177"/>
                  <a:pt x="483888" y="1508460"/>
                </a:cubicBezTo>
                <a:lnTo>
                  <a:pt x="492038" y="1488807"/>
                </a:lnTo>
                <a:lnTo>
                  <a:pt x="500188" y="1469152"/>
                </a:lnTo>
                <a:cubicBezTo>
                  <a:pt x="474466" y="1458485"/>
                  <a:pt x="449473" y="1446413"/>
                  <a:pt x="425304" y="1433029"/>
                </a:cubicBezTo>
                <a:lnTo>
                  <a:pt x="414996" y="1451642"/>
                </a:lnTo>
                <a:moveTo>
                  <a:pt x="572763" y="1517051"/>
                </a:moveTo>
                <a:lnTo>
                  <a:pt x="566882" y="1537499"/>
                </a:lnTo>
                <a:cubicBezTo>
                  <a:pt x="594857" y="1545545"/>
                  <a:pt x="623472" y="1552076"/>
                  <a:pt x="652631" y="1556993"/>
                </a:cubicBezTo>
                <a:lnTo>
                  <a:pt x="656171" y="1536014"/>
                </a:lnTo>
                <a:lnTo>
                  <a:pt x="659711" y="1515033"/>
                </a:lnTo>
                <a:cubicBezTo>
                  <a:pt x="632140" y="1510382"/>
                  <a:pt x="605088" y="1504207"/>
                  <a:pt x="578644" y="1496604"/>
                </a:cubicBezTo>
                <a:lnTo>
                  <a:pt x="572763" y="1517051"/>
                </a:lnTo>
                <a:moveTo>
                  <a:pt x="741203" y="1545494"/>
                </a:moveTo>
                <a:lnTo>
                  <a:pt x="740028" y="1566740"/>
                </a:lnTo>
                <a:cubicBezTo>
                  <a:pt x="754583" y="1567543"/>
                  <a:pt x="769241" y="1567952"/>
                  <a:pt x="783992" y="1567952"/>
                </a:cubicBezTo>
                <a:lnTo>
                  <a:pt x="783991" y="1546675"/>
                </a:lnTo>
                <a:lnTo>
                  <a:pt x="783991" y="1525399"/>
                </a:lnTo>
                <a:cubicBezTo>
                  <a:pt x="770024" y="1525399"/>
                  <a:pt x="756149" y="1525012"/>
                  <a:pt x="742377" y="1524252"/>
                </a:cubicBezTo>
                <a:lnTo>
                  <a:pt x="741203" y="1545494"/>
                </a:lnTo>
                <a:moveTo>
                  <a:pt x="783991" y="1546675"/>
                </a:moveTo>
                <a:lnTo>
                  <a:pt x="783992" y="1567952"/>
                </a:lnTo>
                <a:cubicBezTo>
                  <a:pt x="798743" y="1567952"/>
                  <a:pt x="813401" y="1567543"/>
                  <a:pt x="827955" y="1566737"/>
                </a:cubicBezTo>
                <a:lnTo>
                  <a:pt x="826780" y="1545494"/>
                </a:lnTo>
                <a:lnTo>
                  <a:pt x="825604" y="1524249"/>
                </a:lnTo>
                <a:cubicBezTo>
                  <a:pt x="811832" y="1525010"/>
                  <a:pt x="797958" y="1525399"/>
                  <a:pt x="783991" y="1525399"/>
                </a:cubicBezTo>
                <a:lnTo>
                  <a:pt x="783991" y="1546675"/>
                </a:lnTo>
                <a:moveTo>
                  <a:pt x="911811" y="1536009"/>
                </a:moveTo>
                <a:lnTo>
                  <a:pt x="915351" y="1556987"/>
                </a:lnTo>
                <a:cubicBezTo>
                  <a:pt x="944511" y="1552067"/>
                  <a:pt x="973125" y="1545537"/>
                  <a:pt x="1001100" y="1537491"/>
                </a:cubicBezTo>
                <a:lnTo>
                  <a:pt x="995218" y="1517043"/>
                </a:lnTo>
                <a:lnTo>
                  <a:pt x="989337" y="1496595"/>
                </a:lnTo>
                <a:cubicBezTo>
                  <a:pt x="962893" y="1504201"/>
                  <a:pt x="935841" y="1510376"/>
                  <a:pt x="908271" y="1515027"/>
                </a:cubicBezTo>
                <a:lnTo>
                  <a:pt x="911811" y="1536009"/>
                </a:lnTo>
                <a:moveTo>
                  <a:pt x="1075942" y="1488796"/>
                </a:moveTo>
                <a:lnTo>
                  <a:pt x="1084093" y="1508449"/>
                </a:lnTo>
                <a:cubicBezTo>
                  <a:pt x="1111300" y="1497166"/>
                  <a:pt x="1137734" y="1484395"/>
                  <a:pt x="1163291" y="1470239"/>
                </a:cubicBezTo>
                <a:lnTo>
                  <a:pt x="1152982" y="1451625"/>
                </a:lnTo>
                <a:lnTo>
                  <a:pt x="1142673" y="1433014"/>
                </a:lnTo>
                <a:cubicBezTo>
                  <a:pt x="1118506" y="1446398"/>
                  <a:pt x="1093513" y="1458473"/>
                  <a:pt x="1067791" y="1469140"/>
                </a:cubicBezTo>
                <a:lnTo>
                  <a:pt x="1075942" y="1488796"/>
                </a:lnTo>
                <a:moveTo>
                  <a:pt x="1225370" y="1406048"/>
                </a:moveTo>
                <a:lnTo>
                  <a:pt x="1237698" y="1423390"/>
                </a:lnTo>
                <a:cubicBezTo>
                  <a:pt x="1261629" y="1406380"/>
                  <a:pt x="1284562" y="1388059"/>
                  <a:pt x="1306395" y="1368534"/>
                </a:cubicBezTo>
                <a:lnTo>
                  <a:pt x="1292211" y="1352674"/>
                </a:lnTo>
                <a:lnTo>
                  <a:pt x="1278028" y="1336814"/>
                </a:lnTo>
                <a:cubicBezTo>
                  <a:pt x="1257373" y="1355286"/>
                  <a:pt x="1235679" y="1372617"/>
                  <a:pt x="1213043" y="1388706"/>
                </a:cubicBezTo>
                <a:lnTo>
                  <a:pt x="1225370" y="1406048"/>
                </a:lnTo>
                <a:moveTo>
                  <a:pt x="1352695" y="1292188"/>
                </a:moveTo>
                <a:lnTo>
                  <a:pt x="1368555" y="1306370"/>
                </a:lnTo>
                <a:cubicBezTo>
                  <a:pt x="1388079" y="1284537"/>
                  <a:pt x="1406399" y="1261605"/>
                  <a:pt x="1423408" y="1237673"/>
                </a:cubicBezTo>
                <a:lnTo>
                  <a:pt x="1406066" y="1225345"/>
                </a:lnTo>
                <a:lnTo>
                  <a:pt x="1388723" y="1213018"/>
                </a:lnTo>
                <a:cubicBezTo>
                  <a:pt x="1372634" y="1235654"/>
                  <a:pt x="1355305" y="1257351"/>
                  <a:pt x="1336834" y="1278004"/>
                </a:cubicBezTo>
                <a:lnTo>
                  <a:pt x="1352695" y="1292188"/>
                </a:lnTo>
                <a:moveTo>
                  <a:pt x="1451642" y="1152955"/>
                </a:moveTo>
                <a:lnTo>
                  <a:pt x="1470255" y="1163264"/>
                </a:lnTo>
                <a:cubicBezTo>
                  <a:pt x="1484409" y="1137705"/>
                  <a:pt x="1497179" y="1111273"/>
                  <a:pt x="1508461" y="1084062"/>
                </a:cubicBezTo>
                <a:lnTo>
                  <a:pt x="1488806" y="1075914"/>
                </a:lnTo>
                <a:lnTo>
                  <a:pt x="1469152" y="1067765"/>
                </a:lnTo>
                <a:cubicBezTo>
                  <a:pt x="1458486" y="1093485"/>
                  <a:pt x="1446413" y="1118479"/>
                  <a:pt x="1433029" y="1142649"/>
                </a:cubicBezTo>
                <a:lnTo>
                  <a:pt x="1451642" y="1152955"/>
                </a:lnTo>
                <a:moveTo>
                  <a:pt x="1517051" y="995190"/>
                </a:moveTo>
                <a:lnTo>
                  <a:pt x="1537499" y="1001070"/>
                </a:lnTo>
                <a:cubicBezTo>
                  <a:pt x="1545545" y="973095"/>
                  <a:pt x="1552075" y="944479"/>
                  <a:pt x="1556994" y="915321"/>
                </a:cubicBezTo>
                <a:lnTo>
                  <a:pt x="1536014" y="911780"/>
                </a:lnTo>
                <a:lnTo>
                  <a:pt x="1515033" y="908240"/>
                </a:lnTo>
                <a:cubicBezTo>
                  <a:pt x="1510381" y="935811"/>
                  <a:pt x="1504208" y="962863"/>
                  <a:pt x="1496603" y="989307"/>
                </a:cubicBezTo>
                <a:lnTo>
                  <a:pt x="1517051" y="995190"/>
                </a:lnTo>
                <a:moveTo>
                  <a:pt x="1545496" y="826750"/>
                </a:moveTo>
                <a:lnTo>
                  <a:pt x="1566740" y="827922"/>
                </a:lnTo>
                <a:cubicBezTo>
                  <a:pt x="1567545" y="813369"/>
                  <a:pt x="1567952" y="798710"/>
                  <a:pt x="1567952" y="783960"/>
                </a:cubicBezTo>
                <a:lnTo>
                  <a:pt x="1546675" y="783960"/>
                </a:lnTo>
                <a:lnTo>
                  <a:pt x="1525398" y="783960"/>
                </a:lnTo>
                <a:cubicBezTo>
                  <a:pt x="1525398" y="797926"/>
                  <a:pt x="1525012" y="811802"/>
                  <a:pt x="1524251" y="825574"/>
                </a:cubicBezTo>
                <a:lnTo>
                  <a:pt x="1545496" y="826750"/>
                </a:lnTo>
                <a:moveTo>
                  <a:pt x="1546675" y="783960"/>
                </a:moveTo>
                <a:lnTo>
                  <a:pt x="1567952" y="783960"/>
                </a:lnTo>
                <a:cubicBezTo>
                  <a:pt x="1567952" y="769208"/>
                  <a:pt x="1567543" y="754552"/>
                  <a:pt x="1566738" y="739996"/>
                </a:cubicBezTo>
                <a:lnTo>
                  <a:pt x="1545494" y="741171"/>
                </a:lnTo>
                <a:lnTo>
                  <a:pt x="1524249" y="742347"/>
                </a:lnTo>
                <a:cubicBezTo>
                  <a:pt x="1525011" y="756119"/>
                  <a:pt x="1525398" y="769995"/>
                  <a:pt x="1525398" y="783960"/>
                </a:cubicBezTo>
                <a:lnTo>
                  <a:pt x="1546675" y="783960"/>
                </a:lnTo>
                <a:moveTo>
                  <a:pt x="1536009" y="656141"/>
                </a:moveTo>
                <a:lnTo>
                  <a:pt x="1556989" y="652600"/>
                </a:lnTo>
                <a:cubicBezTo>
                  <a:pt x="1552068" y="623442"/>
                  <a:pt x="1545538" y="594826"/>
                  <a:pt x="1537491" y="566851"/>
                </a:cubicBezTo>
                <a:lnTo>
                  <a:pt x="1517043" y="572734"/>
                </a:lnTo>
                <a:lnTo>
                  <a:pt x="1496595" y="578614"/>
                </a:lnTo>
                <a:cubicBezTo>
                  <a:pt x="1504201" y="605058"/>
                  <a:pt x="1510376" y="632110"/>
                  <a:pt x="1515028" y="659681"/>
                </a:cubicBezTo>
                <a:lnTo>
                  <a:pt x="1536009" y="656141"/>
                </a:lnTo>
                <a:moveTo>
                  <a:pt x="1488795" y="492010"/>
                </a:moveTo>
                <a:lnTo>
                  <a:pt x="1508449" y="483859"/>
                </a:lnTo>
                <a:cubicBezTo>
                  <a:pt x="1497166" y="456651"/>
                  <a:pt x="1484395" y="430218"/>
                  <a:pt x="1470240" y="404660"/>
                </a:cubicBezTo>
                <a:lnTo>
                  <a:pt x="1451627" y="414969"/>
                </a:lnTo>
                <a:lnTo>
                  <a:pt x="1433014" y="425278"/>
                </a:lnTo>
                <a:cubicBezTo>
                  <a:pt x="1446400" y="449445"/>
                  <a:pt x="1458474" y="474439"/>
                  <a:pt x="1469141" y="500162"/>
                </a:cubicBezTo>
                <a:lnTo>
                  <a:pt x="1488795" y="492010"/>
                </a:lnTo>
                <a:moveTo>
                  <a:pt x="1406048" y="342581"/>
                </a:moveTo>
                <a:lnTo>
                  <a:pt x="1423390" y="330254"/>
                </a:lnTo>
                <a:cubicBezTo>
                  <a:pt x="1406379" y="306322"/>
                  <a:pt x="1388059" y="283390"/>
                  <a:pt x="1368534" y="261557"/>
                </a:cubicBezTo>
                <a:lnTo>
                  <a:pt x="1352674" y="275741"/>
                </a:lnTo>
                <a:lnTo>
                  <a:pt x="1336814" y="289923"/>
                </a:lnTo>
                <a:cubicBezTo>
                  <a:pt x="1355285" y="310578"/>
                  <a:pt x="1372616" y="332272"/>
                  <a:pt x="1388706" y="354909"/>
                </a:cubicBezTo>
                <a:lnTo>
                  <a:pt x="1406048" y="342581"/>
                </a:lnTo>
                <a:moveTo>
                  <a:pt x="1292188" y="215258"/>
                </a:moveTo>
                <a:lnTo>
                  <a:pt x="1306371" y="199396"/>
                </a:lnTo>
                <a:cubicBezTo>
                  <a:pt x="1284538" y="179874"/>
                  <a:pt x="1261604" y="161552"/>
                  <a:pt x="1237672" y="144543"/>
                </a:cubicBezTo>
                <a:lnTo>
                  <a:pt x="1225345" y="161887"/>
                </a:lnTo>
                <a:lnTo>
                  <a:pt x="1213018" y="179229"/>
                </a:lnTo>
                <a:cubicBezTo>
                  <a:pt x="1235655" y="195319"/>
                  <a:pt x="1257351" y="212646"/>
                  <a:pt x="1278005" y="231118"/>
                </a:cubicBezTo>
                <a:lnTo>
                  <a:pt x="1292188" y="215258"/>
                </a:lnTo>
                <a:moveTo>
                  <a:pt x="1152956" y="116310"/>
                </a:moveTo>
                <a:lnTo>
                  <a:pt x="1163265" y="97696"/>
                </a:lnTo>
                <a:cubicBezTo>
                  <a:pt x="1137706" y="83543"/>
                  <a:pt x="1111272" y="70772"/>
                  <a:pt x="1084063" y="59492"/>
                </a:cubicBezTo>
                <a:lnTo>
                  <a:pt x="1075914" y="79145"/>
                </a:lnTo>
                <a:lnTo>
                  <a:pt x="1067764" y="98801"/>
                </a:lnTo>
                <a:cubicBezTo>
                  <a:pt x="1093486" y="109465"/>
                  <a:pt x="1118479" y="121540"/>
                  <a:pt x="1142648" y="134924"/>
                </a:cubicBezTo>
                <a:lnTo>
                  <a:pt x="1152956" y="116310"/>
                </a:lnTo>
                <a:moveTo>
                  <a:pt x="995189" y="50901"/>
                </a:moveTo>
                <a:lnTo>
                  <a:pt x="1001070" y="30453"/>
                </a:lnTo>
                <a:cubicBezTo>
                  <a:pt x="973095" y="22407"/>
                  <a:pt x="944480" y="15877"/>
                  <a:pt x="915320" y="10956"/>
                </a:cubicBezTo>
                <a:lnTo>
                  <a:pt x="911780" y="31938"/>
                </a:lnTo>
                <a:lnTo>
                  <a:pt x="908241" y="52920"/>
                </a:lnTo>
                <a:cubicBezTo>
                  <a:pt x="935812" y="57570"/>
                  <a:pt x="962864" y="63742"/>
                  <a:pt x="989309" y="71349"/>
                </a:cubicBezTo>
                <a:lnTo>
                  <a:pt x="995189" y="50901"/>
                </a:lnTo>
                <a:moveTo>
                  <a:pt x="826749" y="22455"/>
                </a:moveTo>
                <a:lnTo>
                  <a:pt x="827924" y="1212"/>
                </a:lnTo>
                <a:cubicBezTo>
                  <a:pt x="813369" y="406"/>
                  <a:pt x="798711" y="0"/>
                  <a:pt x="783960" y="0"/>
                </a:cubicBezTo>
                <a:lnTo>
                  <a:pt x="783960" y="21277"/>
                </a:lnTo>
                <a:lnTo>
                  <a:pt x="783961" y="42554"/>
                </a:lnTo>
                <a:cubicBezTo>
                  <a:pt x="797928" y="42554"/>
                  <a:pt x="811803" y="42940"/>
                  <a:pt x="825575" y="43701"/>
                </a:cubicBezTo>
                <a:lnTo>
                  <a:pt x="826749" y="22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9">
            <a:extLst xmlns:a="http://schemas.openxmlformats.org/drawingml/2006/main">
              <a:ext uri="{FF2B5EF4-FFF2-40B4-BE49-F238E27FC236}">
                <a16:creationId xmlns:a16="http://schemas.microsoft.com/office/drawing/2014/main" id="{1AB86371-8898-4C50-8867-2685AAAB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853" y="1946035"/>
            <a:ext cx="2072261" cy="2072263"/>
          </a:xfrm>
          <a:custGeom xmlns:a="http://schemas.openxmlformats.org/drawingml/2006/main">
            <a:pathLst>
              <a:path w="1525414" h="1525416">
                <a:moveTo>
                  <a:pt x="762691" y="9"/>
                </a:moveTo>
                <a:cubicBezTo>
                  <a:pt x="1183919" y="0"/>
                  <a:pt x="1525397" y="341466"/>
                  <a:pt x="1525406" y="762692"/>
                </a:cubicBezTo>
                <a:cubicBezTo>
                  <a:pt x="1525414" y="1183919"/>
                  <a:pt x="1183949" y="1525399"/>
                  <a:pt x="762722" y="1525407"/>
                </a:cubicBezTo>
                <a:cubicBezTo>
                  <a:pt x="341495" y="1525416"/>
                  <a:pt x="17" y="1183950"/>
                  <a:pt x="9" y="762723"/>
                </a:cubicBezTo>
                <a:cubicBezTo>
                  <a:pt x="0" y="341497"/>
                  <a:pt x="341465" y="17"/>
                  <a:pt x="762691" y="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10">
            <a:extLst xmlns:a="http://schemas.openxmlformats.org/drawingml/2006/main">
              <a:ext uri="{FF2B5EF4-FFF2-40B4-BE49-F238E27FC236}">
                <a16:creationId xmlns:a16="http://schemas.microsoft.com/office/drawing/2014/main" id="{EAAEE000-055E-4EA3-8A68-4799571D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303" y="1916775"/>
            <a:ext cx="2130047" cy="2130048"/>
          </a:xfrm>
          <a:custGeom xmlns:a="http://schemas.openxmlformats.org/drawingml/2006/main">
            <a:pathLst>
              <a:path w="1567952" h="1567952">
                <a:moveTo>
                  <a:pt x="783963" y="21277"/>
                </a:moveTo>
                <a:lnTo>
                  <a:pt x="783963" y="10638"/>
                </a:lnTo>
                <a:cubicBezTo>
                  <a:pt x="769408" y="10638"/>
                  <a:pt x="754946" y="11042"/>
                  <a:pt x="740588" y="11837"/>
                </a:cubicBezTo>
                <a:lnTo>
                  <a:pt x="741175" y="22458"/>
                </a:lnTo>
                <a:lnTo>
                  <a:pt x="741762" y="33079"/>
                </a:lnTo>
                <a:cubicBezTo>
                  <a:pt x="755731" y="32307"/>
                  <a:pt x="769801" y="31915"/>
                  <a:pt x="783963" y="31915"/>
                </a:cubicBezTo>
                <a:lnTo>
                  <a:pt x="783963" y="21277"/>
                </a:lnTo>
                <a:moveTo>
                  <a:pt x="656144" y="31944"/>
                </a:moveTo>
                <a:lnTo>
                  <a:pt x="654374" y="21453"/>
                </a:lnTo>
                <a:cubicBezTo>
                  <a:pt x="625612" y="26305"/>
                  <a:pt x="597387" y="32747"/>
                  <a:pt x="569795" y="40683"/>
                </a:cubicBezTo>
                <a:lnTo>
                  <a:pt x="572736" y="50909"/>
                </a:lnTo>
                <a:lnTo>
                  <a:pt x="575677" y="61133"/>
                </a:lnTo>
                <a:cubicBezTo>
                  <a:pt x="602503" y="53416"/>
                  <a:pt x="629946" y="47153"/>
                  <a:pt x="657914" y="42432"/>
                </a:cubicBezTo>
                <a:lnTo>
                  <a:pt x="656144" y="31944"/>
                </a:lnTo>
                <a:moveTo>
                  <a:pt x="492012" y="79156"/>
                </a:moveTo>
                <a:lnTo>
                  <a:pt x="487937" y="69330"/>
                </a:lnTo>
                <a:cubicBezTo>
                  <a:pt x="461101" y="80457"/>
                  <a:pt x="435027" y="93054"/>
                  <a:pt x="409817" y="107017"/>
                </a:cubicBezTo>
                <a:lnTo>
                  <a:pt x="414972" y="116324"/>
                </a:lnTo>
                <a:lnTo>
                  <a:pt x="420126" y="125631"/>
                </a:lnTo>
                <a:cubicBezTo>
                  <a:pt x="444641" y="112051"/>
                  <a:pt x="469995" y="99803"/>
                  <a:pt x="496088" y="88983"/>
                </a:cubicBezTo>
                <a:lnTo>
                  <a:pt x="492012" y="79156"/>
                </a:lnTo>
                <a:moveTo>
                  <a:pt x="342584" y="161901"/>
                </a:moveTo>
                <a:lnTo>
                  <a:pt x="336420" y="153231"/>
                </a:lnTo>
                <a:cubicBezTo>
                  <a:pt x="312813" y="170010"/>
                  <a:pt x="290189" y="188084"/>
                  <a:pt x="268651" y="207345"/>
                </a:cubicBezTo>
                <a:lnTo>
                  <a:pt x="275743" y="215275"/>
                </a:lnTo>
                <a:lnTo>
                  <a:pt x="282835" y="223205"/>
                </a:lnTo>
                <a:cubicBezTo>
                  <a:pt x="303783" y="204469"/>
                  <a:pt x="325788" y="186892"/>
                  <a:pt x="348747" y="170572"/>
                </a:cubicBezTo>
                <a:lnTo>
                  <a:pt x="342584" y="161901"/>
                </a:lnTo>
                <a:moveTo>
                  <a:pt x="215259" y="275761"/>
                </a:moveTo>
                <a:lnTo>
                  <a:pt x="207329" y="268669"/>
                </a:lnTo>
                <a:cubicBezTo>
                  <a:pt x="188068" y="290207"/>
                  <a:pt x="169996" y="312832"/>
                  <a:pt x="153216" y="336440"/>
                </a:cubicBezTo>
                <a:lnTo>
                  <a:pt x="161888" y="342604"/>
                </a:lnTo>
                <a:lnTo>
                  <a:pt x="170559" y="348768"/>
                </a:lnTo>
                <a:cubicBezTo>
                  <a:pt x="186878" y="325807"/>
                  <a:pt x="204455" y="303801"/>
                  <a:pt x="223189" y="282853"/>
                </a:cubicBezTo>
                <a:lnTo>
                  <a:pt x="215259" y="275761"/>
                </a:lnTo>
                <a:moveTo>
                  <a:pt x="116312" y="414992"/>
                </a:moveTo>
                <a:lnTo>
                  <a:pt x="107005" y="409839"/>
                </a:lnTo>
                <a:cubicBezTo>
                  <a:pt x="93043" y="435051"/>
                  <a:pt x="80448" y="461123"/>
                  <a:pt x="69319" y="487959"/>
                </a:cubicBezTo>
                <a:lnTo>
                  <a:pt x="79146" y="492036"/>
                </a:lnTo>
                <a:lnTo>
                  <a:pt x="88973" y="496110"/>
                </a:lnTo>
                <a:cubicBezTo>
                  <a:pt x="99794" y="470015"/>
                  <a:pt x="112041" y="444664"/>
                  <a:pt x="125618" y="420148"/>
                </a:cubicBezTo>
                <a:lnTo>
                  <a:pt x="116312" y="414992"/>
                </a:lnTo>
                <a:moveTo>
                  <a:pt x="50902" y="572759"/>
                </a:moveTo>
                <a:lnTo>
                  <a:pt x="40677" y="569818"/>
                </a:lnTo>
                <a:cubicBezTo>
                  <a:pt x="32741" y="597412"/>
                  <a:pt x="26301" y="625636"/>
                  <a:pt x="21449" y="654397"/>
                </a:cubicBezTo>
                <a:lnTo>
                  <a:pt x="31939" y="656169"/>
                </a:lnTo>
                <a:lnTo>
                  <a:pt x="42429" y="657938"/>
                </a:lnTo>
                <a:cubicBezTo>
                  <a:pt x="47147" y="629969"/>
                  <a:pt x="53410" y="602525"/>
                  <a:pt x="61125" y="575701"/>
                </a:cubicBezTo>
                <a:lnTo>
                  <a:pt x="50902" y="572759"/>
                </a:lnTo>
                <a:moveTo>
                  <a:pt x="22456" y="741200"/>
                </a:moveTo>
                <a:lnTo>
                  <a:pt x="11834" y="740612"/>
                </a:lnTo>
                <a:cubicBezTo>
                  <a:pt x="11040" y="754970"/>
                  <a:pt x="10638" y="769432"/>
                  <a:pt x="10638" y="783989"/>
                </a:cubicBezTo>
                <a:lnTo>
                  <a:pt x="21277" y="783989"/>
                </a:lnTo>
                <a:lnTo>
                  <a:pt x="31915" y="783986"/>
                </a:lnTo>
                <a:cubicBezTo>
                  <a:pt x="31915" y="769824"/>
                  <a:pt x="32306" y="755753"/>
                  <a:pt x="33079" y="741787"/>
                </a:cubicBezTo>
                <a:lnTo>
                  <a:pt x="22456" y="741200"/>
                </a:lnTo>
                <a:moveTo>
                  <a:pt x="21277" y="783989"/>
                </a:moveTo>
                <a:lnTo>
                  <a:pt x="10638" y="783989"/>
                </a:lnTo>
                <a:cubicBezTo>
                  <a:pt x="10639" y="798543"/>
                  <a:pt x="11041" y="813005"/>
                  <a:pt x="11835" y="827363"/>
                </a:cubicBezTo>
                <a:lnTo>
                  <a:pt x="22458" y="826775"/>
                </a:lnTo>
                <a:lnTo>
                  <a:pt x="33080" y="826188"/>
                </a:lnTo>
                <a:cubicBezTo>
                  <a:pt x="32307" y="812222"/>
                  <a:pt x="31916" y="798151"/>
                  <a:pt x="31915" y="783986"/>
                </a:cubicBezTo>
                <a:lnTo>
                  <a:pt x="21277" y="783989"/>
                </a:lnTo>
                <a:moveTo>
                  <a:pt x="31943" y="911806"/>
                </a:moveTo>
                <a:lnTo>
                  <a:pt x="21453" y="913578"/>
                </a:lnTo>
                <a:cubicBezTo>
                  <a:pt x="26306" y="942339"/>
                  <a:pt x="32748" y="970563"/>
                  <a:pt x="40684" y="998157"/>
                </a:cubicBezTo>
                <a:lnTo>
                  <a:pt x="50908" y="995215"/>
                </a:lnTo>
                <a:lnTo>
                  <a:pt x="61132" y="992274"/>
                </a:lnTo>
                <a:cubicBezTo>
                  <a:pt x="53416" y="965447"/>
                  <a:pt x="47152" y="938006"/>
                  <a:pt x="42433" y="910037"/>
                </a:cubicBezTo>
                <a:lnTo>
                  <a:pt x="31943" y="911806"/>
                </a:lnTo>
                <a:moveTo>
                  <a:pt x="79156" y="1075939"/>
                </a:moveTo>
                <a:lnTo>
                  <a:pt x="69329" y="1080013"/>
                </a:lnTo>
                <a:cubicBezTo>
                  <a:pt x="80457" y="1106849"/>
                  <a:pt x="93054" y="1132924"/>
                  <a:pt x="107017" y="1158133"/>
                </a:cubicBezTo>
                <a:lnTo>
                  <a:pt x="116323" y="1152980"/>
                </a:lnTo>
                <a:lnTo>
                  <a:pt x="125630" y="1147824"/>
                </a:lnTo>
                <a:cubicBezTo>
                  <a:pt x="112052" y="1123311"/>
                  <a:pt x="99804" y="1097957"/>
                  <a:pt x="88983" y="1071862"/>
                </a:cubicBezTo>
                <a:lnTo>
                  <a:pt x="79156" y="1075939"/>
                </a:lnTo>
                <a:moveTo>
                  <a:pt x="161902" y="1225368"/>
                </a:moveTo>
                <a:lnTo>
                  <a:pt x="153231" y="1231532"/>
                </a:lnTo>
                <a:cubicBezTo>
                  <a:pt x="170012" y="1255137"/>
                  <a:pt x="188084" y="1277762"/>
                  <a:pt x="207345" y="1299300"/>
                </a:cubicBezTo>
                <a:lnTo>
                  <a:pt x="215275" y="1292208"/>
                </a:lnTo>
                <a:lnTo>
                  <a:pt x="223205" y="1285116"/>
                </a:lnTo>
                <a:cubicBezTo>
                  <a:pt x="204471" y="1264168"/>
                  <a:pt x="186893" y="1242162"/>
                  <a:pt x="170573" y="1219204"/>
                </a:cubicBezTo>
                <a:lnTo>
                  <a:pt x="161902" y="1225368"/>
                </a:lnTo>
                <a:moveTo>
                  <a:pt x="275761" y="1352691"/>
                </a:moveTo>
                <a:lnTo>
                  <a:pt x="268670" y="1360621"/>
                </a:lnTo>
                <a:cubicBezTo>
                  <a:pt x="290208" y="1379882"/>
                  <a:pt x="312833" y="1397953"/>
                  <a:pt x="336441" y="1414736"/>
                </a:cubicBezTo>
                <a:lnTo>
                  <a:pt x="342604" y="1406062"/>
                </a:lnTo>
                <a:lnTo>
                  <a:pt x="348767" y="1397391"/>
                </a:lnTo>
                <a:cubicBezTo>
                  <a:pt x="325807" y="1381072"/>
                  <a:pt x="303802" y="1363494"/>
                  <a:pt x="282853" y="1344761"/>
                </a:cubicBezTo>
                <a:lnTo>
                  <a:pt x="275761" y="1352691"/>
                </a:lnTo>
                <a:moveTo>
                  <a:pt x="414993" y="1451639"/>
                </a:moveTo>
                <a:lnTo>
                  <a:pt x="409839" y="1460946"/>
                </a:lnTo>
                <a:cubicBezTo>
                  <a:pt x="435050" y="1474909"/>
                  <a:pt x="461123" y="1487504"/>
                  <a:pt x="487960" y="1498631"/>
                </a:cubicBezTo>
                <a:lnTo>
                  <a:pt x="492035" y="1488804"/>
                </a:lnTo>
                <a:lnTo>
                  <a:pt x="496110" y="1478978"/>
                </a:lnTo>
                <a:cubicBezTo>
                  <a:pt x="470016" y="1468158"/>
                  <a:pt x="444663" y="1455910"/>
                  <a:pt x="420147" y="1442333"/>
                </a:cubicBezTo>
                <a:lnTo>
                  <a:pt x="414993" y="1451639"/>
                </a:lnTo>
                <a:moveTo>
                  <a:pt x="572759" y="1517049"/>
                </a:moveTo>
                <a:lnTo>
                  <a:pt x="569819" y="1527272"/>
                </a:lnTo>
                <a:cubicBezTo>
                  <a:pt x="597411" y="1535208"/>
                  <a:pt x="625636" y="1541650"/>
                  <a:pt x="654398" y="1546502"/>
                </a:cubicBezTo>
                <a:lnTo>
                  <a:pt x="656168" y="1536011"/>
                </a:lnTo>
                <a:lnTo>
                  <a:pt x="657938" y="1525523"/>
                </a:lnTo>
                <a:cubicBezTo>
                  <a:pt x="629970" y="1520805"/>
                  <a:pt x="602527" y="1514542"/>
                  <a:pt x="575700" y="1506825"/>
                </a:cubicBezTo>
                <a:lnTo>
                  <a:pt x="572759" y="1517049"/>
                </a:lnTo>
                <a:moveTo>
                  <a:pt x="741200" y="1545494"/>
                </a:moveTo>
                <a:lnTo>
                  <a:pt x="740612" y="1556116"/>
                </a:lnTo>
                <a:cubicBezTo>
                  <a:pt x="754971" y="1556911"/>
                  <a:pt x="769433" y="1557314"/>
                  <a:pt x="783988" y="1557314"/>
                </a:cubicBezTo>
                <a:lnTo>
                  <a:pt x="783987" y="1546675"/>
                </a:lnTo>
                <a:lnTo>
                  <a:pt x="783987" y="1536037"/>
                </a:lnTo>
                <a:cubicBezTo>
                  <a:pt x="769825" y="1536037"/>
                  <a:pt x="755754" y="1535645"/>
                  <a:pt x="741787" y="1534873"/>
                </a:cubicBezTo>
                <a:lnTo>
                  <a:pt x="741200" y="1545494"/>
                </a:lnTo>
                <a:moveTo>
                  <a:pt x="783987" y="1546675"/>
                </a:moveTo>
                <a:lnTo>
                  <a:pt x="783988" y="1557314"/>
                </a:lnTo>
                <a:cubicBezTo>
                  <a:pt x="798543" y="1557311"/>
                  <a:pt x="813005" y="1556911"/>
                  <a:pt x="827364" y="1556116"/>
                </a:cubicBezTo>
                <a:lnTo>
                  <a:pt x="826776" y="1545494"/>
                </a:lnTo>
                <a:lnTo>
                  <a:pt x="826188" y="1534870"/>
                </a:lnTo>
                <a:cubicBezTo>
                  <a:pt x="812221" y="1535645"/>
                  <a:pt x="798151" y="1536034"/>
                  <a:pt x="783987" y="1536037"/>
                </a:cubicBezTo>
                <a:lnTo>
                  <a:pt x="783987" y="1546675"/>
                </a:lnTo>
                <a:moveTo>
                  <a:pt x="911807" y="1536009"/>
                </a:moveTo>
                <a:lnTo>
                  <a:pt x="913578" y="1546499"/>
                </a:lnTo>
                <a:cubicBezTo>
                  <a:pt x="942340" y="1541644"/>
                  <a:pt x="970564" y="1535202"/>
                  <a:pt x="998155" y="1527267"/>
                </a:cubicBezTo>
                <a:lnTo>
                  <a:pt x="995215" y="1517043"/>
                </a:lnTo>
                <a:lnTo>
                  <a:pt x="992274" y="1506819"/>
                </a:lnTo>
                <a:cubicBezTo>
                  <a:pt x="965447" y="1514536"/>
                  <a:pt x="938005" y="1520799"/>
                  <a:pt x="910037" y="1525518"/>
                </a:cubicBezTo>
                <a:lnTo>
                  <a:pt x="911807" y="1536009"/>
                </a:lnTo>
                <a:moveTo>
                  <a:pt x="1075938" y="1488796"/>
                </a:moveTo>
                <a:lnTo>
                  <a:pt x="1080014" y="1498622"/>
                </a:lnTo>
                <a:cubicBezTo>
                  <a:pt x="1106851" y="1487493"/>
                  <a:pt x="1132924" y="1474898"/>
                  <a:pt x="1158134" y="1460935"/>
                </a:cubicBezTo>
                <a:lnTo>
                  <a:pt x="1152980" y="1451628"/>
                </a:lnTo>
                <a:lnTo>
                  <a:pt x="1147825" y="1442321"/>
                </a:lnTo>
                <a:cubicBezTo>
                  <a:pt x="1123309" y="1455898"/>
                  <a:pt x="1097957" y="1468146"/>
                  <a:pt x="1071863" y="1478969"/>
                </a:cubicBezTo>
                <a:lnTo>
                  <a:pt x="1075938" y="1488796"/>
                </a:lnTo>
                <a:moveTo>
                  <a:pt x="1225367" y="1406048"/>
                </a:moveTo>
                <a:lnTo>
                  <a:pt x="1231531" y="1414719"/>
                </a:lnTo>
                <a:cubicBezTo>
                  <a:pt x="1255138" y="1397939"/>
                  <a:pt x="1277762" y="1379868"/>
                  <a:pt x="1299300" y="1360607"/>
                </a:cubicBezTo>
                <a:lnTo>
                  <a:pt x="1292208" y="1352677"/>
                </a:lnTo>
                <a:lnTo>
                  <a:pt x="1285117" y="1344747"/>
                </a:lnTo>
                <a:cubicBezTo>
                  <a:pt x="1264168" y="1363480"/>
                  <a:pt x="1242163" y="1381057"/>
                  <a:pt x="1219203" y="1397377"/>
                </a:cubicBezTo>
                <a:lnTo>
                  <a:pt x="1225367" y="1406048"/>
                </a:lnTo>
                <a:moveTo>
                  <a:pt x="1352693" y="1292191"/>
                </a:moveTo>
                <a:lnTo>
                  <a:pt x="1360622" y="1299280"/>
                </a:lnTo>
                <a:cubicBezTo>
                  <a:pt x="1379883" y="1277742"/>
                  <a:pt x="1397955" y="1255117"/>
                  <a:pt x="1414734" y="1231509"/>
                </a:cubicBezTo>
                <a:lnTo>
                  <a:pt x="1406064" y="1225348"/>
                </a:lnTo>
                <a:lnTo>
                  <a:pt x="1397392" y="1219184"/>
                </a:lnTo>
                <a:cubicBezTo>
                  <a:pt x="1381072" y="1242145"/>
                  <a:pt x="1363496" y="1264148"/>
                  <a:pt x="1344762" y="1285099"/>
                </a:cubicBezTo>
                <a:lnTo>
                  <a:pt x="1352693" y="1292191"/>
                </a:lnTo>
                <a:moveTo>
                  <a:pt x="1451639" y="1152958"/>
                </a:moveTo>
                <a:lnTo>
                  <a:pt x="1460946" y="1158111"/>
                </a:lnTo>
                <a:cubicBezTo>
                  <a:pt x="1474908" y="1132902"/>
                  <a:pt x="1487504" y="1106827"/>
                  <a:pt x="1498632" y="1079991"/>
                </a:cubicBezTo>
                <a:lnTo>
                  <a:pt x="1488805" y="1075916"/>
                </a:lnTo>
                <a:lnTo>
                  <a:pt x="1478978" y="1071842"/>
                </a:lnTo>
                <a:cubicBezTo>
                  <a:pt x="1468158" y="1097934"/>
                  <a:pt x="1455910" y="1123288"/>
                  <a:pt x="1442333" y="1147804"/>
                </a:cubicBezTo>
                <a:lnTo>
                  <a:pt x="1451639" y="1152958"/>
                </a:lnTo>
                <a:moveTo>
                  <a:pt x="1517050" y="995193"/>
                </a:moveTo>
                <a:lnTo>
                  <a:pt x="1527274" y="998131"/>
                </a:lnTo>
                <a:cubicBezTo>
                  <a:pt x="1535209" y="970540"/>
                  <a:pt x="1541650" y="942316"/>
                  <a:pt x="1546503" y="913552"/>
                </a:cubicBezTo>
                <a:lnTo>
                  <a:pt x="1536013" y="911783"/>
                </a:lnTo>
                <a:lnTo>
                  <a:pt x="1525522" y="910014"/>
                </a:lnTo>
                <a:cubicBezTo>
                  <a:pt x="1520803" y="937980"/>
                  <a:pt x="1514541" y="965424"/>
                  <a:pt x="1506825" y="992251"/>
                </a:cubicBezTo>
                <a:lnTo>
                  <a:pt x="1517050" y="995193"/>
                </a:lnTo>
                <a:moveTo>
                  <a:pt x="1545495" y="826753"/>
                </a:moveTo>
                <a:lnTo>
                  <a:pt x="1556117" y="827338"/>
                </a:lnTo>
                <a:cubicBezTo>
                  <a:pt x="1556911" y="812980"/>
                  <a:pt x="1557313" y="798517"/>
                  <a:pt x="1557312" y="783963"/>
                </a:cubicBezTo>
                <a:lnTo>
                  <a:pt x="1546674" y="783963"/>
                </a:lnTo>
                <a:lnTo>
                  <a:pt x="1536036" y="783963"/>
                </a:lnTo>
                <a:cubicBezTo>
                  <a:pt x="1536036" y="798125"/>
                  <a:pt x="1535644" y="812196"/>
                  <a:pt x="1534873" y="826165"/>
                </a:cubicBezTo>
                <a:lnTo>
                  <a:pt x="1545495" y="826753"/>
                </a:lnTo>
                <a:moveTo>
                  <a:pt x="1546674" y="783963"/>
                </a:moveTo>
                <a:lnTo>
                  <a:pt x="1557312" y="783963"/>
                </a:lnTo>
                <a:cubicBezTo>
                  <a:pt x="1557312" y="769407"/>
                  <a:pt x="1556910" y="754947"/>
                  <a:pt x="1556116" y="740586"/>
                </a:cubicBezTo>
                <a:lnTo>
                  <a:pt x="1545494" y="741174"/>
                </a:lnTo>
                <a:lnTo>
                  <a:pt x="1534871" y="741762"/>
                </a:lnTo>
                <a:cubicBezTo>
                  <a:pt x="1535644" y="755731"/>
                  <a:pt x="1536036" y="769801"/>
                  <a:pt x="1536036" y="783963"/>
                </a:cubicBezTo>
                <a:lnTo>
                  <a:pt x="1546674" y="783963"/>
                </a:lnTo>
                <a:moveTo>
                  <a:pt x="1536009" y="656143"/>
                </a:moveTo>
                <a:lnTo>
                  <a:pt x="1546499" y="654375"/>
                </a:lnTo>
                <a:cubicBezTo>
                  <a:pt x="1541645" y="625611"/>
                  <a:pt x="1535204" y="597387"/>
                  <a:pt x="1527267" y="569795"/>
                </a:cubicBezTo>
                <a:lnTo>
                  <a:pt x="1517043" y="572737"/>
                </a:lnTo>
                <a:lnTo>
                  <a:pt x="1506819" y="575678"/>
                </a:lnTo>
                <a:cubicBezTo>
                  <a:pt x="1514535" y="602503"/>
                  <a:pt x="1520798" y="629946"/>
                  <a:pt x="1525519" y="657915"/>
                </a:cubicBezTo>
                <a:lnTo>
                  <a:pt x="1536009" y="656143"/>
                </a:lnTo>
                <a:moveTo>
                  <a:pt x="1488796" y="492013"/>
                </a:moveTo>
                <a:lnTo>
                  <a:pt x="1498622" y="487936"/>
                </a:lnTo>
                <a:cubicBezTo>
                  <a:pt x="1487493" y="461100"/>
                  <a:pt x="1474897" y="435028"/>
                  <a:pt x="1460934" y="409816"/>
                </a:cubicBezTo>
                <a:lnTo>
                  <a:pt x="1451627" y="414972"/>
                </a:lnTo>
                <a:lnTo>
                  <a:pt x="1442321" y="420125"/>
                </a:lnTo>
                <a:cubicBezTo>
                  <a:pt x="1455900" y="444641"/>
                  <a:pt x="1468148" y="469995"/>
                  <a:pt x="1478969" y="496087"/>
                </a:cubicBezTo>
                <a:lnTo>
                  <a:pt x="1488796" y="492013"/>
                </a:lnTo>
                <a:moveTo>
                  <a:pt x="1406049" y="342584"/>
                </a:moveTo>
                <a:lnTo>
                  <a:pt x="1414720" y="336420"/>
                </a:lnTo>
                <a:cubicBezTo>
                  <a:pt x="1397940" y="312813"/>
                  <a:pt x="1379867" y="290190"/>
                  <a:pt x="1360606" y="268652"/>
                </a:cubicBezTo>
                <a:lnTo>
                  <a:pt x="1352676" y="275744"/>
                </a:lnTo>
                <a:lnTo>
                  <a:pt x="1344746" y="282834"/>
                </a:lnTo>
                <a:cubicBezTo>
                  <a:pt x="1363480" y="303784"/>
                  <a:pt x="1381057" y="325788"/>
                  <a:pt x="1397378" y="348748"/>
                </a:cubicBezTo>
                <a:lnTo>
                  <a:pt x="1406049" y="342584"/>
                </a:lnTo>
                <a:moveTo>
                  <a:pt x="1292190" y="215258"/>
                </a:moveTo>
                <a:lnTo>
                  <a:pt x="1299281" y="207328"/>
                </a:lnTo>
                <a:cubicBezTo>
                  <a:pt x="1277743" y="188067"/>
                  <a:pt x="1255118" y="169996"/>
                  <a:pt x="1231511" y="153216"/>
                </a:cubicBezTo>
                <a:lnTo>
                  <a:pt x="1225347" y="161887"/>
                </a:lnTo>
                <a:lnTo>
                  <a:pt x="1219184" y="170558"/>
                </a:lnTo>
                <a:cubicBezTo>
                  <a:pt x="1242144" y="186878"/>
                  <a:pt x="1264149" y="204455"/>
                  <a:pt x="1285099" y="223188"/>
                </a:cubicBezTo>
                <a:lnTo>
                  <a:pt x="1292190" y="215258"/>
                </a:lnTo>
                <a:moveTo>
                  <a:pt x="1152958" y="116313"/>
                </a:moveTo>
                <a:lnTo>
                  <a:pt x="1158112" y="107006"/>
                </a:lnTo>
                <a:cubicBezTo>
                  <a:pt x="1132902" y="93043"/>
                  <a:pt x="1106828" y="80448"/>
                  <a:pt x="1079991" y="69319"/>
                </a:cubicBezTo>
                <a:lnTo>
                  <a:pt x="1075916" y="79145"/>
                </a:lnTo>
                <a:lnTo>
                  <a:pt x="1071841" y="88974"/>
                </a:lnTo>
                <a:cubicBezTo>
                  <a:pt x="1097935" y="99794"/>
                  <a:pt x="1123288" y="112040"/>
                  <a:pt x="1147804" y="125620"/>
                </a:cubicBezTo>
                <a:lnTo>
                  <a:pt x="1152958" y="116313"/>
                </a:lnTo>
                <a:moveTo>
                  <a:pt x="995191" y="50901"/>
                </a:moveTo>
                <a:lnTo>
                  <a:pt x="998132" y="40677"/>
                </a:lnTo>
                <a:cubicBezTo>
                  <a:pt x="970539" y="32741"/>
                  <a:pt x="942316" y="26302"/>
                  <a:pt x="913553" y="21447"/>
                </a:cubicBezTo>
                <a:lnTo>
                  <a:pt x="911783" y="31938"/>
                </a:lnTo>
                <a:lnTo>
                  <a:pt x="910013" y="42429"/>
                </a:lnTo>
                <a:cubicBezTo>
                  <a:pt x="937982" y="47147"/>
                  <a:pt x="965424" y="53411"/>
                  <a:pt x="992251" y="61125"/>
                </a:cubicBezTo>
                <a:lnTo>
                  <a:pt x="995191" y="50901"/>
                </a:lnTo>
                <a:moveTo>
                  <a:pt x="826752" y="22455"/>
                </a:moveTo>
                <a:lnTo>
                  <a:pt x="827339" y="11834"/>
                </a:lnTo>
                <a:cubicBezTo>
                  <a:pt x="812980" y="11042"/>
                  <a:pt x="798518" y="10638"/>
                  <a:pt x="783963" y="10638"/>
                </a:cubicBezTo>
                <a:lnTo>
                  <a:pt x="783963" y="21277"/>
                </a:lnTo>
                <a:lnTo>
                  <a:pt x="783963" y="31915"/>
                </a:lnTo>
                <a:cubicBezTo>
                  <a:pt x="798127" y="31915"/>
                  <a:pt x="812197" y="32307"/>
                  <a:pt x="826164" y="33079"/>
                </a:cubicBezTo>
                <a:lnTo>
                  <a:pt x="826752" y="22455"/>
                </a:lnTo>
                <a:moveTo>
                  <a:pt x="783963" y="21277"/>
                </a:moveTo>
                <a:lnTo>
                  <a:pt x="783963" y="0"/>
                </a:lnTo>
                <a:cubicBezTo>
                  <a:pt x="769212" y="0"/>
                  <a:pt x="754554" y="409"/>
                  <a:pt x="740000" y="1212"/>
                </a:cubicBezTo>
                <a:lnTo>
                  <a:pt x="741175" y="22458"/>
                </a:lnTo>
                <a:lnTo>
                  <a:pt x="742350" y="43701"/>
                </a:lnTo>
                <a:cubicBezTo>
                  <a:pt x="756122" y="42940"/>
                  <a:pt x="769997" y="42554"/>
                  <a:pt x="783964" y="42554"/>
                </a:cubicBezTo>
                <a:lnTo>
                  <a:pt x="783963" y="21277"/>
                </a:lnTo>
                <a:moveTo>
                  <a:pt x="656144" y="31944"/>
                </a:moveTo>
                <a:lnTo>
                  <a:pt x="652604" y="10962"/>
                </a:lnTo>
                <a:cubicBezTo>
                  <a:pt x="623444" y="15882"/>
                  <a:pt x="594829" y="22412"/>
                  <a:pt x="566855" y="30462"/>
                </a:cubicBezTo>
                <a:lnTo>
                  <a:pt x="572736" y="50909"/>
                </a:lnTo>
                <a:lnTo>
                  <a:pt x="578618" y="71357"/>
                </a:lnTo>
                <a:cubicBezTo>
                  <a:pt x="605062" y="63748"/>
                  <a:pt x="632113" y="57576"/>
                  <a:pt x="659685" y="52922"/>
                </a:cubicBezTo>
                <a:lnTo>
                  <a:pt x="656144" y="31944"/>
                </a:lnTo>
                <a:moveTo>
                  <a:pt x="492012" y="79156"/>
                </a:moveTo>
                <a:lnTo>
                  <a:pt x="483862" y="59501"/>
                </a:lnTo>
                <a:cubicBezTo>
                  <a:pt x="456654" y="70784"/>
                  <a:pt x="430220" y="83554"/>
                  <a:pt x="404663" y="97710"/>
                </a:cubicBezTo>
                <a:lnTo>
                  <a:pt x="414972" y="116324"/>
                </a:lnTo>
                <a:lnTo>
                  <a:pt x="425281" y="134935"/>
                </a:lnTo>
                <a:cubicBezTo>
                  <a:pt x="449448" y="121551"/>
                  <a:pt x="474441" y="109476"/>
                  <a:pt x="500163" y="98809"/>
                </a:cubicBezTo>
                <a:lnTo>
                  <a:pt x="492012" y="79156"/>
                </a:lnTo>
                <a:moveTo>
                  <a:pt x="342584" y="161901"/>
                </a:moveTo>
                <a:lnTo>
                  <a:pt x="330256" y="144560"/>
                </a:lnTo>
                <a:cubicBezTo>
                  <a:pt x="306326" y="161569"/>
                  <a:pt x="283392" y="179891"/>
                  <a:pt x="261560" y="199416"/>
                </a:cubicBezTo>
                <a:lnTo>
                  <a:pt x="275743" y="215275"/>
                </a:lnTo>
                <a:lnTo>
                  <a:pt x="289927" y="231135"/>
                </a:lnTo>
                <a:cubicBezTo>
                  <a:pt x="310581" y="212663"/>
                  <a:pt x="332275" y="195333"/>
                  <a:pt x="354911" y="179243"/>
                </a:cubicBezTo>
                <a:lnTo>
                  <a:pt x="342584" y="161901"/>
                </a:lnTo>
                <a:moveTo>
                  <a:pt x="215259" y="275761"/>
                </a:moveTo>
                <a:lnTo>
                  <a:pt x="199398" y="261579"/>
                </a:lnTo>
                <a:cubicBezTo>
                  <a:pt x="179875" y="283410"/>
                  <a:pt x="161555" y="306345"/>
                  <a:pt x="144545" y="330276"/>
                </a:cubicBezTo>
                <a:lnTo>
                  <a:pt x="161888" y="342604"/>
                </a:lnTo>
                <a:lnTo>
                  <a:pt x="179230" y="354932"/>
                </a:lnTo>
                <a:cubicBezTo>
                  <a:pt x="195320" y="332295"/>
                  <a:pt x="212649" y="310598"/>
                  <a:pt x="231119" y="289943"/>
                </a:cubicBezTo>
                <a:lnTo>
                  <a:pt x="215259" y="275761"/>
                </a:lnTo>
                <a:moveTo>
                  <a:pt x="116312" y="414992"/>
                </a:moveTo>
                <a:lnTo>
                  <a:pt x="97699" y="404686"/>
                </a:lnTo>
                <a:cubicBezTo>
                  <a:pt x="83544" y="430244"/>
                  <a:pt x="70774" y="456677"/>
                  <a:pt x="59492" y="483885"/>
                </a:cubicBezTo>
                <a:lnTo>
                  <a:pt x="79146" y="492036"/>
                </a:lnTo>
                <a:lnTo>
                  <a:pt x="98801" y="500184"/>
                </a:lnTo>
                <a:cubicBezTo>
                  <a:pt x="109466" y="474464"/>
                  <a:pt x="121540" y="449471"/>
                  <a:pt x="134925" y="425301"/>
                </a:cubicBezTo>
                <a:lnTo>
                  <a:pt x="116312" y="414992"/>
                </a:lnTo>
                <a:moveTo>
                  <a:pt x="50902" y="572759"/>
                </a:moveTo>
                <a:lnTo>
                  <a:pt x="30453" y="566880"/>
                </a:lnTo>
                <a:cubicBezTo>
                  <a:pt x="22408" y="594854"/>
                  <a:pt x="15878" y="623467"/>
                  <a:pt x="10958" y="652628"/>
                </a:cubicBezTo>
                <a:lnTo>
                  <a:pt x="31939" y="656169"/>
                </a:lnTo>
                <a:lnTo>
                  <a:pt x="52919" y="659707"/>
                </a:lnTo>
                <a:cubicBezTo>
                  <a:pt x="57571" y="632135"/>
                  <a:pt x="63744" y="605084"/>
                  <a:pt x="71349" y="578639"/>
                </a:cubicBezTo>
                <a:lnTo>
                  <a:pt x="50902" y="572759"/>
                </a:lnTo>
                <a:moveTo>
                  <a:pt x="22456" y="741200"/>
                </a:moveTo>
                <a:lnTo>
                  <a:pt x="1212" y="740024"/>
                </a:lnTo>
                <a:cubicBezTo>
                  <a:pt x="407" y="754578"/>
                  <a:pt x="0" y="769236"/>
                  <a:pt x="0" y="783989"/>
                </a:cubicBezTo>
                <a:lnTo>
                  <a:pt x="21277" y="783989"/>
                </a:lnTo>
                <a:lnTo>
                  <a:pt x="42554" y="783986"/>
                </a:lnTo>
                <a:cubicBezTo>
                  <a:pt x="42554" y="770020"/>
                  <a:pt x="42939" y="756145"/>
                  <a:pt x="43701" y="742375"/>
                </a:cubicBezTo>
                <a:lnTo>
                  <a:pt x="22456" y="741200"/>
                </a:lnTo>
                <a:moveTo>
                  <a:pt x="21277" y="783989"/>
                </a:moveTo>
                <a:lnTo>
                  <a:pt x="0" y="783989"/>
                </a:lnTo>
                <a:cubicBezTo>
                  <a:pt x="0" y="798738"/>
                  <a:pt x="408" y="813397"/>
                  <a:pt x="1213" y="827951"/>
                </a:cubicBezTo>
                <a:lnTo>
                  <a:pt x="22458" y="826775"/>
                </a:lnTo>
                <a:lnTo>
                  <a:pt x="43702" y="825600"/>
                </a:lnTo>
                <a:cubicBezTo>
                  <a:pt x="42940" y="811830"/>
                  <a:pt x="42554" y="797955"/>
                  <a:pt x="42554" y="783986"/>
                </a:cubicBezTo>
                <a:lnTo>
                  <a:pt x="21277" y="783989"/>
                </a:lnTo>
                <a:moveTo>
                  <a:pt x="31943" y="911806"/>
                </a:moveTo>
                <a:lnTo>
                  <a:pt x="10962" y="915346"/>
                </a:lnTo>
                <a:cubicBezTo>
                  <a:pt x="15883" y="944508"/>
                  <a:pt x="22414" y="973121"/>
                  <a:pt x="30460" y="1001095"/>
                </a:cubicBezTo>
                <a:lnTo>
                  <a:pt x="50908" y="995215"/>
                </a:lnTo>
                <a:lnTo>
                  <a:pt x="71356" y="989333"/>
                </a:lnTo>
                <a:cubicBezTo>
                  <a:pt x="63750" y="962889"/>
                  <a:pt x="57576" y="935837"/>
                  <a:pt x="52923" y="908266"/>
                </a:cubicBezTo>
                <a:lnTo>
                  <a:pt x="31943" y="911806"/>
                </a:lnTo>
                <a:moveTo>
                  <a:pt x="79156" y="1075939"/>
                </a:moveTo>
                <a:lnTo>
                  <a:pt x="59501" y="1084090"/>
                </a:lnTo>
                <a:cubicBezTo>
                  <a:pt x="70785" y="1111298"/>
                  <a:pt x="83555" y="1137731"/>
                  <a:pt x="97711" y="1163289"/>
                </a:cubicBezTo>
                <a:lnTo>
                  <a:pt x="116323" y="1152980"/>
                </a:lnTo>
                <a:lnTo>
                  <a:pt x="134936" y="1142671"/>
                </a:lnTo>
                <a:cubicBezTo>
                  <a:pt x="121551" y="1118501"/>
                  <a:pt x="109476" y="1093511"/>
                  <a:pt x="98810" y="1067788"/>
                </a:cubicBezTo>
                <a:lnTo>
                  <a:pt x="79156" y="1075939"/>
                </a:lnTo>
                <a:moveTo>
                  <a:pt x="161902" y="1225368"/>
                </a:moveTo>
                <a:lnTo>
                  <a:pt x="144560" y="1237696"/>
                </a:lnTo>
                <a:cubicBezTo>
                  <a:pt x="161571" y="1261624"/>
                  <a:pt x="179891" y="1284559"/>
                  <a:pt x="199415" y="1306393"/>
                </a:cubicBezTo>
                <a:lnTo>
                  <a:pt x="215275" y="1292208"/>
                </a:lnTo>
                <a:lnTo>
                  <a:pt x="231135" y="1278024"/>
                </a:lnTo>
                <a:cubicBezTo>
                  <a:pt x="212664" y="1257371"/>
                  <a:pt x="195334" y="1235677"/>
                  <a:pt x="179244" y="1213040"/>
                </a:cubicBezTo>
                <a:lnTo>
                  <a:pt x="161902" y="1225368"/>
                </a:lnTo>
                <a:moveTo>
                  <a:pt x="275761" y="1352691"/>
                </a:moveTo>
                <a:lnTo>
                  <a:pt x="261578" y="1368554"/>
                </a:lnTo>
                <a:cubicBezTo>
                  <a:pt x="283411" y="1388076"/>
                  <a:pt x="306346" y="1406394"/>
                  <a:pt x="330277" y="1423407"/>
                </a:cubicBezTo>
                <a:lnTo>
                  <a:pt x="342604" y="1406062"/>
                </a:lnTo>
                <a:lnTo>
                  <a:pt x="354931" y="1388720"/>
                </a:lnTo>
                <a:cubicBezTo>
                  <a:pt x="332294" y="1372631"/>
                  <a:pt x="310599" y="1355303"/>
                  <a:pt x="289944" y="1336831"/>
                </a:cubicBezTo>
                <a:lnTo>
                  <a:pt x="275761" y="1352691"/>
                </a:lnTo>
                <a:moveTo>
                  <a:pt x="414993" y="1451639"/>
                </a:moveTo>
                <a:lnTo>
                  <a:pt x="404685" y="1470253"/>
                </a:lnTo>
                <a:cubicBezTo>
                  <a:pt x="430243" y="1484406"/>
                  <a:pt x="456677" y="1497177"/>
                  <a:pt x="483885" y="1508460"/>
                </a:cubicBezTo>
                <a:lnTo>
                  <a:pt x="492035" y="1488804"/>
                </a:lnTo>
                <a:lnTo>
                  <a:pt x="500185" y="1469152"/>
                </a:lnTo>
                <a:cubicBezTo>
                  <a:pt x="474463" y="1458485"/>
                  <a:pt x="449469" y="1446413"/>
                  <a:pt x="425302" y="1433026"/>
                </a:cubicBezTo>
                <a:lnTo>
                  <a:pt x="414993" y="1451639"/>
                </a:lnTo>
                <a:moveTo>
                  <a:pt x="572759" y="1517049"/>
                </a:moveTo>
                <a:lnTo>
                  <a:pt x="566879" y="1537496"/>
                </a:lnTo>
                <a:cubicBezTo>
                  <a:pt x="594854" y="1545543"/>
                  <a:pt x="623469" y="1552073"/>
                  <a:pt x="652628" y="1556993"/>
                </a:cubicBezTo>
                <a:lnTo>
                  <a:pt x="656168" y="1536011"/>
                </a:lnTo>
                <a:lnTo>
                  <a:pt x="659707" y="1515033"/>
                </a:lnTo>
                <a:cubicBezTo>
                  <a:pt x="632137" y="1510379"/>
                  <a:pt x="605084" y="1504207"/>
                  <a:pt x="578640" y="1496601"/>
                </a:cubicBezTo>
                <a:lnTo>
                  <a:pt x="572759" y="1517049"/>
                </a:lnTo>
                <a:moveTo>
                  <a:pt x="741200" y="1545494"/>
                </a:moveTo>
                <a:lnTo>
                  <a:pt x="740025" y="1566740"/>
                </a:lnTo>
                <a:cubicBezTo>
                  <a:pt x="754579" y="1567543"/>
                  <a:pt x="769237" y="1567952"/>
                  <a:pt x="783988" y="1567952"/>
                </a:cubicBezTo>
                <a:lnTo>
                  <a:pt x="783987" y="1546675"/>
                </a:lnTo>
                <a:lnTo>
                  <a:pt x="783987" y="1525396"/>
                </a:lnTo>
                <a:cubicBezTo>
                  <a:pt x="770021" y="1525399"/>
                  <a:pt x="756146" y="1525012"/>
                  <a:pt x="742374" y="1524252"/>
                </a:cubicBezTo>
                <a:lnTo>
                  <a:pt x="741200" y="1545494"/>
                </a:lnTo>
                <a:moveTo>
                  <a:pt x="783987" y="1546675"/>
                </a:moveTo>
                <a:lnTo>
                  <a:pt x="783988" y="1567952"/>
                </a:lnTo>
                <a:cubicBezTo>
                  <a:pt x="798739" y="1567949"/>
                  <a:pt x="813397" y="1567543"/>
                  <a:pt x="827951" y="1566737"/>
                </a:cubicBezTo>
                <a:lnTo>
                  <a:pt x="826776" y="1545494"/>
                </a:lnTo>
                <a:lnTo>
                  <a:pt x="825601" y="1524249"/>
                </a:lnTo>
                <a:cubicBezTo>
                  <a:pt x="811828" y="1525010"/>
                  <a:pt x="797954" y="1525396"/>
                  <a:pt x="783987" y="1525396"/>
                </a:cubicBezTo>
                <a:lnTo>
                  <a:pt x="783987" y="1546675"/>
                </a:lnTo>
                <a:moveTo>
                  <a:pt x="911807" y="1536009"/>
                </a:moveTo>
                <a:lnTo>
                  <a:pt x="915348" y="1556987"/>
                </a:lnTo>
                <a:cubicBezTo>
                  <a:pt x="944507" y="1552067"/>
                  <a:pt x="973122" y="1545537"/>
                  <a:pt x="1001097" y="1537491"/>
                </a:cubicBezTo>
                <a:lnTo>
                  <a:pt x="995215" y="1517043"/>
                </a:lnTo>
                <a:lnTo>
                  <a:pt x="989333" y="1496595"/>
                </a:lnTo>
                <a:cubicBezTo>
                  <a:pt x="962889" y="1504201"/>
                  <a:pt x="935838" y="1510376"/>
                  <a:pt x="908267" y="1515027"/>
                </a:cubicBezTo>
                <a:lnTo>
                  <a:pt x="911807" y="1536009"/>
                </a:lnTo>
                <a:moveTo>
                  <a:pt x="1075938" y="1488796"/>
                </a:moveTo>
                <a:lnTo>
                  <a:pt x="1084089" y="1508449"/>
                </a:lnTo>
                <a:cubicBezTo>
                  <a:pt x="1111298" y="1497166"/>
                  <a:pt x="1137731" y="1484395"/>
                  <a:pt x="1163289" y="1470239"/>
                </a:cubicBezTo>
                <a:lnTo>
                  <a:pt x="1152980" y="1451628"/>
                </a:lnTo>
                <a:lnTo>
                  <a:pt x="1142671" y="1433014"/>
                </a:lnTo>
                <a:cubicBezTo>
                  <a:pt x="1118503" y="1446401"/>
                  <a:pt x="1093510" y="1458473"/>
                  <a:pt x="1067788" y="1469140"/>
                </a:cubicBezTo>
                <a:lnTo>
                  <a:pt x="1075938" y="1488796"/>
                </a:lnTo>
                <a:moveTo>
                  <a:pt x="1225367" y="1406048"/>
                </a:moveTo>
                <a:lnTo>
                  <a:pt x="1237694" y="1423392"/>
                </a:lnTo>
                <a:cubicBezTo>
                  <a:pt x="1261626" y="1406380"/>
                  <a:pt x="1284559" y="1388062"/>
                  <a:pt x="1306392" y="1368537"/>
                </a:cubicBezTo>
                <a:lnTo>
                  <a:pt x="1292208" y="1352677"/>
                </a:lnTo>
                <a:lnTo>
                  <a:pt x="1278025" y="1336814"/>
                </a:lnTo>
                <a:cubicBezTo>
                  <a:pt x="1257371" y="1355286"/>
                  <a:pt x="1235676" y="1372617"/>
                  <a:pt x="1213040" y="1388706"/>
                </a:cubicBezTo>
                <a:lnTo>
                  <a:pt x="1225367" y="1406048"/>
                </a:lnTo>
                <a:moveTo>
                  <a:pt x="1352693" y="1292191"/>
                </a:moveTo>
                <a:lnTo>
                  <a:pt x="1368553" y="1306373"/>
                </a:lnTo>
                <a:cubicBezTo>
                  <a:pt x="1388077" y="1284539"/>
                  <a:pt x="1406396" y="1261605"/>
                  <a:pt x="1423406" y="1237673"/>
                </a:cubicBezTo>
                <a:lnTo>
                  <a:pt x="1406064" y="1225348"/>
                </a:lnTo>
                <a:lnTo>
                  <a:pt x="1388721" y="1213020"/>
                </a:lnTo>
                <a:cubicBezTo>
                  <a:pt x="1372631" y="1235657"/>
                  <a:pt x="1355302" y="1257351"/>
                  <a:pt x="1336832" y="1278006"/>
                </a:cubicBezTo>
                <a:lnTo>
                  <a:pt x="1352693" y="1292191"/>
                </a:lnTo>
                <a:moveTo>
                  <a:pt x="1451639" y="1152958"/>
                </a:moveTo>
                <a:lnTo>
                  <a:pt x="1470252" y="1163267"/>
                </a:lnTo>
                <a:cubicBezTo>
                  <a:pt x="1484407" y="1137708"/>
                  <a:pt x="1497176" y="1111276"/>
                  <a:pt x="1508459" y="1084065"/>
                </a:cubicBezTo>
                <a:lnTo>
                  <a:pt x="1488805" y="1075916"/>
                </a:lnTo>
                <a:lnTo>
                  <a:pt x="1469151" y="1067765"/>
                </a:lnTo>
                <a:cubicBezTo>
                  <a:pt x="1458485" y="1093488"/>
                  <a:pt x="1446411" y="1118481"/>
                  <a:pt x="1433027" y="1142649"/>
                </a:cubicBezTo>
                <a:lnTo>
                  <a:pt x="1451639" y="1152958"/>
                </a:lnTo>
                <a:moveTo>
                  <a:pt x="1517050" y="995193"/>
                </a:moveTo>
                <a:lnTo>
                  <a:pt x="1537498" y="1001073"/>
                </a:lnTo>
                <a:cubicBezTo>
                  <a:pt x="1545543" y="973098"/>
                  <a:pt x="1552073" y="944482"/>
                  <a:pt x="1556993" y="915324"/>
                </a:cubicBezTo>
                <a:lnTo>
                  <a:pt x="1536013" y="911783"/>
                </a:lnTo>
                <a:lnTo>
                  <a:pt x="1515032" y="908243"/>
                </a:lnTo>
                <a:cubicBezTo>
                  <a:pt x="1510381" y="935814"/>
                  <a:pt x="1504207" y="962866"/>
                  <a:pt x="1496601" y="989310"/>
                </a:cubicBezTo>
                <a:lnTo>
                  <a:pt x="1517050" y="995193"/>
                </a:lnTo>
                <a:moveTo>
                  <a:pt x="1545495" y="826753"/>
                </a:moveTo>
                <a:lnTo>
                  <a:pt x="1566739" y="827925"/>
                </a:lnTo>
                <a:cubicBezTo>
                  <a:pt x="1567544" y="813372"/>
                  <a:pt x="1567952" y="798713"/>
                  <a:pt x="1567951" y="783963"/>
                </a:cubicBezTo>
                <a:lnTo>
                  <a:pt x="1546674" y="783963"/>
                </a:lnTo>
                <a:lnTo>
                  <a:pt x="1525397" y="783963"/>
                </a:lnTo>
                <a:cubicBezTo>
                  <a:pt x="1525397" y="797929"/>
                  <a:pt x="1525012" y="811804"/>
                  <a:pt x="1524250" y="825577"/>
                </a:cubicBezTo>
                <a:lnTo>
                  <a:pt x="1545495" y="826753"/>
                </a:lnTo>
                <a:moveTo>
                  <a:pt x="1546674" y="783963"/>
                </a:moveTo>
                <a:lnTo>
                  <a:pt x="1567951" y="783963"/>
                </a:lnTo>
                <a:cubicBezTo>
                  <a:pt x="1567951" y="769211"/>
                  <a:pt x="1567543" y="754555"/>
                  <a:pt x="1566738" y="739999"/>
                </a:cubicBezTo>
                <a:lnTo>
                  <a:pt x="1545494" y="741174"/>
                </a:lnTo>
                <a:lnTo>
                  <a:pt x="1524249" y="742349"/>
                </a:lnTo>
                <a:cubicBezTo>
                  <a:pt x="1525011" y="756122"/>
                  <a:pt x="1525397" y="769997"/>
                  <a:pt x="1525397" y="783963"/>
                </a:cubicBezTo>
                <a:lnTo>
                  <a:pt x="1546674" y="783963"/>
                </a:lnTo>
                <a:moveTo>
                  <a:pt x="1536009" y="656143"/>
                </a:moveTo>
                <a:lnTo>
                  <a:pt x="1556989" y="652603"/>
                </a:lnTo>
                <a:cubicBezTo>
                  <a:pt x="1552068" y="623445"/>
                  <a:pt x="1545538" y="594828"/>
                  <a:pt x="1537491" y="566854"/>
                </a:cubicBezTo>
                <a:lnTo>
                  <a:pt x="1517043" y="572737"/>
                </a:lnTo>
                <a:lnTo>
                  <a:pt x="1496595" y="578617"/>
                </a:lnTo>
                <a:cubicBezTo>
                  <a:pt x="1504201" y="605061"/>
                  <a:pt x="1510376" y="632113"/>
                  <a:pt x="1515028" y="659684"/>
                </a:cubicBezTo>
                <a:lnTo>
                  <a:pt x="1536009" y="656143"/>
                </a:lnTo>
                <a:moveTo>
                  <a:pt x="1488796" y="492013"/>
                </a:moveTo>
                <a:lnTo>
                  <a:pt x="1508449" y="483862"/>
                </a:lnTo>
                <a:cubicBezTo>
                  <a:pt x="1497166" y="456654"/>
                  <a:pt x="1484396" y="430221"/>
                  <a:pt x="1470240" y="404663"/>
                </a:cubicBezTo>
                <a:lnTo>
                  <a:pt x="1451627" y="414972"/>
                </a:lnTo>
                <a:lnTo>
                  <a:pt x="1433015" y="425281"/>
                </a:lnTo>
                <a:cubicBezTo>
                  <a:pt x="1446400" y="449448"/>
                  <a:pt x="1458475" y="474441"/>
                  <a:pt x="1469142" y="500162"/>
                </a:cubicBezTo>
                <a:lnTo>
                  <a:pt x="1488796" y="492013"/>
                </a:lnTo>
                <a:moveTo>
                  <a:pt x="1406049" y="342584"/>
                </a:moveTo>
                <a:lnTo>
                  <a:pt x="1423391" y="330256"/>
                </a:lnTo>
                <a:cubicBezTo>
                  <a:pt x="1406380" y="306325"/>
                  <a:pt x="1388060" y="283393"/>
                  <a:pt x="1368536" y="261560"/>
                </a:cubicBezTo>
                <a:lnTo>
                  <a:pt x="1352676" y="275744"/>
                </a:lnTo>
                <a:lnTo>
                  <a:pt x="1336816" y="289926"/>
                </a:lnTo>
                <a:cubicBezTo>
                  <a:pt x="1355287" y="310581"/>
                  <a:pt x="1372617" y="332275"/>
                  <a:pt x="1388707" y="354912"/>
                </a:cubicBezTo>
                <a:lnTo>
                  <a:pt x="1406049" y="342584"/>
                </a:lnTo>
                <a:moveTo>
                  <a:pt x="1292190" y="215258"/>
                </a:moveTo>
                <a:lnTo>
                  <a:pt x="1306373" y="199399"/>
                </a:lnTo>
                <a:cubicBezTo>
                  <a:pt x="1284540" y="179874"/>
                  <a:pt x="1261605" y="161555"/>
                  <a:pt x="1237674" y="144546"/>
                </a:cubicBezTo>
                <a:lnTo>
                  <a:pt x="1225347" y="161887"/>
                </a:lnTo>
                <a:lnTo>
                  <a:pt x="1213020" y="179229"/>
                </a:lnTo>
                <a:cubicBezTo>
                  <a:pt x="1235657" y="195319"/>
                  <a:pt x="1257352" y="212649"/>
                  <a:pt x="1278007" y="231118"/>
                </a:cubicBezTo>
                <a:lnTo>
                  <a:pt x="1292190" y="215258"/>
                </a:lnTo>
                <a:moveTo>
                  <a:pt x="1152958" y="116313"/>
                </a:moveTo>
                <a:lnTo>
                  <a:pt x="1163267" y="97699"/>
                </a:lnTo>
                <a:cubicBezTo>
                  <a:pt x="1137708" y="83543"/>
                  <a:pt x="1111274" y="70775"/>
                  <a:pt x="1084066" y="59492"/>
                </a:cubicBezTo>
                <a:lnTo>
                  <a:pt x="1075916" y="79145"/>
                </a:lnTo>
                <a:lnTo>
                  <a:pt x="1067766" y="98801"/>
                </a:lnTo>
                <a:cubicBezTo>
                  <a:pt x="1093488" y="109467"/>
                  <a:pt x="1118481" y="121540"/>
                  <a:pt x="1142650" y="134924"/>
                </a:cubicBezTo>
                <a:lnTo>
                  <a:pt x="1152958" y="116313"/>
                </a:lnTo>
                <a:moveTo>
                  <a:pt x="995191" y="50901"/>
                </a:moveTo>
                <a:lnTo>
                  <a:pt x="1001073" y="30453"/>
                </a:lnTo>
                <a:cubicBezTo>
                  <a:pt x="973098" y="22407"/>
                  <a:pt x="944483" y="15877"/>
                  <a:pt x="915323" y="10959"/>
                </a:cubicBezTo>
                <a:lnTo>
                  <a:pt x="911783" y="31938"/>
                </a:lnTo>
                <a:lnTo>
                  <a:pt x="908244" y="52920"/>
                </a:lnTo>
                <a:cubicBezTo>
                  <a:pt x="935815" y="57570"/>
                  <a:pt x="962867" y="63742"/>
                  <a:pt x="989311" y="71349"/>
                </a:cubicBezTo>
                <a:lnTo>
                  <a:pt x="995191" y="50901"/>
                </a:lnTo>
                <a:moveTo>
                  <a:pt x="826752" y="22455"/>
                </a:moveTo>
                <a:lnTo>
                  <a:pt x="827926" y="1212"/>
                </a:lnTo>
                <a:cubicBezTo>
                  <a:pt x="813372" y="406"/>
                  <a:pt x="798714" y="0"/>
                  <a:pt x="783963" y="0"/>
                </a:cubicBezTo>
                <a:lnTo>
                  <a:pt x="783963" y="21277"/>
                </a:lnTo>
                <a:lnTo>
                  <a:pt x="783964" y="42554"/>
                </a:lnTo>
                <a:cubicBezTo>
                  <a:pt x="797931" y="42554"/>
                  <a:pt x="811805" y="42940"/>
                  <a:pt x="825577" y="43701"/>
                </a:cubicBezTo>
                <a:lnTo>
                  <a:pt x="826752" y="22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11">
            <a:extLst xmlns:a="http://schemas.openxmlformats.org/drawingml/2006/main">
              <a:ext uri="{FF2B5EF4-FFF2-40B4-BE49-F238E27FC236}">
                <a16:creationId xmlns:a16="http://schemas.microsoft.com/office/drawing/2014/main" id="{C4D499E0-B7CE-4E7E-9005-B652E4B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98" y="1945672"/>
            <a:ext cx="2072256" cy="2072255"/>
          </a:xfrm>
          <a:custGeom xmlns:a="http://schemas.openxmlformats.org/drawingml/2006/main">
            <a:pathLst>
              <a:path w="1525411" h="1525410">
                <a:moveTo>
                  <a:pt x="762693" y="6"/>
                </a:moveTo>
                <a:cubicBezTo>
                  <a:pt x="1183920" y="0"/>
                  <a:pt x="1525398" y="341466"/>
                  <a:pt x="1525404" y="762692"/>
                </a:cubicBezTo>
                <a:cubicBezTo>
                  <a:pt x="1525411" y="1183919"/>
                  <a:pt x="1183945" y="1525396"/>
                  <a:pt x="762717" y="1525404"/>
                </a:cubicBezTo>
                <a:cubicBezTo>
                  <a:pt x="341491" y="1525410"/>
                  <a:pt x="13" y="1183944"/>
                  <a:pt x="7" y="762718"/>
                </a:cubicBezTo>
                <a:cubicBezTo>
                  <a:pt x="0" y="341488"/>
                  <a:pt x="341467" y="11"/>
                  <a:pt x="762693" y="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96D2E-C869-443C-BCA3-2178A62C84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9ff4cfcd743c7"/>
          <a:stretch xmlns:a="http://schemas.openxmlformats.org/drawingml/2006/main"/>
        </p:blipFill>
        <p:spPr>
          <a:xfrm xmlns:a="http://schemas.openxmlformats.org/drawingml/2006/main">
            <a:off x="3646041" y="1918894"/>
            <a:ext cx="2160917" cy="2160917"/>
          </a:xfrm>
          <a:prstGeom xmlns:a="http://schemas.openxmlformats.org/drawingml/2006/main" prst="rect">
            <a:avLst/>
          </a:prstGeom>
        </p:spPr>
      </p:pic>
      <p:sp>
        <p:nvSpPr>
          <p:cNvPr id="10" name="path-13">
            <a:extLst xmlns:a="http://schemas.openxmlformats.org/drawingml/2006/main">
              <a:ext uri="{FF2B5EF4-FFF2-40B4-BE49-F238E27FC236}">
                <a16:creationId xmlns:a16="http://schemas.microsoft.com/office/drawing/2014/main" id="{8EF10F08-94CC-4C81-9DE7-DF769F9B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830" y="2128833"/>
            <a:ext cx="232405" cy="552755"/>
          </a:xfrm>
          <a:custGeom xmlns:a="http://schemas.openxmlformats.org/drawingml/2006/main">
            <a:pathLst>
              <a:path w="171076" h="406889">
                <a:moveTo>
                  <a:pt x="28050" y="406889"/>
                </a:moveTo>
                <a:lnTo>
                  <a:pt x="129335" y="316024"/>
                </a:lnTo>
                <a:lnTo>
                  <a:pt x="0" y="273740"/>
                </a:lnTo>
                <a:lnTo>
                  <a:pt x="28050" y="406889"/>
                </a:lnTo>
                <a:moveTo>
                  <a:pt x="159874" y="3663"/>
                </a:moveTo>
                <a:lnTo>
                  <a:pt x="148674" y="0"/>
                </a:lnTo>
                <a:lnTo>
                  <a:pt x="49806" y="302421"/>
                </a:lnTo>
                <a:lnTo>
                  <a:pt x="61006" y="306084"/>
                </a:lnTo>
                <a:lnTo>
                  <a:pt x="72207" y="309743"/>
                </a:lnTo>
                <a:lnTo>
                  <a:pt x="171076" y="7322"/>
                </a:lnTo>
                <a:lnTo>
                  <a:pt x="159874" y="3663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4">
            <a:extLst xmlns:a="http://schemas.openxmlformats.org/drawingml/2006/main">
              <a:ext uri="{FF2B5EF4-FFF2-40B4-BE49-F238E27FC236}">
                <a16:creationId xmlns:a16="http://schemas.microsoft.com/office/drawing/2014/main" id="{21660D17-B78E-4F62-81BC-82FF9B40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303" y="2869297"/>
            <a:ext cx="224122" cy="224123"/>
          </a:xfrm>
          <a:custGeom xmlns:a="http://schemas.openxmlformats.org/drawingml/2006/main">
            <a:pathLst>
              <a:path w="164978" h="164979">
                <a:moveTo>
                  <a:pt x="164978" y="82490"/>
                </a:moveTo>
                <a:cubicBezTo>
                  <a:pt x="164978" y="128047"/>
                  <a:pt x="128046" y="164979"/>
                  <a:pt x="82489" y="164979"/>
                </a:cubicBezTo>
                <a:cubicBezTo>
                  <a:pt x="36931" y="164979"/>
                  <a:pt x="0" y="128047"/>
                  <a:pt x="0" y="82490"/>
                </a:cubicBezTo>
                <a:cubicBezTo>
                  <a:pt x="0" y="36932"/>
                  <a:pt x="36931" y="0"/>
                  <a:pt x="82489" y="0"/>
                </a:cubicBezTo>
                <a:cubicBezTo>
                  <a:pt x="128046" y="0"/>
                  <a:pt x="164978" y="36932"/>
                  <a:pt x="164978" y="82490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5">
            <a:extLst xmlns:a="http://schemas.openxmlformats.org/drawingml/2006/main">
              <a:ext uri="{FF2B5EF4-FFF2-40B4-BE49-F238E27FC236}">
                <a16:creationId xmlns:a16="http://schemas.microsoft.com/office/drawing/2014/main" id="{B596E861-BE2E-4C5C-B988-18A1ADFB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303" y="2869297"/>
            <a:ext cx="224121" cy="224123"/>
          </a:xfrm>
          <a:custGeom xmlns:a="http://schemas.openxmlformats.org/drawingml/2006/main">
            <a:pathLst>
              <a:path w="164978" h="164979">
                <a:moveTo>
                  <a:pt x="158495" y="50381"/>
                </a:moveTo>
                <a:lnTo>
                  <a:pt x="150890" y="36369"/>
                </a:lnTo>
                <a:lnTo>
                  <a:pt x="140817" y="24161"/>
                </a:lnTo>
                <a:lnTo>
                  <a:pt x="128609" y="14088"/>
                </a:lnTo>
                <a:lnTo>
                  <a:pt x="114597" y="6482"/>
                </a:lnTo>
                <a:lnTo>
                  <a:pt x="99113" y="1676"/>
                </a:lnTo>
                <a:lnTo>
                  <a:pt x="82489" y="0"/>
                </a:lnTo>
                <a:lnTo>
                  <a:pt x="65864" y="1676"/>
                </a:lnTo>
                <a:lnTo>
                  <a:pt x="50380" y="6482"/>
                </a:lnTo>
                <a:lnTo>
                  <a:pt x="36368" y="14088"/>
                </a:lnTo>
                <a:lnTo>
                  <a:pt x="24160" y="24161"/>
                </a:lnTo>
                <a:lnTo>
                  <a:pt x="14088" y="36369"/>
                </a:lnTo>
                <a:lnTo>
                  <a:pt x="6482" y="50381"/>
                </a:lnTo>
                <a:lnTo>
                  <a:pt x="1676" y="65865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10"/>
                </a:lnTo>
                <a:lnTo>
                  <a:pt x="24160" y="140818"/>
                </a:lnTo>
                <a:lnTo>
                  <a:pt x="36368" y="150891"/>
                </a:lnTo>
                <a:lnTo>
                  <a:pt x="50380" y="158497"/>
                </a:lnTo>
                <a:lnTo>
                  <a:pt x="65864" y="163303"/>
                </a:lnTo>
                <a:lnTo>
                  <a:pt x="82489" y="164979"/>
                </a:lnTo>
                <a:lnTo>
                  <a:pt x="99113" y="163303"/>
                </a:lnTo>
                <a:lnTo>
                  <a:pt x="114597" y="158497"/>
                </a:lnTo>
                <a:lnTo>
                  <a:pt x="128609" y="150891"/>
                </a:lnTo>
                <a:lnTo>
                  <a:pt x="140817" y="140818"/>
                </a:lnTo>
                <a:lnTo>
                  <a:pt x="150890" y="128610"/>
                </a:lnTo>
                <a:lnTo>
                  <a:pt x="158495" y="114598"/>
                </a:lnTo>
                <a:lnTo>
                  <a:pt x="163302" y="99114"/>
                </a:lnTo>
                <a:lnTo>
                  <a:pt x="164978" y="82490"/>
                </a:lnTo>
                <a:lnTo>
                  <a:pt x="163302" y="65865"/>
                </a:lnTo>
                <a:lnTo>
                  <a:pt x="158495" y="50381"/>
                </a:lnTo>
                <a:close/>
                <a:moveTo>
                  <a:pt x="124152" y="124151"/>
                </a:moveTo>
                <a:lnTo>
                  <a:pt x="112227" y="133364"/>
                </a:lnTo>
                <a:lnTo>
                  <a:pt x="98152" y="139304"/>
                </a:lnTo>
                <a:lnTo>
                  <a:pt x="82489" y="141408"/>
                </a:lnTo>
                <a:lnTo>
                  <a:pt x="66826" y="139304"/>
                </a:lnTo>
                <a:lnTo>
                  <a:pt x="52751" y="133364"/>
                </a:lnTo>
                <a:lnTo>
                  <a:pt x="40826" y="124151"/>
                </a:lnTo>
                <a:lnTo>
                  <a:pt x="31613" y="112227"/>
                </a:lnTo>
                <a:lnTo>
                  <a:pt x="25673" y="98152"/>
                </a:lnTo>
                <a:lnTo>
                  <a:pt x="23568" y="82490"/>
                </a:lnTo>
                <a:lnTo>
                  <a:pt x="25673" y="66825"/>
                </a:lnTo>
                <a:lnTo>
                  <a:pt x="31613" y="52750"/>
                </a:lnTo>
                <a:lnTo>
                  <a:pt x="40826" y="40825"/>
                </a:lnTo>
                <a:lnTo>
                  <a:pt x="52751" y="31612"/>
                </a:lnTo>
                <a:lnTo>
                  <a:pt x="66826" y="25673"/>
                </a:lnTo>
                <a:lnTo>
                  <a:pt x="82489" y="23568"/>
                </a:lnTo>
                <a:lnTo>
                  <a:pt x="98152" y="25673"/>
                </a:lnTo>
                <a:lnTo>
                  <a:pt x="112227" y="31612"/>
                </a:lnTo>
                <a:lnTo>
                  <a:pt x="124152" y="40825"/>
                </a:lnTo>
                <a:lnTo>
                  <a:pt x="133365" y="52750"/>
                </a:lnTo>
                <a:lnTo>
                  <a:pt x="139305" y="66825"/>
                </a:lnTo>
                <a:lnTo>
                  <a:pt x="141410" y="82490"/>
                </a:lnTo>
                <a:lnTo>
                  <a:pt x="139305" y="98152"/>
                </a:lnTo>
                <a:lnTo>
                  <a:pt x="133365" y="112227"/>
                </a:lnTo>
                <a:lnTo>
                  <a:pt x="124152" y="1241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6">
            <a:extLst xmlns:a="http://schemas.openxmlformats.org/drawingml/2006/main">
              <a:ext uri="{FF2B5EF4-FFF2-40B4-BE49-F238E27FC236}">
                <a16:creationId xmlns:a16="http://schemas.microsoft.com/office/drawing/2014/main" id="{8365097C-EB45-4861-BA6F-89C2D1A4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158" y="2045757"/>
            <a:ext cx="224122" cy="224123"/>
          </a:xfrm>
          <a:custGeom xmlns:a="http://schemas.openxmlformats.org/drawingml/2006/main">
            <a:pathLst>
              <a:path w="164978" h="164979">
                <a:moveTo>
                  <a:pt x="164978" y="82490"/>
                </a:moveTo>
                <a:cubicBezTo>
                  <a:pt x="164978" y="128047"/>
                  <a:pt x="128046" y="164979"/>
                  <a:pt x="82489" y="164979"/>
                </a:cubicBezTo>
                <a:cubicBezTo>
                  <a:pt x="36931" y="164979"/>
                  <a:pt x="0" y="128047"/>
                  <a:pt x="0" y="82490"/>
                </a:cubicBezTo>
                <a:cubicBezTo>
                  <a:pt x="0" y="36932"/>
                  <a:pt x="36931" y="0"/>
                  <a:pt x="82489" y="0"/>
                </a:cubicBezTo>
                <a:cubicBezTo>
                  <a:pt x="128046" y="0"/>
                  <a:pt x="164978" y="36932"/>
                  <a:pt x="164978" y="82490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7">
            <a:extLst xmlns:a="http://schemas.openxmlformats.org/drawingml/2006/main">
              <a:ext uri="{FF2B5EF4-FFF2-40B4-BE49-F238E27FC236}">
                <a16:creationId xmlns:a16="http://schemas.microsoft.com/office/drawing/2014/main" id="{33BDA171-78F3-4CE8-A573-F2C0D63B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158" y="2045757"/>
            <a:ext cx="224122" cy="224123"/>
          </a:xfrm>
          <a:custGeom xmlns:a="http://schemas.openxmlformats.org/drawingml/2006/main">
            <a:pathLst>
              <a:path w="164978" h="164979">
                <a:moveTo>
                  <a:pt x="158496" y="50381"/>
                </a:moveTo>
                <a:lnTo>
                  <a:pt x="150890" y="36369"/>
                </a:lnTo>
                <a:lnTo>
                  <a:pt x="140818" y="24161"/>
                </a:lnTo>
                <a:lnTo>
                  <a:pt x="128609" y="14088"/>
                </a:lnTo>
                <a:lnTo>
                  <a:pt x="114597" y="6482"/>
                </a:lnTo>
                <a:lnTo>
                  <a:pt x="99113" y="1676"/>
                </a:lnTo>
                <a:lnTo>
                  <a:pt x="82489" y="0"/>
                </a:lnTo>
                <a:lnTo>
                  <a:pt x="65865" y="1676"/>
                </a:lnTo>
                <a:lnTo>
                  <a:pt x="50381" y="6482"/>
                </a:lnTo>
                <a:lnTo>
                  <a:pt x="36369" y="14088"/>
                </a:lnTo>
                <a:lnTo>
                  <a:pt x="24161" y="24161"/>
                </a:lnTo>
                <a:lnTo>
                  <a:pt x="14088" y="36369"/>
                </a:lnTo>
                <a:lnTo>
                  <a:pt x="6482" y="50381"/>
                </a:lnTo>
                <a:lnTo>
                  <a:pt x="1676" y="65865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10"/>
                </a:lnTo>
                <a:lnTo>
                  <a:pt x="24161" y="140818"/>
                </a:lnTo>
                <a:lnTo>
                  <a:pt x="36369" y="150891"/>
                </a:lnTo>
                <a:lnTo>
                  <a:pt x="50381" y="158497"/>
                </a:lnTo>
                <a:lnTo>
                  <a:pt x="65865" y="163303"/>
                </a:lnTo>
                <a:lnTo>
                  <a:pt x="82489" y="164979"/>
                </a:lnTo>
                <a:lnTo>
                  <a:pt x="99113" y="163303"/>
                </a:lnTo>
                <a:lnTo>
                  <a:pt x="114597" y="158497"/>
                </a:lnTo>
                <a:lnTo>
                  <a:pt x="128609" y="150891"/>
                </a:lnTo>
                <a:lnTo>
                  <a:pt x="140818" y="140818"/>
                </a:lnTo>
                <a:lnTo>
                  <a:pt x="150890" y="128610"/>
                </a:lnTo>
                <a:lnTo>
                  <a:pt x="158496" y="114598"/>
                </a:lnTo>
                <a:lnTo>
                  <a:pt x="163303" y="99114"/>
                </a:lnTo>
                <a:lnTo>
                  <a:pt x="164978" y="82490"/>
                </a:lnTo>
                <a:lnTo>
                  <a:pt x="163303" y="65865"/>
                </a:lnTo>
                <a:lnTo>
                  <a:pt x="158496" y="50381"/>
                </a:lnTo>
                <a:close/>
                <a:moveTo>
                  <a:pt x="124152" y="124154"/>
                </a:moveTo>
                <a:lnTo>
                  <a:pt x="112227" y="133367"/>
                </a:lnTo>
                <a:lnTo>
                  <a:pt x="98152" y="139306"/>
                </a:lnTo>
                <a:lnTo>
                  <a:pt x="82489" y="141411"/>
                </a:lnTo>
                <a:lnTo>
                  <a:pt x="66826" y="139306"/>
                </a:lnTo>
                <a:lnTo>
                  <a:pt x="52751" y="133367"/>
                </a:lnTo>
                <a:lnTo>
                  <a:pt x="40826" y="124154"/>
                </a:lnTo>
                <a:lnTo>
                  <a:pt x="31613" y="112229"/>
                </a:lnTo>
                <a:lnTo>
                  <a:pt x="25673" y="98154"/>
                </a:lnTo>
                <a:lnTo>
                  <a:pt x="23568" y="82490"/>
                </a:lnTo>
                <a:lnTo>
                  <a:pt x="25673" y="66826"/>
                </a:lnTo>
                <a:lnTo>
                  <a:pt x="31613" y="52751"/>
                </a:lnTo>
                <a:lnTo>
                  <a:pt x="40826" y="40826"/>
                </a:lnTo>
                <a:lnTo>
                  <a:pt x="52751" y="31613"/>
                </a:lnTo>
                <a:lnTo>
                  <a:pt x="66826" y="25673"/>
                </a:lnTo>
                <a:lnTo>
                  <a:pt x="82489" y="23568"/>
                </a:lnTo>
                <a:lnTo>
                  <a:pt x="98152" y="25673"/>
                </a:lnTo>
                <a:lnTo>
                  <a:pt x="112227" y="31613"/>
                </a:lnTo>
                <a:lnTo>
                  <a:pt x="124152" y="40826"/>
                </a:lnTo>
                <a:lnTo>
                  <a:pt x="133365" y="52751"/>
                </a:lnTo>
                <a:lnTo>
                  <a:pt x="139305" y="66826"/>
                </a:lnTo>
                <a:lnTo>
                  <a:pt x="141410" y="82490"/>
                </a:lnTo>
                <a:lnTo>
                  <a:pt x="139305" y="98154"/>
                </a:lnTo>
                <a:lnTo>
                  <a:pt x="133365" y="112229"/>
                </a:lnTo>
                <a:lnTo>
                  <a:pt x="124152" y="124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B9A18-4310-49A7-BE79-E2E459747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e896f71534638"/>
          <a:stretch xmlns:a="http://schemas.openxmlformats.org/drawingml/2006/main"/>
        </p:blipFill>
        <p:spPr>
          <a:xfrm xmlns:a="http://schemas.openxmlformats.org/drawingml/2006/main">
            <a:off x="1433365" y="1918894"/>
            <a:ext cx="2160917" cy="2160917"/>
          </a:xfrm>
          <a:prstGeom xmlns:a="http://schemas.openxmlformats.org/drawingml/2006/main" prst="rect">
            <a:avLst/>
          </a:prstGeom>
        </p:spPr>
      </p:pic>
      <p:sp>
        <p:nvSpPr>
          <p:cNvPr id="16" name="path-19">
            <a:extLst xmlns:a="http://schemas.openxmlformats.org/drawingml/2006/main">
              <a:ext uri="{FF2B5EF4-FFF2-40B4-BE49-F238E27FC236}">
                <a16:creationId xmlns:a16="http://schemas.microsoft.com/office/drawing/2014/main" id="{2CF6A4EA-78F1-4D39-A8FD-65910C0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66" y="2249928"/>
            <a:ext cx="537688" cy="729482"/>
          </a:xfrm>
          <a:custGeom xmlns:a="http://schemas.openxmlformats.org/drawingml/2006/main">
            <a:pathLst>
              <a:path w="395798" h="536980">
                <a:moveTo>
                  <a:pt x="9564" y="6885"/>
                </a:moveTo>
                <a:lnTo>
                  <a:pt x="0" y="13773"/>
                </a:lnTo>
                <a:lnTo>
                  <a:pt x="13453" y="32458"/>
                </a:lnTo>
                <a:lnTo>
                  <a:pt x="23016" y="25573"/>
                </a:lnTo>
                <a:lnTo>
                  <a:pt x="32580" y="18687"/>
                </a:lnTo>
                <a:lnTo>
                  <a:pt x="19127" y="0"/>
                </a:lnTo>
                <a:lnTo>
                  <a:pt x="9564" y="6885"/>
                </a:lnTo>
                <a:moveTo>
                  <a:pt x="49921" y="62945"/>
                </a:moveTo>
                <a:lnTo>
                  <a:pt x="40358" y="69830"/>
                </a:lnTo>
                <a:lnTo>
                  <a:pt x="67263" y="107202"/>
                </a:lnTo>
                <a:lnTo>
                  <a:pt x="76826" y="100317"/>
                </a:lnTo>
                <a:lnTo>
                  <a:pt x="86390" y="93432"/>
                </a:lnTo>
                <a:lnTo>
                  <a:pt x="59485" y="56060"/>
                </a:lnTo>
                <a:lnTo>
                  <a:pt x="49921" y="62945"/>
                </a:lnTo>
                <a:moveTo>
                  <a:pt x="103731" y="137689"/>
                </a:moveTo>
                <a:lnTo>
                  <a:pt x="94168" y="144574"/>
                </a:lnTo>
                <a:lnTo>
                  <a:pt x="121073" y="181946"/>
                </a:lnTo>
                <a:lnTo>
                  <a:pt x="130636" y="175061"/>
                </a:lnTo>
                <a:lnTo>
                  <a:pt x="140200" y="168176"/>
                </a:lnTo>
                <a:lnTo>
                  <a:pt x="113295" y="130804"/>
                </a:lnTo>
                <a:lnTo>
                  <a:pt x="103731" y="137689"/>
                </a:lnTo>
                <a:moveTo>
                  <a:pt x="157541" y="212433"/>
                </a:moveTo>
                <a:lnTo>
                  <a:pt x="147978" y="219318"/>
                </a:lnTo>
                <a:lnTo>
                  <a:pt x="174883" y="256690"/>
                </a:lnTo>
                <a:lnTo>
                  <a:pt x="184446" y="249805"/>
                </a:lnTo>
                <a:lnTo>
                  <a:pt x="194010" y="242920"/>
                </a:lnTo>
                <a:lnTo>
                  <a:pt x="167105" y="205548"/>
                </a:lnTo>
                <a:lnTo>
                  <a:pt x="157541" y="212433"/>
                </a:lnTo>
                <a:moveTo>
                  <a:pt x="211352" y="287178"/>
                </a:moveTo>
                <a:lnTo>
                  <a:pt x="201788" y="294063"/>
                </a:lnTo>
                <a:lnTo>
                  <a:pt x="228693" y="331432"/>
                </a:lnTo>
                <a:lnTo>
                  <a:pt x="238256" y="324547"/>
                </a:lnTo>
                <a:lnTo>
                  <a:pt x="247820" y="317662"/>
                </a:lnTo>
                <a:lnTo>
                  <a:pt x="220915" y="280290"/>
                </a:lnTo>
                <a:lnTo>
                  <a:pt x="211352" y="287178"/>
                </a:lnTo>
                <a:moveTo>
                  <a:pt x="265162" y="361919"/>
                </a:moveTo>
                <a:lnTo>
                  <a:pt x="255598" y="368804"/>
                </a:lnTo>
                <a:lnTo>
                  <a:pt x="282503" y="406176"/>
                </a:lnTo>
                <a:lnTo>
                  <a:pt x="292067" y="399291"/>
                </a:lnTo>
                <a:lnTo>
                  <a:pt x="301630" y="392406"/>
                </a:lnTo>
                <a:lnTo>
                  <a:pt x="274725" y="355034"/>
                </a:lnTo>
                <a:lnTo>
                  <a:pt x="265162" y="361919"/>
                </a:lnTo>
                <a:moveTo>
                  <a:pt x="318971" y="436663"/>
                </a:moveTo>
                <a:lnTo>
                  <a:pt x="309408" y="443548"/>
                </a:lnTo>
                <a:lnTo>
                  <a:pt x="336313" y="480920"/>
                </a:lnTo>
                <a:lnTo>
                  <a:pt x="345877" y="474035"/>
                </a:lnTo>
                <a:lnTo>
                  <a:pt x="355441" y="467150"/>
                </a:lnTo>
                <a:lnTo>
                  <a:pt x="328535" y="429778"/>
                </a:lnTo>
                <a:lnTo>
                  <a:pt x="318971" y="436663"/>
                </a:lnTo>
                <a:moveTo>
                  <a:pt x="372782" y="511408"/>
                </a:moveTo>
                <a:lnTo>
                  <a:pt x="363218" y="518293"/>
                </a:lnTo>
                <a:lnTo>
                  <a:pt x="376671" y="536980"/>
                </a:lnTo>
                <a:lnTo>
                  <a:pt x="386234" y="530095"/>
                </a:lnTo>
                <a:lnTo>
                  <a:pt x="395798" y="523210"/>
                </a:lnTo>
                <a:lnTo>
                  <a:pt x="382345" y="504523"/>
                </a:lnTo>
                <a:lnTo>
                  <a:pt x="372782" y="51140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20">
            <a:extLst xmlns:a="http://schemas.openxmlformats.org/drawingml/2006/main">
              <a:ext uri="{FF2B5EF4-FFF2-40B4-BE49-F238E27FC236}">
                <a16:creationId xmlns:a16="http://schemas.microsoft.com/office/drawing/2014/main" id="{C165CDB1-8273-4703-9F73-A7981C67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62" y="2245889"/>
            <a:ext cx="349711" cy="477065"/>
          </a:xfrm>
          <a:custGeom xmlns:a="http://schemas.openxmlformats.org/drawingml/2006/main">
            <a:pathLst>
              <a:path w="257426" h="351173">
                <a:moveTo>
                  <a:pt x="257426" y="351173"/>
                </a:moveTo>
                <a:lnTo>
                  <a:pt x="243791" y="215786"/>
                </a:lnTo>
                <a:lnTo>
                  <a:pt x="133360" y="295289"/>
                </a:lnTo>
                <a:lnTo>
                  <a:pt x="257426" y="351173"/>
                </a:lnTo>
                <a:moveTo>
                  <a:pt x="9564" y="6885"/>
                </a:moveTo>
                <a:lnTo>
                  <a:pt x="0" y="13770"/>
                </a:lnTo>
                <a:lnTo>
                  <a:pt x="185897" y="271985"/>
                </a:lnTo>
                <a:lnTo>
                  <a:pt x="195461" y="265100"/>
                </a:lnTo>
                <a:lnTo>
                  <a:pt x="205024" y="258215"/>
                </a:lnTo>
                <a:lnTo>
                  <a:pt x="19127" y="0"/>
                </a:lnTo>
                <a:lnTo>
                  <a:pt x="9564" y="688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21">
            <a:extLst xmlns:a="http://schemas.openxmlformats.org/drawingml/2006/main">
              <a:ext uri="{FF2B5EF4-FFF2-40B4-BE49-F238E27FC236}">
                <a16:creationId xmlns:a16="http://schemas.microsoft.com/office/drawing/2014/main" id="{84A78E3D-4E6D-4C1E-AE2B-B1C0CE59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787" y="2851257"/>
            <a:ext cx="250216" cy="250215"/>
          </a:xfrm>
          <a:custGeom xmlns:a="http://schemas.openxmlformats.org/drawingml/2006/main">
            <a:pathLst>
              <a:path w="184187" h="184186">
                <a:moveTo>
                  <a:pt x="154212" y="146368"/>
                </a:moveTo>
                <a:cubicBezTo>
                  <a:pt x="124238" y="180674"/>
                  <a:pt x="72127" y="184186"/>
                  <a:pt x="37819" y="154213"/>
                </a:cubicBezTo>
                <a:cubicBezTo>
                  <a:pt x="3512" y="124237"/>
                  <a:pt x="0" y="72127"/>
                  <a:pt x="29975" y="37821"/>
                </a:cubicBezTo>
                <a:cubicBezTo>
                  <a:pt x="59949" y="3512"/>
                  <a:pt x="112060" y="0"/>
                  <a:pt x="146368" y="29976"/>
                </a:cubicBezTo>
                <a:cubicBezTo>
                  <a:pt x="180675" y="59949"/>
                  <a:pt x="184187" y="112060"/>
                  <a:pt x="154212" y="146368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22">
            <a:extLst xmlns:a="http://schemas.openxmlformats.org/drawingml/2006/main">
              <a:ext uri="{FF2B5EF4-FFF2-40B4-BE49-F238E27FC236}">
                <a16:creationId xmlns:a16="http://schemas.microsoft.com/office/drawing/2014/main" id="{A21F91C2-2B3C-47D6-9FB8-D51870E8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088" y="2864558"/>
            <a:ext cx="223614" cy="223613"/>
          </a:xfrm>
          <a:custGeom xmlns:a="http://schemas.openxmlformats.org/drawingml/2006/main">
            <a:pathLst>
              <a:path w="164604" h="164604">
                <a:moveTo>
                  <a:pt x="160665" y="108132"/>
                </a:moveTo>
                <a:lnTo>
                  <a:pt x="164157" y="92576"/>
                </a:lnTo>
                <a:lnTo>
                  <a:pt x="164604" y="76755"/>
                </a:lnTo>
                <a:lnTo>
                  <a:pt x="162038" y="61137"/>
                </a:lnTo>
                <a:lnTo>
                  <a:pt x="156491" y="46191"/>
                </a:lnTo>
                <a:lnTo>
                  <a:pt x="147993" y="32383"/>
                </a:lnTo>
                <a:lnTo>
                  <a:pt x="136576" y="20182"/>
                </a:lnTo>
                <a:lnTo>
                  <a:pt x="122955" y="10507"/>
                </a:lnTo>
                <a:lnTo>
                  <a:pt x="108132" y="3939"/>
                </a:lnTo>
                <a:lnTo>
                  <a:pt x="92576" y="447"/>
                </a:lnTo>
                <a:lnTo>
                  <a:pt x="76755" y="0"/>
                </a:lnTo>
                <a:lnTo>
                  <a:pt x="61137" y="2566"/>
                </a:lnTo>
                <a:lnTo>
                  <a:pt x="46191" y="8113"/>
                </a:lnTo>
                <a:lnTo>
                  <a:pt x="32384" y="16611"/>
                </a:lnTo>
                <a:lnTo>
                  <a:pt x="20183" y="28027"/>
                </a:lnTo>
                <a:lnTo>
                  <a:pt x="10507" y="41649"/>
                </a:lnTo>
                <a:lnTo>
                  <a:pt x="3939" y="56472"/>
                </a:lnTo>
                <a:lnTo>
                  <a:pt x="447" y="72028"/>
                </a:lnTo>
                <a:lnTo>
                  <a:pt x="0" y="87849"/>
                </a:lnTo>
                <a:lnTo>
                  <a:pt x="2566" y="103466"/>
                </a:lnTo>
                <a:lnTo>
                  <a:pt x="8114" y="118413"/>
                </a:lnTo>
                <a:lnTo>
                  <a:pt x="16612" y="132220"/>
                </a:lnTo>
                <a:lnTo>
                  <a:pt x="28028" y="144419"/>
                </a:lnTo>
                <a:lnTo>
                  <a:pt x="41650" y="154096"/>
                </a:lnTo>
                <a:lnTo>
                  <a:pt x="56473" y="160664"/>
                </a:lnTo>
                <a:lnTo>
                  <a:pt x="72028" y="164157"/>
                </a:lnTo>
                <a:lnTo>
                  <a:pt x="87849" y="164604"/>
                </a:lnTo>
                <a:lnTo>
                  <a:pt x="103467" y="162038"/>
                </a:lnTo>
                <a:lnTo>
                  <a:pt x="118414" y="156491"/>
                </a:lnTo>
                <a:lnTo>
                  <a:pt x="132221" y="147993"/>
                </a:lnTo>
                <a:lnTo>
                  <a:pt x="144421" y="136577"/>
                </a:lnTo>
                <a:lnTo>
                  <a:pt x="154097" y="122955"/>
                </a:lnTo>
                <a:lnTo>
                  <a:pt x="160665" y="108132"/>
                </a:lnTo>
                <a:close/>
                <a:moveTo>
                  <a:pt x="86264" y="141090"/>
                </a:moveTo>
                <a:lnTo>
                  <a:pt x="71222" y="140183"/>
                </a:lnTo>
                <a:lnTo>
                  <a:pt x="56715" y="135395"/>
                </a:lnTo>
                <a:lnTo>
                  <a:pt x="43535" y="126674"/>
                </a:lnTo>
                <a:lnTo>
                  <a:pt x="33124" y="114783"/>
                </a:lnTo>
                <a:lnTo>
                  <a:pt x="26433" y="101049"/>
                </a:lnTo>
                <a:lnTo>
                  <a:pt x="23515" y="86265"/>
                </a:lnTo>
                <a:lnTo>
                  <a:pt x="24423" y="71223"/>
                </a:lnTo>
                <a:lnTo>
                  <a:pt x="29211" y="56715"/>
                </a:lnTo>
                <a:lnTo>
                  <a:pt x="37932" y="43535"/>
                </a:lnTo>
                <a:lnTo>
                  <a:pt x="49823" y="33124"/>
                </a:lnTo>
                <a:lnTo>
                  <a:pt x="63556" y="26433"/>
                </a:lnTo>
                <a:lnTo>
                  <a:pt x="78340" y="23516"/>
                </a:lnTo>
                <a:lnTo>
                  <a:pt x="93382" y="24424"/>
                </a:lnTo>
                <a:lnTo>
                  <a:pt x="107889" y="29212"/>
                </a:lnTo>
                <a:lnTo>
                  <a:pt x="121069" y="37933"/>
                </a:lnTo>
                <a:lnTo>
                  <a:pt x="131480" y="49824"/>
                </a:lnTo>
                <a:lnTo>
                  <a:pt x="138171" y="63557"/>
                </a:lnTo>
                <a:lnTo>
                  <a:pt x="141089" y="78341"/>
                </a:lnTo>
                <a:lnTo>
                  <a:pt x="140181" y="93383"/>
                </a:lnTo>
                <a:lnTo>
                  <a:pt x="135394" y="107890"/>
                </a:lnTo>
                <a:lnTo>
                  <a:pt x="126673" y="121070"/>
                </a:lnTo>
                <a:lnTo>
                  <a:pt x="114782" y="131480"/>
                </a:lnTo>
                <a:lnTo>
                  <a:pt x="101048" y="138172"/>
                </a:lnTo>
                <a:lnTo>
                  <a:pt x="86264" y="141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3">
            <a:extLst xmlns:a="http://schemas.openxmlformats.org/drawingml/2006/main">
              <a:ext uri="{FF2B5EF4-FFF2-40B4-BE49-F238E27FC236}">
                <a16:creationId xmlns:a16="http://schemas.microsoft.com/office/drawing/2014/main" id="{150DE44D-11A0-4E05-B352-AADBA83C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479" y="2147740"/>
            <a:ext cx="253992" cy="253995"/>
          </a:xfrm>
          <a:custGeom xmlns:a="http://schemas.openxmlformats.org/drawingml/2006/main">
            <a:pathLst>
              <a:path w="186966" h="186969">
                <a:moveTo>
                  <a:pt x="142138" y="26873"/>
                </a:moveTo>
                <a:cubicBezTo>
                  <a:pt x="178927" y="53743"/>
                  <a:pt x="186966" y="105351"/>
                  <a:pt x="160095" y="142138"/>
                </a:cubicBezTo>
                <a:cubicBezTo>
                  <a:pt x="133224" y="178928"/>
                  <a:pt x="81617" y="186969"/>
                  <a:pt x="44828" y="160096"/>
                </a:cubicBezTo>
                <a:cubicBezTo>
                  <a:pt x="8039" y="133226"/>
                  <a:pt x="0" y="81618"/>
                  <a:pt x="26871" y="44831"/>
                </a:cubicBezTo>
                <a:cubicBezTo>
                  <a:pt x="53743" y="8041"/>
                  <a:pt x="105349" y="0"/>
                  <a:pt x="142138" y="26873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4">
            <a:extLst xmlns:a="http://schemas.openxmlformats.org/drawingml/2006/main">
              <a:ext uri="{FF2B5EF4-FFF2-40B4-BE49-F238E27FC236}">
                <a16:creationId xmlns:a16="http://schemas.microsoft.com/office/drawing/2014/main" id="{4C1E980B-D988-4C68-9772-88348E2C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482" y="2162745"/>
            <a:ext cx="223986" cy="223985"/>
          </a:xfrm>
          <a:custGeom xmlns:a="http://schemas.openxmlformats.org/drawingml/2006/main">
            <a:pathLst>
              <a:path w="164878" h="164878">
                <a:moveTo>
                  <a:pt x="101342" y="2123"/>
                </a:moveTo>
                <a:lnTo>
                  <a:pt x="85541" y="0"/>
                </a:lnTo>
                <a:lnTo>
                  <a:pt x="69741" y="933"/>
                </a:lnTo>
                <a:lnTo>
                  <a:pt x="54407" y="4850"/>
                </a:lnTo>
                <a:lnTo>
                  <a:pt x="40001" y="11679"/>
                </a:lnTo>
                <a:lnTo>
                  <a:pt x="26986" y="21347"/>
                </a:lnTo>
                <a:lnTo>
                  <a:pt x="15827" y="33783"/>
                </a:lnTo>
                <a:lnTo>
                  <a:pt x="7375" y="48197"/>
                </a:lnTo>
                <a:lnTo>
                  <a:pt x="2123" y="63535"/>
                </a:lnTo>
                <a:lnTo>
                  <a:pt x="0" y="79336"/>
                </a:lnTo>
                <a:lnTo>
                  <a:pt x="933" y="95136"/>
                </a:lnTo>
                <a:lnTo>
                  <a:pt x="4850" y="110471"/>
                </a:lnTo>
                <a:lnTo>
                  <a:pt x="11679" y="124877"/>
                </a:lnTo>
                <a:lnTo>
                  <a:pt x="21348" y="137892"/>
                </a:lnTo>
                <a:lnTo>
                  <a:pt x="33784" y="149051"/>
                </a:lnTo>
                <a:lnTo>
                  <a:pt x="48197" y="157503"/>
                </a:lnTo>
                <a:lnTo>
                  <a:pt x="63536" y="162754"/>
                </a:lnTo>
                <a:lnTo>
                  <a:pt x="79337" y="164878"/>
                </a:lnTo>
                <a:lnTo>
                  <a:pt x="95137" y="163945"/>
                </a:lnTo>
                <a:lnTo>
                  <a:pt x="110472" y="160028"/>
                </a:lnTo>
                <a:lnTo>
                  <a:pt x="124878" y="153198"/>
                </a:lnTo>
                <a:lnTo>
                  <a:pt x="137892" y="143530"/>
                </a:lnTo>
                <a:lnTo>
                  <a:pt x="149051" y="131093"/>
                </a:lnTo>
                <a:lnTo>
                  <a:pt x="157503" y="116680"/>
                </a:lnTo>
                <a:lnTo>
                  <a:pt x="162755" y="101342"/>
                </a:lnTo>
                <a:lnTo>
                  <a:pt x="164878" y="85541"/>
                </a:lnTo>
                <a:lnTo>
                  <a:pt x="163945" y="69742"/>
                </a:lnTo>
                <a:lnTo>
                  <a:pt x="160028" y="54407"/>
                </a:lnTo>
                <a:lnTo>
                  <a:pt x="153199" y="40001"/>
                </a:lnTo>
                <a:lnTo>
                  <a:pt x="143530" y="26987"/>
                </a:lnTo>
                <a:lnTo>
                  <a:pt x="131094" y="15828"/>
                </a:lnTo>
                <a:lnTo>
                  <a:pt x="116681" y="7375"/>
                </a:lnTo>
                <a:lnTo>
                  <a:pt x="101342" y="2123"/>
                </a:lnTo>
                <a:close/>
                <a:moveTo>
                  <a:pt x="140658" y="73369"/>
                </a:moveTo>
                <a:lnTo>
                  <a:pt x="141064" y="88433"/>
                </a:lnTo>
                <a:lnTo>
                  <a:pt x="137558" y="103303"/>
                </a:lnTo>
                <a:lnTo>
                  <a:pt x="130019" y="117193"/>
                </a:lnTo>
                <a:lnTo>
                  <a:pt x="119081" y="128599"/>
                </a:lnTo>
                <a:lnTo>
                  <a:pt x="105982" y="136462"/>
                </a:lnTo>
                <a:lnTo>
                  <a:pt x="91509" y="140657"/>
                </a:lnTo>
                <a:lnTo>
                  <a:pt x="76445" y="141064"/>
                </a:lnTo>
                <a:lnTo>
                  <a:pt x="61576" y="137559"/>
                </a:lnTo>
                <a:lnTo>
                  <a:pt x="47686" y="130020"/>
                </a:lnTo>
                <a:lnTo>
                  <a:pt x="36279" y="119081"/>
                </a:lnTo>
                <a:lnTo>
                  <a:pt x="28416" y="105982"/>
                </a:lnTo>
                <a:lnTo>
                  <a:pt x="24221" y="91509"/>
                </a:lnTo>
                <a:lnTo>
                  <a:pt x="23814" y="76445"/>
                </a:lnTo>
                <a:lnTo>
                  <a:pt x="27320" y="61576"/>
                </a:lnTo>
                <a:lnTo>
                  <a:pt x="34859" y="47687"/>
                </a:lnTo>
                <a:lnTo>
                  <a:pt x="45798" y="36279"/>
                </a:lnTo>
                <a:lnTo>
                  <a:pt x="58896" y="28416"/>
                </a:lnTo>
                <a:lnTo>
                  <a:pt x="73370" y="24221"/>
                </a:lnTo>
                <a:lnTo>
                  <a:pt x="88433" y="23815"/>
                </a:lnTo>
                <a:lnTo>
                  <a:pt x="103303" y="27320"/>
                </a:lnTo>
                <a:lnTo>
                  <a:pt x="117193" y="34859"/>
                </a:lnTo>
                <a:lnTo>
                  <a:pt x="128600" y="45797"/>
                </a:lnTo>
                <a:lnTo>
                  <a:pt x="136462" y="58896"/>
                </a:lnTo>
                <a:lnTo>
                  <a:pt x="140658" y="73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A919E-04BD-4D21-BFE1-40E6EF88C9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e13712577449e"/>
          <a:stretch xmlns:a="http://schemas.openxmlformats.org/drawingml/2006/main"/>
        </p:blipFill>
        <p:spPr>
          <a:xfrm xmlns:a="http://schemas.openxmlformats.org/drawingml/2006/main">
            <a:off x="5858716" y="1918894"/>
            <a:ext cx="2160917" cy="2160917"/>
          </a:xfrm>
          <a:prstGeom xmlns:a="http://schemas.openxmlformats.org/drawingml/2006/main" prst="rect">
            <a:avLst/>
          </a:prstGeom>
        </p:spPr>
      </p:pic>
      <p:sp>
        <p:nvSpPr>
          <p:cNvPr id="23" name="path-26">
            <a:extLst xmlns:a="http://schemas.openxmlformats.org/drawingml/2006/main">
              <a:ext uri="{FF2B5EF4-FFF2-40B4-BE49-F238E27FC236}">
                <a16:creationId xmlns:a16="http://schemas.microsoft.com/office/drawing/2014/main" id="{BC87D5FD-C48F-44AC-AFFC-D0D9B39D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747" y="2684334"/>
            <a:ext cx="842400" cy="302578"/>
          </a:xfrm>
          <a:custGeom xmlns:a="http://schemas.openxmlformats.org/drawingml/2006/main">
            <a:pathLst>
              <a:path w="620100" h="222731">
                <a:moveTo>
                  <a:pt x="3662" y="11201"/>
                </a:moveTo>
                <a:lnTo>
                  <a:pt x="0" y="22401"/>
                </a:lnTo>
                <a:lnTo>
                  <a:pt x="21885" y="29556"/>
                </a:lnTo>
                <a:lnTo>
                  <a:pt x="25547" y="18355"/>
                </a:lnTo>
                <a:lnTo>
                  <a:pt x="29209" y="7155"/>
                </a:lnTo>
                <a:lnTo>
                  <a:pt x="7324" y="0"/>
                </a:lnTo>
                <a:lnTo>
                  <a:pt x="3662" y="11201"/>
                </a:lnTo>
                <a:moveTo>
                  <a:pt x="69316" y="32665"/>
                </a:moveTo>
                <a:lnTo>
                  <a:pt x="65655" y="43865"/>
                </a:lnTo>
                <a:lnTo>
                  <a:pt x="109424" y="58175"/>
                </a:lnTo>
                <a:lnTo>
                  <a:pt x="113086" y="46974"/>
                </a:lnTo>
                <a:lnTo>
                  <a:pt x="116748" y="35774"/>
                </a:lnTo>
                <a:lnTo>
                  <a:pt x="72978" y="21464"/>
                </a:lnTo>
                <a:lnTo>
                  <a:pt x="69316" y="32665"/>
                </a:lnTo>
                <a:moveTo>
                  <a:pt x="156856" y="61284"/>
                </a:moveTo>
                <a:lnTo>
                  <a:pt x="153194" y="72484"/>
                </a:lnTo>
                <a:lnTo>
                  <a:pt x="196964" y="86794"/>
                </a:lnTo>
                <a:lnTo>
                  <a:pt x="200626" y="75593"/>
                </a:lnTo>
                <a:lnTo>
                  <a:pt x="204288" y="64393"/>
                </a:lnTo>
                <a:lnTo>
                  <a:pt x="160518" y="50083"/>
                </a:lnTo>
                <a:lnTo>
                  <a:pt x="156856" y="61284"/>
                </a:lnTo>
                <a:moveTo>
                  <a:pt x="244395" y="89903"/>
                </a:moveTo>
                <a:lnTo>
                  <a:pt x="240733" y="101103"/>
                </a:lnTo>
                <a:lnTo>
                  <a:pt x="284503" y="115413"/>
                </a:lnTo>
                <a:lnTo>
                  <a:pt x="288165" y="104212"/>
                </a:lnTo>
                <a:lnTo>
                  <a:pt x="291827" y="93012"/>
                </a:lnTo>
                <a:lnTo>
                  <a:pt x="248057" y="78702"/>
                </a:lnTo>
                <a:lnTo>
                  <a:pt x="244395" y="89903"/>
                </a:lnTo>
                <a:moveTo>
                  <a:pt x="331935" y="118522"/>
                </a:moveTo>
                <a:lnTo>
                  <a:pt x="328273" y="129722"/>
                </a:lnTo>
                <a:lnTo>
                  <a:pt x="372043" y="144032"/>
                </a:lnTo>
                <a:lnTo>
                  <a:pt x="375705" y="132831"/>
                </a:lnTo>
                <a:lnTo>
                  <a:pt x="379366" y="121631"/>
                </a:lnTo>
                <a:lnTo>
                  <a:pt x="335597" y="107321"/>
                </a:lnTo>
                <a:lnTo>
                  <a:pt x="331935" y="118522"/>
                </a:lnTo>
                <a:moveTo>
                  <a:pt x="419474" y="147141"/>
                </a:moveTo>
                <a:lnTo>
                  <a:pt x="415812" y="158341"/>
                </a:lnTo>
                <a:lnTo>
                  <a:pt x="459582" y="172651"/>
                </a:lnTo>
                <a:lnTo>
                  <a:pt x="463244" y="161447"/>
                </a:lnTo>
                <a:lnTo>
                  <a:pt x="466906" y="150247"/>
                </a:lnTo>
                <a:lnTo>
                  <a:pt x="423136" y="135937"/>
                </a:lnTo>
                <a:lnTo>
                  <a:pt x="419474" y="147141"/>
                </a:lnTo>
                <a:moveTo>
                  <a:pt x="507014" y="175757"/>
                </a:moveTo>
                <a:lnTo>
                  <a:pt x="503352" y="186960"/>
                </a:lnTo>
                <a:lnTo>
                  <a:pt x="547122" y="201267"/>
                </a:lnTo>
                <a:lnTo>
                  <a:pt x="550783" y="190066"/>
                </a:lnTo>
                <a:lnTo>
                  <a:pt x="554445" y="178866"/>
                </a:lnTo>
                <a:lnTo>
                  <a:pt x="510676" y="164556"/>
                </a:lnTo>
                <a:lnTo>
                  <a:pt x="507014" y="175757"/>
                </a:lnTo>
                <a:moveTo>
                  <a:pt x="594553" y="204376"/>
                </a:moveTo>
                <a:lnTo>
                  <a:pt x="590891" y="215576"/>
                </a:lnTo>
                <a:lnTo>
                  <a:pt x="612776" y="222731"/>
                </a:lnTo>
                <a:lnTo>
                  <a:pt x="616438" y="211530"/>
                </a:lnTo>
                <a:lnTo>
                  <a:pt x="620100" y="200330"/>
                </a:lnTo>
                <a:lnTo>
                  <a:pt x="598215" y="193175"/>
                </a:lnTo>
                <a:lnTo>
                  <a:pt x="594553" y="204376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7">
            <a:extLst xmlns:a="http://schemas.openxmlformats.org/drawingml/2006/main">
              <a:ext uri="{FF2B5EF4-FFF2-40B4-BE49-F238E27FC236}">
                <a16:creationId xmlns:a16="http://schemas.microsoft.com/office/drawing/2014/main" id="{51BD7347-0773-4F18-BA96-01EFEDCA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758" y="2682965"/>
            <a:ext cx="552757" cy="232404"/>
          </a:xfrm>
          <a:custGeom xmlns:a="http://schemas.openxmlformats.org/drawingml/2006/main">
            <a:pathLst>
              <a:path w="406890" h="171075">
                <a:moveTo>
                  <a:pt x="406890" y="143024"/>
                </a:moveTo>
                <a:lnTo>
                  <a:pt x="316024" y="41739"/>
                </a:lnTo>
                <a:lnTo>
                  <a:pt x="273740" y="171075"/>
                </a:lnTo>
                <a:lnTo>
                  <a:pt x="406890" y="143024"/>
                </a:lnTo>
                <a:moveTo>
                  <a:pt x="3662" y="11201"/>
                </a:moveTo>
                <a:lnTo>
                  <a:pt x="0" y="22401"/>
                </a:lnTo>
                <a:lnTo>
                  <a:pt x="302421" y="121270"/>
                </a:lnTo>
                <a:lnTo>
                  <a:pt x="306083" y="110069"/>
                </a:lnTo>
                <a:lnTo>
                  <a:pt x="309745" y="98866"/>
                </a:lnTo>
                <a:lnTo>
                  <a:pt x="7324" y="0"/>
                </a:lnTo>
                <a:lnTo>
                  <a:pt x="3662" y="11201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8">
            <a:extLst xmlns:a="http://schemas.openxmlformats.org/drawingml/2006/main">
              <a:ext uri="{FF2B5EF4-FFF2-40B4-BE49-F238E27FC236}">
                <a16:creationId xmlns:a16="http://schemas.microsoft.com/office/drawing/2014/main" id="{7A2C612D-AE22-4A40-9A0C-7208CD5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310" y="2847096"/>
            <a:ext cx="253984" cy="253984"/>
          </a:xfrm>
          <a:custGeom xmlns:a="http://schemas.openxmlformats.org/drawingml/2006/main">
            <a:pathLst>
              <a:path w="186960" h="186960">
                <a:moveTo>
                  <a:pt x="16816" y="123927"/>
                </a:moveTo>
                <a:cubicBezTo>
                  <a:pt x="0" y="81587"/>
                  <a:pt x="20691" y="33630"/>
                  <a:pt x="63032" y="16814"/>
                </a:cubicBezTo>
                <a:cubicBezTo>
                  <a:pt x="105372" y="0"/>
                  <a:pt x="153328" y="20689"/>
                  <a:pt x="170144" y="63030"/>
                </a:cubicBezTo>
                <a:cubicBezTo>
                  <a:pt x="186960" y="105371"/>
                  <a:pt x="166268" y="153327"/>
                  <a:pt x="123928" y="170144"/>
                </a:cubicBezTo>
                <a:cubicBezTo>
                  <a:pt x="81587" y="186960"/>
                  <a:pt x="33632" y="166268"/>
                  <a:pt x="16816" y="123927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9">
            <a:extLst xmlns:a="http://schemas.openxmlformats.org/drawingml/2006/main">
              <a:ext uri="{FF2B5EF4-FFF2-40B4-BE49-F238E27FC236}">
                <a16:creationId xmlns:a16="http://schemas.microsoft.com/office/drawing/2014/main" id="{CCB461DF-9CF6-40D2-B44E-FF7D0AEC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238" y="2862024"/>
            <a:ext cx="224127" cy="224126"/>
          </a:xfrm>
          <a:custGeom xmlns:a="http://schemas.openxmlformats.org/drawingml/2006/main">
            <a:pathLst>
              <a:path w="164983" h="164982">
                <a:moveTo>
                  <a:pt x="23704" y="140387"/>
                </a:moveTo>
                <a:lnTo>
                  <a:pt x="35944" y="150602"/>
                </a:lnTo>
                <a:lnTo>
                  <a:pt x="49812" y="158230"/>
                </a:lnTo>
                <a:lnTo>
                  <a:pt x="64876" y="163086"/>
                </a:lnTo>
                <a:lnTo>
                  <a:pt x="80705" y="164982"/>
                </a:lnTo>
                <a:lnTo>
                  <a:pt x="96870" y="163733"/>
                </a:lnTo>
                <a:lnTo>
                  <a:pt x="112939" y="159154"/>
                </a:lnTo>
                <a:lnTo>
                  <a:pt x="127771" y="151461"/>
                </a:lnTo>
                <a:lnTo>
                  <a:pt x="140388" y="141278"/>
                </a:lnTo>
                <a:lnTo>
                  <a:pt x="150603" y="129038"/>
                </a:lnTo>
                <a:lnTo>
                  <a:pt x="158231" y="115171"/>
                </a:lnTo>
                <a:lnTo>
                  <a:pt x="163086" y="100107"/>
                </a:lnTo>
                <a:lnTo>
                  <a:pt x="164983" y="84277"/>
                </a:lnTo>
                <a:lnTo>
                  <a:pt x="163734" y="68113"/>
                </a:lnTo>
                <a:lnTo>
                  <a:pt x="159156" y="52044"/>
                </a:lnTo>
                <a:lnTo>
                  <a:pt x="151462" y="37212"/>
                </a:lnTo>
                <a:lnTo>
                  <a:pt x="141279" y="24595"/>
                </a:lnTo>
                <a:lnTo>
                  <a:pt x="129039" y="14380"/>
                </a:lnTo>
                <a:lnTo>
                  <a:pt x="115171" y="6751"/>
                </a:lnTo>
                <a:lnTo>
                  <a:pt x="100107" y="1896"/>
                </a:lnTo>
                <a:lnTo>
                  <a:pt x="84277" y="0"/>
                </a:lnTo>
                <a:lnTo>
                  <a:pt x="68112" y="1248"/>
                </a:lnTo>
                <a:lnTo>
                  <a:pt x="52043" y="5827"/>
                </a:lnTo>
                <a:lnTo>
                  <a:pt x="37211" y="13521"/>
                </a:lnTo>
                <a:lnTo>
                  <a:pt x="24595" y="23704"/>
                </a:lnTo>
                <a:lnTo>
                  <a:pt x="14380" y="35944"/>
                </a:lnTo>
                <a:lnTo>
                  <a:pt x="6751" y="49811"/>
                </a:lnTo>
                <a:lnTo>
                  <a:pt x="1896" y="64875"/>
                </a:lnTo>
                <a:lnTo>
                  <a:pt x="0" y="80705"/>
                </a:lnTo>
                <a:lnTo>
                  <a:pt x="1248" y="96869"/>
                </a:lnTo>
                <a:lnTo>
                  <a:pt x="5827" y="112938"/>
                </a:lnTo>
                <a:lnTo>
                  <a:pt x="13521" y="127770"/>
                </a:lnTo>
                <a:lnTo>
                  <a:pt x="23704" y="140387"/>
                </a:lnTo>
                <a:close/>
                <a:moveTo>
                  <a:pt x="28391" y="59148"/>
                </a:moveTo>
                <a:lnTo>
                  <a:pt x="36073" y="46183"/>
                </a:lnTo>
                <a:lnTo>
                  <a:pt x="46962" y="35467"/>
                </a:lnTo>
                <a:lnTo>
                  <a:pt x="60742" y="27729"/>
                </a:lnTo>
                <a:lnTo>
                  <a:pt x="76077" y="23904"/>
                </a:lnTo>
                <a:lnTo>
                  <a:pt x="91350" y="24229"/>
                </a:lnTo>
                <a:lnTo>
                  <a:pt x="105834" y="28390"/>
                </a:lnTo>
                <a:lnTo>
                  <a:pt x="118798" y="36071"/>
                </a:lnTo>
                <a:lnTo>
                  <a:pt x="129513" y="46960"/>
                </a:lnTo>
                <a:lnTo>
                  <a:pt x="137251" y="60740"/>
                </a:lnTo>
                <a:lnTo>
                  <a:pt x="141077" y="76074"/>
                </a:lnTo>
                <a:lnTo>
                  <a:pt x="140752" y="91348"/>
                </a:lnTo>
                <a:lnTo>
                  <a:pt x="136591" y="105831"/>
                </a:lnTo>
                <a:lnTo>
                  <a:pt x="128909" y="118796"/>
                </a:lnTo>
                <a:lnTo>
                  <a:pt x="118020" y="129512"/>
                </a:lnTo>
                <a:lnTo>
                  <a:pt x="104239" y="137250"/>
                </a:lnTo>
                <a:lnTo>
                  <a:pt x="88905" y="141075"/>
                </a:lnTo>
                <a:lnTo>
                  <a:pt x="73632" y="140750"/>
                </a:lnTo>
                <a:lnTo>
                  <a:pt x="59148" y="136589"/>
                </a:lnTo>
                <a:lnTo>
                  <a:pt x="46184" y="128908"/>
                </a:lnTo>
                <a:lnTo>
                  <a:pt x="35469" y="118019"/>
                </a:lnTo>
                <a:lnTo>
                  <a:pt x="27731" y="104239"/>
                </a:lnTo>
                <a:lnTo>
                  <a:pt x="23906" y="88905"/>
                </a:lnTo>
                <a:lnTo>
                  <a:pt x="24231" y="73631"/>
                </a:lnTo>
                <a:lnTo>
                  <a:pt x="28391" y="59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30">
            <a:extLst xmlns:a="http://schemas.openxmlformats.org/drawingml/2006/main">
              <a:ext uri="{FF2B5EF4-FFF2-40B4-BE49-F238E27FC236}">
                <a16:creationId xmlns:a16="http://schemas.microsoft.com/office/drawing/2014/main" id="{91AB32B2-C0E2-449B-A261-B99EEC4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846" y="2596553"/>
            <a:ext cx="224122" cy="224123"/>
          </a:xfrm>
          <a:custGeom xmlns:a="http://schemas.openxmlformats.org/drawingml/2006/main">
            <a:pathLst>
              <a:path w="164978" h="164979">
                <a:moveTo>
                  <a:pt x="82490" y="0"/>
                </a:moveTo>
                <a:cubicBezTo>
                  <a:pt x="128047" y="0"/>
                  <a:pt x="164978" y="36932"/>
                  <a:pt x="164978" y="82490"/>
                </a:cubicBezTo>
                <a:cubicBezTo>
                  <a:pt x="164978" y="128047"/>
                  <a:pt x="128047" y="164979"/>
                  <a:pt x="82490" y="164979"/>
                </a:cubicBezTo>
                <a:cubicBezTo>
                  <a:pt x="36932" y="164979"/>
                  <a:pt x="0" y="128047"/>
                  <a:pt x="0" y="82490"/>
                </a:cubicBezTo>
                <a:cubicBezTo>
                  <a:pt x="0" y="36932"/>
                  <a:pt x="36932" y="0"/>
                  <a:pt x="82490" y="0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31">
            <a:extLst xmlns:a="http://schemas.openxmlformats.org/drawingml/2006/main">
              <a:ext uri="{FF2B5EF4-FFF2-40B4-BE49-F238E27FC236}">
                <a16:creationId xmlns:a16="http://schemas.microsoft.com/office/drawing/2014/main" id="{D3AB2C16-9103-4CEA-ABEC-9E1F144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847" y="2596556"/>
            <a:ext cx="224121" cy="224119"/>
          </a:xfrm>
          <a:custGeom xmlns:a="http://schemas.openxmlformats.org/drawingml/2006/main">
            <a:pathLst>
              <a:path w="164978" h="164976">
                <a:moveTo>
                  <a:pt x="50381" y="6482"/>
                </a:moveTo>
                <a:lnTo>
                  <a:pt x="36369" y="14087"/>
                </a:lnTo>
                <a:lnTo>
                  <a:pt x="24161" y="24159"/>
                </a:lnTo>
                <a:lnTo>
                  <a:pt x="14088" y="36367"/>
                </a:lnTo>
                <a:lnTo>
                  <a:pt x="6482" y="50379"/>
                </a:lnTo>
                <a:lnTo>
                  <a:pt x="1676" y="65862"/>
                </a:lnTo>
                <a:lnTo>
                  <a:pt x="0" y="82487"/>
                </a:lnTo>
                <a:lnTo>
                  <a:pt x="1676" y="99111"/>
                </a:lnTo>
                <a:lnTo>
                  <a:pt x="6482" y="114595"/>
                </a:lnTo>
                <a:lnTo>
                  <a:pt x="14088" y="128607"/>
                </a:lnTo>
                <a:lnTo>
                  <a:pt x="24161" y="140816"/>
                </a:lnTo>
                <a:lnTo>
                  <a:pt x="36369" y="150888"/>
                </a:lnTo>
                <a:lnTo>
                  <a:pt x="50381" y="158494"/>
                </a:lnTo>
                <a:lnTo>
                  <a:pt x="65865" y="163300"/>
                </a:lnTo>
                <a:lnTo>
                  <a:pt x="82489" y="164976"/>
                </a:lnTo>
                <a:lnTo>
                  <a:pt x="99113" y="163300"/>
                </a:lnTo>
                <a:lnTo>
                  <a:pt x="114597" y="158494"/>
                </a:lnTo>
                <a:lnTo>
                  <a:pt x="128609" y="150888"/>
                </a:lnTo>
                <a:lnTo>
                  <a:pt x="140817" y="140816"/>
                </a:lnTo>
                <a:lnTo>
                  <a:pt x="150890" y="128607"/>
                </a:lnTo>
                <a:lnTo>
                  <a:pt x="158495" y="114595"/>
                </a:lnTo>
                <a:lnTo>
                  <a:pt x="163302" y="99111"/>
                </a:lnTo>
                <a:lnTo>
                  <a:pt x="164978" y="82487"/>
                </a:lnTo>
                <a:lnTo>
                  <a:pt x="163302" y="65862"/>
                </a:lnTo>
                <a:lnTo>
                  <a:pt x="158495" y="50379"/>
                </a:lnTo>
                <a:lnTo>
                  <a:pt x="150890" y="36367"/>
                </a:lnTo>
                <a:lnTo>
                  <a:pt x="140817" y="24159"/>
                </a:lnTo>
                <a:lnTo>
                  <a:pt x="128609" y="14087"/>
                </a:lnTo>
                <a:lnTo>
                  <a:pt x="114597" y="6482"/>
                </a:lnTo>
                <a:lnTo>
                  <a:pt x="99113" y="1676"/>
                </a:lnTo>
                <a:lnTo>
                  <a:pt x="82489" y="0"/>
                </a:lnTo>
                <a:lnTo>
                  <a:pt x="65865" y="1676"/>
                </a:lnTo>
                <a:lnTo>
                  <a:pt x="50381" y="6482"/>
                </a:lnTo>
                <a:close/>
                <a:moveTo>
                  <a:pt x="124152" y="40824"/>
                </a:moveTo>
                <a:lnTo>
                  <a:pt x="133365" y="52749"/>
                </a:lnTo>
                <a:lnTo>
                  <a:pt x="139305" y="66824"/>
                </a:lnTo>
                <a:lnTo>
                  <a:pt x="141410" y="82487"/>
                </a:lnTo>
                <a:lnTo>
                  <a:pt x="139305" y="98151"/>
                </a:lnTo>
                <a:lnTo>
                  <a:pt x="133365" y="112226"/>
                </a:lnTo>
                <a:lnTo>
                  <a:pt x="124152" y="124151"/>
                </a:lnTo>
                <a:lnTo>
                  <a:pt x="112227" y="133364"/>
                </a:lnTo>
                <a:lnTo>
                  <a:pt x="98152" y="139304"/>
                </a:lnTo>
                <a:lnTo>
                  <a:pt x="82489" y="141408"/>
                </a:lnTo>
                <a:lnTo>
                  <a:pt x="66825" y="139304"/>
                </a:lnTo>
                <a:lnTo>
                  <a:pt x="52750" y="133364"/>
                </a:lnTo>
                <a:lnTo>
                  <a:pt x="40825" y="124151"/>
                </a:lnTo>
                <a:lnTo>
                  <a:pt x="31612" y="112226"/>
                </a:lnTo>
                <a:lnTo>
                  <a:pt x="25673" y="98151"/>
                </a:lnTo>
                <a:lnTo>
                  <a:pt x="23568" y="82487"/>
                </a:lnTo>
                <a:lnTo>
                  <a:pt x="25673" y="66824"/>
                </a:lnTo>
                <a:lnTo>
                  <a:pt x="31612" y="52749"/>
                </a:lnTo>
                <a:lnTo>
                  <a:pt x="40825" y="40824"/>
                </a:lnTo>
                <a:lnTo>
                  <a:pt x="52750" y="31610"/>
                </a:lnTo>
                <a:lnTo>
                  <a:pt x="66825" y="25670"/>
                </a:lnTo>
                <a:lnTo>
                  <a:pt x="82489" y="23565"/>
                </a:lnTo>
                <a:lnTo>
                  <a:pt x="98152" y="25670"/>
                </a:lnTo>
                <a:lnTo>
                  <a:pt x="112227" y="31610"/>
                </a:lnTo>
                <a:lnTo>
                  <a:pt x="124152" y="40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32">
            <a:extLst xmlns:a="http://schemas.openxmlformats.org/drawingml/2006/main">
              <a:ext uri="{FF2B5EF4-FFF2-40B4-BE49-F238E27FC236}">
                <a16:creationId xmlns:a16="http://schemas.microsoft.com/office/drawing/2014/main" id="{8578455F-50A6-42E1-A4F9-B7883499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93" y="3243410"/>
            <a:ext cx="7471821" cy="852683"/>
          </a:xfrm>
          <a:custGeom xmlns:a="http://schemas.openxmlformats.org/drawingml/2006/main">
            <a:pathLst>
              <a:path w="5500090" h="627669">
                <a:moveTo>
                  <a:pt x="0" y="0"/>
                </a:moveTo>
                <a:lnTo>
                  <a:pt x="5500090" y="0"/>
                </a:lnTo>
                <a:lnTo>
                  <a:pt x="5500090" y="627669"/>
                </a:lnTo>
                <a:lnTo>
                  <a:pt x="0" y="62766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3">
            <a:extLst xmlns:a="http://schemas.openxmlformats.org/drawingml/2006/main">
              <a:ext uri="{FF2B5EF4-FFF2-40B4-BE49-F238E27FC236}">
                <a16:creationId xmlns:a16="http://schemas.microsoft.com/office/drawing/2014/main" id="{79CE3056-3EDE-4605-B467-91BB3E3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284" y="2383133"/>
            <a:ext cx="161220" cy="201636"/>
          </a:xfrm>
          <a:custGeom xmlns:a="http://schemas.openxmlformats.org/drawingml/2006/main">
            <a:pathLst>
              <a:path w="118676" h="148427">
                <a:moveTo>
                  <a:pt x="109622" y="8410"/>
                </a:moveTo>
                <a:cubicBezTo>
                  <a:pt x="109622" y="2266"/>
                  <a:pt x="109622" y="0"/>
                  <a:pt x="104771" y="0"/>
                </a:cubicBezTo>
                <a:cubicBezTo>
                  <a:pt x="102831" y="0"/>
                  <a:pt x="102184" y="0"/>
                  <a:pt x="97334" y="2910"/>
                </a:cubicBezTo>
                <a:cubicBezTo>
                  <a:pt x="96040" y="3881"/>
                  <a:pt x="92483" y="6144"/>
                  <a:pt x="90866" y="7115"/>
                </a:cubicBezTo>
                <a:cubicBezTo>
                  <a:pt x="81812" y="1942"/>
                  <a:pt x="69847" y="0"/>
                  <a:pt x="58206" y="0"/>
                </a:cubicBezTo>
                <a:cubicBezTo>
                  <a:pt x="48505" y="0"/>
                  <a:pt x="0" y="0"/>
                  <a:pt x="0" y="42040"/>
                </a:cubicBezTo>
                <a:cubicBezTo>
                  <a:pt x="0" y="75994"/>
                  <a:pt x="40098" y="83106"/>
                  <a:pt x="50122" y="84724"/>
                </a:cubicBezTo>
                <a:cubicBezTo>
                  <a:pt x="58853" y="86340"/>
                  <a:pt x="69524" y="88282"/>
                  <a:pt x="70818" y="88282"/>
                </a:cubicBezTo>
                <a:cubicBezTo>
                  <a:pt x="83752" y="91192"/>
                  <a:pt x="96687" y="99275"/>
                  <a:pt x="96687" y="112857"/>
                </a:cubicBezTo>
                <a:cubicBezTo>
                  <a:pt x="96687" y="137754"/>
                  <a:pt x="67260" y="137754"/>
                  <a:pt x="60470" y="137754"/>
                </a:cubicBezTo>
                <a:cubicBezTo>
                  <a:pt x="43978" y="137754"/>
                  <a:pt x="23606" y="132581"/>
                  <a:pt x="14552" y="101214"/>
                </a:cubicBezTo>
                <a:cubicBezTo>
                  <a:pt x="12612" y="94746"/>
                  <a:pt x="12288" y="94426"/>
                  <a:pt x="6791" y="94426"/>
                </a:cubicBezTo>
                <a:cubicBezTo>
                  <a:pt x="0" y="94426"/>
                  <a:pt x="0" y="95394"/>
                  <a:pt x="0" y="102832"/>
                </a:cubicBezTo>
                <a:lnTo>
                  <a:pt x="0" y="140020"/>
                </a:lnTo>
                <a:cubicBezTo>
                  <a:pt x="0" y="146164"/>
                  <a:pt x="0" y="148427"/>
                  <a:pt x="4851" y="148427"/>
                </a:cubicBezTo>
                <a:cubicBezTo>
                  <a:pt x="7114" y="148427"/>
                  <a:pt x="7761" y="148427"/>
                  <a:pt x="14228" y="143254"/>
                </a:cubicBezTo>
                <a:lnTo>
                  <a:pt x="22635" y="137110"/>
                </a:lnTo>
                <a:cubicBezTo>
                  <a:pt x="37187" y="148427"/>
                  <a:pt x="54649" y="148427"/>
                  <a:pt x="60470" y="148427"/>
                </a:cubicBezTo>
                <a:cubicBezTo>
                  <a:pt x="78255" y="148427"/>
                  <a:pt x="118676" y="144546"/>
                  <a:pt x="118676" y="101538"/>
                </a:cubicBezTo>
                <a:cubicBezTo>
                  <a:pt x="118676" y="86016"/>
                  <a:pt x="110268" y="75346"/>
                  <a:pt x="103801" y="69526"/>
                </a:cubicBezTo>
                <a:cubicBezTo>
                  <a:pt x="90543" y="58530"/>
                  <a:pt x="79548" y="56591"/>
                  <a:pt x="62087" y="53357"/>
                </a:cubicBezTo>
                <a:cubicBezTo>
                  <a:pt x="41391" y="49799"/>
                  <a:pt x="21989" y="46242"/>
                  <a:pt x="21989" y="30720"/>
                </a:cubicBezTo>
                <a:cubicBezTo>
                  <a:pt x="21989" y="9701"/>
                  <a:pt x="50769" y="9701"/>
                  <a:pt x="57559" y="9701"/>
                </a:cubicBezTo>
                <a:cubicBezTo>
                  <a:pt x="93453" y="9701"/>
                  <a:pt x="95394" y="32338"/>
                  <a:pt x="96040" y="40421"/>
                </a:cubicBezTo>
                <a:cubicBezTo>
                  <a:pt x="96363" y="44626"/>
                  <a:pt x="98950" y="44626"/>
                  <a:pt x="102831" y="44626"/>
                </a:cubicBezTo>
                <a:cubicBezTo>
                  <a:pt x="109622" y="44626"/>
                  <a:pt x="109622" y="43655"/>
                  <a:pt x="109622" y="36219"/>
                </a:cubicBezTo>
                <a:lnTo>
                  <a:pt x="109622" y="841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4">
            <a:extLst xmlns:a="http://schemas.openxmlformats.org/drawingml/2006/main">
              <a:ext uri="{FF2B5EF4-FFF2-40B4-BE49-F238E27FC236}">
                <a16:creationId xmlns:a16="http://schemas.microsoft.com/office/drawing/2014/main" id="{8279391C-2337-4A62-A462-0D7ED49E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13" y="2504810"/>
            <a:ext cx="145845" cy="139400"/>
          </a:xfrm>
          <a:custGeom xmlns:a="http://schemas.openxmlformats.org/drawingml/2006/main">
            <a:pathLst>
              <a:path w="107358" h="102614">
                <a:moveTo>
                  <a:pt x="103262" y="43760"/>
                </a:moveTo>
                <a:cubicBezTo>
                  <a:pt x="106280" y="42253"/>
                  <a:pt x="107358" y="41821"/>
                  <a:pt x="107358" y="39882"/>
                </a:cubicBezTo>
                <a:cubicBezTo>
                  <a:pt x="107358" y="38587"/>
                  <a:pt x="106065" y="37080"/>
                  <a:pt x="104340" y="37080"/>
                </a:cubicBezTo>
                <a:cubicBezTo>
                  <a:pt x="103908" y="37080"/>
                  <a:pt x="98088" y="38156"/>
                  <a:pt x="94854" y="38803"/>
                </a:cubicBezTo>
                <a:lnTo>
                  <a:pt x="61871" y="45271"/>
                </a:lnTo>
                <a:lnTo>
                  <a:pt x="57128" y="5605"/>
                </a:lnTo>
                <a:cubicBezTo>
                  <a:pt x="56697" y="2155"/>
                  <a:pt x="56050" y="0"/>
                  <a:pt x="53679" y="0"/>
                </a:cubicBezTo>
                <a:cubicBezTo>
                  <a:pt x="51092" y="0"/>
                  <a:pt x="50877" y="1723"/>
                  <a:pt x="50445" y="5605"/>
                </a:cubicBezTo>
                <a:lnTo>
                  <a:pt x="45702" y="45271"/>
                </a:lnTo>
                <a:lnTo>
                  <a:pt x="6036" y="37508"/>
                </a:lnTo>
                <a:lnTo>
                  <a:pt x="3018" y="37080"/>
                </a:lnTo>
                <a:cubicBezTo>
                  <a:pt x="1293" y="37080"/>
                  <a:pt x="0" y="38587"/>
                  <a:pt x="0" y="39882"/>
                </a:cubicBezTo>
                <a:cubicBezTo>
                  <a:pt x="0" y="42037"/>
                  <a:pt x="1725" y="42900"/>
                  <a:pt x="3880" y="43760"/>
                </a:cubicBezTo>
                <a:lnTo>
                  <a:pt x="40744" y="60577"/>
                </a:lnTo>
                <a:lnTo>
                  <a:pt x="23714" y="90973"/>
                </a:lnTo>
                <a:cubicBezTo>
                  <a:pt x="22205" y="93775"/>
                  <a:pt x="19402" y="98948"/>
                  <a:pt x="19402" y="99596"/>
                </a:cubicBezTo>
                <a:cubicBezTo>
                  <a:pt x="19402" y="100890"/>
                  <a:pt x="20265" y="102614"/>
                  <a:pt x="22420" y="102614"/>
                </a:cubicBezTo>
                <a:cubicBezTo>
                  <a:pt x="22851" y="102614"/>
                  <a:pt x="23498" y="102614"/>
                  <a:pt x="24792" y="101535"/>
                </a:cubicBezTo>
                <a:cubicBezTo>
                  <a:pt x="26516" y="99811"/>
                  <a:pt x="30612" y="95070"/>
                  <a:pt x="32337" y="93344"/>
                </a:cubicBezTo>
                <a:lnTo>
                  <a:pt x="53679" y="70278"/>
                </a:lnTo>
                <a:lnTo>
                  <a:pt x="77393" y="95714"/>
                </a:lnTo>
                <a:cubicBezTo>
                  <a:pt x="78255" y="96793"/>
                  <a:pt x="80626" y="99380"/>
                  <a:pt x="81704" y="100243"/>
                </a:cubicBezTo>
                <a:cubicBezTo>
                  <a:pt x="83860" y="102398"/>
                  <a:pt x="84075" y="102614"/>
                  <a:pt x="84938" y="102614"/>
                </a:cubicBezTo>
                <a:cubicBezTo>
                  <a:pt x="87093" y="102614"/>
                  <a:pt x="87956" y="100890"/>
                  <a:pt x="87956" y="99596"/>
                </a:cubicBezTo>
                <a:cubicBezTo>
                  <a:pt x="87956" y="98088"/>
                  <a:pt x="69201" y="65102"/>
                  <a:pt x="66614" y="60793"/>
                </a:cubicBezTo>
                <a:lnTo>
                  <a:pt x="103262" y="4376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5">
            <a:extLst xmlns:a="http://schemas.openxmlformats.org/drawingml/2006/main">
              <a:ext uri="{FF2B5EF4-FFF2-40B4-BE49-F238E27FC236}">
                <a16:creationId xmlns:a16="http://schemas.microsoft.com/office/drawing/2014/main" id="{7B7133CD-9660-4EEC-B4AA-C1E544D9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96" y="591055"/>
            <a:ext cx="7471817" cy="2651989"/>
          </a:xfrm>
          <a:custGeom xmlns:a="http://schemas.openxmlformats.org/drawingml/2006/main">
            <a:pathLst>
              <a:path w="5500088" h="1952159">
                <a:moveTo>
                  <a:pt x="0" y="0"/>
                </a:moveTo>
                <a:lnTo>
                  <a:pt x="0" y="1952159"/>
                </a:lnTo>
                <a:lnTo>
                  <a:pt x="5500088" y="1952159"/>
                </a:lnTo>
                <a:lnTo>
                  <a:pt x="5500088" y="0"/>
                </a:lnTo>
                <a:lnTo>
                  <a:pt x="0" y="0"/>
                </a:lnTo>
                <a:close/>
                <a:moveTo>
                  <a:pt x="5489451" y="1941520"/>
                </a:moveTo>
                <a:lnTo>
                  <a:pt x="10638" y="1941520"/>
                </a:lnTo>
                <a:lnTo>
                  <a:pt x="10638" y="10638"/>
                </a:lnTo>
                <a:lnTo>
                  <a:pt x="5489451" y="10638"/>
                </a:lnTo>
                <a:lnTo>
                  <a:pt x="5489451" y="1941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3CAE88-1AA0-444F-A25D-5F8ADEA4F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7a211b44b49f4"/>
          <a:stretch xmlns:a="http://schemas.openxmlformats.org/drawingml/2006/main"/>
        </p:blipFill>
        <p:spPr>
          <a:xfrm xmlns:a="http://schemas.openxmlformats.org/drawingml/2006/main">
            <a:off x="2856724" y="4144509"/>
            <a:ext cx="1889185" cy="3752491"/>
          </a:xfrm>
          <a:prstGeom xmlns:a="http://schemas.openxmlformats.org/drawingml/2006/main" prst="rect">
            <a:avLst/>
          </a:prstGeom>
        </p:spPr>
      </p:pic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36EE6B-B7CE-4307-BDC8-E5046F59EA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fe8ce35384b27"/>
          <a:stretch xmlns:a="http://schemas.openxmlformats.org/drawingml/2006/main"/>
        </p:blipFill>
        <p:spPr>
          <a:xfrm xmlns:a="http://schemas.openxmlformats.org/drawingml/2006/main">
            <a:off x="993418" y="4144509"/>
            <a:ext cx="1889185" cy="3752491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3C690E-5D88-4D7E-93FD-2C44245708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0e30626534d1a"/>
          <a:stretch xmlns:a="http://schemas.openxmlformats.org/drawingml/2006/main"/>
        </p:blipFill>
        <p:spPr>
          <a:xfrm xmlns:a="http://schemas.openxmlformats.org/drawingml/2006/main">
            <a:off x="721686" y="4144509"/>
            <a:ext cx="16847389" cy="3817189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698EE7-A5A3-4820-855E-320216C754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51abb7d514d58"/>
          <a:stretch xmlns:a="http://schemas.openxmlformats.org/drawingml/2006/main"/>
        </p:blipFill>
        <p:spPr>
          <a:xfrm xmlns:a="http://schemas.openxmlformats.org/drawingml/2006/main">
            <a:off x="721686" y="4105690"/>
            <a:ext cx="16847389" cy="3817189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B405B5-2972-4035-8D80-A4FF0D154C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5e7c910a54196"/>
          <a:stretch xmlns:a="http://schemas.openxmlformats.org/drawingml/2006/main"/>
        </p:blipFill>
        <p:spPr>
          <a:xfrm xmlns:a="http://schemas.openxmlformats.org/drawingml/2006/main">
            <a:off x="4720029" y="4144509"/>
            <a:ext cx="1889185" cy="3752491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1EDA0D-F992-4CC1-9146-7110DE8E3E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3450953cf478a"/>
          <a:stretch xmlns:a="http://schemas.openxmlformats.org/drawingml/2006/main"/>
        </p:blipFill>
        <p:spPr>
          <a:xfrm xmlns:a="http://schemas.openxmlformats.org/drawingml/2006/main">
            <a:off x="721686" y="4131569"/>
            <a:ext cx="11645660" cy="3830128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ADD1CE-9D72-49B5-8B78-71FDEC0AF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8238f31944503"/>
          <a:stretch xmlns:a="http://schemas.openxmlformats.org/drawingml/2006/main"/>
        </p:blipFill>
        <p:spPr>
          <a:xfrm xmlns:a="http://schemas.openxmlformats.org/drawingml/2006/main">
            <a:off x="721686" y="4092750"/>
            <a:ext cx="11645660" cy="3830128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692C22-F0B0-49A5-88B2-080866CFEC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49f51c6dd4bd1"/>
          <a:stretch xmlns:a="http://schemas.openxmlformats.org/drawingml/2006/main"/>
        </p:blipFill>
        <p:spPr>
          <a:xfrm xmlns:a="http://schemas.openxmlformats.org/drawingml/2006/main">
            <a:off x="6583335" y="4144509"/>
            <a:ext cx="1889185" cy="3752491"/>
          </a:xfrm>
          <a:prstGeom xmlns:a="http://schemas.openxmlformats.org/drawingml/2006/main" prst="rect">
            <a:avLst/>
          </a:prstGeom>
        </p:spPr>
      </p:pic>
      <p:sp>
        <p:nvSpPr>
          <p:cNvPr id="41" name="path-44">
            <a:extLst xmlns:a="http://schemas.openxmlformats.org/drawingml/2006/main">
              <a:ext uri="{FF2B5EF4-FFF2-40B4-BE49-F238E27FC236}">
                <a16:creationId xmlns:a16="http://schemas.microsoft.com/office/drawing/2014/main" id="{B2197900-4035-477E-A5DB-2C6D2BE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3" y="3442898"/>
            <a:ext cx="1859825" cy="412113"/>
          </a:xfrm>
          <a:custGeom xmlns:a="http://schemas.openxmlformats.org/drawingml/2006/main">
            <a:pathLst>
              <a:path w="1369038" h="303361">
                <a:moveTo>
                  <a:pt x="206120" y="0"/>
                </a:moveTo>
                <a:lnTo>
                  <a:pt x="187337" y="76462"/>
                </a:lnTo>
                <a:lnTo>
                  <a:pt x="181851" y="76462"/>
                </a:lnTo>
                <a:cubicBezTo>
                  <a:pt x="180632" y="64495"/>
                  <a:pt x="178471" y="54910"/>
                  <a:pt x="175369" y="47707"/>
                </a:cubicBezTo>
                <a:cubicBezTo>
                  <a:pt x="170714" y="37290"/>
                  <a:pt x="164508" y="29255"/>
                  <a:pt x="156751" y="23602"/>
                </a:cubicBezTo>
                <a:cubicBezTo>
                  <a:pt x="149105" y="17952"/>
                  <a:pt x="140793" y="15124"/>
                  <a:pt x="131817" y="15124"/>
                </a:cubicBezTo>
                <a:cubicBezTo>
                  <a:pt x="123173" y="15124"/>
                  <a:pt x="115583" y="18449"/>
                  <a:pt x="109044" y="25098"/>
                </a:cubicBezTo>
                <a:cubicBezTo>
                  <a:pt x="102617" y="31637"/>
                  <a:pt x="99403" y="39061"/>
                  <a:pt x="99403" y="47372"/>
                </a:cubicBezTo>
                <a:cubicBezTo>
                  <a:pt x="99403" y="55574"/>
                  <a:pt x="101620" y="63663"/>
                  <a:pt x="106052" y="71641"/>
                </a:cubicBezTo>
                <a:cubicBezTo>
                  <a:pt x="110596" y="79511"/>
                  <a:pt x="121234" y="91422"/>
                  <a:pt x="137968" y="107381"/>
                </a:cubicBezTo>
                <a:cubicBezTo>
                  <a:pt x="151376" y="120126"/>
                  <a:pt x="160352" y="131096"/>
                  <a:pt x="164896" y="140292"/>
                </a:cubicBezTo>
                <a:cubicBezTo>
                  <a:pt x="169551" y="149491"/>
                  <a:pt x="171878" y="159465"/>
                  <a:pt x="171878" y="170215"/>
                </a:cubicBezTo>
                <a:cubicBezTo>
                  <a:pt x="171878" y="182292"/>
                  <a:pt x="168664" y="193431"/>
                  <a:pt x="162237" y="203626"/>
                </a:cubicBezTo>
                <a:cubicBezTo>
                  <a:pt x="155809" y="213822"/>
                  <a:pt x="146445" y="221743"/>
                  <a:pt x="134145" y="227396"/>
                </a:cubicBezTo>
                <a:cubicBezTo>
                  <a:pt x="121955" y="232938"/>
                  <a:pt x="108102" y="235706"/>
                  <a:pt x="92587" y="235706"/>
                </a:cubicBezTo>
                <a:cubicBezTo>
                  <a:pt x="83058" y="235706"/>
                  <a:pt x="71034" y="234267"/>
                  <a:pt x="56517" y="231385"/>
                </a:cubicBezTo>
                <a:cubicBezTo>
                  <a:pt x="42110" y="228614"/>
                  <a:pt x="32525" y="227231"/>
                  <a:pt x="27760" y="227231"/>
                </a:cubicBezTo>
                <a:cubicBezTo>
                  <a:pt x="23992" y="227231"/>
                  <a:pt x="20612" y="227839"/>
                  <a:pt x="17620" y="229059"/>
                </a:cubicBezTo>
                <a:cubicBezTo>
                  <a:pt x="14628" y="230167"/>
                  <a:pt x="10915" y="232381"/>
                  <a:pt x="6483" y="235706"/>
                </a:cubicBezTo>
                <a:lnTo>
                  <a:pt x="0" y="235706"/>
                </a:lnTo>
                <a:lnTo>
                  <a:pt x="20113" y="149770"/>
                </a:lnTo>
                <a:lnTo>
                  <a:pt x="26430" y="149770"/>
                </a:lnTo>
                <a:cubicBezTo>
                  <a:pt x="27870" y="164840"/>
                  <a:pt x="30918" y="177693"/>
                  <a:pt x="35572" y="188331"/>
                </a:cubicBezTo>
                <a:cubicBezTo>
                  <a:pt x="40227" y="198859"/>
                  <a:pt x="46876" y="207115"/>
                  <a:pt x="55519" y="213100"/>
                </a:cubicBezTo>
                <a:cubicBezTo>
                  <a:pt x="64163" y="218975"/>
                  <a:pt x="74026" y="221910"/>
                  <a:pt x="85108" y="221910"/>
                </a:cubicBezTo>
                <a:cubicBezTo>
                  <a:pt x="96078" y="221910"/>
                  <a:pt x="105221" y="218308"/>
                  <a:pt x="112535" y="211105"/>
                </a:cubicBezTo>
                <a:cubicBezTo>
                  <a:pt x="119960" y="203791"/>
                  <a:pt x="123672" y="195259"/>
                  <a:pt x="123672" y="185506"/>
                </a:cubicBezTo>
                <a:cubicBezTo>
                  <a:pt x="123672" y="177196"/>
                  <a:pt x="121566" y="169218"/>
                  <a:pt x="117356" y="161569"/>
                </a:cubicBezTo>
                <a:cubicBezTo>
                  <a:pt x="113255" y="153923"/>
                  <a:pt x="103780" y="142788"/>
                  <a:pt x="88931" y="128158"/>
                </a:cubicBezTo>
                <a:cubicBezTo>
                  <a:pt x="74192" y="113530"/>
                  <a:pt x="63997" y="100456"/>
                  <a:pt x="58346" y="88929"/>
                </a:cubicBezTo>
                <a:cubicBezTo>
                  <a:pt x="54245" y="80397"/>
                  <a:pt x="52195" y="71309"/>
                  <a:pt x="52195" y="61670"/>
                </a:cubicBezTo>
                <a:cubicBezTo>
                  <a:pt x="52195" y="44936"/>
                  <a:pt x="58788" y="30473"/>
                  <a:pt x="71976" y="18284"/>
                </a:cubicBezTo>
                <a:cubicBezTo>
                  <a:pt x="85163" y="6093"/>
                  <a:pt x="102395" y="0"/>
                  <a:pt x="123672" y="0"/>
                </a:cubicBezTo>
                <a:cubicBezTo>
                  <a:pt x="133313" y="0"/>
                  <a:pt x="146002" y="2161"/>
                  <a:pt x="161738" y="6482"/>
                </a:cubicBezTo>
                <a:cubicBezTo>
                  <a:pt x="170935" y="9031"/>
                  <a:pt x="177419" y="10303"/>
                  <a:pt x="181186" y="10303"/>
                </a:cubicBezTo>
                <a:cubicBezTo>
                  <a:pt x="184400" y="10303"/>
                  <a:pt x="187281" y="9639"/>
                  <a:pt x="189830" y="8310"/>
                </a:cubicBezTo>
                <a:cubicBezTo>
                  <a:pt x="192379" y="6868"/>
                  <a:pt x="195371" y="4100"/>
                  <a:pt x="198806" y="0"/>
                </a:cubicBezTo>
                <a:lnTo>
                  <a:pt x="206120" y="0"/>
                </a:lnTo>
                <a:moveTo>
                  <a:pt x="287405" y="76462"/>
                </a:moveTo>
                <a:lnTo>
                  <a:pt x="255157" y="189495"/>
                </a:lnTo>
                <a:cubicBezTo>
                  <a:pt x="253605" y="194705"/>
                  <a:pt x="252829" y="198305"/>
                  <a:pt x="252829" y="200301"/>
                </a:cubicBezTo>
                <a:cubicBezTo>
                  <a:pt x="252829" y="201298"/>
                  <a:pt x="253218" y="202073"/>
                  <a:pt x="253994" y="202630"/>
                </a:cubicBezTo>
                <a:cubicBezTo>
                  <a:pt x="254880" y="203515"/>
                  <a:pt x="255933" y="203958"/>
                  <a:pt x="257151" y="203958"/>
                </a:cubicBezTo>
                <a:cubicBezTo>
                  <a:pt x="262249" y="203958"/>
                  <a:pt x="269065" y="199416"/>
                  <a:pt x="277598" y="190327"/>
                </a:cubicBezTo>
                <a:cubicBezTo>
                  <a:pt x="289787" y="177139"/>
                  <a:pt x="302587" y="158191"/>
                  <a:pt x="315996" y="133478"/>
                </a:cubicBezTo>
                <a:lnTo>
                  <a:pt x="331122" y="82612"/>
                </a:lnTo>
                <a:lnTo>
                  <a:pt x="373177" y="81118"/>
                </a:lnTo>
                <a:lnTo>
                  <a:pt x="341262" y="190827"/>
                </a:lnTo>
                <a:cubicBezTo>
                  <a:pt x="338603" y="200134"/>
                  <a:pt x="337272" y="205455"/>
                  <a:pt x="337272" y="206783"/>
                </a:cubicBezTo>
                <a:cubicBezTo>
                  <a:pt x="337272" y="207669"/>
                  <a:pt x="337661" y="208612"/>
                  <a:pt x="338436" y="209611"/>
                </a:cubicBezTo>
                <a:cubicBezTo>
                  <a:pt x="339323" y="210497"/>
                  <a:pt x="340210" y="210940"/>
                  <a:pt x="341096" y="210940"/>
                </a:cubicBezTo>
                <a:cubicBezTo>
                  <a:pt x="342648" y="210940"/>
                  <a:pt x="344143" y="210275"/>
                  <a:pt x="345584" y="208944"/>
                </a:cubicBezTo>
                <a:cubicBezTo>
                  <a:pt x="349573" y="205730"/>
                  <a:pt x="354837" y="199248"/>
                  <a:pt x="361376" y="189495"/>
                </a:cubicBezTo>
                <a:lnTo>
                  <a:pt x="367027" y="193485"/>
                </a:lnTo>
                <a:cubicBezTo>
                  <a:pt x="351624" y="221300"/>
                  <a:pt x="334668" y="235209"/>
                  <a:pt x="316162" y="235209"/>
                </a:cubicBezTo>
                <a:cubicBezTo>
                  <a:pt x="309292" y="235209"/>
                  <a:pt x="303861" y="233491"/>
                  <a:pt x="299872" y="230056"/>
                </a:cubicBezTo>
                <a:cubicBezTo>
                  <a:pt x="295994" y="226510"/>
                  <a:pt x="294054" y="221910"/>
                  <a:pt x="294054" y="216258"/>
                </a:cubicBezTo>
                <a:cubicBezTo>
                  <a:pt x="294054" y="210275"/>
                  <a:pt x="295439" y="202683"/>
                  <a:pt x="298210" y="193485"/>
                </a:cubicBezTo>
                <a:lnTo>
                  <a:pt x="306354" y="165394"/>
                </a:lnTo>
                <a:cubicBezTo>
                  <a:pt x="291948" y="186338"/>
                  <a:pt x="281476" y="200466"/>
                  <a:pt x="274938" y="207783"/>
                </a:cubicBezTo>
                <a:cubicBezTo>
                  <a:pt x="264964" y="218753"/>
                  <a:pt x="256542" y="226067"/>
                  <a:pt x="249672" y="229724"/>
                </a:cubicBezTo>
                <a:cubicBezTo>
                  <a:pt x="242912" y="233381"/>
                  <a:pt x="236429" y="235209"/>
                  <a:pt x="230223" y="235209"/>
                </a:cubicBezTo>
                <a:cubicBezTo>
                  <a:pt x="224350" y="235209"/>
                  <a:pt x="219252" y="233049"/>
                  <a:pt x="214930" y="228724"/>
                </a:cubicBezTo>
                <a:cubicBezTo>
                  <a:pt x="210719" y="224403"/>
                  <a:pt x="208613" y="218918"/>
                  <a:pt x="208613" y="212269"/>
                </a:cubicBezTo>
                <a:cubicBezTo>
                  <a:pt x="208613" y="206619"/>
                  <a:pt x="209999" y="199027"/>
                  <a:pt x="212769" y="189495"/>
                </a:cubicBezTo>
                <a:lnTo>
                  <a:pt x="231553" y="123005"/>
                </a:lnTo>
                <a:cubicBezTo>
                  <a:pt x="234656" y="112145"/>
                  <a:pt x="236207" y="104831"/>
                  <a:pt x="236207" y="101064"/>
                </a:cubicBezTo>
                <a:cubicBezTo>
                  <a:pt x="236207" y="99403"/>
                  <a:pt x="235764" y="97960"/>
                  <a:pt x="234877" y="96742"/>
                </a:cubicBezTo>
                <a:cubicBezTo>
                  <a:pt x="233991" y="95414"/>
                  <a:pt x="232495" y="94414"/>
                  <a:pt x="230389" y="93750"/>
                </a:cubicBezTo>
                <a:cubicBezTo>
                  <a:pt x="228395" y="92975"/>
                  <a:pt x="224626" y="92586"/>
                  <a:pt x="219086" y="92586"/>
                </a:cubicBezTo>
                <a:lnTo>
                  <a:pt x="220748" y="86271"/>
                </a:lnTo>
                <a:lnTo>
                  <a:pt x="277431" y="76462"/>
                </a:lnTo>
                <a:lnTo>
                  <a:pt x="287405" y="76462"/>
                </a:lnTo>
                <a:moveTo>
                  <a:pt x="407088" y="85772"/>
                </a:moveTo>
                <a:lnTo>
                  <a:pt x="462108" y="76462"/>
                </a:lnTo>
                <a:lnTo>
                  <a:pt x="472082" y="76462"/>
                </a:lnTo>
                <a:lnTo>
                  <a:pt x="464602" y="103556"/>
                </a:lnTo>
                <a:cubicBezTo>
                  <a:pt x="476238" y="92918"/>
                  <a:pt x="485768" y="85772"/>
                  <a:pt x="493193" y="82115"/>
                </a:cubicBezTo>
                <a:cubicBezTo>
                  <a:pt x="500618" y="78347"/>
                  <a:pt x="507987" y="76462"/>
                  <a:pt x="515301" y="76462"/>
                </a:cubicBezTo>
                <a:cubicBezTo>
                  <a:pt x="525717" y="76462"/>
                  <a:pt x="533752" y="80508"/>
                  <a:pt x="539404" y="88597"/>
                </a:cubicBezTo>
                <a:cubicBezTo>
                  <a:pt x="545055" y="96575"/>
                  <a:pt x="547881" y="106384"/>
                  <a:pt x="547881" y="118019"/>
                </a:cubicBezTo>
                <a:cubicBezTo>
                  <a:pt x="547881" y="149824"/>
                  <a:pt x="536855" y="178028"/>
                  <a:pt x="514802" y="202630"/>
                </a:cubicBezTo>
                <a:cubicBezTo>
                  <a:pt x="495298" y="224349"/>
                  <a:pt x="474022" y="235209"/>
                  <a:pt x="450972" y="235209"/>
                </a:cubicBezTo>
                <a:cubicBezTo>
                  <a:pt x="446871" y="235209"/>
                  <a:pt x="443380" y="234820"/>
                  <a:pt x="440499" y="234045"/>
                </a:cubicBezTo>
                <a:cubicBezTo>
                  <a:pt x="437618" y="233270"/>
                  <a:pt x="433573" y="231552"/>
                  <a:pt x="428365" y="228892"/>
                </a:cubicBezTo>
                <a:lnTo>
                  <a:pt x="419721" y="258811"/>
                </a:lnTo>
                <a:cubicBezTo>
                  <a:pt x="416618" y="269674"/>
                  <a:pt x="415067" y="277927"/>
                  <a:pt x="415067" y="283580"/>
                </a:cubicBezTo>
                <a:cubicBezTo>
                  <a:pt x="415067" y="287126"/>
                  <a:pt x="416285" y="289897"/>
                  <a:pt x="418724" y="291891"/>
                </a:cubicBezTo>
                <a:cubicBezTo>
                  <a:pt x="421162" y="293997"/>
                  <a:pt x="426868" y="295769"/>
                  <a:pt x="435845" y="297211"/>
                </a:cubicBezTo>
                <a:lnTo>
                  <a:pt x="434349" y="303361"/>
                </a:lnTo>
                <a:lnTo>
                  <a:pt x="344919" y="303361"/>
                </a:lnTo>
                <a:lnTo>
                  <a:pt x="346581" y="297211"/>
                </a:lnTo>
                <a:cubicBezTo>
                  <a:pt x="353674" y="296990"/>
                  <a:pt x="359603" y="294718"/>
                  <a:pt x="364367" y="290394"/>
                </a:cubicBezTo>
                <a:cubicBezTo>
                  <a:pt x="369022" y="286073"/>
                  <a:pt x="373399" y="276766"/>
                  <a:pt x="377499" y="262471"/>
                </a:cubicBezTo>
                <a:lnTo>
                  <a:pt x="418058" y="122673"/>
                </a:lnTo>
                <a:cubicBezTo>
                  <a:pt x="421051" y="112256"/>
                  <a:pt x="422547" y="104888"/>
                  <a:pt x="422547" y="100567"/>
                </a:cubicBezTo>
                <a:cubicBezTo>
                  <a:pt x="422547" y="98681"/>
                  <a:pt x="422104" y="97131"/>
                  <a:pt x="421217" y="95910"/>
                </a:cubicBezTo>
                <a:cubicBezTo>
                  <a:pt x="420331" y="94582"/>
                  <a:pt x="419000" y="93639"/>
                  <a:pt x="417227" y="93085"/>
                </a:cubicBezTo>
                <a:cubicBezTo>
                  <a:pt x="415454" y="92532"/>
                  <a:pt x="411465" y="92254"/>
                  <a:pt x="405259" y="92254"/>
                </a:cubicBezTo>
                <a:lnTo>
                  <a:pt x="407088" y="85772"/>
                </a:lnTo>
                <a:moveTo>
                  <a:pt x="433019" y="213433"/>
                </a:moveTo>
                <a:cubicBezTo>
                  <a:pt x="436344" y="218864"/>
                  <a:pt x="439335" y="222521"/>
                  <a:pt x="441995" y="224403"/>
                </a:cubicBezTo>
                <a:cubicBezTo>
                  <a:pt x="444655" y="226178"/>
                  <a:pt x="447758" y="227064"/>
                  <a:pt x="451304" y="227064"/>
                </a:cubicBezTo>
                <a:cubicBezTo>
                  <a:pt x="454850" y="227064"/>
                  <a:pt x="458285" y="226121"/>
                  <a:pt x="461610" y="224239"/>
                </a:cubicBezTo>
                <a:cubicBezTo>
                  <a:pt x="465046" y="222243"/>
                  <a:pt x="469256" y="218308"/>
                  <a:pt x="474243" y="212436"/>
                </a:cubicBezTo>
                <a:cubicBezTo>
                  <a:pt x="479230" y="206562"/>
                  <a:pt x="483995" y="199027"/>
                  <a:pt x="488538" y="189828"/>
                </a:cubicBezTo>
                <a:cubicBezTo>
                  <a:pt x="493193" y="180632"/>
                  <a:pt x="496905" y="170215"/>
                  <a:pt x="499676" y="158580"/>
                </a:cubicBezTo>
                <a:cubicBezTo>
                  <a:pt x="502446" y="146831"/>
                  <a:pt x="503832" y="135639"/>
                  <a:pt x="503832" y="125001"/>
                </a:cubicBezTo>
                <a:cubicBezTo>
                  <a:pt x="503832" y="116469"/>
                  <a:pt x="502280" y="110262"/>
                  <a:pt x="499177" y="106384"/>
                </a:cubicBezTo>
                <a:cubicBezTo>
                  <a:pt x="496185" y="102506"/>
                  <a:pt x="492528" y="100567"/>
                  <a:pt x="488206" y="100567"/>
                </a:cubicBezTo>
                <a:cubicBezTo>
                  <a:pt x="484327" y="100567"/>
                  <a:pt x="480670" y="101563"/>
                  <a:pt x="477235" y="103556"/>
                </a:cubicBezTo>
                <a:cubicBezTo>
                  <a:pt x="472249" y="106438"/>
                  <a:pt x="466375" y="111813"/>
                  <a:pt x="459615" y="119680"/>
                </a:cubicBezTo>
                <a:lnTo>
                  <a:pt x="433019" y="213433"/>
                </a:lnTo>
                <a:moveTo>
                  <a:pt x="609884" y="168219"/>
                </a:moveTo>
                <a:cubicBezTo>
                  <a:pt x="608886" y="175422"/>
                  <a:pt x="608387" y="181353"/>
                  <a:pt x="608387" y="186006"/>
                </a:cubicBezTo>
                <a:cubicBezTo>
                  <a:pt x="608387" y="194316"/>
                  <a:pt x="610770" y="200966"/>
                  <a:pt x="615535" y="205951"/>
                </a:cubicBezTo>
                <a:cubicBezTo>
                  <a:pt x="620411" y="210940"/>
                  <a:pt x="626894" y="213433"/>
                  <a:pt x="634984" y="213433"/>
                </a:cubicBezTo>
                <a:cubicBezTo>
                  <a:pt x="642741" y="213433"/>
                  <a:pt x="650498" y="211550"/>
                  <a:pt x="658255" y="207783"/>
                </a:cubicBezTo>
                <a:cubicBezTo>
                  <a:pt x="666123" y="204012"/>
                  <a:pt x="675210" y="197420"/>
                  <a:pt x="685516" y="187999"/>
                </a:cubicBezTo>
                <a:lnTo>
                  <a:pt x="690504" y="192488"/>
                </a:lnTo>
                <a:cubicBezTo>
                  <a:pt x="677759" y="207893"/>
                  <a:pt x="665348" y="218864"/>
                  <a:pt x="653268" y="225403"/>
                </a:cubicBezTo>
                <a:cubicBezTo>
                  <a:pt x="641190" y="231938"/>
                  <a:pt x="627836" y="235209"/>
                  <a:pt x="613208" y="235209"/>
                </a:cubicBezTo>
                <a:cubicBezTo>
                  <a:pt x="594702" y="235209"/>
                  <a:pt x="581902" y="230777"/>
                  <a:pt x="574810" y="221910"/>
                </a:cubicBezTo>
                <a:cubicBezTo>
                  <a:pt x="567717" y="213044"/>
                  <a:pt x="564171" y="202794"/>
                  <a:pt x="564171" y="191159"/>
                </a:cubicBezTo>
                <a:cubicBezTo>
                  <a:pt x="564171" y="172986"/>
                  <a:pt x="569435" y="154809"/>
                  <a:pt x="579963" y="136636"/>
                </a:cubicBezTo>
                <a:cubicBezTo>
                  <a:pt x="590601" y="118462"/>
                  <a:pt x="605007" y="103891"/>
                  <a:pt x="623182" y="92918"/>
                </a:cubicBezTo>
                <a:cubicBezTo>
                  <a:pt x="641467" y="81947"/>
                  <a:pt x="659807" y="76462"/>
                  <a:pt x="678203" y="76462"/>
                </a:cubicBezTo>
                <a:cubicBezTo>
                  <a:pt x="687511" y="76462"/>
                  <a:pt x="694548" y="78679"/>
                  <a:pt x="699313" y="83111"/>
                </a:cubicBezTo>
                <a:cubicBezTo>
                  <a:pt x="704078" y="87543"/>
                  <a:pt x="706461" y="93139"/>
                  <a:pt x="706461" y="99899"/>
                </a:cubicBezTo>
                <a:cubicBezTo>
                  <a:pt x="706461" y="107991"/>
                  <a:pt x="704134" y="115858"/>
                  <a:pt x="699480" y="123504"/>
                </a:cubicBezTo>
                <a:cubicBezTo>
                  <a:pt x="693052" y="133921"/>
                  <a:pt x="684962" y="142342"/>
                  <a:pt x="675210" y="148770"/>
                </a:cubicBezTo>
                <a:cubicBezTo>
                  <a:pt x="665458" y="155087"/>
                  <a:pt x="654543" y="159908"/>
                  <a:pt x="642464" y="163233"/>
                </a:cubicBezTo>
                <a:cubicBezTo>
                  <a:pt x="634374" y="165448"/>
                  <a:pt x="623514" y="167111"/>
                  <a:pt x="609884" y="168219"/>
                </a:cubicBezTo>
                <a:moveTo>
                  <a:pt x="611380" y="159576"/>
                </a:moveTo>
                <a:cubicBezTo>
                  <a:pt x="621132" y="158134"/>
                  <a:pt x="628667" y="156195"/>
                  <a:pt x="633986" y="153759"/>
                </a:cubicBezTo>
                <a:cubicBezTo>
                  <a:pt x="639417" y="151209"/>
                  <a:pt x="644681" y="147220"/>
                  <a:pt x="649778" y="141789"/>
                </a:cubicBezTo>
                <a:cubicBezTo>
                  <a:pt x="654986" y="136249"/>
                  <a:pt x="659474" y="129322"/>
                  <a:pt x="663242" y="121012"/>
                </a:cubicBezTo>
                <a:cubicBezTo>
                  <a:pt x="667010" y="112588"/>
                  <a:pt x="668894" y="104720"/>
                  <a:pt x="668894" y="97407"/>
                </a:cubicBezTo>
                <a:cubicBezTo>
                  <a:pt x="668894" y="94303"/>
                  <a:pt x="668007" y="91867"/>
                  <a:pt x="666234" y="90093"/>
                </a:cubicBezTo>
                <a:cubicBezTo>
                  <a:pt x="664572" y="88321"/>
                  <a:pt x="662411" y="87433"/>
                  <a:pt x="659752" y="87433"/>
                </a:cubicBezTo>
                <a:cubicBezTo>
                  <a:pt x="654432" y="87433"/>
                  <a:pt x="648448" y="91146"/>
                  <a:pt x="641799" y="98571"/>
                </a:cubicBezTo>
                <a:cubicBezTo>
                  <a:pt x="629609" y="112091"/>
                  <a:pt x="619469" y="132425"/>
                  <a:pt x="611380" y="159576"/>
                </a:cubicBezTo>
                <a:moveTo>
                  <a:pt x="788577" y="76462"/>
                </a:moveTo>
                <a:lnTo>
                  <a:pt x="763476" y="169882"/>
                </a:lnTo>
                <a:cubicBezTo>
                  <a:pt x="784089" y="124336"/>
                  <a:pt x="799603" y="96299"/>
                  <a:pt x="810020" y="85772"/>
                </a:cubicBezTo>
                <a:cubicBezTo>
                  <a:pt x="816115" y="79565"/>
                  <a:pt x="822542" y="76462"/>
                  <a:pt x="829302" y="76462"/>
                </a:cubicBezTo>
                <a:cubicBezTo>
                  <a:pt x="833956" y="76462"/>
                  <a:pt x="837724" y="78180"/>
                  <a:pt x="840605" y="81615"/>
                </a:cubicBezTo>
                <a:cubicBezTo>
                  <a:pt x="843486" y="84940"/>
                  <a:pt x="844927" y="89704"/>
                  <a:pt x="844927" y="95910"/>
                </a:cubicBezTo>
                <a:cubicBezTo>
                  <a:pt x="844927" y="106660"/>
                  <a:pt x="842323" y="115691"/>
                  <a:pt x="837115" y="123005"/>
                </a:cubicBezTo>
                <a:cubicBezTo>
                  <a:pt x="833790" y="127661"/>
                  <a:pt x="830078" y="129986"/>
                  <a:pt x="825978" y="129986"/>
                </a:cubicBezTo>
                <a:cubicBezTo>
                  <a:pt x="821545" y="129986"/>
                  <a:pt x="818221" y="127936"/>
                  <a:pt x="816004" y="123837"/>
                </a:cubicBezTo>
                <a:cubicBezTo>
                  <a:pt x="813788" y="119737"/>
                  <a:pt x="812236" y="117355"/>
                  <a:pt x="811350" y="116690"/>
                </a:cubicBezTo>
                <a:cubicBezTo>
                  <a:pt x="810463" y="115912"/>
                  <a:pt x="809521" y="115526"/>
                  <a:pt x="808524" y="115526"/>
                </a:cubicBezTo>
                <a:cubicBezTo>
                  <a:pt x="807415" y="115526"/>
                  <a:pt x="806252" y="115858"/>
                  <a:pt x="805033" y="116523"/>
                </a:cubicBezTo>
                <a:cubicBezTo>
                  <a:pt x="802595" y="117852"/>
                  <a:pt x="799381" y="121122"/>
                  <a:pt x="795392" y="126329"/>
                </a:cubicBezTo>
                <a:cubicBezTo>
                  <a:pt x="791513" y="131429"/>
                  <a:pt x="786693" y="140017"/>
                  <a:pt x="780930" y="152095"/>
                </a:cubicBezTo>
                <a:cubicBezTo>
                  <a:pt x="775168" y="164176"/>
                  <a:pt x="770680" y="174425"/>
                  <a:pt x="767466" y="182846"/>
                </a:cubicBezTo>
                <a:cubicBezTo>
                  <a:pt x="764252" y="191159"/>
                  <a:pt x="759764" y="207062"/>
                  <a:pt x="754002" y="230553"/>
                </a:cubicBezTo>
                <a:lnTo>
                  <a:pt x="713775" y="230553"/>
                </a:lnTo>
                <a:lnTo>
                  <a:pt x="741202" y="120347"/>
                </a:lnTo>
                <a:cubicBezTo>
                  <a:pt x="743197" y="112145"/>
                  <a:pt x="744195" y="106716"/>
                  <a:pt x="744195" y="104056"/>
                </a:cubicBezTo>
                <a:cubicBezTo>
                  <a:pt x="744195" y="101064"/>
                  <a:pt x="743640" y="98738"/>
                  <a:pt x="742532" y="97074"/>
                </a:cubicBezTo>
                <a:cubicBezTo>
                  <a:pt x="741535" y="95414"/>
                  <a:pt x="740094" y="94193"/>
                  <a:pt x="738210" y="93418"/>
                </a:cubicBezTo>
                <a:cubicBezTo>
                  <a:pt x="736437" y="92642"/>
                  <a:pt x="732669" y="92254"/>
                  <a:pt x="726907" y="92254"/>
                </a:cubicBezTo>
                <a:lnTo>
                  <a:pt x="728403" y="87433"/>
                </a:lnTo>
                <a:lnTo>
                  <a:pt x="778603" y="76462"/>
                </a:lnTo>
                <a:lnTo>
                  <a:pt x="788577" y="76462"/>
                </a:lnTo>
                <a:moveTo>
                  <a:pt x="887481" y="235209"/>
                </a:moveTo>
                <a:lnTo>
                  <a:pt x="881497" y="235209"/>
                </a:lnTo>
                <a:cubicBezTo>
                  <a:pt x="881830" y="226121"/>
                  <a:pt x="881996" y="219250"/>
                  <a:pt x="881996" y="214597"/>
                </a:cubicBezTo>
                <a:cubicBezTo>
                  <a:pt x="881996" y="201962"/>
                  <a:pt x="880998" y="183735"/>
                  <a:pt x="879004" y="159908"/>
                </a:cubicBezTo>
                <a:cubicBezTo>
                  <a:pt x="877120" y="135971"/>
                  <a:pt x="874959" y="120015"/>
                  <a:pt x="872521" y="112034"/>
                </a:cubicBezTo>
                <a:cubicBezTo>
                  <a:pt x="870637" y="106163"/>
                  <a:pt x="868143" y="101895"/>
                  <a:pt x="865041" y="99235"/>
                </a:cubicBezTo>
                <a:cubicBezTo>
                  <a:pt x="862936" y="97463"/>
                  <a:pt x="860220" y="96575"/>
                  <a:pt x="856896" y="96575"/>
                </a:cubicBezTo>
                <a:cubicBezTo>
                  <a:pt x="855011" y="96575"/>
                  <a:pt x="852740" y="96796"/>
                  <a:pt x="850080" y="97242"/>
                </a:cubicBezTo>
                <a:lnTo>
                  <a:pt x="850080" y="91257"/>
                </a:lnTo>
                <a:lnTo>
                  <a:pt x="905434" y="76462"/>
                </a:lnTo>
                <a:cubicBezTo>
                  <a:pt x="916515" y="106716"/>
                  <a:pt x="921890" y="145446"/>
                  <a:pt x="921558" y="192656"/>
                </a:cubicBezTo>
                <a:cubicBezTo>
                  <a:pt x="937847" y="177139"/>
                  <a:pt x="949040" y="164562"/>
                  <a:pt x="955135" y="154920"/>
                </a:cubicBezTo>
                <a:cubicBezTo>
                  <a:pt x="961341" y="145281"/>
                  <a:pt x="964444" y="137246"/>
                  <a:pt x="964444" y="130818"/>
                </a:cubicBezTo>
                <a:cubicBezTo>
                  <a:pt x="964444" y="125722"/>
                  <a:pt x="962505" y="120569"/>
                  <a:pt x="958626" y="115359"/>
                </a:cubicBezTo>
                <a:cubicBezTo>
                  <a:pt x="954858" y="110041"/>
                  <a:pt x="952476" y="106273"/>
                  <a:pt x="951478" y="104056"/>
                </a:cubicBezTo>
                <a:cubicBezTo>
                  <a:pt x="950592" y="101839"/>
                  <a:pt x="950148" y="99403"/>
                  <a:pt x="950148" y="96742"/>
                </a:cubicBezTo>
                <a:cubicBezTo>
                  <a:pt x="950148" y="90979"/>
                  <a:pt x="952033" y="86158"/>
                  <a:pt x="955800" y="82279"/>
                </a:cubicBezTo>
                <a:cubicBezTo>
                  <a:pt x="959568" y="78401"/>
                  <a:pt x="964333" y="76462"/>
                  <a:pt x="970095" y="76462"/>
                </a:cubicBezTo>
                <a:cubicBezTo>
                  <a:pt x="976190" y="76462"/>
                  <a:pt x="980900" y="78401"/>
                  <a:pt x="984225" y="82279"/>
                </a:cubicBezTo>
                <a:cubicBezTo>
                  <a:pt x="988879" y="87711"/>
                  <a:pt x="991206" y="94139"/>
                  <a:pt x="991206" y="101563"/>
                </a:cubicBezTo>
                <a:cubicBezTo>
                  <a:pt x="991206" y="109209"/>
                  <a:pt x="989821" y="116744"/>
                  <a:pt x="987050" y="124169"/>
                </a:cubicBezTo>
                <a:cubicBezTo>
                  <a:pt x="984391" y="131482"/>
                  <a:pt x="979737" y="140182"/>
                  <a:pt x="973087" y="150267"/>
                </a:cubicBezTo>
                <a:cubicBezTo>
                  <a:pt x="966549" y="160241"/>
                  <a:pt x="959236" y="169329"/>
                  <a:pt x="951146" y="177528"/>
                </a:cubicBezTo>
                <a:cubicBezTo>
                  <a:pt x="936296" y="192599"/>
                  <a:pt x="915075" y="211826"/>
                  <a:pt x="887481" y="235209"/>
                </a:cubicBezTo>
                <a:moveTo>
                  <a:pt x="1068335" y="0"/>
                </a:moveTo>
                <a:cubicBezTo>
                  <a:pt x="1075206" y="0"/>
                  <a:pt x="1080968" y="2382"/>
                  <a:pt x="1085622" y="7146"/>
                </a:cubicBezTo>
                <a:cubicBezTo>
                  <a:pt x="1090388" y="11910"/>
                  <a:pt x="1092770" y="17674"/>
                  <a:pt x="1092770" y="24434"/>
                </a:cubicBezTo>
                <a:cubicBezTo>
                  <a:pt x="1092770" y="31194"/>
                  <a:pt x="1090388" y="36955"/>
                  <a:pt x="1085622" y="41722"/>
                </a:cubicBezTo>
                <a:cubicBezTo>
                  <a:pt x="1080858" y="46486"/>
                  <a:pt x="1075095" y="48868"/>
                  <a:pt x="1068335" y="48868"/>
                </a:cubicBezTo>
                <a:cubicBezTo>
                  <a:pt x="1061686" y="48868"/>
                  <a:pt x="1055979" y="46486"/>
                  <a:pt x="1051214" y="41722"/>
                </a:cubicBezTo>
                <a:cubicBezTo>
                  <a:pt x="1046449" y="36955"/>
                  <a:pt x="1044066" y="31194"/>
                  <a:pt x="1044066" y="24434"/>
                </a:cubicBezTo>
                <a:cubicBezTo>
                  <a:pt x="1044066" y="17674"/>
                  <a:pt x="1046394" y="11910"/>
                  <a:pt x="1051048" y="7146"/>
                </a:cubicBezTo>
                <a:cubicBezTo>
                  <a:pt x="1055812" y="2382"/>
                  <a:pt x="1061575" y="0"/>
                  <a:pt x="1068335" y="0"/>
                </a:cubicBezTo>
                <a:moveTo>
                  <a:pt x="1078641" y="76462"/>
                </a:moveTo>
                <a:lnTo>
                  <a:pt x="1044565" y="194649"/>
                </a:lnTo>
                <a:cubicBezTo>
                  <a:pt x="1042681" y="201409"/>
                  <a:pt x="1041739" y="205841"/>
                  <a:pt x="1041739" y="207947"/>
                </a:cubicBezTo>
                <a:cubicBezTo>
                  <a:pt x="1041739" y="209165"/>
                  <a:pt x="1042238" y="210329"/>
                  <a:pt x="1043235" y="211440"/>
                </a:cubicBezTo>
                <a:cubicBezTo>
                  <a:pt x="1044232" y="212436"/>
                  <a:pt x="1045286" y="212933"/>
                  <a:pt x="1046394" y="212933"/>
                </a:cubicBezTo>
                <a:cubicBezTo>
                  <a:pt x="1048277" y="212933"/>
                  <a:pt x="1050161" y="212104"/>
                  <a:pt x="1052045" y="210440"/>
                </a:cubicBezTo>
                <a:cubicBezTo>
                  <a:pt x="1057032" y="206340"/>
                  <a:pt x="1063016" y="198916"/>
                  <a:pt x="1069998" y="188167"/>
                </a:cubicBezTo>
                <a:lnTo>
                  <a:pt x="1075649" y="191491"/>
                </a:lnTo>
                <a:cubicBezTo>
                  <a:pt x="1058916" y="220636"/>
                  <a:pt x="1041130" y="235209"/>
                  <a:pt x="1022290" y="235209"/>
                </a:cubicBezTo>
                <a:cubicBezTo>
                  <a:pt x="1015087" y="235209"/>
                  <a:pt x="1009325" y="233213"/>
                  <a:pt x="1005003" y="229224"/>
                </a:cubicBezTo>
                <a:cubicBezTo>
                  <a:pt x="1000792" y="225124"/>
                  <a:pt x="998687" y="219971"/>
                  <a:pt x="998687" y="213765"/>
                </a:cubicBezTo>
                <a:cubicBezTo>
                  <a:pt x="998687" y="209665"/>
                  <a:pt x="999629" y="204458"/>
                  <a:pt x="1001512" y="198141"/>
                </a:cubicBezTo>
                <a:lnTo>
                  <a:pt x="1024618" y="118683"/>
                </a:lnTo>
                <a:cubicBezTo>
                  <a:pt x="1026834" y="111038"/>
                  <a:pt x="1027942" y="105274"/>
                  <a:pt x="1027942" y="101396"/>
                </a:cubicBezTo>
                <a:cubicBezTo>
                  <a:pt x="1027942" y="98960"/>
                  <a:pt x="1026890" y="96796"/>
                  <a:pt x="1024784" y="94914"/>
                </a:cubicBezTo>
                <a:cubicBezTo>
                  <a:pt x="1022679" y="93029"/>
                  <a:pt x="1019797" y="92089"/>
                  <a:pt x="1016141" y="92089"/>
                </a:cubicBezTo>
                <a:cubicBezTo>
                  <a:pt x="1014478" y="92089"/>
                  <a:pt x="1012483" y="92143"/>
                  <a:pt x="1010156" y="92254"/>
                </a:cubicBezTo>
                <a:lnTo>
                  <a:pt x="1012317" y="85604"/>
                </a:lnTo>
                <a:lnTo>
                  <a:pt x="1068668" y="76462"/>
                </a:lnTo>
                <a:lnTo>
                  <a:pt x="1078641" y="76462"/>
                </a:lnTo>
                <a:moveTo>
                  <a:pt x="1213284" y="76462"/>
                </a:moveTo>
                <a:lnTo>
                  <a:pt x="1205970" y="127826"/>
                </a:lnTo>
                <a:lnTo>
                  <a:pt x="1199820" y="127826"/>
                </a:lnTo>
                <a:cubicBezTo>
                  <a:pt x="1198934" y="114530"/>
                  <a:pt x="1194833" y="104056"/>
                  <a:pt x="1187519" y="96410"/>
                </a:cubicBezTo>
                <a:cubicBezTo>
                  <a:pt x="1180316" y="88764"/>
                  <a:pt x="1172559" y="84940"/>
                  <a:pt x="1164248" y="84940"/>
                </a:cubicBezTo>
                <a:cubicBezTo>
                  <a:pt x="1159150" y="84940"/>
                  <a:pt x="1154939" y="86436"/>
                  <a:pt x="1151614" y="89429"/>
                </a:cubicBezTo>
                <a:cubicBezTo>
                  <a:pt x="1148290" y="92421"/>
                  <a:pt x="1146628" y="96021"/>
                  <a:pt x="1146628" y="100232"/>
                </a:cubicBezTo>
                <a:cubicBezTo>
                  <a:pt x="1146628" y="103778"/>
                  <a:pt x="1147348" y="107102"/>
                  <a:pt x="1148789" y="110206"/>
                </a:cubicBezTo>
                <a:cubicBezTo>
                  <a:pt x="1150229" y="113309"/>
                  <a:pt x="1153443" y="117519"/>
                  <a:pt x="1158430" y="122840"/>
                </a:cubicBezTo>
                <a:cubicBezTo>
                  <a:pt x="1175939" y="141678"/>
                  <a:pt x="1186577" y="154645"/>
                  <a:pt x="1190345" y="161737"/>
                </a:cubicBezTo>
                <a:cubicBezTo>
                  <a:pt x="1194113" y="168829"/>
                  <a:pt x="1195997" y="176421"/>
                  <a:pt x="1195997" y="184510"/>
                </a:cubicBezTo>
                <a:cubicBezTo>
                  <a:pt x="1195997" y="193263"/>
                  <a:pt x="1193780" y="201576"/>
                  <a:pt x="1189348" y="209444"/>
                </a:cubicBezTo>
                <a:cubicBezTo>
                  <a:pt x="1184915" y="217200"/>
                  <a:pt x="1178266" y="223461"/>
                  <a:pt x="1169401" y="228228"/>
                </a:cubicBezTo>
                <a:cubicBezTo>
                  <a:pt x="1160646" y="232881"/>
                  <a:pt x="1151504" y="235209"/>
                  <a:pt x="1141973" y="235209"/>
                </a:cubicBezTo>
                <a:cubicBezTo>
                  <a:pt x="1135546" y="235209"/>
                  <a:pt x="1127622" y="233934"/>
                  <a:pt x="1118203" y="231385"/>
                </a:cubicBezTo>
                <a:cubicBezTo>
                  <a:pt x="1111997" y="229613"/>
                  <a:pt x="1107343" y="228724"/>
                  <a:pt x="1104240" y="228724"/>
                </a:cubicBezTo>
                <a:cubicBezTo>
                  <a:pt x="1101469" y="228724"/>
                  <a:pt x="1099309" y="229170"/>
                  <a:pt x="1097757" y="230056"/>
                </a:cubicBezTo>
                <a:cubicBezTo>
                  <a:pt x="1096206" y="230831"/>
                  <a:pt x="1094488" y="232549"/>
                  <a:pt x="1092604" y="235209"/>
                </a:cubicBezTo>
                <a:lnTo>
                  <a:pt x="1086454" y="235209"/>
                </a:lnTo>
                <a:lnTo>
                  <a:pt x="1094599" y="179856"/>
                </a:lnTo>
                <a:lnTo>
                  <a:pt x="1099918" y="179856"/>
                </a:lnTo>
                <a:cubicBezTo>
                  <a:pt x="1103797" y="193263"/>
                  <a:pt x="1107398" y="202851"/>
                  <a:pt x="1110723" y="208612"/>
                </a:cubicBezTo>
                <a:cubicBezTo>
                  <a:pt x="1114158" y="214265"/>
                  <a:pt x="1118702" y="218807"/>
                  <a:pt x="1124353" y="222243"/>
                </a:cubicBezTo>
                <a:cubicBezTo>
                  <a:pt x="1130005" y="225567"/>
                  <a:pt x="1135435" y="227231"/>
                  <a:pt x="1140644" y="227231"/>
                </a:cubicBezTo>
                <a:cubicBezTo>
                  <a:pt x="1146739" y="227231"/>
                  <a:pt x="1151781" y="225346"/>
                  <a:pt x="1155770" y="221578"/>
                </a:cubicBezTo>
                <a:cubicBezTo>
                  <a:pt x="1159760" y="217700"/>
                  <a:pt x="1161754" y="213100"/>
                  <a:pt x="1161754" y="207783"/>
                </a:cubicBezTo>
                <a:cubicBezTo>
                  <a:pt x="1161754" y="202573"/>
                  <a:pt x="1160424" y="197530"/>
                  <a:pt x="1157765" y="192656"/>
                </a:cubicBezTo>
                <a:cubicBezTo>
                  <a:pt x="1155216" y="187778"/>
                  <a:pt x="1149232" y="180189"/>
                  <a:pt x="1139813" y="169882"/>
                </a:cubicBezTo>
                <a:cubicBezTo>
                  <a:pt x="1126847" y="155809"/>
                  <a:pt x="1118314" y="144949"/>
                  <a:pt x="1114214" y="137300"/>
                </a:cubicBezTo>
                <a:cubicBezTo>
                  <a:pt x="1111333" y="131761"/>
                  <a:pt x="1109892" y="125444"/>
                  <a:pt x="1109892" y="118351"/>
                </a:cubicBezTo>
                <a:cubicBezTo>
                  <a:pt x="1109892" y="106384"/>
                  <a:pt x="1114214" y="96410"/>
                  <a:pt x="1122858" y="88432"/>
                </a:cubicBezTo>
                <a:cubicBezTo>
                  <a:pt x="1131612" y="80451"/>
                  <a:pt x="1143857" y="76462"/>
                  <a:pt x="1159593" y="76462"/>
                </a:cubicBezTo>
                <a:cubicBezTo>
                  <a:pt x="1166464" y="76462"/>
                  <a:pt x="1174886" y="77683"/>
                  <a:pt x="1184860" y="80119"/>
                </a:cubicBezTo>
                <a:cubicBezTo>
                  <a:pt x="1189847" y="81340"/>
                  <a:pt x="1193836" y="81947"/>
                  <a:pt x="1196828" y="81947"/>
                </a:cubicBezTo>
                <a:cubicBezTo>
                  <a:pt x="1201150" y="81947"/>
                  <a:pt x="1204641" y="80119"/>
                  <a:pt x="1207301" y="76462"/>
                </a:cubicBezTo>
                <a:lnTo>
                  <a:pt x="1213284" y="76462"/>
                </a:lnTo>
                <a:moveTo>
                  <a:pt x="1272461" y="168219"/>
                </a:moveTo>
                <a:cubicBezTo>
                  <a:pt x="1271464" y="175422"/>
                  <a:pt x="1270965" y="181353"/>
                  <a:pt x="1270965" y="186006"/>
                </a:cubicBezTo>
                <a:cubicBezTo>
                  <a:pt x="1270965" y="194316"/>
                  <a:pt x="1273348" y="200966"/>
                  <a:pt x="1278113" y="205951"/>
                </a:cubicBezTo>
                <a:cubicBezTo>
                  <a:pt x="1282989" y="210940"/>
                  <a:pt x="1289471" y="213433"/>
                  <a:pt x="1297561" y="213433"/>
                </a:cubicBezTo>
                <a:cubicBezTo>
                  <a:pt x="1305318" y="213433"/>
                  <a:pt x="1313076" y="211550"/>
                  <a:pt x="1320833" y="207783"/>
                </a:cubicBezTo>
                <a:cubicBezTo>
                  <a:pt x="1328700" y="204012"/>
                  <a:pt x="1337788" y="197420"/>
                  <a:pt x="1348093" y="187999"/>
                </a:cubicBezTo>
                <a:lnTo>
                  <a:pt x="1353080" y="192488"/>
                </a:lnTo>
                <a:cubicBezTo>
                  <a:pt x="1340337" y="207893"/>
                  <a:pt x="1327925" y="218864"/>
                  <a:pt x="1315846" y="225403"/>
                </a:cubicBezTo>
                <a:cubicBezTo>
                  <a:pt x="1303767" y="231938"/>
                  <a:pt x="1290413" y="235209"/>
                  <a:pt x="1275785" y="235209"/>
                </a:cubicBezTo>
                <a:cubicBezTo>
                  <a:pt x="1257279" y="235209"/>
                  <a:pt x="1244480" y="230777"/>
                  <a:pt x="1237387" y="221910"/>
                </a:cubicBezTo>
                <a:cubicBezTo>
                  <a:pt x="1230295" y="213044"/>
                  <a:pt x="1226749" y="202794"/>
                  <a:pt x="1226749" y="191159"/>
                </a:cubicBezTo>
                <a:cubicBezTo>
                  <a:pt x="1226749" y="172986"/>
                  <a:pt x="1232013" y="154809"/>
                  <a:pt x="1242540" y="136636"/>
                </a:cubicBezTo>
                <a:cubicBezTo>
                  <a:pt x="1253179" y="118462"/>
                  <a:pt x="1267585" y="103891"/>
                  <a:pt x="1285759" y="92918"/>
                </a:cubicBezTo>
                <a:cubicBezTo>
                  <a:pt x="1304044" y="81947"/>
                  <a:pt x="1322384" y="76462"/>
                  <a:pt x="1340780" y="76462"/>
                </a:cubicBezTo>
                <a:cubicBezTo>
                  <a:pt x="1350089" y="76462"/>
                  <a:pt x="1357126" y="78679"/>
                  <a:pt x="1361890" y="83111"/>
                </a:cubicBezTo>
                <a:cubicBezTo>
                  <a:pt x="1366656" y="87543"/>
                  <a:pt x="1369038" y="93139"/>
                  <a:pt x="1369038" y="99899"/>
                </a:cubicBezTo>
                <a:cubicBezTo>
                  <a:pt x="1369038" y="107991"/>
                  <a:pt x="1366711" y="115858"/>
                  <a:pt x="1362057" y="123504"/>
                </a:cubicBezTo>
                <a:cubicBezTo>
                  <a:pt x="1355629" y="133921"/>
                  <a:pt x="1347540" y="142342"/>
                  <a:pt x="1337788" y="148770"/>
                </a:cubicBezTo>
                <a:cubicBezTo>
                  <a:pt x="1328036" y="155087"/>
                  <a:pt x="1317120" y="159908"/>
                  <a:pt x="1305042" y="163233"/>
                </a:cubicBezTo>
                <a:cubicBezTo>
                  <a:pt x="1296951" y="165448"/>
                  <a:pt x="1286091" y="167111"/>
                  <a:pt x="1272461" y="168219"/>
                </a:cubicBezTo>
                <a:moveTo>
                  <a:pt x="1273957" y="159576"/>
                </a:moveTo>
                <a:cubicBezTo>
                  <a:pt x="1283709" y="158134"/>
                  <a:pt x="1291245" y="156195"/>
                  <a:pt x="1296564" y="153759"/>
                </a:cubicBezTo>
                <a:cubicBezTo>
                  <a:pt x="1301994" y="151209"/>
                  <a:pt x="1307258" y="147220"/>
                  <a:pt x="1312355" y="141789"/>
                </a:cubicBezTo>
                <a:cubicBezTo>
                  <a:pt x="1317564" y="136249"/>
                  <a:pt x="1322052" y="129322"/>
                  <a:pt x="1325819" y="121012"/>
                </a:cubicBezTo>
                <a:cubicBezTo>
                  <a:pt x="1329587" y="112588"/>
                  <a:pt x="1331471" y="104720"/>
                  <a:pt x="1331471" y="97407"/>
                </a:cubicBezTo>
                <a:cubicBezTo>
                  <a:pt x="1331471" y="94303"/>
                  <a:pt x="1330584" y="91867"/>
                  <a:pt x="1328812" y="90093"/>
                </a:cubicBezTo>
                <a:cubicBezTo>
                  <a:pt x="1327150" y="88321"/>
                  <a:pt x="1324988" y="87433"/>
                  <a:pt x="1322329" y="87433"/>
                </a:cubicBezTo>
                <a:cubicBezTo>
                  <a:pt x="1317009" y="87433"/>
                  <a:pt x="1311025" y="91146"/>
                  <a:pt x="1304376" y="98571"/>
                </a:cubicBezTo>
                <a:cubicBezTo>
                  <a:pt x="1292186" y="112091"/>
                  <a:pt x="1282046" y="132425"/>
                  <a:pt x="1273957" y="15957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6">
            <a:extLst xmlns:a="http://schemas.openxmlformats.org/drawingml/2006/main">
              <a:ext uri="{FF2B5EF4-FFF2-40B4-BE49-F238E27FC236}">
                <a16:creationId xmlns:a16="http://schemas.microsoft.com/office/drawing/2014/main" id="{88749AD9-0BC1-46BF-A966-BE3A5112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689" y="3434991"/>
            <a:ext cx="357919" cy="321111"/>
          </a:xfrm>
          <a:custGeom xmlns:a="http://schemas.openxmlformats.org/drawingml/2006/main">
            <a:pathLst>
              <a:path w="263468" h="236373">
                <a:moveTo>
                  <a:pt x="49369" y="0"/>
                </a:moveTo>
                <a:cubicBezTo>
                  <a:pt x="54023" y="0"/>
                  <a:pt x="57957" y="1661"/>
                  <a:pt x="61171" y="4986"/>
                </a:cubicBezTo>
                <a:cubicBezTo>
                  <a:pt x="64496" y="8200"/>
                  <a:pt x="66158" y="12135"/>
                  <a:pt x="66158" y="16788"/>
                </a:cubicBezTo>
                <a:cubicBezTo>
                  <a:pt x="66158" y="21441"/>
                  <a:pt x="64496" y="25433"/>
                  <a:pt x="61171" y="28758"/>
                </a:cubicBezTo>
                <a:cubicBezTo>
                  <a:pt x="57957" y="32080"/>
                  <a:pt x="54023" y="33744"/>
                  <a:pt x="49369" y="33744"/>
                </a:cubicBezTo>
                <a:cubicBezTo>
                  <a:pt x="44715" y="33744"/>
                  <a:pt x="40725" y="32080"/>
                  <a:pt x="37401" y="28758"/>
                </a:cubicBezTo>
                <a:cubicBezTo>
                  <a:pt x="34076" y="25433"/>
                  <a:pt x="32414" y="21441"/>
                  <a:pt x="32414" y="16788"/>
                </a:cubicBezTo>
                <a:cubicBezTo>
                  <a:pt x="32414" y="12135"/>
                  <a:pt x="34020" y="8200"/>
                  <a:pt x="37234" y="4986"/>
                </a:cubicBezTo>
                <a:cubicBezTo>
                  <a:pt x="40559" y="1661"/>
                  <a:pt x="44604" y="0"/>
                  <a:pt x="49369" y="0"/>
                </a:cubicBezTo>
                <a:moveTo>
                  <a:pt x="63165" y="79622"/>
                </a:moveTo>
                <a:lnTo>
                  <a:pt x="63165" y="201965"/>
                </a:lnTo>
                <a:cubicBezTo>
                  <a:pt x="63165" y="211493"/>
                  <a:pt x="63830" y="217867"/>
                  <a:pt x="65161" y="221081"/>
                </a:cubicBezTo>
                <a:cubicBezTo>
                  <a:pt x="66601" y="224185"/>
                  <a:pt x="68651" y="226510"/>
                  <a:pt x="71311" y="228063"/>
                </a:cubicBezTo>
                <a:cubicBezTo>
                  <a:pt x="74081" y="229613"/>
                  <a:pt x="79068" y="230388"/>
                  <a:pt x="86271" y="230388"/>
                </a:cubicBezTo>
                <a:lnTo>
                  <a:pt x="86271" y="236373"/>
                </a:lnTo>
                <a:lnTo>
                  <a:pt x="12301" y="236373"/>
                </a:lnTo>
                <a:lnTo>
                  <a:pt x="12301" y="230388"/>
                </a:lnTo>
                <a:cubicBezTo>
                  <a:pt x="19725" y="230388"/>
                  <a:pt x="24712" y="229670"/>
                  <a:pt x="27261" y="228228"/>
                </a:cubicBezTo>
                <a:cubicBezTo>
                  <a:pt x="29809" y="226788"/>
                  <a:pt x="31805" y="224406"/>
                  <a:pt x="33245" y="221081"/>
                </a:cubicBezTo>
                <a:cubicBezTo>
                  <a:pt x="34796" y="217757"/>
                  <a:pt x="35572" y="211383"/>
                  <a:pt x="35572" y="201965"/>
                </a:cubicBezTo>
                <a:lnTo>
                  <a:pt x="35572" y="143288"/>
                </a:lnTo>
                <a:cubicBezTo>
                  <a:pt x="35572" y="126775"/>
                  <a:pt x="35073" y="116080"/>
                  <a:pt x="34076" y="111205"/>
                </a:cubicBezTo>
                <a:cubicBezTo>
                  <a:pt x="33300" y="107659"/>
                  <a:pt x="32081" y="105220"/>
                  <a:pt x="30419" y="103891"/>
                </a:cubicBezTo>
                <a:cubicBezTo>
                  <a:pt x="28757" y="102449"/>
                  <a:pt x="26485" y="101731"/>
                  <a:pt x="23604" y="101731"/>
                </a:cubicBezTo>
                <a:cubicBezTo>
                  <a:pt x="20501" y="101731"/>
                  <a:pt x="16733" y="102560"/>
                  <a:pt x="12301" y="104224"/>
                </a:cubicBezTo>
                <a:lnTo>
                  <a:pt x="9973" y="98239"/>
                </a:lnTo>
                <a:lnTo>
                  <a:pt x="55852" y="79622"/>
                </a:lnTo>
                <a:lnTo>
                  <a:pt x="63165" y="79622"/>
                </a:lnTo>
                <a:moveTo>
                  <a:pt x="149770" y="111869"/>
                </a:moveTo>
                <a:cubicBezTo>
                  <a:pt x="167611" y="90371"/>
                  <a:pt x="184621" y="79622"/>
                  <a:pt x="200801" y="79622"/>
                </a:cubicBezTo>
                <a:cubicBezTo>
                  <a:pt x="209112" y="79622"/>
                  <a:pt x="216260" y="81729"/>
                  <a:pt x="222244" y="85939"/>
                </a:cubicBezTo>
                <a:cubicBezTo>
                  <a:pt x="228228" y="90039"/>
                  <a:pt x="232993" y="96853"/>
                  <a:pt x="236539" y="106384"/>
                </a:cubicBezTo>
                <a:cubicBezTo>
                  <a:pt x="238977" y="113033"/>
                  <a:pt x="240197" y="123229"/>
                  <a:pt x="240197" y="136971"/>
                </a:cubicBezTo>
                <a:lnTo>
                  <a:pt x="240197" y="201965"/>
                </a:lnTo>
                <a:cubicBezTo>
                  <a:pt x="240197" y="211604"/>
                  <a:pt x="240972" y="218143"/>
                  <a:pt x="242524" y="221578"/>
                </a:cubicBezTo>
                <a:cubicBezTo>
                  <a:pt x="243743" y="224349"/>
                  <a:pt x="245682" y="226510"/>
                  <a:pt x="248342" y="228063"/>
                </a:cubicBezTo>
                <a:cubicBezTo>
                  <a:pt x="251112" y="229613"/>
                  <a:pt x="256155" y="230388"/>
                  <a:pt x="263468" y="230388"/>
                </a:cubicBezTo>
                <a:lnTo>
                  <a:pt x="263468" y="236373"/>
                </a:lnTo>
                <a:lnTo>
                  <a:pt x="188167" y="236373"/>
                </a:lnTo>
                <a:lnTo>
                  <a:pt x="188167" y="230388"/>
                </a:lnTo>
                <a:lnTo>
                  <a:pt x="191326" y="230388"/>
                </a:lnTo>
                <a:cubicBezTo>
                  <a:pt x="198418" y="230388"/>
                  <a:pt x="203350" y="229335"/>
                  <a:pt x="206120" y="227231"/>
                </a:cubicBezTo>
                <a:cubicBezTo>
                  <a:pt x="209001" y="225014"/>
                  <a:pt x="210996" y="221800"/>
                  <a:pt x="212105" y="217589"/>
                </a:cubicBezTo>
                <a:cubicBezTo>
                  <a:pt x="212548" y="215928"/>
                  <a:pt x="212769" y="210718"/>
                  <a:pt x="212769" y="201965"/>
                </a:cubicBezTo>
                <a:lnTo>
                  <a:pt x="212769" y="139631"/>
                </a:lnTo>
                <a:cubicBezTo>
                  <a:pt x="212769" y="125779"/>
                  <a:pt x="210941" y="115748"/>
                  <a:pt x="207284" y="109541"/>
                </a:cubicBezTo>
                <a:cubicBezTo>
                  <a:pt x="203738" y="103227"/>
                  <a:pt x="197698" y="100067"/>
                  <a:pt x="189165" y="100067"/>
                </a:cubicBezTo>
                <a:cubicBezTo>
                  <a:pt x="175977" y="100067"/>
                  <a:pt x="162846" y="107270"/>
                  <a:pt x="149770" y="121676"/>
                </a:cubicBezTo>
                <a:lnTo>
                  <a:pt x="149770" y="201965"/>
                </a:lnTo>
                <a:cubicBezTo>
                  <a:pt x="149770" y="212271"/>
                  <a:pt x="150379" y="218643"/>
                  <a:pt x="151598" y="221081"/>
                </a:cubicBezTo>
                <a:cubicBezTo>
                  <a:pt x="153149" y="224295"/>
                  <a:pt x="155255" y="226677"/>
                  <a:pt x="157915" y="228228"/>
                </a:cubicBezTo>
                <a:cubicBezTo>
                  <a:pt x="160685" y="229670"/>
                  <a:pt x="166226" y="230388"/>
                  <a:pt x="174537" y="230388"/>
                </a:cubicBezTo>
                <a:lnTo>
                  <a:pt x="174537" y="236373"/>
                </a:lnTo>
                <a:lnTo>
                  <a:pt x="99236" y="236373"/>
                </a:lnTo>
                <a:lnTo>
                  <a:pt x="99236" y="230388"/>
                </a:lnTo>
                <a:lnTo>
                  <a:pt x="102561" y="230388"/>
                </a:lnTo>
                <a:cubicBezTo>
                  <a:pt x="110319" y="230388"/>
                  <a:pt x="115527" y="228449"/>
                  <a:pt x="118187" y="224571"/>
                </a:cubicBezTo>
                <a:cubicBezTo>
                  <a:pt x="120957" y="220582"/>
                  <a:pt x="122342" y="213047"/>
                  <a:pt x="122342" y="201965"/>
                </a:cubicBezTo>
                <a:lnTo>
                  <a:pt x="122342" y="145448"/>
                </a:lnTo>
                <a:cubicBezTo>
                  <a:pt x="122342" y="127161"/>
                  <a:pt x="121899" y="116026"/>
                  <a:pt x="121012" y="112037"/>
                </a:cubicBezTo>
                <a:cubicBezTo>
                  <a:pt x="120237" y="108048"/>
                  <a:pt x="118962" y="105331"/>
                  <a:pt x="117189" y="103891"/>
                </a:cubicBezTo>
                <a:cubicBezTo>
                  <a:pt x="115527" y="102449"/>
                  <a:pt x="113255" y="101731"/>
                  <a:pt x="110374" y="101731"/>
                </a:cubicBezTo>
                <a:cubicBezTo>
                  <a:pt x="107271" y="101731"/>
                  <a:pt x="103558" y="102560"/>
                  <a:pt x="99236" y="104224"/>
                </a:cubicBezTo>
                <a:lnTo>
                  <a:pt x="96743" y="98239"/>
                </a:lnTo>
                <a:lnTo>
                  <a:pt x="142621" y="79622"/>
                </a:lnTo>
                <a:lnTo>
                  <a:pt x="149770" y="79622"/>
                </a:lnTo>
                <a:lnTo>
                  <a:pt x="149770" y="1118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8">
            <a:extLst xmlns:a="http://schemas.openxmlformats.org/drawingml/2006/main">
              <a:ext uri="{FF2B5EF4-FFF2-40B4-BE49-F238E27FC236}">
                <a16:creationId xmlns:a16="http://schemas.microsoft.com/office/drawing/2014/main" id="{725C2251-FBB0-4B6D-8C40-635FE6CE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646" y="3434991"/>
            <a:ext cx="2530275" cy="420922"/>
          </a:xfrm>
          <a:custGeom xmlns:a="http://schemas.openxmlformats.org/drawingml/2006/main">
            <a:pathLst>
              <a:path w="1862563" h="309846">
                <a:moveTo>
                  <a:pt x="156086" y="5817"/>
                </a:moveTo>
                <a:lnTo>
                  <a:pt x="156086" y="83779"/>
                </a:lnTo>
                <a:lnTo>
                  <a:pt x="149936" y="83779"/>
                </a:lnTo>
                <a:cubicBezTo>
                  <a:pt x="147941" y="68819"/>
                  <a:pt x="144340" y="56906"/>
                  <a:pt x="139131" y="48039"/>
                </a:cubicBezTo>
                <a:cubicBezTo>
                  <a:pt x="134034" y="39175"/>
                  <a:pt x="126720" y="32137"/>
                  <a:pt x="117189" y="26930"/>
                </a:cubicBezTo>
                <a:cubicBezTo>
                  <a:pt x="107659" y="21720"/>
                  <a:pt x="97796" y="19116"/>
                  <a:pt x="87601" y="19116"/>
                </a:cubicBezTo>
                <a:cubicBezTo>
                  <a:pt x="76076" y="19116"/>
                  <a:pt x="66545" y="22662"/>
                  <a:pt x="59010" y="29755"/>
                </a:cubicBezTo>
                <a:cubicBezTo>
                  <a:pt x="51474" y="36736"/>
                  <a:pt x="47707" y="44714"/>
                  <a:pt x="47707" y="53692"/>
                </a:cubicBezTo>
                <a:cubicBezTo>
                  <a:pt x="47707" y="60563"/>
                  <a:pt x="50090" y="66823"/>
                  <a:pt x="54854" y="72476"/>
                </a:cubicBezTo>
                <a:cubicBezTo>
                  <a:pt x="61725" y="80786"/>
                  <a:pt x="78070" y="91867"/>
                  <a:pt x="103891" y="105720"/>
                </a:cubicBezTo>
                <a:cubicBezTo>
                  <a:pt x="124947" y="117023"/>
                  <a:pt x="139297" y="125722"/>
                  <a:pt x="146944" y="131818"/>
                </a:cubicBezTo>
                <a:cubicBezTo>
                  <a:pt x="154701" y="137803"/>
                  <a:pt x="160630" y="144895"/>
                  <a:pt x="164730" y="153094"/>
                </a:cubicBezTo>
                <a:cubicBezTo>
                  <a:pt x="168941" y="161294"/>
                  <a:pt x="171046" y="169882"/>
                  <a:pt x="171046" y="178860"/>
                </a:cubicBezTo>
                <a:cubicBezTo>
                  <a:pt x="171046" y="195926"/>
                  <a:pt x="164397" y="210664"/>
                  <a:pt x="151099" y="223074"/>
                </a:cubicBezTo>
                <a:cubicBezTo>
                  <a:pt x="137912" y="235377"/>
                  <a:pt x="120902" y="241526"/>
                  <a:pt x="100068" y="241526"/>
                </a:cubicBezTo>
                <a:cubicBezTo>
                  <a:pt x="93530" y="241526"/>
                  <a:pt x="87379" y="241027"/>
                  <a:pt x="81617" y="240030"/>
                </a:cubicBezTo>
                <a:cubicBezTo>
                  <a:pt x="78181" y="239476"/>
                  <a:pt x="71033" y="237481"/>
                  <a:pt x="60174" y="234045"/>
                </a:cubicBezTo>
                <a:cubicBezTo>
                  <a:pt x="49424" y="230499"/>
                  <a:pt x="42609" y="228727"/>
                  <a:pt x="39728" y="228727"/>
                </a:cubicBezTo>
                <a:cubicBezTo>
                  <a:pt x="36958" y="228727"/>
                  <a:pt x="34741" y="229559"/>
                  <a:pt x="33079" y="231220"/>
                </a:cubicBezTo>
                <a:cubicBezTo>
                  <a:pt x="31527" y="232884"/>
                  <a:pt x="30364" y="236319"/>
                  <a:pt x="29588" y="241526"/>
                </a:cubicBezTo>
                <a:lnTo>
                  <a:pt x="23437" y="241526"/>
                </a:lnTo>
                <a:lnTo>
                  <a:pt x="23437" y="164232"/>
                </a:lnTo>
                <a:lnTo>
                  <a:pt x="29588" y="164232"/>
                </a:lnTo>
                <a:cubicBezTo>
                  <a:pt x="32470" y="180410"/>
                  <a:pt x="36348" y="192545"/>
                  <a:pt x="41223" y="200634"/>
                </a:cubicBezTo>
                <a:cubicBezTo>
                  <a:pt x="46100" y="208615"/>
                  <a:pt x="53524" y="215264"/>
                  <a:pt x="63498" y="220582"/>
                </a:cubicBezTo>
                <a:cubicBezTo>
                  <a:pt x="73582" y="225902"/>
                  <a:pt x="84609" y="228560"/>
                  <a:pt x="96577" y="228560"/>
                </a:cubicBezTo>
                <a:cubicBezTo>
                  <a:pt x="110429" y="228560"/>
                  <a:pt x="121344" y="224903"/>
                  <a:pt x="129324" y="217589"/>
                </a:cubicBezTo>
                <a:cubicBezTo>
                  <a:pt x="137414" y="210275"/>
                  <a:pt x="141458" y="201633"/>
                  <a:pt x="141458" y="191659"/>
                </a:cubicBezTo>
                <a:cubicBezTo>
                  <a:pt x="141458" y="186117"/>
                  <a:pt x="139907" y="180521"/>
                  <a:pt x="136804" y="174871"/>
                </a:cubicBezTo>
                <a:cubicBezTo>
                  <a:pt x="133812" y="169218"/>
                  <a:pt x="129102" y="163954"/>
                  <a:pt x="122675" y="159079"/>
                </a:cubicBezTo>
                <a:cubicBezTo>
                  <a:pt x="118353" y="155755"/>
                  <a:pt x="106551" y="148716"/>
                  <a:pt x="87269" y="137967"/>
                </a:cubicBezTo>
                <a:cubicBezTo>
                  <a:pt x="67986" y="127107"/>
                  <a:pt x="54245" y="118465"/>
                  <a:pt x="46044" y="112037"/>
                </a:cubicBezTo>
                <a:cubicBezTo>
                  <a:pt x="37955" y="105609"/>
                  <a:pt x="31805" y="98517"/>
                  <a:pt x="27593" y="90760"/>
                </a:cubicBezTo>
                <a:cubicBezTo>
                  <a:pt x="23382" y="83003"/>
                  <a:pt x="21277" y="74469"/>
                  <a:pt x="21277" y="65162"/>
                </a:cubicBezTo>
                <a:cubicBezTo>
                  <a:pt x="21277" y="48982"/>
                  <a:pt x="27483" y="35072"/>
                  <a:pt x="39894" y="23437"/>
                </a:cubicBezTo>
                <a:cubicBezTo>
                  <a:pt x="52306" y="11692"/>
                  <a:pt x="68097" y="5817"/>
                  <a:pt x="87269" y="5817"/>
                </a:cubicBezTo>
                <a:cubicBezTo>
                  <a:pt x="99236" y="5817"/>
                  <a:pt x="111926" y="8756"/>
                  <a:pt x="125334" y="14627"/>
                </a:cubicBezTo>
                <a:cubicBezTo>
                  <a:pt x="131540" y="17399"/>
                  <a:pt x="135917" y="18784"/>
                  <a:pt x="138466" y="18784"/>
                </a:cubicBezTo>
                <a:cubicBezTo>
                  <a:pt x="141347" y="18784"/>
                  <a:pt x="143675" y="17952"/>
                  <a:pt x="145448" y="16291"/>
                </a:cubicBezTo>
                <a:cubicBezTo>
                  <a:pt x="147332" y="14517"/>
                  <a:pt x="148828" y="11027"/>
                  <a:pt x="149936" y="5817"/>
                </a:cubicBezTo>
                <a:lnTo>
                  <a:pt x="156086" y="5817"/>
                </a:lnTo>
                <a:moveTo>
                  <a:pt x="245349" y="112037"/>
                </a:moveTo>
                <a:cubicBezTo>
                  <a:pt x="256431" y="100956"/>
                  <a:pt x="262969" y="94582"/>
                  <a:pt x="264964" y="92921"/>
                </a:cubicBezTo>
                <a:cubicBezTo>
                  <a:pt x="269951" y="88710"/>
                  <a:pt x="275325" y="85439"/>
                  <a:pt x="281088" y="83114"/>
                </a:cubicBezTo>
                <a:cubicBezTo>
                  <a:pt x="286850" y="80786"/>
                  <a:pt x="292558" y="79622"/>
                  <a:pt x="298209" y="79622"/>
                </a:cubicBezTo>
                <a:cubicBezTo>
                  <a:pt x="307740" y="79622"/>
                  <a:pt x="315941" y="82393"/>
                  <a:pt x="322811" y="87932"/>
                </a:cubicBezTo>
                <a:cubicBezTo>
                  <a:pt x="329682" y="93474"/>
                  <a:pt x="334280" y="101509"/>
                  <a:pt x="336608" y="112037"/>
                </a:cubicBezTo>
                <a:cubicBezTo>
                  <a:pt x="348022" y="98738"/>
                  <a:pt x="357663" y="90039"/>
                  <a:pt x="365531" y="85939"/>
                </a:cubicBezTo>
                <a:cubicBezTo>
                  <a:pt x="373399" y="81729"/>
                  <a:pt x="381489" y="79622"/>
                  <a:pt x="389800" y="79622"/>
                </a:cubicBezTo>
                <a:cubicBezTo>
                  <a:pt x="397890" y="79622"/>
                  <a:pt x="405038" y="81729"/>
                  <a:pt x="411243" y="85939"/>
                </a:cubicBezTo>
                <a:cubicBezTo>
                  <a:pt x="417560" y="90039"/>
                  <a:pt x="422547" y="96799"/>
                  <a:pt x="426204" y="106219"/>
                </a:cubicBezTo>
                <a:cubicBezTo>
                  <a:pt x="428642" y="112645"/>
                  <a:pt x="429861" y="122729"/>
                  <a:pt x="429861" y="136471"/>
                </a:cubicBezTo>
                <a:lnTo>
                  <a:pt x="429861" y="201965"/>
                </a:lnTo>
                <a:cubicBezTo>
                  <a:pt x="429861" y="211496"/>
                  <a:pt x="430581" y="218032"/>
                  <a:pt x="432021" y="221578"/>
                </a:cubicBezTo>
                <a:cubicBezTo>
                  <a:pt x="433130" y="224017"/>
                  <a:pt x="435180" y="226124"/>
                  <a:pt x="438172" y="227895"/>
                </a:cubicBezTo>
                <a:cubicBezTo>
                  <a:pt x="441164" y="229559"/>
                  <a:pt x="446040" y="230388"/>
                  <a:pt x="452800" y="230388"/>
                </a:cubicBezTo>
                <a:lnTo>
                  <a:pt x="452800" y="236373"/>
                </a:lnTo>
                <a:lnTo>
                  <a:pt x="377666" y="236373"/>
                </a:lnTo>
                <a:lnTo>
                  <a:pt x="377666" y="230388"/>
                </a:lnTo>
                <a:lnTo>
                  <a:pt x="380824" y="230388"/>
                </a:lnTo>
                <a:cubicBezTo>
                  <a:pt x="387362" y="230388"/>
                  <a:pt x="392459" y="229116"/>
                  <a:pt x="396117" y="226567"/>
                </a:cubicBezTo>
                <a:cubicBezTo>
                  <a:pt x="398665" y="224792"/>
                  <a:pt x="400494" y="221967"/>
                  <a:pt x="401602" y="218089"/>
                </a:cubicBezTo>
                <a:cubicBezTo>
                  <a:pt x="402045" y="216204"/>
                  <a:pt x="402267" y="210829"/>
                  <a:pt x="402267" y="201965"/>
                </a:cubicBezTo>
                <a:lnTo>
                  <a:pt x="402267" y="136471"/>
                </a:lnTo>
                <a:cubicBezTo>
                  <a:pt x="402267" y="124061"/>
                  <a:pt x="400771" y="115305"/>
                  <a:pt x="397779" y="110209"/>
                </a:cubicBezTo>
                <a:cubicBezTo>
                  <a:pt x="393457" y="103116"/>
                  <a:pt x="386531" y="99570"/>
                  <a:pt x="377001" y="99570"/>
                </a:cubicBezTo>
                <a:cubicBezTo>
                  <a:pt x="371127" y="99570"/>
                  <a:pt x="365198" y="101066"/>
                  <a:pt x="359215" y="104059"/>
                </a:cubicBezTo>
                <a:cubicBezTo>
                  <a:pt x="353341" y="106938"/>
                  <a:pt x="346193" y="112369"/>
                  <a:pt x="337771" y="120347"/>
                </a:cubicBezTo>
                <a:lnTo>
                  <a:pt x="337439" y="122176"/>
                </a:lnTo>
                <a:lnTo>
                  <a:pt x="337771" y="129325"/>
                </a:lnTo>
                <a:lnTo>
                  <a:pt x="337771" y="201965"/>
                </a:lnTo>
                <a:cubicBezTo>
                  <a:pt x="337771" y="212382"/>
                  <a:pt x="338325" y="218864"/>
                  <a:pt x="339433" y="221414"/>
                </a:cubicBezTo>
                <a:cubicBezTo>
                  <a:pt x="340653" y="223963"/>
                  <a:pt x="342869" y="226124"/>
                  <a:pt x="346083" y="227895"/>
                </a:cubicBezTo>
                <a:cubicBezTo>
                  <a:pt x="349296" y="229559"/>
                  <a:pt x="354782" y="230388"/>
                  <a:pt x="362539" y="230388"/>
                </a:cubicBezTo>
                <a:lnTo>
                  <a:pt x="362539" y="236373"/>
                </a:lnTo>
                <a:lnTo>
                  <a:pt x="285576" y="236373"/>
                </a:lnTo>
                <a:lnTo>
                  <a:pt x="285576" y="230388"/>
                </a:lnTo>
                <a:cubicBezTo>
                  <a:pt x="293999" y="230388"/>
                  <a:pt x="299761" y="229392"/>
                  <a:pt x="302864" y="227399"/>
                </a:cubicBezTo>
                <a:cubicBezTo>
                  <a:pt x="306077" y="225403"/>
                  <a:pt x="308294" y="222410"/>
                  <a:pt x="309513" y="218421"/>
                </a:cubicBezTo>
                <a:cubicBezTo>
                  <a:pt x="310067" y="216536"/>
                  <a:pt x="310344" y="211051"/>
                  <a:pt x="310344" y="201965"/>
                </a:cubicBezTo>
                <a:lnTo>
                  <a:pt x="310344" y="136471"/>
                </a:lnTo>
                <a:cubicBezTo>
                  <a:pt x="310344" y="124061"/>
                  <a:pt x="308515" y="115140"/>
                  <a:pt x="304859" y="109709"/>
                </a:cubicBezTo>
                <a:cubicBezTo>
                  <a:pt x="299982" y="102617"/>
                  <a:pt x="293168" y="99070"/>
                  <a:pt x="284413" y="99070"/>
                </a:cubicBezTo>
                <a:cubicBezTo>
                  <a:pt x="278429" y="99070"/>
                  <a:pt x="272500" y="100677"/>
                  <a:pt x="266627" y="103891"/>
                </a:cubicBezTo>
                <a:cubicBezTo>
                  <a:pt x="257429" y="108766"/>
                  <a:pt x="250336" y="114252"/>
                  <a:pt x="245349" y="120347"/>
                </a:cubicBezTo>
                <a:lnTo>
                  <a:pt x="245349" y="201965"/>
                </a:lnTo>
                <a:cubicBezTo>
                  <a:pt x="245349" y="211939"/>
                  <a:pt x="246014" y="218421"/>
                  <a:pt x="247345" y="221414"/>
                </a:cubicBezTo>
                <a:cubicBezTo>
                  <a:pt x="248785" y="224406"/>
                  <a:pt x="250835" y="226677"/>
                  <a:pt x="253495" y="228228"/>
                </a:cubicBezTo>
                <a:cubicBezTo>
                  <a:pt x="256265" y="229670"/>
                  <a:pt x="261806" y="230388"/>
                  <a:pt x="270117" y="230388"/>
                </a:cubicBezTo>
                <a:lnTo>
                  <a:pt x="270117" y="236373"/>
                </a:lnTo>
                <a:lnTo>
                  <a:pt x="194817" y="236373"/>
                </a:lnTo>
                <a:lnTo>
                  <a:pt x="194817" y="230388"/>
                </a:lnTo>
                <a:cubicBezTo>
                  <a:pt x="201798" y="230388"/>
                  <a:pt x="206674" y="229670"/>
                  <a:pt x="209445" y="228228"/>
                </a:cubicBezTo>
                <a:cubicBezTo>
                  <a:pt x="212215" y="226677"/>
                  <a:pt x="214321" y="224295"/>
                  <a:pt x="215761" y="221081"/>
                </a:cubicBezTo>
                <a:cubicBezTo>
                  <a:pt x="217202" y="217757"/>
                  <a:pt x="217922" y="211386"/>
                  <a:pt x="217922" y="201965"/>
                </a:cubicBezTo>
                <a:lnTo>
                  <a:pt x="217922" y="143785"/>
                </a:lnTo>
                <a:cubicBezTo>
                  <a:pt x="217922" y="127053"/>
                  <a:pt x="217424" y="116247"/>
                  <a:pt x="216426" y="111373"/>
                </a:cubicBezTo>
                <a:cubicBezTo>
                  <a:pt x="215651" y="107716"/>
                  <a:pt x="214431" y="105220"/>
                  <a:pt x="212769" y="103891"/>
                </a:cubicBezTo>
                <a:cubicBezTo>
                  <a:pt x="211107" y="102452"/>
                  <a:pt x="208835" y="101731"/>
                  <a:pt x="205954" y="101731"/>
                </a:cubicBezTo>
                <a:cubicBezTo>
                  <a:pt x="202851" y="101731"/>
                  <a:pt x="199139" y="102563"/>
                  <a:pt x="194817" y="104224"/>
                </a:cubicBezTo>
                <a:lnTo>
                  <a:pt x="192323" y="98239"/>
                </a:lnTo>
                <a:lnTo>
                  <a:pt x="238202" y="79622"/>
                </a:lnTo>
                <a:lnTo>
                  <a:pt x="245349" y="79622"/>
                </a:lnTo>
                <a:lnTo>
                  <a:pt x="245349" y="112037"/>
                </a:lnTo>
                <a:moveTo>
                  <a:pt x="551372" y="214432"/>
                </a:moveTo>
                <a:cubicBezTo>
                  <a:pt x="535746" y="226510"/>
                  <a:pt x="525939" y="233491"/>
                  <a:pt x="521950" y="235377"/>
                </a:cubicBezTo>
                <a:cubicBezTo>
                  <a:pt x="515966" y="238148"/>
                  <a:pt x="509594" y="239533"/>
                  <a:pt x="502834" y="239533"/>
                </a:cubicBezTo>
                <a:cubicBezTo>
                  <a:pt x="492306" y="239533"/>
                  <a:pt x="483607" y="235930"/>
                  <a:pt x="476736" y="228727"/>
                </a:cubicBezTo>
                <a:cubicBezTo>
                  <a:pt x="469976" y="221524"/>
                  <a:pt x="466597" y="212050"/>
                  <a:pt x="466597" y="200301"/>
                </a:cubicBezTo>
                <a:cubicBezTo>
                  <a:pt x="466597" y="192877"/>
                  <a:pt x="468258" y="186449"/>
                  <a:pt x="471583" y="181021"/>
                </a:cubicBezTo>
                <a:cubicBezTo>
                  <a:pt x="476126" y="173485"/>
                  <a:pt x="483995" y="166393"/>
                  <a:pt x="495187" y="159744"/>
                </a:cubicBezTo>
                <a:cubicBezTo>
                  <a:pt x="506491" y="153094"/>
                  <a:pt x="525219" y="145006"/>
                  <a:pt x="551372" y="135474"/>
                </a:cubicBezTo>
                <a:lnTo>
                  <a:pt x="551372" y="129489"/>
                </a:lnTo>
                <a:cubicBezTo>
                  <a:pt x="551372" y="114308"/>
                  <a:pt x="548934" y="103891"/>
                  <a:pt x="544058" y="98239"/>
                </a:cubicBezTo>
                <a:cubicBezTo>
                  <a:pt x="539293" y="92589"/>
                  <a:pt x="532311" y="89764"/>
                  <a:pt x="523114" y="89764"/>
                </a:cubicBezTo>
                <a:cubicBezTo>
                  <a:pt x="516132" y="89764"/>
                  <a:pt x="510591" y="91646"/>
                  <a:pt x="506491" y="95414"/>
                </a:cubicBezTo>
                <a:cubicBezTo>
                  <a:pt x="502280" y="99181"/>
                  <a:pt x="500174" y="103502"/>
                  <a:pt x="500174" y="108380"/>
                </a:cubicBezTo>
                <a:lnTo>
                  <a:pt x="500507" y="118022"/>
                </a:lnTo>
                <a:cubicBezTo>
                  <a:pt x="500507" y="123118"/>
                  <a:pt x="499177" y="127053"/>
                  <a:pt x="496517" y="129822"/>
                </a:cubicBezTo>
                <a:cubicBezTo>
                  <a:pt x="493969" y="132593"/>
                  <a:pt x="490589" y="133978"/>
                  <a:pt x="486377" y="133978"/>
                </a:cubicBezTo>
                <a:cubicBezTo>
                  <a:pt x="482277" y="133978"/>
                  <a:pt x="478898" y="132539"/>
                  <a:pt x="476238" y="129657"/>
                </a:cubicBezTo>
                <a:cubicBezTo>
                  <a:pt x="473689" y="126775"/>
                  <a:pt x="472414" y="122840"/>
                  <a:pt x="472414" y="117854"/>
                </a:cubicBezTo>
                <a:cubicBezTo>
                  <a:pt x="472414" y="108323"/>
                  <a:pt x="477291" y="99570"/>
                  <a:pt x="487042" y="91592"/>
                </a:cubicBezTo>
                <a:cubicBezTo>
                  <a:pt x="496794" y="83611"/>
                  <a:pt x="510480" y="79622"/>
                  <a:pt x="528100" y="79622"/>
                </a:cubicBezTo>
                <a:cubicBezTo>
                  <a:pt x="541620" y="79622"/>
                  <a:pt x="552701" y="81893"/>
                  <a:pt x="561345" y="86439"/>
                </a:cubicBezTo>
                <a:cubicBezTo>
                  <a:pt x="567884" y="89874"/>
                  <a:pt x="572704" y="95249"/>
                  <a:pt x="575807" y="102563"/>
                </a:cubicBezTo>
                <a:cubicBezTo>
                  <a:pt x="577802" y="107327"/>
                  <a:pt x="578799" y="117079"/>
                  <a:pt x="578799" y="131818"/>
                </a:cubicBezTo>
                <a:lnTo>
                  <a:pt x="578799" y="183513"/>
                </a:lnTo>
                <a:cubicBezTo>
                  <a:pt x="578799" y="198030"/>
                  <a:pt x="579076" y="206951"/>
                  <a:pt x="579630" y="210275"/>
                </a:cubicBezTo>
                <a:cubicBezTo>
                  <a:pt x="580185" y="213489"/>
                  <a:pt x="581071" y="215650"/>
                  <a:pt x="582290" y="216760"/>
                </a:cubicBezTo>
                <a:cubicBezTo>
                  <a:pt x="583620" y="217867"/>
                  <a:pt x="585116" y="218421"/>
                  <a:pt x="586778" y="218421"/>
                </a:cubicBezTo>
                <a:cubicBezTo>
                  <a:pt x="588551" y="218421"/>
                  <a:pt x="590103" y="218032"/>
                  <a:pt x="591432" y="217257"/>
                </a:cubicBezTo>
                <a:cubicBezTo>
                  <a:pt x="593759" y="215818"/>
                  <a:pt x="598247" y="211772"/>
                  <a:pt x="604897" y="205122"/>
                </a:cubicBezTo>
                <a:lnTo>
                  <a:pt x="604897" y="214432"/>
                </a:lnTo>
                <a:cubicBezTo>
                  <a:pt x="592485" y="231055"/>
                  <a:pt x="580628" y="239366"/>
                  <a:pt x="569324" y="239366"/>
                </a:cubicBezTo>
                <a:cubicBezTo>
                  <a:pt x="563894" y="239366"/>
                  <a:pt x="559572" y="237481"/>
                  <a:pt x="556359" y="233713"/>
                </a:cubicBezTo>
                <a:cubicBezTo>
                  <a:pt x="553145" y="229945"/>
                  <a:pt x="551483" y="223517"/>
                  <a:pt x="551372" y="214432"/>
                </a:cubicBezTo>
                <a:moveTo>
                  <a:pt x="551372" y="203626"/>
                </a:moveTo>
                <a:lnTo>
                  <a:pt x="551372" y="145613"/>
                </a:lnTo>
                <a:cubicBezTo>
                  <a:pt x="534638" y="152262"/>
                  <a:pt x="523834" y="156973"/>
                  <a:pt x="518958" y="159744"/>
                </a:cubicBezTo>
                <a:cubicBezTo>
                  <a:pt x="510203" y="164619"/>
                  <a:pt x="503942" y="169718"/>
                  <a:pt x="500174" y="175036"/>
                </a:cubicBezTo>
                <a:cubicBezTo>
                  <a:pt x="496406" y="180356"/>
                  <a:pt x="494522" y="186174"/>
                  <a:pt x="494522" y="192491"/>
                </a:cubicBezTo>
                <a:cubicBezTo>
                  <a:pt x="494522" y="200469"/>
                  <a:pt x="496905" y="207118"/>
                  <a:pt x="501670" y="212436"/>
                </a:cubicBezTo>
                <a:cubicBezTo>
                  <a:pt x="506435" y="217646"/>
                  <a:pt x="511921" y="220250"/>
                  <a:pt x="518127" y="220250"/>
                </a:cubicBezTo>
                <a:cubicBezTo>
                  <a:pt x="526549" y="220250"/>
                  <a:pt x="537630" y="214707"/>
                  <a:pt x="551372" y="203626"/>
                </a:cubicBezTo>
                <a:moveTo>
                  <a:pt x="668727" y="0"/>
                </a:moveTo>
                <a:lnTo>
                  <a:pt x="668727" y="201965"/>
                </a:lnTo>
                <a:cubicBezTo>
                  <a:pt x="668727" y="211496"/>
                  <a:pt x="669392" y="217811"/>
                  <a:pt x="670722" y="220914"/>
                </a:cubicBezTo>
                <a:cubicBezTo>
                  <a:pt x="672163" y="224017"/>
                  <a:pt x="674323" y="226399"/>
                  <a:pt x="677205" y="228063"/>
                </a:cubicBezTo>
                <a:cubicBezTo>
                  <a:pt x="680086" y="229613"/>
                  <a:pt x="685461" y="230388"/>
                  <a:pt x="693329" y="230388"/>
                </a:cubicBezTo>
                <a:lnTo>
                  <a:pt x="693329" y="236373"/>
                </a:lnTo>
                <a:lnTo>
                  <a:pt x="618693" y="236373"/>
                </a:lnTo>
                <a:lnTo>
                  <a:pt x="618693" y="230388"/>
                </a:lnTo>
                <a:cubicBezTo>
                  <a:pt x="625675" y="230388"/>
                  <a:pt x="630440" y="229670"/>
                  <a:pt x="632989" y="228228"/>
                </a:cubicBezTo>
                <a:cubicBezTo>
                  <a:pt x="635538" y="226788"/>
                  <a:pt x="637533" y="224406"/>
                  <a:pt x="638973" y="221081"/>
                </a:cubicBezTo>
                <a:cubicBezTo>
                  <a:pt x="640414" y="217757"/>
                  <a:pt x="641134" y="211386"/>
                  <a:pt x="641134" y="201965"/>
                </a:cubicBezTo>
                <a:lnTo>
                  <a:pt x="641134" y="63666"/>
                </a:lnTo>
                <a:cubicBezTo>
                  <a:pt x="641134" y="46489"/>
                  <a:pt x="640746" y="35961"/>
                  <a:pt x="639971" y="32083"/>
                </a:cubicBezTo>
                <a:cubicBezTo>
                  <a:pt x="639195" y="28091"/>
                  <a:pt x="637920" y="25377"/>
                  <a:pt x="636147" y="23937"/>
                </a:cubicBezTo>
                <a:cubicBezTo>
                  <a:pt x="634485" y="22495"/>
                  <a:pt x="632324" y="21777"/>
                  <a:pt x="629664" y="21777"/>
                </a:cubicBezTo>
                <a:cubicBezTo>
                  <a:pt x="626783" y="21777"/>
                  <a:pt x="623126" y="22662"/>
                  <a:pt x="618693" y="24434"/>
                </a:cubicBezTo>
                <a:lnTo>
                  <a:pt x="615867" y="18617"/>
                </a:lnTo>
                <a:lnTo>
                  <a:pt x="661248" y="0"/>
                </a:lnTo>
                <a:lnTo>
                  <a:pt x="668727" y="0"/>
                </a:lnTo>
                <a:moveTo>
                  <a:pt x="763477" y="0"/>
                </a:moveTo>
                <a:lnTo>
                  <a:pt x="763477" y="201965"/>
                </a:lnTo>
                <a:cubicBezTo>
                  <a:pt x="763477" y="211496"/>
                  <a:pt x="764142" y="217811"/>
                  <a:pt x="765471" y="220914"/>
                </a:cubicBezTo>
                <a:cubicBezTo>
                  <a:pt x="766912" y="224017"/>
                  <a:pt x="769073" y="226399"/>
                  <a:pt x="771954" y="228063"/>
                </a:cubicBezTo>
                <a:cubicBezTo>
                  <a:pt x="774835" y="229613"/>
                  <a:pt x="780210" y="230388"/>
                  <a:pt x="788078" y="230388"/>
                </a:cubicBezTo>
                <a:lnTo>
                  <a:pt x="788078" y="236373"/>
                </a:lnTo>
                <a:lnTo>
                  <a:pt x="713442" y="236373"/>
                </a:lnTo>
                <a:lnTo>
                  <a:pt x="713442" y="230388"/>
                </a:lnTo>
                <a:cubicBezTo>
                  <a:pt x="720424" y="230388"/>
                  <a:pt x="725189" y="229670"/>
                  <a:pt x="727738" y="228228"/>
                </a:cubicBezTo>
                <a:cubicBezTo>
                  <a:pt x="730286" y="226788"/>
                  <a:pt x="732281" y="224406"/>
                  <a:pt x="733722" y="221081"/>
                </a:cubicBezTo>
                <a:cubicBezTo>
                  <a:pt x="735163" y="217757"/>
                  <a:pt x="735883" y="211386"/>
                  <a:pt x="735883" y="201965"/>
                </a:cubicBezTo>
                <a:lnTo>
                  <a:pt x="735883" y="63666"/>
                </a:lnTo>
                <a:cubicBezTo>
                  <a:pt x="735883" y="46489"/>
                  <a:pt x="735495" y="35961"/>
                  <a:pt x="734719" y="32083"/>
                </a:cubicBezTo>
                <a:cubicBezTo>
                  <a:pt x="733943" y="28091"/>
                  <a:pt x="732669" y="25377"/>
                  <a:pt x="730896" y="23937"/>
                </a:cubicBezTo>
                <a:cubicBezTo>
                  <a:pt x="729234" y="22495"/>
                  <a:pt x="727073" y="21777"/>
                  <a:pt x="724414" y="21777"/>
                </a:cubicBezTo>
                <a:cubicBezTo>
                  <a:pt x="721532" y="21777"/>
                  <a:pt x="717875" y="22662"/>
                  <a:pt x="713442" y="24434"/>
                </a:cubicBezTo>
                <a:lnTo>
                  <a:pt x="710617" y="18617"/>
                </a:lnTo>
                <a:lnTo>
                  <a:pt x="755996" y="0"/>
                </a:lnTo>
                <a:lnTo>
                  <a:pt x="763477" y="0"/>
                </a:lnTo>
                <a:moveTo>
                  <a:pt x="1110390" y="236373"/>
                </a:moveTo>
                <a:lnTo>
                  <a:pt x="1050217" y="236373"/>
                </a:lnTo>
                <a:lnTo>
                  <a:pt x="973919" y="130986"/>
                </a:lnTo>
                <a:cubicBezTo>
                  <a:pt x="968267" y="131207"/>
                  <a:pt x="963668" y="131318"/>
                  <a:pt x="960122" y="131318"/>
                </a:cubicBezTo>
                <a:cubicBezTo>
                  <a:pt x="958682" y="131318"/>
                  <a:pt x="957130" y="131318"/>
                  <a:pt x="955468" y="131318"/>
                </a:cubicBezTo>
                <a:cubicBezTo>
                  <a:pt x="953805" y="131207"/>
                  <a:pt x="952088" y="131096"/>
                  <a:pt x="950315" y="130986"/>
                </a:cubicBezTo>
                <a:lnTo>
                  <a:pt x="950315" y="196480"/>
                </a:lnTo>
                <a:cubicBezTo>
                  <a:pt x="950315" y="210664"/>
                  <a:pt x="951866" y="219474"/>
                  <a:pt x="954969" y="222910"/>
                </a:cubicBezTo>
                <a:cubicBezTo>
                  <a:pt x="959180" y="227785"/>
                  <a:pt x="965496" y="230224"/>
                  <a:pt x="973919" y="230224"/>
                </a:cubicBezTo>
                <a:lnTo>
                  <a:pt x="982729" y="230224"/>
                </a:lnTo>
                <a:lnTo>
                  <a:pt x="982729" y="236373"/>
                </a:lnTo>
                <a:lnTo>
                  <a:pt x="886151" y="236373"/>
                </a:lnTo>
                <a:lnTo>
                  <a:pt x="886151" y="230224"/>
                </a:lnTo>
                <a:lnTo>
                  <a:pt x="894629" y="230224"/>
                </a:lnTo>
                <a:cubicBezTo>
                  <a:pt x="904159" y="230224"/>
                  <a:pt x="910974" y="227120"/>
                  <a:pt x="915075" y="220914"/>
                </a:cubicBezTo>
                <a:cubicBezTo>
                  <a:pt x="917402" y="217478"/>
                  <a:pt x="918565" y="209333"/>
                  <a:pt x="918565" y="196480"/>
                </a:cubicBezTo>
                <a:lnTo>
                  <a:pt x="918565" y="50864"/>
                </a:lnTo>
                <a:cubicBezTo>
                  <a:pt x="918565" y="36679"/>
                  <a:pt x="917014" y="27869"/>
                  <a:pt x="913911" y="24434"/>
                </a:cubicBezTo>
                <a:cubicBezTo>
                  <a:pt x="909589" y="19559"/>
                  <a:pt x="903161" y="17120"/>
                  <a:pt x="894629" y="17120"/>
                </a:cubicBezTo>
                <a:lnTo>
                  <a:pt x="886151" y="17120"/>
                </a:lnTo>
                <a:lnTo>
                  <a:pt x="886151" y="10971"/>
                </a:lnTo>
                <a:lnTo>
                  <a:pt x="968267" y="10971"/>
                </a:lnTo>
                <a:cubicBezTo>
                  <a:pt x="992204" y="10971"/>
                  <a:pt x="1009824" y="12745"/>
                  <a:pt x="1021127" y="16291"/>
                </a:cubicBezTo>
                <a:cubicBezTo>
                  <a:pt x="1032541" y="19727"/>
                  <a:pt x="1042182" y="26152"/>
                  <a:pt x="1050050" y="35572"/>
                </a:cubicBezTo>
                <a:cubicBezTo>
                  <a:pt x="1058029" y="44882"/>
                  <a:pt x="1062019" y="56017"/>
                  <a:pt x="1062019" y="68984"/>
                </a:cubicBezTo>
                <a:cubicBezTo>
                  <a:pt x="1062019" y="82836"/>
                  <a:pt x="1057475" y="94860"/>
                  <a:pt x="1048388" y="105055"/>
                </a:cubicBezTo>
                <a:cubicBezTo>
                  <a:pt x="1039412" y="115251"/>
                  <a:pt x="1025449" y="122454"/>
                  <a:pt x="1006499" y="126664"/>
                </a:cubicBezTo>
                <a:lnTo>
                  <a:pt x="1053043" y="191327"/>
                </a:lnTo>
                <a:cubicBezTo>
                  <a:pt x="1063681" y="206176"/>
                  <a:pt x="1072823" y="216039"/>
                  <a:pt x="1080470" y="220914"/>
                </a:cubicBezTo>
                <a:cubicBezTo>
                  <a:pt x="1088116" y="225792"/>
                  <a:pt x="1098090" y="228895"/>
                  <a:pt x="1110390" y="230224"/>
                </a:cubicBezTo>
                <a:lnTo>
                  <a:pt x="1110390" y="236373"/>
                </a:lnTo>
                <a:moveTo>
                  <a:pt x="950315" y="120515"/>
                </a:moveTo>
                <a:cubicBezTo>
                  <a:pt x="952420" y="120515"/>
                  <a:pt x="954248" y="120569"/>
                  <a:pt x="955800" y="120679"/>
                </a:cubicBezTo>
                <a:cubicBezTo>
                  <a:pt x="957351" y="120679"/>
                  <a:pt x="958626" y="120679"/>
                  <a:pt x="959623" y="120679"/>
                </a:cubicBezTo>
                <a:cubicBezTo>
                  <a:pt x="981122" y="120679"/>
                  <a:pt x="997301" y="116026"/>
                  <a:pt x="1008161" y="106716"/>
                </a:cubicBezTo>
                <a:cubicBezTo>
                  <a:pt x="1019132" y="97409"/>
                  <a:pt x="1024617" y="85550"/>
                  <a:pt x="1024617" y="71144"/>
                </a:cubicBezTo>
                <a:cubicBezTo>
                  <a:pt x="1024617" y="57070"/>
                  <a:pt x="1020185" y="45657"/>
                  <a:pt x="1011319" y="36901"/>
                </a:cubicBezTo>
                <a:cubicBezTo>
                  <a:pt x="1002565" y="28037"/>
                  <a:pt x="990929" y="23605"/>
                  <a:pt x="976412" y="23605"/>
                </a:cubicBezTo>
                <a:cubicBezTo>
                  <a:pt x="969984" y="23605"/>
                  <a:pt x="961285" y="24658"/>
                  <a:pt x="950315" y="26762"/>
                </a:cubicBezTo>
                <a:lnTo>
                  <a:pt x="950315" y="120515"/>
                </a:lnTo>
                <a:moveTo>
                  <a:pt x="1143636" y="141459"/>
                </a:moveTo>
                <a:cubicBezTo>
                  <a:pt x="1143525" y="164065"/>
                  <a:pt x="1149010" y="181796"/>
                  <a:pt x="1160092" y="194651"/>
                </a:cubicBezTo>
                <a:cubicBezTo>
                  <a:pt x="1171174" y="207504"/>
                  <a:pt x="1184195" y="213932"/>
                  <a:pt x="1199155" y="213932"/>
                </a:cubicBezTo>
                <a:cubicBezTo>
                  <a:pt x="1209129" y="213932"/>
                  <a:pt x="1217773" y="211218"/>
                  <a:pt x="1225086" y="205787"/>
                </a:cubicBezTo>
                <a:cubicBezTo>
                  <a:pt x="1232511" y="200247"/>
                  <a:pt x="1238717" y="190827"/>
                  <a:pt x="1243703" y="177528"/>
                </a:cubicBezTo>
                <a:lnTo>
                  <a:pt x="1248857" y="180853"/>
                </a:lnTo>
                <a:cubicBezTo>
                  <a:pt x="1246529" y="196037"/>
                  <a:pt x="1239770" y="209889"/>
                  <a:pt x="1228577" y="222410"/>
                </a:cubicBezTo>
                <a:cubicBezTo>
                  <a:pt x="1217384" y="234823"/>
                  <a:pt x="1203367" y="241027"/>
                  <a:pt x="1186522" y="241027"/>
                </a:cubicBezTo>
                <a:cubicBezTo>
                  <a:pt x="1168237" y="241027"/>
                  <a:pt x="1152557" y="233934"/>
                  <a:pt x="1139480" y="219750"/>
                </a:cubicBezTo>
                <a:cubicBezTo>
                  <a:pt x="1126514" y="205455"/>
                  <a:pt x="1120032" y="186284"/>
                  <a:pt x="1120032" y="162237"/>
                </a:cubicBezTo>
                <a:cubicBezTo>
                  <a:pt x="1120032" y="136196"/>
                  <a:pt x="1126680" y="115915"/>
                  <a:pt x="1139978" y="101399"/>
                </a:cubicBezTo>
                <a:cubicBezTo>
                  <a:pt x="1153388" y="86771"/>
                  <a:pt x="1170176" y="79457"/>
                  <a:pt x="1190345" y="79457"/>
                </a:cubicBezTo>
                <a:cubicBezTo>
                  <a:pt x="1207411" y="79457"/>
                  <a:pt x="1221429" y="85107"/>
                  <a:pt x="1232400" y="96410"/>
                </a:cubicBezTo>
                <a:cubicBezTo>
                  <a:pt x="1243371" y="107605"/>
                  <a:pt x="1248857" y="122619"/>
                  <a:pt x="1248857" y="141459"/>
                </a:cubicBezTo>
                <a:lnTo>
                  <a:pt x="1143636" y="141459"/>
                </a:lnTo>
                <a:moveTo>
                  <a:pt x="1143636" y="131818"/>
                </a:moveTo>
                <a:lnTo>
                  <a:pt x="1214116" y="131818"/>
                </a:lnTo>
                <a:cubicBezTo>
                  <a:pt x="1213561" y="122065"/>
                  <a:pt x="1212398" y="115194"/>
                  <a:pt x="1210625" y="111205"/>
                </a:cubicBezTo>
                <a:cubicBezTo>
                  <a:pt x="1207855" y="104999"/>
                  <a:pt x="1203699" y="100124"/>
                  <a:pt x="1198158" y="96578"/>
                </a:cubicBezTo>
                <a:cubicBezTo>
                  <a:pt x="1192727" y="93031"/>
                  <a:pt x="1187021" y="91257"/>
                  <a:pt x="1181036" y="91257"/>
                </a:cubicBezTo>
                <a:cubicBezTo>
                  <a:pt x="1171839" y="91257"/>
                  <a:pt x="1163582" y="94860"/>
                  <a:pt x="1156269" y="102063"/>
                </a:cubicBezTo>
                <a:cubicBezTo>
                  <a:pt x="1149066" y="109155"/>
                  <a:pt x="1144855" y="119072"/>
                  <a:pt x="1143636" y="131818"/>
                </a:cubicBezTo>
                <a:moveTo>
                  <a:pt x="1310028" y="180853"/>
                </a:moveTo>
                <a:cubicBezTo>
                  <a:pt x="1300719" y="176310"/>
                  <a:pt x="1293572" y="169993"/>
                  <a:pt x="1288585" y="161904"/>
                </a:cubicBezTo>
                <a:cubicBezTo>
                  <a:pt x="1283598" y="153705"/>
                  <a:pt x="1281105" y="144673"/>
                  <a:pt x="1281105" y="134810"/>
                </a:cubicBezTo>
                <a:cubicBezTo>
                  <a:pt x="1281105" y="119740"/>
                  <a:pt x="1286756" y="106773"/>
                  <a:pt x="1298060" y="95913"/>
                </a:cubicBezTo>
                <a:cubicBezTo>
                  <a:pt x="1309474" y="85053"/>
                  <a:pt x="1324046" y="79622"/>
                  <a:pt x="1341777" y="79622"/>
                </a:cubicBezTo>
                <a:cubicBezTo>
                  <a:pt x="1356294" y="79622"/>
                  <a:pt x="1368872" y="83168"/>
                  <a:pt x="1379511" y="90260"/>
                </a:cubicBezTo>
                <a:lnTo>
                  <a:pt x="1411758" y="90260"/>
                </a:lnTo>
                <a:cubicBezTo>
                  <a:pt x="1416524" y="90260"/>
                  <a:pt x="1419293" y="90428"/>
                  <a:pt x="1420070" y="90760"/>
                </a:cubicBezTo>
                <a:cubicBezTo>
                  <a:pt x="1420845" y="90982"/>
                  <a:pt x="1421399" y="91424"/>
                  <a:pt x="1421732" y="92089"/>
                </a:cubicBezTo>
                <a:cubicBezTo>
                  <a:pt x="1422397" y="93085"/>
                  <a:pt x="1422729" y="94860"/>
                  <a:pt x="1422729" y="97409"/>
                </a:cubicBezTo>
                <a:cubicBezTo>
                  <a:pt x="1422729" y="100288"/>
                  <a:pt x="1422452" y="102284"/>
                  <a:pt x="1421898" y="103392"/>
                </a:cubicBezTo>
                <a:cubicBezTo>
                  <a:pt x="1421565" y="103948"/>
                  <a:pt x="1420956" y="104391"/>
                  <a:pt x="1420070" y="104723"/>
                </a:cubicBezTo>
                <a:cubicBezTo>
                  <a:pt x="1419293" y="105055"/>
                  <a:pt x="1416524" y="105220"/>
                  <a:pt x="1411758" y="105220"/>
                </a:cubicBezTo>
                <a:lnTo>
                  <a:pt x="1391978" y="105220"/>
                </a:lnTo>
                <a:cubicBezTo>
                  <a:pt x="1398183" y="113201"/>
                  <a:pt x="1401286" y="123397"/>
                  <a:pt x="1401286" y="135807"/>
                </a:cubicBezTo>
                <a:cubicBezTo>
                  <a:pt x="1401286" y="149991"/>
                  <a:pt x="1395856" y="162126"/>
                  <a:pt x="1384996" y="172211"/>
                </a:cubicBezTo>
                <a:cubicBezTo>
                  <a:pt x="1374136" y="182295"/>
                  <a:pt x="1359563" y="187338"/>
                  <a:pt x="1341278" y="187338"/>
                </a:cubicBezTo>
                <a:cubicBezTo>
                  <a:pt x="1333743" y="187338"/>
                  <a:pt x="1326041" y="186228"/>
                  <a:pt x="1318173" y="184013"/>
                </a:cubicBezTo>
                <a:cubicBezTo>
                  <a:pt x="1313297" y="188224"/>
                  <a:pt x="1309973" y="191937"/>
                  <a:pt x="1308199" y="195148"/>
                </a:cubicBezTo>
                <a:cubicBezTo>
                  <a:pt x="1306537" y="198252"/>
                  <a:pt x="1305706" y="200912"/>
                  <a:pt x="1305706" y="203129"/>
                </a:cubicBezTo>
                <a:cubicBezTo>
                  <a:pt x="1305706" y="205012"/>
                  <a:pt x="1306593" y="206840"/>
                  <a:pt x="1308366" y="208615"/>
                </a:cubicBezTo>
                <a:cubicBezTo>
                  <a:pt x="1310250" y="210386"/>
                  <a:pt x="1313851" y="211661"/>
                  <a:pt x="1319170" y="212436"/>
                </a:cubicBezTo>
                <a:cubicBezTo>
                  <a:pt x="1322273" y="212879"/>
                  <a:pt x="1330030" y="213268"/>
                  <a:pt x="1342442" y="213600"/>
                </a:cubicBezTo>
                <a:cubicBezTo>
                  <a:pt x="1365270" y="214154"/>
                  <a:pt x="1380064" y="214932"/>
                  <a:pt x="1386825" y="215928"/>
                </a:cubicBezTo>
                <a:cubicBezTo>
                  <a:pt x="1397131" y="217368"/>
                  <a:pt x="1405331" y="221192"/>
                  <a:pt x="1411426" y="227399"/>
                </a:cubicBezTo>
                <a:cubicBezTo>
                  <a:pt x="1417632" y="233602"/>
                  <a:pt x="1420734" y="241251"/>
                  <a:pt x="1420734" y="250336"/>
                </a:cubicBezTo>
                <a:cubicBezTo>
                  <a:pt x="1420734" y="262860"/>
                  <a:pt x="1414861" y="274606"/>
                  <a:pt x="1403114" y="285576"/>
                </a:cubicBezTo>
                <a:cubicBezTo>
                  <a:pt x="1385827" y="301757"/>
                  <a:pt x="1363276" y="309846"/>
                  <a:pt x="1335461" y="309846"/>
                </a:cubicBezTo>
                <a:cubicBezTo>
                  <a:pt x="1314073" y="309846"/>
                  <a:pt x="1296010" y="305025"/>
                  <a:pt x="1281271" y="295383"/>
                </a:cubicBezTo>
                <a:cubicBezTo>
                  <a:pt x="1272959" y="289844"/>
                  <a:pt x="1268804" y="284080"/>
                  <a:pt x="1268804" y="278095"/>
                </a:cubicBezTo>
                <a:cubicBezTo>
                  <a:pt x="1268804" y="275438"/>
                  <a:pt x="1269413" y="272777"/>
                  <a:pt x="1270632" y="270117"/>
                </a:cubicBezTo>
                <a:cubicBezTo>
                  <a:pt x="1272516" y="266017"/>
                  <a:pt x="1276395" y="260310"/>
                  <a:pt x="1282268" y="252997"/>
                </a:cubicBezTo>
                <a:cubicBezTo>
                  <a:pt x="1283044" y="252000"/>
                  <a:pt x="1288695" y="246015"/>
                  <a:pt x="1299223" y="235044"/>
                </a:cubicBezTo>
                <a:cubicBezTo>
                  <a:pt x="1293461" y="231609"/>
                  <a:pt x="1289360" y="228560"/>
                  <a:pt x="1286922" y="225902"/>
                </a:cubicBezTo>
                <a:cubicBezTo>
                  <a:pt x="1284596" y="223131"/>
                  <a:pt x="1283431" y="220028"/>
                  <a:pt x="1283431" y="216593"/>
                </a:cubicBezTo>
                <a:cubicBezTo>
                  <a:pt x="1283431" y="212714"/>
                  <a:pt x="1284983" y="208172"/>
                  <a:pt x="1288086" y="202962"/>
                </a:cubicBezTo>
                <a:cubicBezTo>
                  <a:pt x="1291300" y="197755"/>
                  <a:pt x="1298614" y="190384"/>
                  <a:pt x="1310028" y="180853"/>
                </a:cubicBezTo>
                <a:moveTo>
                  <a:pt x="1338951" y="87600"/>
                </a:moveTo>
                <a:cubicBezTo>
                  <a:pt x="1330751" y="87600"/>
                  <a:pt x="1323880" y="90871"/>
                  <a:pt x="1318339" y="97409"/>
                </a:cubicBezTo>
                <a:cubicBezTo>
                  <a:pt x="1312799" y="103948"/>
                  <a:pt x="1310028" y="113976"/>
                  <a:pt x="1310028" y="127496"/>
                </a:cubicBezTo>
                <a:cubicBezTo>
                  <a:pt x="1310028" y="145006"/>
                  <a:pt x="1313796" y="158580"/>
                  <a:pt x="1321331" y="168222"/>
                </a:cubicBezTo>
                <a:cubicBezTo>
                  <a:pt x="1327094" y="175535"/>
                  <a:pt x="1334408" y="179192"/>
                  <a:pt x="1343273" y="179192"/>
                </a:cubicBezTo>
                <a:cubicBezTo>
                  <a:pt x="1351695" y="179192"/>
                  <a:pt x="1358621" y="176032"/>
                  <a:pt x="1364051" y="169718"/>
                </a:cubicBezTo>
                <a:cubicBezTo>
                  <a:pt x="1369481" y="163401"/>
                  <a:pt x="1372196" y="153483"/>
                  <a:pt x="1372196" y="139963"/>
                </a:cubicBezTo>
                <a:cubicBezTo>
                  <a:pt x="1372196" y="122343"/>
                  <a:pt x="1368373" y="108545"/>
                  <a:pt x="1360727" y="98574"/>
                </a:cubicBezTo>
                <a:cubicBezTo>
                  <a:pt x="1355075" y="91257"/>
                  <a:pt x="1347816" y="87600"/>
                  <a:pt x="1338951" y="87600"/>
                </a:cubicBezTo>
                <a:moveTo>
                  <a:pt x="1308366" y="236373"/>
                </a:moveTo>
                <a:cubicBezTo>
                  <a:pt x="1303157" y="242026"/>
                  <a:pt x="1299223" y="247290"/>
                  <a:pt x="1296563" y="252165"/>
                </a:cubicBezTo>
                <a:cubicBezTo>
                  <a:pt x="1293904" y="257042"/>
                  <a:pt x="1292574" y="261528"/>
                  <a:pt x="1292574" y="265628"/>
                </a:cubicBezTo>
                <a:cubicBezTo>
                  <a:pt x="1292574" y="270949"/>
                  <a:pt x="1295788" y="275602"/>
                  <a:pt x="1302215" y="279591"/>
                </a:cubicBezTo>
                <a:cubicBezTo>
                  <a:pt x="1313297" y="286462"/>
                  <a:pt x="1329310" y="289897"/>
                  <a:pt x="1350254" y="289897"/>
                </a:cubicBezTo>
                <a:cubicBezTo>
                  <a:pt x="1370202" y="289897"/>
                  <a:pt x="1384885" y="286351"/>
                  <a:pt x="1394304" y="279259"/>
                </a:cubicBezTo>
                <a:cubicBezTo>
                  <a:pt x="1403835" y="272278"/>
                  <a:pt x="1408600" y="264799"/>
                  <a:pt x="1408600" y="256818"/>
                </a:cubicBezTo>
                <a:cubicBezTo>
                  <a:pt x="1408600" y="251057"/>
                  <a:pt x="1405774" y="246958"/>
                  <a:pt x="1400123" y="244519"/>
                </a:cubicBezTo>
                <a:cubicBezTo>
                  <a:pt x="1394360" y="242080"/>
                  <a:pt x="1382946" y="240641"/>
                  <a:pt x="1365880" y="240198"/>
                </a:cubicBezTo>
                <a:cubicBezTo>
                  <a:pt x="1340946" y="239533"/>
                  <a:pt x="1321775" y="238258"/>
                  <a:pt x="1308366" y="236373"/>
                </a:cubicBezTo>
                <a:moveTo>
                  <a:pt x="1478249" y="0"/>
                </a:moveTo>
                <a:cubicBezTo>
                  <a:pt x="1482903" y="0"/>
                  <a:pt x="1486838" y="1661"/>
                  <a:pt x="1490051" y="4986"/>
                </a:cubicBezTo>
                <a:cubicBezTo>
                  <a:pt x="1493375" y="8200"/>
                  <a:pt x="1495038" y="12135"/>
                  <a:pt x="1495038" y="16788"/>
                </a:cubicBezTo>
                <a:cubicBezTo>
                  <a:pt x="1495038" y="21444"/>
                  <a:pt x="1493375" y="25433"/>
                  <a:pt x="1490051" y="28758"/>
                </a:cubicBezTo>
                <a:cubicBezTo>
                  <a:pt x="1486838" y="32083"/>
                  <a:pt x="1482903" y="33744"/>
                  <a:pt x="1478249" y="33744"/>
                </a:cubicBezTo>
                <a:cubicBezTo>
                  <a:pt x="1473594" y="33744"/>
                  <a:pt x="1469605" y="32083"/>
                  <a:pt x="1466280" y="28758"/>
                </a:cubicBezTo>
                <a:cubicBezTo>
                  <a:pt x="1462956" y="25433"/>
                  <a:pt x="1461293" y="21444"/>
                  <a:pt x="1461293" y="16788"/>
                </a:cubicBezTo>
                <a:cubicBezTo>
                  <a:pt x="1461293" y="12135"/>
                  <a:pt x="1462900" y="8200"/>
                  <a:pt x="1466114" y="4986"/>
                </a:cubicBezTo>
                <a:cubicBezTo>
                  <a:pt x="1469439" y="1661"/>
                  <a:pt x="1473483" y="0"/>
                  <a:pt x="1478249" y="0"/>
                </a:cubicBezTo>
                <a:moveTo>
                  <a:pt x="1492045" y="79622"/>
                </a:moveTo>
                <a:lnTo>
                  <a:pt x="1492045" y="201965"/>
                </a:lnTo>
                <a:cubicBezTo>
                  <a:pt x="1492045" y="211496"/>
                  <a:pt x="1492710" y="217867"/>
                  <a:pt x="1494041" y="221081"/>
                </a:cubicBezTo>
                <a:cubicBezTo>
                  <a:pt x="1495481" y="224185"/>
                  <a:pt x="1497531" y="226510"/>
                  <a:pt x="1500190" y="228063"/>
                </a:cubicBezTo>
                <a:cubicBezTo>
                  <a:pt x="1502961" y="229613"/>
                  <a:pt x="1507948" y="230388"/>
                  <a:pt x="1515151" y="230388"/>
                </a:cubicBezTo>
                <a:lnTo>
                  <a:pt x="1515151" y="236373"/>
                </a:lnTo>
                <a:lnTo>
                  <a:pt x="1441181" y="236373"/>
                </a:lnTo>
                <a:lnTo>
                  <a:pt x="1441181" y="230388"/>
                </a:lnTo>
                <a:cubicBezTo>
                  <a:pt x="1448605" y="230388"/>
                  <a:pt x="1453592" y="229670"/>
                  <a:pt x="1456140" y="228228"/>
                </a:cubicBezTo>
                <a:cubicBezTo>
                  <a:pt x="1458689" y="226788"/>
                  <a:pt x="1460684" y="224406"/>
                  <a:pt x="1462125" y="221081"/>
                </a:cubicBezTo>
                <a:cubicBezTo>
                  <a:pt x="1463676" y="217757"/>
                  <a:pt x="1464452" y="211386"/>
                  <a:pt x="1464452" y="201965"/>
                </a:cubicBezTo>
                <a:lnTo>
                  <a:pt x="1464452" y="143288"/>
                </a:lnTo>
                <a:cubicBezTo>
                  <a:pt x="1464452" y="126775"/>
                  <a:pt x="1463954" y="116080"/>
                  <a:pt x="1462956" y="111205"/>
                </a:cubicBezTo>
                <a:cubicBezTo>
                  <a:pt x="1462180" y="107659"/>
                  <a:pt x="1460961" y="105220"/>
                  <a:pt x="1459299" y="103891"/>
                </a:cubicBezTo>
                <a:cubicBezTo>
                  <a:pt x="1457637" y="102452"/>
                  <a:pt x="1455365" y="101731"/>
                  <a:pt x="1452483" y="101731"/>
                </a:cubicBezTo>
                <a:cubicBezTo>
                  <a:pt x="1449381" y="101731"/>
                  <a:pt x="1445613" y="102563"/>
                  <a:pt x="1441181" y="104224"/>
                </a:cubicBezTo>
                <a:lnTo>
                  <a:pt x="1438853" y="98239"/>
                </a:lnTo>
                <a:lnTo>
                  <a:pt x="1484732" y="79622"/>
                </a:lnTo>
                <a:lnTo>
                  <a:pt x="1492045" y="79622"/>
                </a:lnTo>
                <a:moveTo>
                  <a:pt x="1608736" y="79622"/>
                </a:moveTo>
                <a:cubicBezTo>
                  <a:pt x="1631786" y="79622"/>
                  <a:pt x="1650293" y="88378"/>
                  <a:pt x="1664256" y="105887"/>
                </a:cubicBezTo>
                <a:cubicBezTo>
                  <a:pt x="1676113" y="120847"/>
                  <a:pt x="1682042" y="138024"/>
                  <a:pt x="1682042" y="157416"/>
                </a:cubicBezTo>
                <a:cubicBezTo>
                  <a:pt x="1682042" y="171046"/>
                  <a:pt x="1678773" y="184845"/>
                  <a:pt x="1672235" y="198805"/>
                </a:cubicBezTo>
                <a:cubicBezTo>
                  <a:pt x="1665696" y="212768"/>
                  <a:pt x="1656665" y="223296"/>
                  <a:pt x="1645140" y="230388"/>
                </a:cubicBezTo>
                <a:cubicBezTo>
                  <a:pt x="1633725" y="237481"/>
                  <a:pt x="1620982" y="241027"/>
                  <a:pt x="1606908" y="241027"/>
                </a:cubicBezTo>
                <a:cubicBezTo>
                  <a:pt x="1583969" y="241027"/>
                  <a:pt x="1565739" y="231884"/>
                  <a:pt x="1552220" y="213600"/>
                </a:cubicBezTo>
                <a:cubicBezTo>
                  <a:pt x="1540805" y="198198"/>
                  <a:pt x="1535098" y="180910"/>
                  <a:pt x="1535098" y="161737"/>
                </a:cubicBezTo>
                <a:cubicBezTo>
                  <a:pt x="1535098" y="147774"/>
                  <a:pt x="1538533" y="133924"/>
                  <a:pt x="1545404" y="120183"/>
                </a:cubicBezTo>
                <a:cubicBezTo>
                  <a:pt x="1552386" y="106330"/>
                  <a:pt x="1561528" y="96135"/>
                  <a:pt x="1572831" y="89596"/>
                </a:cubicBezTo>
                <a:cubicBezTo>
                  <a:pt x="1584135" y="82947"/>
                  <a:pt x="1596103" y="79622"/>
                  <a:pt x="1608736" y="79622"/>
                </a:cubicBezTo>
                <a:moveTo>
                  <a:pt x="1603583" y="90428"/>
                </a:moveTo>
                <a:cubicBezTo>
                  <a:pt x="1597710" y="90428"/>
                  <a:pt x="1591781" y="92200"/>
                  <a:pt x="1585797" y="95746"/>
                </a:cubicBezTo>
                <a:cubicBezTo>
                  <a:pt x="1579924" y="99181"/>
                  <a:pt x="1575159" y="105277"/>
                  <a:pt x="1571502" y="114030"/>
                </a:cubicBezTo>
                <a:cubicBezTo>
                  <a:pt x="1567845" y="122786"/>
                  <a:pt x="1566016" y="134035"/>
                  <a:pt x="1566016" y="147774"/>
                </a:cubicBezTo>
                <a:cubicBezTo>
                  <a:pt x="1566016" y="169939"/>
                  <a:pt x="1570393" y="189055"/>
                  <a:pt x="1579148" y="205122"/>
                </a:cubicBezTo>
                <a:cubicBezTo>
                  <a:pt x="1588013" y="221192"/>
                  <a:pt x="1599650" y="229227"/>
                  <a:pt x="1614056" y="229227"/>
                </a:cubicBezTo>
                <a:cubicBezTo>
                  <a:pt x="1624805" y="229227"/>
                  <a:pt x="1633670" y="224792"/>
                  <a:pt x="1640652" y="215928"/>
                </a:cubicBezTo>
                <a:cubicBezTo>
                  <a:pt x="1647633" y="207062"/>
                  <a:pt x="1651124" y="191824"/>
                  <a:pt x="1651124" y="170215"/>
                </a:cubicBezTo>
                <a:cubicBezTo>
                  <a:pt x="1651124" y="143177"/>
                  <a:pt x="1645306" y="121900"/>
                  <a:pt x="1633670" y="106384"/>
                </a:cubicBezTo>
                <a:cubicBezTo>
                  <a:pt x="1625802" y="95746"/>
                  <a:pt x="1615773" y="90428"/>
                  <a:pt x="1603583" y="90428"/>
                </a:cubicBezTo>
                <a:moveTo>
                  <a:pt x="1748865" y="111869"/>
                </a:moveTo>
                <a:cubicBezTo>
                  <a:pt x="1766706" y="90371"/>
                  <a:pt x="1783717" y="79622"/>
                  <a:pt x="1799896" y="79622"/>
                </a:cubicBezTo>
                <a:cubicBezTo>
                  <a:pt x="1808207" y="79622"/>
                  <a:pt x="1815355" y="81729"/>
                  <a:pt x="1821339" y="85939"/>
                </a:cubicBezTo>
                <a:cubicBezTo>
                  <a:pt x="1827324" y="90039"/>
                  <a:pt x="1832089" y="96856"/>
                  <a:pt x="1835635" y="106384"/>
                </a:cubicBezTo>
                <a:cubicBezTo>
                  <a:pt x="1838073" y="113033"/>
                  <a:pt x="1839292" y="123229"/>
                  <a:pt x="1839292" y="136971"/>
                </a:cubicBezTo>
                <a:lnTo>
                  <a:pt x="1839292" y="201965"/>
                </a:lnTo>
                <a:cubicBezTo>
                  <a:pt x="1839292" y="211607"/>
                  <a:pt x="1840068" y="218143"/>
                  <a:pt x="1841619" y="221578"/>
                </a:cubicBezTo>
                <a:cubicBezTo>
                  <a:pt x="1842838" y="224349"/>
                  <a:pt x="1844777" y="226510"/>
                  <a:pt x="1847437" y="228063"/>
                </a:cubicBezTo>
                <a:cubicBezTo>
                  <a:pt x="1850207" y="229613"/>
                  <a:pt x="1855250" y="230388"/>
                  <a:pt x="1862563" y="230388"/>
                </a:cubicBezTo>
                <a:lnTo>
                  <a:pt x="1862563" y="236373"/>
                </a:lnTo>
                <a:lnTo>
                  <a:pt x="1787263" y="236373"/>
                </a:lnTo>
                <a:lnTo>
                  <a:pt x="1787263" y="230388"/>
                </a:lnTo>
                <a:lnTo>
                  <a:pt x="1790421" y="230388"/>
                </a:lnTo>
                <a:cubicBezTo>
                  <a:pt x="1797514" y="230388"/>
                  <a:pt x="1802445" y="229338"/>
                  <a:pt x="1805216" y="227231"/>
                </a:cubicBezTo>
                <a:cubicBezTo>
                  <a:pt x="1808097" y="225014"/>
                  <a:pt x="1810091" y="221800"/>
                  <a:pt x="1811200" y="217589"/>
                </a:cubicBezTo>
                <a:cubicBezTo>
                  <a:pt x="1811643" y="215928"/>
                  <a:pt x="1811864" y="210718"/>
                  <a:pt x="1811864" y="201965"/>
                </a:cubicBezTo>
                <a:lnTo>
                  <a:pt x="1811864" y="139631"/>
                </a:lnTo>
                <a:cubicBezTo>
                  <a:pt x="1811864" y="125779"/>
                  <a:pt x="1810036" y="115748"/>
                  <a:pt x="1806379" y="109544"/>
                </a:cubicBezTo>
                <a:cubicBezTo>
                  <a:pt x="1802833" y="103227"/>
                  <a:pt x="1796793" y="100067"/>
                  <a:pt x="1788261" y="100067"/>
                </a:cubicBezTo>
                <a:cubicBezTo>
                  <a:pt x="1775073" y="100067"/>
                  <a:pt x="1761941" y="107270"/>
                  <a:pt x="1748865" y="121679"/>
                </a:cubicBezTo>
                <a:lnTo>
                  <a:pt x="1748865" y="201965"/>
                </a:lnTo>
                <a:cubicBezTo>
                  <a:pt x="1748865" y="212271"/>
                  <a:pt x="1749475" y="218643"/>
                  <a:pt x="1750693" y="221081"/>
                </a:cubicBezTo>
                <a:cubicBezTo>
                  <a:pt x="1752245" y="224295"/>
                  <a:pt x="1754350" y="226677"/>
                  <a:pt x="1757010" y="228228"/>
                </a:cubicBezTo>
                <a:cubicBezTo>
                  <a:pt x="1759781" y="229670"/>
                  <a:pt x="1765321" y="230388"/>
                  <a:pt x="1773632" y="230388"/>
                </a:cubicBezTo>
                <a:lnTo>
                  <a:pt x="1773632" y="236373"/>
                </a:lnTo>
                <a:lnTo>
                  <a:pt x="1698332" y="236373"/>
                </a:lnTo>
                <a:lnTo>
                  <a:pt x="1698332" y="230388"/>
                </a:lnTo>
                <a:lnTo>
                  <a:pt x="1701657" y="230388"/>
                </a:lnTo>
                <a:cubicBezTo>
                  <a:pt x="1709414" y="230388"/>
                  <a:pt x="1714622" y="228449"/>
                  <a:pt x="1717282" y="224571"/>
                </a:cubicBezTo>
                <a:cubicBezTo>
                  <a:pt x="1720052" y="220582"/>
                  <a:pt x="1721438" y="213047"/>
                  <a:pt x="1721438" y="201965"/>
                </a:cubicBezTo>
                <a:lnTo>
                  <a:pt x="1721438" y="145448"/>
                </a:lnTo>
                <a:cubicBezTo>
                  <a:pt x="1721438" y="127164"/>
                  <a:pt x="1720994" y="116026"/>
                  <a:pt x="1720108" y="112037"/>
                </a:cubicBezTo>
                <a:cubicBezTo>
                  <a:pt x="1719332" y="108048"/>
                  <a:pt x="1718058" y="105331"/>
                  <a:pt x="1716285" y="103891"/>
                </a:cubicBezTo>
                <a:cubicBezTo>
                  <a:pt x="1714622" y="102452"/>
                  <a:pt x="1712351" y="101731"/>
                  <a:pt x="1709469" y="101731"/>
                </a:cubicBezTo>
                <a:cubicBezTo>
                  <a:pt x="1706367" y="101731"/>
                  <a:pt x="1702654" y="102563"/>
                  <a:pt x="1698332" y="104224"/>
                </a:cubicBezTo>
                <a:lnTo>
                  <a:pt x="1695839" y="98239"/>
                </a:lnTo>
                <a:lnTo>
                  <a:pt x="1741717" y="79622"/>
                </a:lnTo>
                <a:lnTo>
                  <a:pt x="1748865" y="79622"/>
                </a:lnTo>
                <a:lnTo>
                  <a:pt x="1748865" y="111869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50 (a)">
            <a:extLst xmlns:a="http://schemas.openxmlformats.org/drawingml/2006/main">
              <a:ext uri="{FF2B5EF4-FFF2-40B4-BE49-F238E27FC236}">
                <a16:creationId xmlns:a16="http://schemas.microsoft.com/office/drawing/2014/main" id="{D39E2359-366D-482E-877F-EA87D58D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093" y="8148443"/>
            <a:ext cx="730949" cy="793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45" name="text-51 Generalization.">
            <a:extLst xmlns:a="http://schemas.openxmlformats.org/drawingml/2006/main">
              <a:ext uri="{FF2B5EF4-FFF2-40B4-BE49-F238E27FC236}">
                <a16:creationId xmlns:a16="http://schemas.microsoft.com/office/drawing/2014/main" id="{9E0F6C3E-0019-4EE4-A899-6FED64FB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955" y="8148428"/>
            <a:ext cx="3832035" cy="793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rPr>
              <a:t>Generalization.</a:t>
            </a:r>
          </a:p>
        </p:txBody>
      </p:sp>
      <p:sp>
        <p:nvSpPr>
          <p:cNvPr id="46" name="text-52 Small">
            <a:extLst xmlns:a="http://schemas.openxmlformats.org/drawingml/2006/main">
              <a:ext uri="{FF2B5EF4-FFF2-40B4-BE49-F238E27FC236}">
                <a16:creationId xmlns:a16="http://schemas.microsoft.com/office/drawing/2014/main" id="{08400DD3-F875-47AC-849A-351E924A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3864" y="8148400"/>
            <a:ext cx="1424494" cy="79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3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3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3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Small</a:t>
            </a:r>
          </a:p>
        </p:txBody>
      </p:sp>
      <p:sp>
        <p:nvSpPr>
          <p:cNvPr id="47" name="text-52 supervi-">
            <a:extLst xmlns:a="http://schemas.openxmlformats.org/drawingml/2006/main">
              <a:ext uri="{FF2B5EF4-FFF2-40B4-BE49-F238E27FC236}">
                <a16:creationId xmlns:a16="http://schemas.microsoft.com/office/drawing/2014/main" id="{104B161B-9169-469E-8446-AABBA4BB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0263" y="8148479"/>
            <a:ext cx="1958797" cy="793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supervi-</a:t>
            </a:r>
          </a:p>
        </p:txBody>
      </p:sp>
      <p:sp>
        <p:nvSpPr>
          <p:cNvPr id="48" name="text-52 sion">
            <a:extLst xmlns:a="http://schemas.openxmlformats.org/drawingml/2006/main">
              <a:ext uri="{FF2B5EF4-FFF2-40B4-BE49-F238E27FC236}">
                <a16:creationId xmlns:a16="http://schemas.microsoft.com/office/drawing/2014/main" id="{41A36742-FAAC-43DB-BC10-46A3B45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093" y="8778034"/>
            <a:ext cx="1046543" cy="793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sion</a:t>
            </a:r>
          </a:p>
        </p:txBody>
      </p:sp>
      <p:sp>
        <p:nvSpPr>
          <p:cNvPr id="49" name="text-52 region">
            <a:extLst xmlns:a="http://schemas.openxmlformats.org/drawingml/2006/main">
              <a:ext uri="{FF2B5EF4-FFF2-40B4-BE49-F238E27FC236}">
                <a16:creationId xmlns:a16="http://schemas.microsoft.com/office/drawing/2014/main" id="{A1314811-6EB7-49FE-8C0B-2B673576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0562" y="8781279"/>
            <a:ext cx="1540614" cy="788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3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3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3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50" name="path-53">
            <a:extLst xmlns:a="http://schemas.openxmlformats.org/drawingml/2006/main">
              <a:ext uri="{FF2B5EF4-FFF2-40B4-BE49-F238E27FC236}">
                <a16:creationId xmlns:a16="http://schemas.microsoft.com/office/drawing/2014/main" id="{2E801DA3-BC05-4471-B50D-DC7091D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920" y="8919718"/>
            <a:ext cx="24364" cy="566615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4">
            <a:extLst xmlns:a="http://schemas.openxmlformats.org/drawingml/2006/main">
              <a:ext uri="{FF2B5EF4-FFF2-40B4-BE49-F238E27FC236}">
                <a16:creationId xmlns:a16="http://schemas.microsoft.com/office/drawing/2014/main" id="{04C8D95F-27C9-4EF1-AAD1-799082D6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316" y="8957898"/>
            <a:ext cx="434593" cy="386781"/>
          </a:xfrm>
          <a:custGeom xmlns:a="http://schemas.openxmlformats.org/drawingml/2006/main">
            <a:pathLst>
              <a:path w="319908" h="284714">
                <a:moveTo>
                  <a:pt x="80496" y="284714"/>
                </a:moveTo>
                <a:cubicBezTo>
                  <a:pt x="181014" y="284714"/>
                  <a:pt x="319908" y="210506"/>
                  <a:pt x="319908" y="97138"/>
                </a:cubicBezTo>
                <a:cubicBezTo>
                  <a:pt x="319908" y="60455"/>
                  <a:pt x="302387" y="34615"/>
                  <a:pt x="274028" y="19188"/>
                </a:cubicBezTo>
                <a:cubicBezTo>
                  <a:pt x="238159" y="0"/>
                  <a:pt x="202703" y="0"/>
                  <a:pt x="163079" y="0"/>
                </a:cubicBezTo>
                <a:cubicBezTo>
                  <a:pt x="127210" y="0"/>
                  <a:pt x="98430" y="0"/>
                  <a:pt x="62147" y="16267"/>
                </a:cubicBezTo>
                <a:cubicBezTo>
                  <a:pt x="5422" y="42119"/>
                  <a:pt x="0" y="76295"/>
                  <a:pt x="0" y="77963"/>
                </a:cubicBezTo>
                <a:cubicBezTo>
                  <a:pt x="0" y="79630"/>
                  <a:pt x="834" y="81298"/>
                  <a:pt x="4169" y="81298"/>
                </a:cubicBezTo>
                <a:cubicBezTo>
                  <a:pt x="7504" y="81298"/>
                  <a:pt x="15013" y="79210"/>
                  <a:pt x="22937" y="74208"/>
                </a:cubicBezTo>
                <a:cubicBezTo>
                  <a:pt x="33782" y="67124"/>
                  <a:pt x="34615" y="64623"/>
                  <a:pt x="37117" y="57540"/>
                </a:cubicBezTo>
                <a:cubicBezTo>
                  <a:pt x="42959" y="40865"/>
                  <a:pt x="52136" y="26278"/>
                  <a:pt x="109275" y="23363"/>
                </a:cubicBezTo>
                <a:cubicBezTo>
                  <a:pt x="103853" y="105889"/>
                  <a:pt x="83837" y="186334"/>
                  <a:pt x="52136" y="262611"/>
                </a:cubicBezTo>
                <a:cubicBezTo>
                  <a:pt x="32948" y="269700"/>
                  <a:pt x="26692" y="279298"/>
                  <a:pt x="26692" y="281799"/>
                </a:cubicBezTo>
                <a:cubicBezTo>
                  <a:pt x="26692" y="284300"/>
                  <a:pt x="27112" y="284714"/>
                  <a:pt x="36703" y="284714"/>
                </a:cubicBezTo>
                <a:lnTo>
                  <a:pt x="80496" y="284714"/>
                </a:lnTo>
                <a:moveTo>
                  <a:pt x="82163" y="261357"/>
                </a:moveTo>
                <a:cubicBezTo>
                  <a:pt x="120954" y="167159"/>
                  <a:pt x="135973" y="99640"/>
                  <a:pt x="144311" y="23363"/>
                </a:cubicBezTo>
                <a:cubicBezTo>
                  <a:pt x="174758" y="23363"/>
                  <a:pt x="283619" y="23363"/>
                  <a:pt x="283619" y="115474"/>
                </a:cubicBezTo>
                <a:cubicBezTo>
                  <a:pt x="283619" y="198420"/>
                  <a:pt x="208126" y="261357"/>
                  <a:pt x="106354" y="261357"/>
                </a:cubicBezTo>
                <a:lnTo>
                  <a:pt x="82163" y="261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5">
            <a:extLst xmlns:a="http://schemas.openxmlformats.org/drawingml/2006/main">
              <a:ext uri="{FF2B5EF4-FFF2-40B4-BE49-F238E27FC236}">
                <a16:creationId xmlns:a16="http://schemas.microsoft.com/office/drawing/2014/main" id="{BC4AAA79-354E-4F6A-B1C0-14EFFFB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409" y="8919718"/>
            <a:ext cx="24364" cy="566615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6">
            <a:extLst xmlns:a="http://schemas.openxmlformats.org/drawingml/2006/main">
              <a:ext uri="{FF2B5EF4-FFF2-40B4-BE49-F238E27FC236}">
                <a16:creationId xmlns:a16="http://schemas.microsoft.com/office/drawing/2014/main" id="{2B59A551-176B-4395-97DD-18A45743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252" y="9132752"/>
            <a:ext cx="387568" cy="139994"/>
          </a:xfrm>
          <a:custGeom xmlns:a="http://schemas.openxmlformats.org/drawingml/2006/main">
            <a:pathLst>
              <a:path w="285293" h="103051">
                <a:moveTo>
                  <a:pt x="271527" y="17941"/>
                </a:moveTo>
                <a:cubicBezTo>
                  <a:pt x="277369" y="17941"/>
                  <a:pt x="285293" y="17941"/>
                  <a:pt x="285293" y="9177"/>
                </a:cubicBezTo>
                <a:cubicBezTo>
                  <a:pt x="285293" y="0"/>
                  <a:pt x="276116" y="0"/>
                  <a:pt x="269859" y="0"/>
                </a:cubicBezTo>
                <a:lnTo>
                  <a:pt x="15433" y="0"/>
                </a:lnTo>
                <a:cubicBezTo>
                  <a:pt x="9177" y="0"/>
                  <a:pt x="0" y="0"/>
                  <a:pt x="0" y="9177"/>
                </a:cubicBezTo>
                <a:cubicBezTo>
                  <a:pt x="0" y="17941"/>
                  <a:pt x="8344" y="17941"/>
                  <a:pt x="13766" y="17941"/>
                </a:cubicBezTo>
                <a:lnTo>
                  <a:pt x="271527" y="17941"/>
                </a:lnTo>
                <a:moveTo>
                  <a:pt x="269859" y="103051"/>
                </a:moveTo>
                <a:cubicBezTo>
                  <a:pt x="276116" y="103051"/>
                  <a:pt x="285293" y="103051"/>
                  <a:pt x="285293" y="93880"/>
                </a:cubicBezTo>
                <a:cubicBezTo>
                  <a:pt x="285293" y="85116"/>
                  <a:pt x="277369" y="85116"/>
                  <a:pt x="271527" y="85116"/>
                </a:cubicBezTo>
                <a:lnTo>
                  <a:pt x="13766" y="85116"/>
                </a:lnTo>
                <a:cubicBezTo>
                  <a:pt x="8344" y="85116"/>
                  <a:pt x="0" y="85116"/>
                  <a:pt x="0" y="93880"/>
                </a:cubicBezTo>
                <a:cubicBezTo>
                  <a:pt x="0" y="103051"/>
                  <a:pt x="9177" y="103051"/>
                  <a:pt x="15433" y="103051"/>
                </a:cubicBezTo>
                <a:lnTo>
                  <a:pt x="269859" y="103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7">
            <a:extLst xmlns:a="http://schemas.openxmlformats.org/drawingml/2006/main">
              <a:ext uri="{FF2B5EF4-FFF2-40B4-BE49-F238E27FC236}">
                <a16:creationId xmlns:a16="http://schemas.microsoft.com/office/drawing/2014/main" id="{B4D4DCC1-B157-4365-9AF2-2D19C17D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723" y="8919718"/>
            <a:ext cx="24364" cy="566615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8">
            <a:extLst xmlns:a="http://schemas.openxmlformats.org/drawingml/2006/main">
              <a:ext uri="{FF2B5EF4-FFF2-40B4-BE49-F238E27FC236}">
                <a16:creationId xmlns:a16="http://schemas.microsoft.com/office/drawing/2014/main" id="{02B8FB61-340D-4CA0-9B00-A299E45E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119" y="8957898"/>
            <a:ext cx="434593" cy="386781"/>
          </a:xfrm>
          <a:custGeom xmlns:a="http://schemas.openxmlformats.org/drawingml/2006/main">
            <a:pathLst>
              <a:path w="319908" h="284714">
                <a:moveTo>
                  <a:pt x="80496" y="284714"/>
                </a:moveTo>
                <a:cubicBezTo>
                  <a:pt x="181014" y="284714"/>
                  <a:pt x="319908" y="210506"/>
                  <a:pt x="319908" y="97138"/>
                </a:cubicBezTo>
                <a:cubicBezTo>
                  <a:pt x="319908" y="60455"/>
                  <a:pt x="302387" y="34615"/>
                  <a:pt x="274028" y="19188"/>
                </a:cubicBezTo>
                <a:cubicBezTo>
                  <a:pt x="238159" y="0"/>
                  <a:pt x="202703" y="0"/>
                  <a:pt x="163079" y="0"/>
                </a:cubicBezTo>
                <a:cubicBezTo>
                  <a:pt x="127210" y="0"/>
                  <a:pt x="98430" y="0"/>
                  <a:pt x="62147" y="16267"/>
                </a:cubicBezTo>
                <a:cubicBezTo>
                  <a:pt x="5422" y="42119"/>
                  <a:pt x="0" y="76295"/>
                  <a:pt x="0" y="77963"/>
                </a:cubicBezTo>
                <a:cubicBezTo>
                  <a:pt x="0" y="79630"/>
                  <a:pt x="834" y="81298"/>
                  <a:pt x="4169" y="81298"/>
                </a:cubicBezTo>
                <a:cubicBezTo>
                  <a:pt x="7504" y="81298"/>
                  <a:pt x="15013" y="79210"/>
                  <a:pt x="22937" y="74208"/>
                </a:cubicBezTo>
                <a:cubicBezTo>
                  <a:pt x="33782" y="67124"/>
                  <a:pt x="34615" y="64623"/>
                  <a:pt x="37117" y="57540"/>
                </a:cubicBezTo>
                <a:cubicBezTo>
                  <a:pt x="42959" y="40865"/>
                  <a:pt x="52136" y="26278"/>
                  <a:pt x="109275" y="23363"/>
                </a:cubicBezTo>
                <a:cubicBezTo>
                  <a:pt x="103853" y="105889"/>
                  <a:pt x="83837" y="186334"/>
                  <a:pt x="52136" y="262611"/>
                </a:cubicBezTo>
                <a:cubicBezTo>
                  <a:pt x="32948" y="269700"/>
                  <a:pt x="26692" y="279298"/>
                  <a:pt x="26692" y="281799"/>
                </a:cubicBezTo>
                <a:cubicBezTo>
                  <a:pt x="26692" y="284300"/>
                  <a:pt x="27112" y="284714"/>
                  <a:pt x="36703" y="284714"/>
                </a:cubicBezTo>
                <a:lnTo>
                  <a:pt x="80496" y="284714"/>
                </a:lnTo>
                <a:moveTo>
                  <a:pt x="82163" y="261357"/>
                </a:moveTo>
                <a:cubicBezTo>
                  <a:pt x="120954" y="167159"/>
                  <a:pt x="135973" y="99640"/>
                  <a:pt x="144311" y="23363"/>
                </a:cubicBezTo>
                <a:cubicBezTo>
                  <a:pt x="174758" y="23363"/>
                  <a:pt x="283619" y="23363"/>
                  <a:pt x="283619" y="115474"/>
                </a:cubicBezTo>
                <a:cubicBezTo>
                  <a:pt x="283619" y="198420"/>
                  <a:pt x="208126" y="261357"/>
                  <a:pt x="106354" y="261357"/>
                </a:cubicBezTo>
                <a:lnTo>
                  <a:pt x="82163" y="261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9">
            <a:extLst xmlns:a="http://schemas.openxmlformats.org/drawingml/2006/main">
              <a:ext uri="{FF2B5EF4-FFF2-40B4-BE49-F238E27FC236}">
                <a16:creationId xmlns:a16="http://schemas.microsoft.com/office/drawing/2014/main" id="{F58831A0-0F2C-4B72-B76C-CD73093A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83" y="8919718"/>
            <a:ext cx="24364" cy="566615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ext-60 (">
            <a:extLst xmlns:a="http://schemas.openxmlformats.org/drawingml/2006/main">
              <a:ext uri="{FF2B5EF4-FFF2-40B4-BE49-F238E27FC236}">
                <a16:creationId xmlns:a16="http://schemas.microsoft.com/office/drawing/2014/main" id="{02975B39-80EB-4C7C-A106-91F0801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6685" y="8778086"/>
            <a:ext cx="290669" cy="793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58" name="text-61 region">
            <a:extLst xmlns:a="http://schemas.openxmlformats.org/drawingml/2006/main">
              <a:ext uri="{FF2B5EF4-FFF2-40B4-BE49-F238E27FC236}">
                <a16:creationId xmlns:a16="http://schemas.microsoft.com/office/drawing/2014/main" id="{B6C7C400-F6B5-418D-B077-EDFA025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925" y="9032095"/>
            <a:ext cx="1027073" cy="525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59" name="text-62 score">
            <a:extLst xmlns:a="http://schemas.openxmlformats.org/drawingml/2006/main">
              <a:ext uri="{FF2B5EF4-FFF2-40B4-BE49-F238E27FC236}">
                <a16:creationId xmlns:a16="http://schemas.microsoft.com/office/drawing/2014/main" id="{14594842-0C04-4F07-81A8-2323DB3E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7604" y="9029900"/>
            <a:ext cx="865038" cy="528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</a:t>
            </a:r>
          </a:p>
        </p:txBody>
      </p:sp>
      <p:sp>
        <p:nvSpPr>
          <p:cNvPr id="60" name="text-63 )">
            <a:extLst xmlns:a="http://schemas.openxmlformats.org/drawingml/2006/main">
              <a:ext uri="{FF2B5EF4-FFF2-40B4-BE49-F238E27FC236}">
                <a16:creationId xmlns:a16="http://schemas.microsoft.com/office/drawing/2014/main" id="{A8271BC1-ADDD-41A9-B73D-D5BFF5E4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8181" y="8778086"/>
            <a:ext cx="290669" cy="793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1" name="text-64 en-">
            <a:extLst xmlns:a="http://schemas.openxmlformats.org/drawingml/2006/main">
              <a:ext uri="{FF2B5EF4-FFF2-40B4-BE49-F238E27FC236}">
                <a16:creationId xmlns:a16="http://schemas.microsoft.com/office/drawing/2014/main" id="{3E132460-AFA7-4D8F-955F-E35C595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3785" y="8777951"/>
            <a:ext cx="825578" cy="79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en-</a:t>
            </a:r>
          </a:p>
        </p:txBody>
      </p:sp>
      <p:sp>
        <p:nvSpPr>
          <p:cNvPr id="62" name="text-64 sures">
            <a:extLst xmlns:a="http://schemas.openxmlformats.org/drawingml/2006/main">
              <a:ext uri="{FF2B5EF4-FFF2-40B4-BE49-F238E27FC236}">
                <a16:creationId xmlns:a16="http://schemas.microsoft.com/office/drawing/2014/main" id="{7249AF72-006B-49A0-8532-E52F4639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094" y="9407675"/>
            <a:ext cx="1266380" cy="793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1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1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1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sures</a:t>
            </a:r>
          </a:p>
        </p:txBody>
      </p:sp>
      <p:sp>
        <p:nvSpPr>
          <p:cNvPr id="63" name="text-65 freedom">
            <a:extLst xmlns:a="http://schemas.openxmlformats.org/drawingml/2006/main">
              <a:ext uri="{FF2B5EF4-FFF2-40B4-BE49-F238E27FC236}">
                <a16:creationId xmlns:a16="http://schemas.microsoft.com/office/drawing/2014/main" id="{6DBA9455-9EDD-4939-98A0-502F13B5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141" y="9407574"/>
            <a:ext cx="1937837" cy="793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freedom</a:t>
            </a:r>
          </a:p>
        </p:txBody>
      </p:sp>
      <p:sp>
        <p:nvSpPr>
          <p:cNvPr id="64" name="text-65 to">
            <a:extLst xmlns:a="http://schemas.openxmlformats.org/drawingml/2006/main">
              <a:ext uri="{FF2B5EF4-FFF2-40B4-BE49-F238E27FC236}">
                <a16:creationId xmlns:a16="http://schemas.microsoft.com/office/drawing/2014/main" id="{6F9EF25D-C87C-45A7-9EDB-42C9178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2627" y="9407522"/>
            <a:ext cx="542841" cy="79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3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3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3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65" name="text-65 extrapolate">
            <a:extLst xmlns:a="http://schemas.openxmlformats.org/drawingml/2006/main">
              <a:ext uri="{FF2B5EF4-FFF2-40B4-BE49-F238E27FC236}">
                <a16:creationId xmlns:a16="http://schemas.microsoft.com/office/drawing/2014/main" id="{308B2CA0-8DD4-4D66-AE37-5281F31F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5107" y="9411878"/>
            <a:ext cx="2662330" cy="78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28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28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28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extrapolate</a:t>
            </a:r>
          </a:p>
        </p:txBody>
      </p:sp>
      <p:sp>
        <p:nvSpPr>
          <p:cNvPr id="66" name="text-66 .">
            <a:extLst xmlns:a="http://schemas.openxmlformats.org/drawingml/2006/main">
              <a:ext uri="{FF2B5EF4-FFF2-40B4-BE49-F238E27FC236}">
                <a16:creationId xmlns:a16="http://schemas.microsoft.com/office/drawing/2014/main" id="{84D0BF61-7596-44CF-A7E2-5077D085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6206" y="9407591"/>
            <a:ext cx="243656" cy="793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DE38BBA1-2DFA-433C-BA11-94226A32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463" y="0"/>
            <a:ext cx="8476253" cy="7896674"/>
          </a:xfrm>
          <a:custGeom xmlns:a="http://schemas.openxmlformats.org/drawingml/2006/main">
            <a:pathLst>
              <a:path w="6239464" h="5812830">
                <a:moveTo>
                  <a:pt x="6239464" y="0"/>
                </a:moveTo>
                <a:lnTo>
                  <a:pt x="0" y="0"/>
                </a:lnTo>
                <a:lnTo>
                  <a:pt x="0" y="5812830"/>
                </a:lnTo>
                <a:lnTo>
                  <a:pt x="6239464" y="5812830"/>
                </a:lnTo>
                <a:lnTo>
                  <a:pt x="623946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5A748E7-02B7-4EE5-A7D7-38F328D62A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c57aca5354061"/>
          <a:stretch xmlns:a="http://schemas.openxmlformats.org/drawingml/2006/main"/>
        </p:blipFill>
        <p:spPr>
          <a:xfrm xmlns:a="http://schemas.openxmlformats.org/drawingml/2006/main">
            <a:off x="9520629" y="534354"/>
            <a:ext cx="7530860" cy="2730260"/>
          </a:xfrm>
          <a:prstGeom xmlns:a="http://schemas.openxmlformats.org/drawingml/2006/main" prst="rect">
            <a:avLst/>
          </a:prstGeom>
        </p:spPr>
      </p:pic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50D24107-C5C7-4955-8EB8-05F01278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745" y="1919498"/>
            <a:ext cx="2130046" cy="2130044"/>
          </a:xfrm>
          <a:custGeom xmlns:a="http://schemas.openxmlformats.org/drawingml/2006/main">
            <a:pathLst>
              <a:path w="1567951" h="1567949">
                <a:moveTo>
                  <a:pt x="1546674" y="783975"/>
                </a:moveTo>
                <a:lnTo>
                  <a:pt x="1557312" y="783975"/>
                </a:lnTo>
                <a:cubicBezTo>
                  <a:pt x="1557312" y="769421"/>
                  <a:pt x="1556911" y="754958"/>
                  <a:pt x="1556117" y="740598"/>
                </a:cubicBezTo>
                <a:lnTo>
                  <a:pt x="1545494" y="741185"/>
                </a:lnTo>
                <a:lnTo>
                  <a:pt x="1534871" y="741773"/>
                </a:lnTo>
                <a:cubicBezTo>
                  <a:pt x="1535644" y="755742"/>
                  <a:pt x="1536036" y="769813"/>
                  <a:pt x="1536036" y="783975"/>
                </a:cubicBezTo>
                <a:lnTo>
                  <a:pt x="1546674" y="783975"/>
                </a:lnTo>
                <a:moveTo>
                  <a:pt x="1536010" y="656155"/>
                </a:moveTo>
                <a:lnTo>
                  <a:pt x="1546501" y="654386"/>
                </a:lnTo>
                <a:cubicBezTo>
                  <a:pt x="1541647" y="625622"/>
                  <a:pt x="1535207" y="597398"/>
                  <a:pt x="1527271" y="569807"/>
                </a:cubicBezTo>
                <a:lnTo>
                  <a:pt x="1517046" y="572748"/>
                </a:lnTo>
                <a:lnTo>
                  <a:pt x="1506822" y="575687"/>
                </a:lnTo>
                <a:cubicBezTo>
                  <a:pt x="1514539" y="602514"/>
                  <a:pt x="1520801" y="629958"/>
                  <a:pt x="1525521" y="657926"/>
                </a:cubicBezTo>
                <a:lnTo>
                  <a:pt x="1536010" y="656155"/>
                </a:lnTo>
                <a:moveTo>
                  <a:pt x="1488800" y="492022"/>
                </a:moveTo>
                <a:lnTo>
                  <a:pt x="1498627" y="487947"/>
                </a:lnTo>
                <a:cubicBezTo>
                  <a:pt x="1487498" y="461111"/>
                  <a:pt x="1474902" y="435036"/>
                  <a:pt x="1460939" y="409827"/>
                </a:cubicBezTo>
                <a:lnTo>
                  <a:pt x="1451634" y="414980"/>
                </a:lnTo>
                <a:lnTo>
                  <a:pt x="1442327" y="420136"/>
                </a:lnTo>
                <a:cubicBezTo>
                  <a:pt x="1455905" y="444653"/>
                  <a:pt x="1468152" y="470004"/>
                  <a:pt x="1478974" y="496099"/>
                </a:cubicBezTo>
                <a:lnTo>
                  <a:pt x="1488800" y="492022"/>
                </a:lnTo>
                <a:moveTo>
                  <a:pt x="1406056" y="342593"/>
                </a:moveTo>
                <a:lnTo>
                  <a:pt x="1414727" y="336429"/>
                </a:lnTo>
                <a:cubicBezTo>
                  <a:pt x="1397946" y="312821"/>
                  <a:pt x="1379875" y="290198"/>
                  <a:pt x="1360614" y="268660"/>
                </a:cubicBezTo>
                <a:lnTo>
                  <a:pt x="1352684" y="275750"/>
                </a:lnTo>
                <a:lnTo>
                  <a:pt x="1344754" y="282842"/>
                </a:lnTo>
                <a:cubicBezTo>
                  <a:pt x="1363487" y="303792"/>
                  <a:pt x="1381065" y="325796"/>
                  <a:pt x="1397386" y="348757"/>
                </a:cubicBezTo>
                <a:lnTo>
                  <a:pt x="1406056" y="342593"/>
                </a:lnTo>
                <a:moveTo>
                  <a:pt x="1292200" y="215267"/>
                </a:moveTo>
                <a:lnTo>
                  <a:pt x="1299290" y="207337"/>
                </a:lnTo>
                <a:cubicBezTo>
                  <a:pt x="1277752" y="188076"/>
                  <a:pt x="1255128" y="170005"/>
                  <a:pt x="1231521" y="153222"/>
                </a:cubicBezTo>
                <a:lnTo>
                  <a:pt x="1225357" y="161893"/>
                </a:lnTo>
                <a:lnTo>
                  <a:pt x="1219194" y="170564"/>
                </a:lnTo>
                <a:cubicBezTo>
                  <a:pt x="1242153" y="186886"/>
                  <a:pt x="1264158" y="204464"/>
                  <a:pt x="1285107" y="223197"/>
                </a:cubicBezTo>
                <a:lnTo>
                  <a:pt x="1292200" y="215267"/>
                </a:lnTo>
                <a:moveTo>
                  <a:pt x="1152969" y="116316"/>
                </a:moveTo>
                <a:lnTo>
                  <a:pt x="1158123" y="107012"/>
                </a:lnTo>
                <a:cubicBezTo>
                  <a:pt x="1132913" y="93048"/>
                  <a:pt x="1106839" y="80451"/>
                  <a:pt x="1080002" y="69324"/>
                </a:cubicBezTo>
                <a:lnTo>
                  <a:pt x="1075928" y="79151"/>
                </a:lnTo>
                <a:lnTo>
                  <a:pt x="1071852" y="88977"/>
                </a:lnTo>
                <a:cubicBezTo>
                  <a:pt x="1097946" y="99797"/>
                  <a:pt x="1123299" y="112045"/>
                  <a:pt x="1147814" y="125622"/>
                </a:cubicBezTo>
                <a:lnTo>
                  <a:pt x="1152969" y="116316"/>
                </a:lnTo>
                <a:moveTo>
                  <a:pt x="995203" y="50904"/>
                </a:moveTo>
                <a:lnTo>
                  <a:pt x="998144" y="40680"/>
                </a:lnTo>
                <a:cubicBezTo>
                  <a:pt x="970552" y="32744"/>
                  <a:pt x="942327" y="26302"/>
                  <a:pt x="913565" y="21450"/>
                </a:cubicBezTo>
                <a:lnTo>
                  <a:pt x="911795" y="31941"/>
                </a:lnTo>
                <a:lnTo>
                  <a:pt x="910024" y="42432"/>
                </a:lnTo>
                <a:cubicBezTo>
                  <a:pt x="937993" y="47150"/>
                  <a:pt x="965435" y="53414"/>
                  <a:pt x="992263" y="61128"/>
                </a:cubicBezTo>
                <a:lnTo>
                  <a:pt x="995203" y="50904"/>
                </a:lnTo>
                <a:moveTo>
                  <a:pt x="826764" y="22455"/>
                </a:moveTo>
                <a:lnTo>
                  <a:pt x="827352" y="11834"/>
                </a:lnTo>
                <a:cubicBezTo>
                  <a:pt x="812993" y="11039"/>
                  <a:pt x="798530" y="10638"/>
                  <a:pt x="783976" y="10638"/>
                </a:cubicBezTo>
                <a:lnTo>
                  <a:pt x="783976" y="21277"/>
                </a:lnTo>
                <a:lnTo>
                  <a:pt x="783976" y="31915"/>
                </a:lnTo>
                <a:cubicBezTo>
                  <a:pt x="798138" y="31915"/>
                  <a:pt x="812209" y="32307"/>
                  <a:pt x="826176" y="33079"/>
                </a:cubicBezTo>
                <a:lnTo>
                  <a:pt x="826764" y="22455"/>
                </a:lnTo>
                <a:moveTo>
                  <a:pt x="783976" y="21277"/>
                </a:moveTo>
                <a:lnTo>
                  <a:pt x="783976" y="10638"/>
                </a:lnTo>
                <a:cubicBezTo>
                  <a:pt x="769421" y="10638"/>
                  <a:pt x="754958" y="11039"/>
                  <a:pt x="740599" y="11834"/>
                </a:cubicBezTo>
                <a:lnTo>
                  <a:pt x="741187" y="22455"/>
                </a:lnTo>
                <a:lnTo>
                  <a:pt x="741775" y="33079"/>
                </a:lnTo>
                <a:cubicBezTo>
                  <a:pt x="755742" y="32307"/>
                  <a:pt x="769813" y="31915"/>
                  <a:pt x="783976" y="31915"/>
                </a:cubicBezTo>
                <a:lnTo>
                  <a:pt x="783976" y="21277"/>
                </a:lnTo>
                <a:moveTo>
                  <a:pt x="656156" y="31941"/>
                </a:moveTo>
                <a:lnTo>
                  <a:pt x="654386" y="21450"/>
                </a:lnTo>
                <a:cubicBezTo>
                  <a:pt x="625624" y="26302"/>
                  <a:pt x="597399" y="32744"/>
                  <a:pt x="569807" y="40680"/>
                </a:cubicBezTo>
                <a:lnTo>
                  <a:pt x="572748" y="50904"/>
                </a:lnTo>
                <a:lnTo>
                  <a:pt x="575688" y="61128"/>
                </a:lnTo>
                <a:cubicBezTo>
                  <a:pt x="602515" y="53414"/>
                  <a:pt x="629958" y="47150"/>
                  <a:pt x="657926" y="42432"/>
                </a:cubicBezTo>
                <a:lnTo>
                  <a:pt x="656156" y="31941"/>
                </a:lnTo>
                <a:moveTo>
                  <a:pt x="492023" y="79151"/>
                </a:moveTo>
                <a:lnTo>
                  <a:pt x="487949" y="69324"/>
                </a:lnTo>
                <a:cubicBezTo>
                  <a:pt x="461111" y="80451"/>
                  <a:pt x="435038" y="93048"/>
                  <a:pt x="409827" y="107012"/>
                </a:cubicBezTo>
                <a:lnTo>
                  <a:pt x="414982" y="116316"/>
                </a:lnTo>
                <a:lnTo>
                  <a:pt x="420136" y="125622"/>
                </a:lnTo>
                <a:cubicBezTo>
                  <a:pt x="444653" y="112045"/>
                  <a:pt x="470005" y="99797"/>
                  <a:pt x="496099" y="88977"/>
                </a:cubicBezTo>
                <a:lnTo>
                  <a:pt x="492023" y="79151"/>
                </a:lnTo>
                <a:moveTo>
                  <a:pt x="342594" y="161893"/>
                </a:moveTo>
                <a:lnTo>
                  <a:pt x="336430" y="153222"/>
                </a:lnTo>
                <a:cubicBezTo>
                  <a:pt x="312822" y="170005"/>
                  <a:pt x="290198" y="188076"/>
                  <a:pt x="268660" y="207337"/>
                </a:cubicBezTo>
                <a:lnTo>
                  <a:pt x="275751" y="215267"/>
                </a:lnTo>
                <a:lnTo>
                  <a:pt x="282844" y="223197"/>
                </a:lnTo>
                <a:cubicBezTo>
                  <a:pt x="303792" y="204464"/>
                  <a:pt x="325798" y="186886"/>
                  <a:pt x="348757" y="170564"/>
                </a:cubicBezTo>
                <a:lnTo>
                  <a:pt x="342594" y="161893"/>
                </a:lnTo>
                <a:moveTo>
                  <a:pt x="215267" y="275753"/>
                </a:moveTo>
                <a:lnTo>
                  <a:pt x="207337" y="268660"/>
                </a:lnTo>
                <a:cubicBezTo>
                  <a:pt x="188076" y="290198"/>
                  <a:pt x="170005" y="312821"/>
                  <a:pt x="153224" y="336429"/>
                </a:cubicBezTo>
                <a:lnTo>
                  <a:pt x="161894" y="342593"/>
                </a:lnTo>
                <a:lnTo>
                  <a:pt x="170565" y="348757"/>
                </a:lnTo>
                <a:cubicBezTo>
                  <a:pt x="186886" y="325796"/>
                  <a:pt x="204464" y="303792"/>
                  <a:pt x="223197" y="282842"/>
                </a:cubicBezTo>
                <a:lnTo>
                  <a:pt x="215267" y="275753"/>
                </a:lnTo>
                <a:moveTo>
                  <a:pt x="116317" y="414980"/>
                </a:moveTo>
                <a:lnTo>
                  <a:pt x="107012" y="409827"/>
                </a:lnTo>
                <a:cubicBezTo>
                  <a:pt x="93048" y="435036"/>
                  <a:pt x="80452" y="461111"/>
                  <a:pt x="69324" y="487947"/>
                </a:cubicBezTo>
                <a:lnTo>
                  <a:pt x="79151" y="492022"/>
                </a:lnTo>
                <a:lnTo>
                  <a:pt x="88979" y="496099"/>
                </a:lnTo>
                <a:cubicBezTo>
                  <a:pt x="99799" y="470004"/>
                  <a:pt x="112045" y="444653"/>
                  <a:pt x="125624" y="420136"/>
                </a:cubicBezTo>
                <a:lnTo>
                  <a:pt x="116317" y="414980"/>
                </a:lnTo>
                <a:moveTo>
                  <a:pt x="50905" y="572748"/>
                </a:moveTo>
                <a:lnTo>
                  <a:pt x="40681" y="569807"/>
                </a:lnTo>
                <a:cubicBezTo>
                  <a:pt x="32744" y="597398"/>
                  <a:pt x="26304" y="625622"/>
                  <a:pt x="21450" y="654386"/>
                </a:cubicBezTo>
                <a:lnTo>
                  <a:pt x="31941" y="656155"/>
                </a:lnTo>
                <a:lnTo>
                  <a:pt x="42430" y="657926"/>
                </a:lnTo>
                <a:cubicBezTo>
                  <a:pt x="47150" y="629958"/>
                  <a:pt x="53412" y="602514"/>
                  <a:pt x="61129" y="575687"/>
                </a:cubicBezTo>
                <a:lnTo>
                  <a:pt x="50905" y="572748"/>
                </a:lnTo>
                <a:moveTo>
                  <a:pt x="22457" y="741185"/>
                </a:moveTo>
                <a:lnTo>
                  <a:pt x="11835" y="740598"/>
                </a:lnTo>
                <a:cubicBezTo>
                  <a:pt x="11040" y="754958"/>
                  <a:pt x="10638" y="769421"/>
                  <a:pt x="10638" y="783975"/>
                </a:cubicBezTo>
                <a:lnTo>
                  <a:pt x="21277" y="783975"/>
                </a:lnTo>
                <a:lnTo>
                  <a:pt x="31915" y="783975"/>
                </a:lnTo>
                <a:cubicBezTo>
                  <a:pt x="31915" y="769813"/>
                  <a:pt x="32307" y="755742"/>
                  <a:pt x="33079" y="741773"/>
                </a:cubicBezTo>
                <a:lnTo>
                  <a:pt x="22457" y="741185"/>
                </a:lnTo>
                <a:moveTo>
                  <a:pt x="21277" y="783975"/>
                </a:moveTo>
                <a:lnTo>
                  <a:pt x="10638" y="783975"/>
                </a:lnTo>
                <a:cubicBezTo>
                  <a:pt x="10638" y="798528"/>
                  <a:pt x="11040" y="812991"/>
                  <a:pt x="11835" y="827352"/>
                </a:cubicBezTo>
                <a:lnTo>
                  <a:pt x="22457" y="826764"/>
                </a:lnTo>
                <a:lnTo>
                  <a:pt x="33079" y="826176"/>
                </a:lnTo>
                <a:cubicBezTo>
                  <a:pt x="32307" y="812208"/>
                  <a:pt x="31915" y="798137"/>
                  <a:pt x="31915" y="783975"/>
                </a:cubicBezTo>
                <a:lnTo>
                  <a:pt x="21277" y="783975"/>
                </a:lnTo>
                <a:moveTo>
                  <a:pt x="31941" y="911795"/>
                </a:moveTo>
                <a:lnTo>
                  <a:pt x="21450" y="913563"/>
                </a:lnTo>
                <a:cubicBezTo>
                  <a:pt x="26304" y="942327"/>
                  <a:pt x="32744" y="970552"/>
                  <a:pt x="40681" y="998143"/>
                </a:cubicBezTo>
                <a:lnTo>
                  <a:pt x="50905" y="995201"/>
                </a:lnTo>
                <a:lnTo>
                  <a:pt x="61129" y="992263"/>
                </a:lnTo>
                <a:cubicBezTo>
                  <a:pt x="53412" y="965435"/>
                  <a:pt x="47150" y="937992"/>
                  <a:pt x="42430" y="910023"/>
                </a:cubicBezTo>
                <a:lnTo>
                  <a:pt x="31941" y="911795"/>
                </a:lnTo>
                <a:moveTo>
                  <a:pt x="79151" y="1075928"/>
                </a:moveTo>
                <a:lnTo>
                  <a:pt x="69324" y="1080002"/>
                </a:lnTo>
                <a:cubicBezTo>
                  <a:pt x="80452" y="1106838"/>
                  <a:pt x="93048" y="1132913"/>
                  <a:pt x="107012" y="1158122"/>
                </a:cubicBezTo>
                <a:lnTo>
                  <a:pt x="116317" y="1152969"/>
                </a:lnTo>
                <a:lnTo>
                  <a:pt x="125624" y="1147813"/>
                </a:lnTo>
                <a:cubicBezTo>
                  <a:pt x="112047" y="1123299"/>
                  <a:pt x="99799" y="1097946"/>
                  <a:pt x="88979" y="1071851"/>
                </a:cubicBezTo>
                <a:lnTo>
                  <a:pt x="79151" y="1075928"/>
                </a:lnTo>
                <a:moveTo>
                  <a:pt x="161894" y="1225357"/>
                </a:moveTo>
                <a:lnTo>
                  <a:pt x="153224" y="1231521"/>
                </a:lnTo>
                <a:cubicBezTo>
                  <a:pt x="170005" y="1255128"/>
                  <a:pt x="188076" y="1277751"/>
                  <a:pt x="207337" y="1299289"/>
                </a:cubicBezTo>
                <a:lnTo>
                  <a:pt x="215267" y="1292200"/>
                </a:lnTo>
                <a:lnTo>
                  <a:pt x="223197" y="1285107"/>
                </a:lnTo>
                <a:cubicBezTo>
                  <a:pt x="204464" y="1264157"/>
                  <a:pt x="186886" y="1242153"/>
                  <a:pt x="170565" y="1219193"/>
                </a:cubicBezTo>
                <a:lnTo>
                  <a:pt x="161894" y="1225357"/>
                </a:lnTo>
                <a:moveTo>
                  <a:pt x="275753" y="1352683"/>
                </a:moveTo>
                <a:lnTo>
                  <a:pt x="268660" y="1360612"/>
                </a:lnTo>
                <a:cubicBezTo>
                  <a:pt x="290198" y="1379873"/>
                  <a:pt x="312822" y="1397948"/>
                  <a:pt x="336430" y="1414727"/>
                </a:cubicBezTo>
                <a:lnTo>
                  <a:pt x="342594" y="1406056"/>
                </a:lnTo>
                <a:lnTo>
                  <a:pt x="348758" y="1397386"/>
                </a:lnTo>
                <a:cubicBezTo>
                  <a:pt x="325798" y="1381063"/>
                  <a:pt x="303792" y="1363489"/>
                  <a:pt x="282844" y="1344753"/>
                </a:cubicBezTo>
                <a:lnTo>
                  <a:pt x="275753" y="1352683"/>
                </a:lnTo>
                <a:moveTo>
                  <a:pt x="414982" y="1451634"/>
                </a:moveTo>
                <a:lnTo>
                  <a:pt x="409827" y="1460941"/>
                </a:lnTo>
                <a:cubicBezTo>
                  <a:pt x="435038" y="1474901"/>
                  <a:pt x="461111" y="1487498"/>
                  <a:pt x="487949" y="1498625"/>
                </a:cubicBezTo>
                <a:lnTo>
                  <a:pt x="492023" y="1488799"/>
                </a:lnTo>
                <a:lnTo>
                  <a:pt x="496099" y="1478972"/>
                </a:lnTo>
                <a:cubicBezTo>
                  <a:pt x="470005" y="1468152"/>
                  <a:pt x="444653" y="1455904"/>
                  <a:pt x="420136" y="1442327"/>
                </a:cubicBezTo>
                <a:lnTo>
                  <a:pt x="414982" y="1451634"/>
                </a:lnTo>
                <a:moveTo>
                  <a:pt x="572748" y="1517046"/>
                </a:moveTo>
                <a:lnTo>
                  <a:pt x="569807" y="1527270"/>
                </a:lnTo>
                <a:cubicBezTo>
                  <a:pt x="597399" y="1535205"/>
                  <a:pt x="625624" y="1541647"/>
                  <a:pt x="654386" y="1546499"/>
                </a:cubicBezTo>
                <a:lnTo>
                  <a:pt x="656156" y="1536009"/>
                </a:lnTo>
                <a:lnTo>
                  <a:pt x="657926" y="1525521"/>
                </a:lnTo>
                <a:cubicBezTo>
                  <a:pt x="629958" y="1520799"/>
                  <a:pt x="602515" y="1514539"/>
                  <a:pt x="575688" y="1506822"/>
                </a:cubicBezTo>
                <a:lnTo>
                  <a:pt x="572748" y="1517046"/>
                </a:lnTo>
                <a:moveTo>
                  <a:pt x="741187" y="1545494"/>
                </a:moveTo>
                <a:lnTo>
                  <a:pt x="740599" y="1556116"/>
                </a:lnTo>
                <a:cubicBezTo>
                  <a:pt x="754958" y="1556911"/>
                  <a:pt x="769421" y="1557311"/>
                  <a:pt x="783976" y="1557311"/>
                </a:cubicBezTo>
                <a:lnTo>
                  <a:pt x="783976" y="1546673"/>
                </a:lnTo>
                <a:lnTo>
                  <a:pt x="783976" y="1536034"/>
                </a:lnTo>
                <a:cubicBezTo>
                  <a:pt x="769813" y="1536034"/>
                  <a:pt x="755742" y="1535642"/>
                  <a:pt x="741775" y="1534870"/>
                </a:cubicBezTo>
                <a:lnTo>
                  <a:pt x="741187" y="1545494"/>
                </a:lnTo>
                <a:moveTo>
                  <a:pt x="783976" y="1546673"/>
                </a:moveTo>
                <a:lnTo>
                  <a:pt x="783976" y="1557311"/>
                </a:lnTo>
                <a:cubicBezTo>
                  <a:pt x="798530" y="1557311"/>
                  <a:pt x="812993" y="1556911"/>
                  <a:pt x="827352" y="1556116"/>
                </a:cubicBezTo>
                <a:lnTo>
                  <a:pt x="826764" y="1545494"/>
                </a:lnTo>
                <a:lnTo>
                  <a:pt x="826176" y="1534870"/>
                </a:lnTo>
                <a:cubicBezTo>
                  <a:pt x="812209" y="1535642"/>
                  <a:pt x="798138" y="1536034"/>
                  <a:pt x="783976" y="1536034"/>
                </a:cubicBezTo>
                <a:lnTo>
                  <a:pt x="783976" y="1546673"/>
                </a:lnTo>
                <a:moveTo>
                  <a:pt x="911795" y="1536009"/>
                </a:moveTo>
                <a:lnTo>
                  <a:pt x="913565" y="1546499"/>
                </a:lnTo>
                <a:cubicBezTo>
                  <a:pt x="942327" y="1541647"/>
                  <a:pt x="970552" y="1535205"/>
                  <a:pt x="998144" y="1527270"/>
                </a:cubicBezTo>
                <a:lnTo>
                  <a:pt x="995203" y="1517046"/>
                </a:lnTo>
                <a:lnTo>
                  <a:pt x="992263" y="1506822"/>
                </a:lnTo>
                <a:cubicBezTo>
                  <a:pt x="965435" y="1514539"/>
                  <a:pt x="937993" y="1520799"/>
                  <a:pt x="910024" y="1525521"/>
                </a:cubicBezTo>
                <a:lnTo>
                  <a:pt x="911795" y="1536009"/>
                </a:lnTo>
                <a:moveTo>
                  <a:pt x="1075928" y="1488799"/>
                </a:moveTo>
                <a:lnTo>
                  <a:pt x="1080002" y="1498625"/>
                </a:lnTo>
                <a:cubicBezTo>
                  <a:pt x="1106839" y="1487498"/>
                  <a:pt x="1132913" y="1474901"/>
                  <a:pt x="1158123" y="1460938"/>
                </a:cubicBezTo>
                <a:lnTo>
                  <a:pt x="1152969" y="1451634"/>
                </a:lnTo>
                <a:lnTo>
                  <a:pt x="1147814" y="1442327"/>
                </a:lnTo>
                <a:cubicBezTo>
                  <a:pt x="1123299" y="1455904"/>
                  <a:pt x="1097946" y="1468152"/>
                  <a:pt x="1071852" y="1478972"/>
                </a:cubicBezTo>
                <a:lnTo>
                  <a:pt x="1075928" y="1488799"/>
                </a:lnTo>
                <a:moveTo>
                  <a:pt x="1225357" y="1406056"/>
                </a:moveTo>
                <a:lnTo>
                  <a:pt x="1231521" y="1414727"/>
                </a:lnTo>
                <a:cubicBezTo>
                  <a:pt x="1255128" y="1397948"/>
                  <a:pt x="1277752" y="1379873"/>
                  <a:pt x="1299290" y="1360612"/>
                </a:cubicBezTo>
                <a:lnTo>
                  <a:pt x="1292200" y="1352683"/>
                </a:lnTo>
                <a:lnTo>
                  <a:pt x="1285107" y="1344753"/>
                </a:lnTo>
                <a:cubicBezTo>
                  <a:pt x="1264158" y="1363486"/>
                  <a:pt x="1242153" y="1381063"/>
                  <a:pt x="1219194" y="1397386"/>
                </a:cubicBezTo>
                <a:lnTo>
                  <a:pt x="1225357" y="1406056"/>
                </a:lnTo>
                <a:moveTo>
                  <a:pt x="1352684" y="1292200"/>
                </a:moveTo>
                <a:lnTo>
                  <a:pt x="1360614" y="1299289"/>
                </a:lnTo>
                <a:cubicBezTo>
                  <a:pt x="1379875" y="1277751"/>
                  <a:pt x="1397946" y="1255128"/>
                  <a:pt x="1414727" y="1231521"/>
                </a:cubicBezTo>
                <a:lnTo>
                  <a:pt x="1406056" y="1225357"/>
                </a:lnTo>
                <a:lnTo>
                  <a:pt x="1397386" y="1219193"/>
                </a:lnTo>
                <a:cubicBezTo>
                  <a:pt x="1381065" y="1242153"/>
                  <a:pt x="1363489" y="1264157"/>
                  <a:pt x="1344754" y="1285107"/>
                </a:cubicBezTo>
                <a:lnTo>
                  <a:pt x="1352684" y="1292200"/>
                </a:lnTo>
                <a:moveTo>
                  <a:pt x="1451634" y="1152969"/>
                </a:moveTo>
                <a:lnTo>
                  <a:pt x="1460939" y="1158122"/>
                </a:lnTo>
                <a:cubicBezTo>
                  <a:pt x="1474902" y="1132913"/>
                  <a:pt x="1487498" y="1106838"/>
                  <a:pt x="1498627" y="1080002"/>
                </a:cubicBezTo>
                <a:lnTo>
                  <a:pt x="1488800" y="1075928"/>
                </a:lnTo>
                <a:lnTo>
                  <a:pt x="1478974" y="1071851"/>
                </a:lnTo>
                <a:cubicBezTo>
                  <a:pt x="1468152" y="1097946"/>
                  <a:pt x="1455905" y="1123299"/>
                  <a:pt x="1442327" y="1147813"/>
                </a:cubicBezTo>
                <a:lnTo>
                  <a:pt x="1451634" y="1152969"/>
                </a:lnTo>
                <a:moveTo>
                  <a:pt x="1517046" y="995201"/>
                </a:moveTo>
                <a:lnTo>
                  <a:pt x="1527271" y="998143"/>
                </a:lnTo>
                <a:cubicBezTo>
                  <a:pt x="1535207" y="970552"/>
                  <a:pt x="1541647" y="942327"/>
                  <a:pt x="1546501" y="913563"/>
                </a:cubicBezTo>
                <a:lnTo>
                  <a:pt x="1536010" y="911795"/>
                </a:lnTo>
                <a:lnTo>
                  <a:pt x="1525521" y="910026"/>
                </a:lnTo>
                <a:cubicBezTo>
                  <a:pt x="1520801" y="937992"/>
                  <a:pt x="1514539" y="965435"/>
                  <a:pt x="1506822" y="992263"/>
                </a:cubicBezTo>
                <a:lnTo>
                  <a:pt x="1517046" y="995201"/>
                </a:lnTo>
                <a:moveTo>
                  <a:pt x="1545494" y="826764"/>
                </a:moveTo>
                <a:lnTo>
                  <a:pt x="1556117" y="827352"/>
                </a:lnTo>
                <a:cubicBezTo>
                  <a:pt x="1556911" y="812991"/>
                  <a:pt x="1557312" y="798528"/>
                  <a:pt x="1557312" y="783975"/>
                </a:cubicBezTo>
                <a:lnTo>
                  <a:pt x="1546674" y="783975"/>
                </a:lnTo>
                <a:lnTo>
                  <a:pt x="1536036" y="783975"/>
                </a:lnTo>
                <a:cubicBezTo>
                  <a:pt x="1536036" y="798137"/>
                  <a:pt x="1535644" y="812208"/>
                  <a:pt x="1534871" y="826176"/>
                </a:cubicBezTo>
                <a:lnTo>
                  <a:pt x="1545494" y="826764"/>
                </a:lnTo>
                <a:moveTo>
                  <a:pt x="1546674" y="783975"/>
                </a:moveTo>
                <a:lnTo>
                  <a:pt x="1567951" y="783975"/>
                </a:lnTo>
                <a:cubicBezTo>
                  <a:pt x="1567951" y="769225"/>
                  <a:pt x="1567543" y="754566"/>
                  <a:pt x="1566738" y="740013"/>
                </a:cubicBezTo>
                <a:lnTo>
                  <a:pt x="1545494" y="741185"/>
                </a:lnTo>
                <a:lnTo>
                  <a:pt x="1524250" y="742361"/>
                </a:lnTo>
                <a:cubicBezTo>
                  <a:pt x="1525011" y="756134"/>
                  <a:pt x="1525397" y="770009"/>
                  <a:pt x="1525397" y="783975"/>
                </a:cubicBezTo>
                <a:lnTo>
                  <a:pt x="1546674" y="783975"/>
                </a:lnTo>
                <a:moveTo>
                  <a:pt x="1536010" y="656155"/>
                </a:moveTo>
                <a:lnTo>
                  <a:pt x="1556992" y="652614"/>
                </a:lnTo>
                <a:cubicBezTo>
                  <a:pt x="1552071" y="623456"/>
                  <a:pt x="1545541" y="594840"/>
                  <a:pt x="1537495" y="566865"/>
                </a:cubicBezTo>
                <a:lnTo>
                  <a:pt x="1517046" y="572748"/>
                </a:lnTo>
                <a:lnTo>
                  <a:pt x="1496598" y="578628"/>
                </a:lnTo>
                <a:cubicBezTo>
                  <a:pt x="1504204" y="605072"/>
                  <a:pt x="1510378" y="632124"/>
                  <a:pt x="1515030" y="659695"/>
                </a:cubicBezTo>
                <a:lnTo>
                  <a:pt x="1536010" y="656155"/>
                </a:lnTo>
                <a:moveTo>
                  <a:pt x="1488800" y="492022"/>
                </a:moveTo>
                <a:lnTo>
                  <a:pt x="1508454" y="483873"/>
                </a:lnTo>
                <a:cubicBezTo>
                  <a:pt x="1497171" y="456665"/>
                  <a:pt x="1484402" y="430230"/>
                  <a:pt x="1470246" y="404674"/>
                </a:cubicBezTo>
                <a:lnTo>
                  <a:pt x="1451634" y="414980"/>
                </a:lnTo>
                <a:lnTo>
                  <a:pt x="1433020" y="425290"/>
                </a:lnTo>
                <a:cubicBezTo>
                  <a:pt x="1446405" y="449459"/>
                  <a:pt x="1458479" y="474450"/>
                  <a:pt x="1469146" y="500173"/>
                </a:cubicBezTo>
                <a:lnTo>
                  <a:pt x="1488800" y="492022"/>
                </a:lnTo>
                <a:moveTo>
                  <a:pt x="1406056" y="342593"/>
                </a:moveTo>
                <a:lnTo>
                  <a:pt x="1423398" y="330265"/>
                </a:lnTo>
                <a:cubicBezTo>
                  <a:pt x="1406387" y="306333"/>
                  <a:pt x="1388069" y="283401"/>
                  <a:pt x="1368544" y="261568"/>
                </a:cubicBezTo>
                <a:lnTo>
                  <a:pt x="1352684" y="275750"/>
                </a:lnTo>
                <a:lnTo>
                  <a:pt x="1336824" y="289934"/>
                </a:lnTo>
                <a:cubicBezTo>
                  <a:pt x="1355295" y="310589"/>
                  <a:pt x="1372624" y="332284"/>
                  <a:pt x="1388713" y="354920"/>
                </a:cubicBezTo>
                <a:lnTo>
                  <a:pt x="1406056" y="342593"/>
                </a:lnTo>
                <a:moveTo>
                  <a:pt x="1292200" y="215267"/>
                </a:moveTo>
                <a:lnTo>
                  <a:pt x="1306383" y="199407"/>
                </a:lnTo>
                <a:cubicBezTo>
                  <a:pt x="1284549" y="179882"/>
                  <a:pt x="1261616" y="161564"/>
                  <a:pt x="1237684" y="144551"/>
                </a:cubicBezTo>
                <a:lnTo>
                  <a:pt x="1225357" y="161893"/>
                </a:lnTo>
                <a:lnTo>
                  <a:pt x="1213030" y="179238"/>
                </a:lnTo>
                <a:cubicBezTo>
                  <a:pt x="1235666" y="195327"/>
                  <a:pt x="1257361" y="212655"/>
                  <a:pt x="1278016" y="231126"/>
                </a:cubicBezTo>
                <a:lnTo>
                  <a:pt x="1292200" y="215267"/>
                </a:lnTo>
                <a:moveTo>
                  <a:pt x="1152969" y="116316"/>
                </a:moveTo>
                <a:lnTo>
                  <a:pt x="1163277" y="97705"/>
                </a:lnTo>
                <a:cubicBezTo>
                  <a:pt x="1137720" y="83549"/>
                  <a:pt x="1111285" y="70778"/>
                  <a:pt x="1084078" y="59495"/>
                </a:cubicBezTo>
                <a:lnTo>
                  <a:pt x="1075928" y="79151"/>
                </a:lnTo>
                <a:lnTo>
                  <a:pt x="1067776" y="98804"/>
                </a:lnTo>
                <a:cubicBezTo>
                  <a:pt x="1093499" y="109470"/>
                  <a:pt x="1118491" y="121545"/>
                  <a:pt x="1142660" y="134929"/>
                </a:cubicBezTo>
                <a:lnTo>
                  <a:pt x="1152969" y="116316"/>
                </a:lnTo>
                <a:moveTo>
                  <a:pt x="995203" y="50904"/>
                </a:moveTo>
                <a:lnTo>
                  <a:pt x="1001084" y="30456"/>
                </a:lnTo>
                <a:cubicBezTo>
                  <a:pt x="973110" y="22410"/>
                  <a:pt x="944495" y="15880"/>
                  <a:pt x="915335" y="10959"/>
                </a:cubicBezTo>
                <a:lnTo>
                  <a:pt x="911795" y="31941"/>
                </a:lnTo>
                <a:lnTo>
                  <a:pt x="908256" y="52920"/>
                </a:lnTo>
                <a:cubicBezTo>
                  <a:pt x="935827" y="57573"/>
                  <a:pt x="962879" y="63745"/>
                  <a:pt x="989321" y="71351"/>
                </a:cubicBezTo>
                <a:lnTo>
                  <a:pt x="995203" y="50904"/>
                </a:lnTo>
                <a:moveTo>
                  <a:pt x="826764" y="22455"/>
                </a:moveTo>
                <a:lnTo>
                  <a:pt x="827938" y="1212"/>
                </a:lnTo>
                <a:cubicBezTo>
                  <a:pt x="813384" y="406"/>
                  <a:pt x="798727" y="0"/>
                  <a:pt x="783976" y="0"/>
                </a:cubicBezTo>
                <a:lnTo>
                  <a:pt x="783976" y="21277"/>
                </a:lnTo>
                <a:lnTo>
                  <a:pt x="783976" y="42554"/>
                </a:lnTo>
                <a:cubicBezTo>
                  <a:pt x="797942" y="42554"/>
                  <a:pt x="811817" y="42940"/>
                  <a:pt x="825589" y="43701"/>
                </a:cubicBezTo>
                <a:lnTo>
                  <a:pt x="826764" y="22455"/>
                </a:lnTo>
                <a:moveTo>
                  <a:pt x="783976" y="21277"/>
                </a:moveTo>
                <a:lnTo>
                  <a:pt x="783976" y="0"/>
                </a:lnTo>
                <a:cubicBezTo>
                  <a:pt x="769225" y="0"/>
                  <a:pt x="754566" y="406"/>
                  <a:pt x="740013" y="1212"/>
                </a:cubicBezTo>
                <a:lnTo>
                  <a:pt x="741187" y="22455"/>
                </a:lnTo>
                <a:lnTo>
                  <a:pt x="742362" y="43701"/>
                </a:lnTo>
                <a:cubicBezTo>
                  <a:pt x="756134" y="42940"/>
                  <a:pt x="770009" y="42554"/>
                  <a:pt x="783976" y="42554"/>
                </a:cubicBezTo>
                <a:lnTo>
                  <a:pt x="783976" y="21277"/>
                </a:lnTo>
                <a:moveTo>
                  <a:pt x="656156" y="31941"/>
                </a:moveTo>
                <a:lnTo>
                  <a:pt x="652616" y="10959"/>
                </a:lnTo>
                <a:cubicBezTo>
                  <a:pt x="623456" y="15880"/>
                  <a:pt x="594841" y="22410"/>
                  <a:pt x="566867" y="30456"/>
                </a:cubicBezTo>
                <a:lnTo>
                  <a:pt x="572748" y="50904"/>
                </a:lnTo>
                <a:lnTo>
                  <a:pt x="578629" y="71351"/>
                </a:lnTo>
                <a:cubicBezTo>
                  <a:pt x="605074" y="63745"/>
                  <a:pt x="632125" y="57573"/>
                  <a:pt x="659697" y="52920"/>
                </a:cubicBezTo>
                <a:lnTo>
                  <a:pt x="656156" y="31941"/>
                </a:lnTo>
                <a:moveTo>
                  <a:pt x="492023" y="79151"/>
                </a:moveTo>
                <a:lnTo>
                  <a:pt x="483873" y="59495"/>
                </a:lnTo>
                <a:cubicBezTo>
                  <a:pt x="456665" y="70778"/>
                  <a:pt x="430231" y="83549"/>
                  <a:pt x="404674" y="97705"/>
                </a:cubicBezTo>
                <a:lnTo>
                  <a:pt x="414982" y="116316"/>
                </a:lnTo>
                <a:lnTo>
                  <a:pt x="425291" y="134929"/>
                </a:lnTo>
                <a:cubicBezTo>
                  <a:pt x="449459" y="121545"/>
                  <a:pt x="474451" y="109470"/>
                  <a:pt x="500174" y="98804"/>
                </a:cubicBezTo>
                <a:lnTo>
                  <a:pt x="492023" y="79151"/>
                </a:lnTo>
                <a:moveTo>
                  <a:pt x="342594" y="161893"/>
                </a:moveTo>
                <a:lnTo>
                  <a:pt x="330266" y="144551"/>
                </a:lnTo>
                <a:cubicBezTo>
                  <a:pt x="306335" y="161564"/>
                  <a:pt x="283401" y="179882"/>
                  <a:pt x="261568" y="199407"/>
                </a:cubicBezTo>
                <a:lnTo>
                  <a:pt x="275751" y="215267"/>
                </a:lnTo>
                <a:lnTo>
                  <a:pt x="289934" y="231126"/>
                </a:lnTo>
                <a:cubicBezTo>
                  <a:pt x="310589" y="212655"/>
                  <a:pt x="332285" y="195327"/>
                  <a:pt x="354920" y="179238"/>
                </a:cubicBezTo>
                <a:lnTo>
                  <a:pt x="342594" y="161893"/>
                </a:lnTo>
                <a:moveTo>
                  <a:pt x="215267" y="275753"/>
                </a:moveTo>
                <a:lnTo>
                  <a:pt x="199407" y="261568"/>
                </a:lnTo>
                <a:cubicBezTo>
                  <a:pt x="179882" y="283401"/>
                  <a:pt x="161562" y="306336"/>
                  <a:pt x="144553" y="330265"/>
                </a:cubicBezTo>
                <a:lnTo>
                  <a:pt x="161894" y="342593"/>
                </a:lnTo>
                <a:lnTo>
                  <a:pt x="179238" y="354920"/>
                </a:lnTo>
                <a:cubicBezTo>
                  <a:pt x="195327" y="332284"/>
                  <a:pt x="212656" y="310589"/>
                  <a:pt x="231126" y="289934"/>
                </a:cubicBezTo>
                <a:lnTo>
                  <a:pt x="215267" y="275753"/>
                </a:lnTo>
                <a:moveTo>
                  <a:pt x="116317" y="414980"/>
                </a:moveTo>
                <a:lnTo>
                  <a:pt x="97705" y="404674"/>
                </a:lnTo>
                <a:cubicBezTo>
                  <a:pt x="83550" y="430230"/>
                  <a:pt x="70779" y="456665"/>
                  <a:pt x="59496" y="483873"/>
                </a:cubicBezTo>
                <a:lnTo>
                  <a:pt x="79151" y="492022"/>
                </a:lnTo>
                <a:lnTo>
                  <a:pt x="98805" y="500173"/>
                </a:lnTo>
                <a:cubicBezTo>
                  <a:pt x="109472" y="474450"/>
                  <a:pt x="121545" y="449459"/>
                  <a:pt x="134931" y="425290"/>
                </a:cubicBezTo>
                <a:lnTo>
                  <a:pt x="116317" y="414980"/>
                </a:lnTo>
                <a:moveTo>
                  <a:pt x="50905" y="572748"/>
                </a:moveTo>
                <a:lnTo>
                  <a:pt x="30457" y="566865"/>
                </a:lnTo>
                <a:cubicBezTo>
                  <a:pt x="22411" y="594840"/>
                  <a:pt x="15881" y="623456"/>
                  <a:pt x="10961" y="652614"/>
                </a:cubicBezTo>
                <a:lnTo>
                  <a:pt x="31941" y="656155"/>
                </a:lnTo>
                <a:lnTo>
                  <a:pt x="52921" y="659695"/>
                </a:lnTo>
                <a:cubicBezTo>
                  <a:pt x="57573" y="632124"/>
                  <a:pt x="63747" y="605072"/>
                  <a:pt x="71353" y="578628"/>
                </a:cubicBezTo>
                <a:lnTo>
                  <a:pt x="50905" y="572748"/>
                </a:lnTo>
                <a:moveTo>
                  <a:pt x="22457" y="741185"/>
                </a:moveTo>
                <a:lnTo>
                  <a:pt x="1212" y="740013"/>
                </a:lnTo>
                <a:cubicBezTo>
                  <a:pt x="407" y="754566"/>
                  <a:pt x="0" y="769225"/>
                  <a:pt x="0" y="783975"/>
                </a:cubicBezTo>
                <a:lnTo>
                  <a:pt x="21277" y="783975"/>
                </a:lnTo>
                <a:lnTo>
                  <a:pt x="42554" y="783975"/>
                </a:lnTo>
                <a:cubicBezTo>
                  <a:pt x="42554" y="770009"/>
                  <a:pt x="42940" y="756134"/>
                  <a:pt x="43701" y="742361"/>
                </a:cubicBezTo>
                <a:lnTo>
                  <a:pt x="22457" y="741185"/>
                </a:lnTo>
                <a:moveTo>
                  <a:pt x="21277" y="783975"/>
                </a:moveTo>
                <a:lnTo>
                  <a:pt x="0" y="783975"/>
                </a:lnTo>
                <a:cubicBezTo>
                  <a:pt x="0" y="798727"/>
                  <a:pt x="407" y="813383"/>
                  <a:pt x="1212" y="827937"/>
                </a:cubicBezTo>
                <a:lnTo>
                  <a:pt x="22457" y="826764"/>
                </a:lnTo>
                <a:lnTo>
                  <a:pt x="43701" y="825589"/>
                </a:lnTo>
                <a:cubicBezTo>
                  <a:pt x="42940" y="811816"/>
                  <a:pt x="42554" y="797941"/>
                  <a:pt x="42554" y="783975"/>
                </a:cubicBezTo>
                <a:lnTo>
                  <a:pt x="21277" y="783975"/>
                </a:lnTo>
                <a:moveTo>
                  <a:pt x="31941" y="911795"/>
                </a:moveTo>
                <a:lnTo>
                  <a:pt x="10961" y="915335"/>
                </a:lnTo>
                <a:cubicBezTo>
                  <a:pt x="15881" y="944494"/>
                  <a:pt x="22411" y="973110"/>
                  <a:pt x="30457" y="1001084"/>
                </a:cubicBezTo>
                <a:lnTo>
                  <a:pt x="50905" y="995201"/>
                </a:lnTo>
                <a:lnTo>
                  <a:pt x="71353" y="989321"/>
                </a:lnTo>
                <a:cubicBezTo>
                  <a:pt x="63747" y="962877"/>
                  <a:pt x="57573" y="935825"/>
                  <a:pt x="52921" y="908254"/>
                </a:cubicBezTo>
                <a:lnTo>
                  <a:pt x="31941" y="911795"/>
                </a:lnTo>
                <a:moveTo>
                  <a:pt x="79151" y="1075928"/>
                </a:moveTo>
                <a:lnTo>
                  <a:pt x="59496" y="1084076"/>
                </a:lnTo>
                <a:cubicBezTo>
                  <a:pt x="70779" y="1111284"/>
                  <a:pt x="83550" y="1137720"/>
                  <a:pt x="97705" y="1163278"/>
                </a:cubicBezTo>
                <a:lnTo>
                  <a:pt x="116317" y="1152969"/>
                </a:lnTo>
                <a:lnTo>
                  <a:pt x="134931" y="1142660"/>
                </a:lnTo>
                <a:cubicBezTo>
                  <a:pt x="121545" y="1118493"/>
                  <a:pt x="109472" y="1093499"/>
                  <a:pt x="98805" y="1067776"/>
                </a:cubicBezTo>
                <a:lnTo>
                  <a:pt x="79151" y="1075928"/>
                </a:lnTo>
                <a:moveTo>
                  <a:pt x="161894" y="1225357"/>
                </a:moveTo>
                <a:lnTo>
                  <a:pt x="144553" y="1237684"/>
                </a:lnTo>
                <a:cubicBezTo>
                  <a:pt x="161564" y="1261616"/>
                  <a:pt x="179882" y="1284548"/>
                  <a:pt x="199407" y="1306381"/>
                </a:cubicBezTo>
                <a:lnTo>
                  <a:pt x="215267" y="1292200"/>
                </a:lnTo>
                <a:lnTo>
                  <a:pt x="231128" y="1278015"/>
                </a:lnTo>
                <a:cubicBezTo>
                  <a:pt x="212656" y="1257360"/>
                  <a:pt x="195327" y="1235666"/>
                  <a:pt x="179238" y="1213029"/>
                </a:cubicBezTo>
                <a:lnTo>
                  <a:pt x="161894" y="1225357"/>
                </a:lnTo>
                <a:moveTo>
                  <a:pt x="275753" y="1352683"/>
                </a:moveTo>
                <a:lnTo>
                  <a:pt x="261570" y="1368542"/>
                </a:lnTo>
                <a:cubicBezTo>
                  <a:pt x="283401" y="1388067"/>
                  <a:pt x="306335" y="1406389"/>
                  <a:pt x="330266" y="1423398"/>
                </a:cubicBezTo>
                <a:lnTo>
                  <a:pt x="342594" y="1406056"/>
                </a:lnTo>
                <a:lnTo>
                  <a:pt x="354920" y="1388715"/>
                </a:lnTo>
                <a:cubicBezTo>
                  <a:pt x="332285" y="1372622"/>
                  <a:pt x="310589" y="1355295"/>
                  <a:pt x="289936" y="1336823"/>
                </a:cubicBezTo>
                <a:lnTo>
                  <a:pt x="275753" y="1352683"/>
                </a:lnTo>
                <a:moveTo>
                  <a:pt x="414982" y="1451634"/>
                </a:moveTo>
                <a:lnTo>
                  <a:pt x="404674" y="1470245"/>
                </a:lnTo>
                <a:cubicBezTo>
                  <a:pt x="430231" y="1484401"/>
                  <a:pt x="456665" y="1497171"/>
                  <a:pt x="483873" y="1508454"/>
                </a:cubicBezTo>
                <a:lnTo>
                  <a:pt x="492023" y="1488799"/>
                </a:lnTo>
                <a:lnTo>
                  <a:pt x="500174" y="1469146"/>
                </a:lnTo>
                <a:cubicBezTo>
                  <a:pt x="474451" y="1458479"/>
                  <a:pt x="449459" y="1446404"/>
                  <a:pt x="425291" y="1433020"/>
                </a:cubicBezTo>
                <a:lnTo>
                  <a:pt x="414982" y="1451634"/>
                </a:lnTo>
                <a:moveTo>
                  <a:pt x="572748" y="1517046"/>
                </a:moveTo>
                <a:lnTo>
                  <a:pt x="566867" y="1537493"/>
                </a:lnTo>
                <a:cubicBezTo>
                  <a:pt x="594841" y="1545540"/>
                  <a:pt x="623456" y="1552070"/>
                  <a:pt x="652616" y="1556990"/>
                </a:cubicBezTo>
                <a:lnTo>
                  <a:pt x="656156" y="1536009"/>
                </a:lnTo>
                <a:lnTo>
                  <a:pt x="659695" y="1515030"/>
                </a:lnTo>
                <a:cubicBezTo>
                  <a:pt x="632125" y="1510376"/>
                  <a:pt x="605074" y="1504204"/>
                  <a:pt x="578629" y="1496598"/>
                </a:cubicBezTo>
                <a:lnTo>
                  <a:pt x="572748" y="1517046"/>
                </a:lnTo>
                <a:moveTo>
                  <a:pt x="741187" y="1545494"/>
                </a:moveTo>
                <a:lnTo>
                  <a:pt x="740013" y="1566737"/>
                </a:lnTo>
                <a:cubicBezTo>
                  <a:pt x="754566" y="1567543"/>
                  <a:pt x="769225" y="1567949"/>
                  <a:pt x="783976" y="1567949"/>
                </a:cubicBezTo>
                <a:lnTo>
                  <a:pt x="783976" y="1546673"/>
                </a:lnTo>
                <a:lnTo>
                  <a:pt x="783976" y="1525396"/>
                </a:lnTo>
                <a:cubicBezTo>
                  <a:pt x="770009" y="1525396"/>
                  <a:pt x="756134" y="1525010"/>
                  <a:pt x="742362" y="1524249"/>
                </a:cubicBezTo>
                <a:lnTo>
                  <a:pt x="741187" y="1545494"/>
                </a:lnTo>
                <a:moveTo>
                  <a:pt x="783976" y="1546673"/>
                </a:moveTo>
                <a:lnTo>
                  <a:pt x="783976" y="1567949"/>
                </a:lnTo>
                <a:cubicBezTo>
                  <a:pt x="798727" y="1567949"/>
                  <a:pt x="813384" y="1567543"/>
                  <a:pt x="827938" y="1566737"/>
                </a:cubicBezTo>
                <a:lnTo>
                  <a:pt x="826764" y="1545494"/>
                </a:lnTo>
                <a:lnTo>
                  <a:pt x="825589" y="1524249"/>
                </a:lnTo>
                <a:cubicBezTo>
                  <a:pt x="811817" y="1525010"/>
                  <a:pt x="797942" y="1525396"/>
                  <a:pt x="783976" y="1525396"/>
                </a:cubicBezTo>
                <a:lnTo>
                  <a:pt x="783976" y="1546673"/>
                </a:lnTo>
                <a:moveTo>
                  <a:pt x="911795" y="1536009"/>
                </a:moveTo>
                <a:lnTo>
                  <a:pt x="915335" y="1556990"/>
                </a:lnTo>
                <a:cubicBezTo>
                  <a:pt x="944495" y="1552070"/>
                  <a:pt x="973110" y="1545540"/>
                  <a:pt x="1001084" y="1537493"/>
                </a:cubicBezTo>
                <a:lnTo>
                  <a:pt x="995203" y="1517046"/>
                </a:lnTo>
                <a:lnTo>
                  <a:pt x="989321" y="1496598"/>
                </a:lnTo>
                <a:cubicBezTo>
                  <a:pt x="962879" y="1504204"/>
                  <a:pt x="935825" y="1510376"/>
                  <a:pt x="908256" y="1515030"/>
                </a:cubicBezTo>
                <a:lnTo>
                  <a:pt x="911795" y="1536009"/>
                </a:lnTo>
                <a:moveTo>
                  <a:pt x="1075928" y="1488799"/>
                </a:moveTo>
                <a:lnTo>
                  <a:pt x="1084078" y="1508454"/>
                </a:lnTo>
                <a:cubicBezTo>
                  <a:pt x="1111285" y="1497171"/>
                  <a:pt x="1137720" y="1484401"/>
                  <a:pt x="1163278" y="1470245"/>
                </a:cubicBezTo>
                <a:lnTo>
                  <a:pt x="1152969" y="1451634"/>
                </a:lnTo>
                <a:lnTo>
                  <a:pt x="1142660" y="1433020"/>
                </a:lnTo>
                <a:cubicBezTo>
                  <a:pt x="1118491" y="1446404"/>
                  <a:pt x="1093499" y="1458479"/>
                  <a:pt x="1067776" y="1469146"/>
                </a:cubicBezTo>
                <a:lnTo>
                  <a:pt x="1075928" y="1488799"/>
                </a:lnTo>
                <a:moveTo>
                  <a:pt x="1225357" y="1406056"/>
                </a:moveTo>
                <a:lnTo>
                  <a:pt x="1237684" y="1423398"/>
                </a:lnTo>
                <a:cubicBezTo>
                  <a:pt x="1261616" y="1406389"/>
                  <a:pt x="1284549" y="1388067"/>
                  <a:pt x="1306383" y="1368542"/>
                </a:cubicBezTo>
                <a:lnTo>
                  <a:pt x="1292200" y="1352683"/>
                </a:lnTo>
                <a:lnTo>
                  <a:pt x="1278016" y="1336823"/>
                </a:lnTo>
                <a:cubicBezTo>
                  <a:pt x="1257361" y="1355295"/>
                  <a:pt x="1235666" y="1372622"/>
                  <a:pt x="1213030" y="1388715"/>
                </a:cubicBezTo>
                <a:lnTo>
                  <a:pt x="1225357" y="1406056"/>
                </a:lnTo>
                <a:moveTo>
                  <a:pt x="1352684" y="1292200"/>
                </a:moveTo>
                <a:lnTo>
                  <a:pt x="1368544" y="1306381"/>
                </a:lnTo>
                <a:cubicBezTo>
                  <a:pt x="1388069" y="1284548"/>
                  <a:pt x="1406389" y="1261616"/>
                  <a:pt x="1423398" y="1237684"/>
                </a:cubicBezTo>
                <a:lnTo>
                  <a:pt x="1406056" y="1225357"/>
                </a:lnTo>
                <a:lnTo>
                  <a:pt x="1388713" y="1213029"/>
                </a:lnTo>
                <a:cubicBezTo>
                  <a:pt x="1372624" y="1235666"/>
                  <a:pt x="1355295" y="1257360"/>
                  <a:pt x="1336824" y="1278015"/>
                </a:cubicBezTo>
                <a:lnTo>
                  <a:pt x="1352684" y="1292200"/>
                </a:lnTo>
                <a:moveTo>
                  <a:pt x="1451634" y="1152969"/>
                </a:moveTo>
                <a:lnTo>
                  <a:pt x="1470246" y="1163278"/>
                </a:lnTo>
                <a:cubicBezTo>
                  <a:pt x="1484402" y="1137720"/>
                  <a:pt x="1497171" y="1111284"/>
                  <a:pt x="1508454" y="1084076"/>
                </a:cubicBezTo>
                <a:lnTo>
                  <a:pt x="1488800" y="1075928"/>
                </a:lnTo>
                <a:lnTo>
                  <a:pt x="1469146" y="1067776"/>
                </a:lnTo>
                <a:cubicBezTo>
                  <a:pt x="1458479" y="1093499"/>
                  <a:pt x="1446405" y="1118490"/>
                  <a:pt x="1433020" y="1142660"/>
                </a:cubicBezTo>
                <a:lnTo>
                  <a:pt x="1451634" y="1152969"/>
                </a:lnTo>
                <a:moveTo>
                  <a:pt x="1517046" y="995201"/>
                </a:moveTo>
                <a:lnTo>
                  <a:pt x="1537495" y="1001084"/>
                </a:lnTo>
                <a:cubicBezTo>
                  <a:pt x="1545541" y="973110"/>
                  <a:pt x="1552071" y="944494"/>
                  <a:pt x="1556992" y="915335"/>
                </a:cubicBezTo>
                <a:lnTo>
                  <a:pt x="1536010" y="911795"/>
                </a:lnTo>
                <a:lnTo>
                  <a:pt x="1515030" y="908254"/>
                </a:lnTo>
                <a:cubicBezTo>
                  <a:pt x="1510378" y="935825"/>
                  <a:pt x="1504204" y="962877"/>
                  <a:pt x="1496598" y="989321"/>
                </a:cubicBezTo>
                <a:lnTo>
                  <a:pt x="1517046" y="995201"/>
                </a:lnTo>
                <a:moveTo>
                  <a:pt x="1545494" y="826764"/>
                </a:moveTo>
                <a:lnTo>
                  <a:pt x="1566738" y="827937"/>
                </a:lnTo>
                <a:cubicBezTo>
                  <a:pt x="1567543" y="813383"/>
                  <a:pt x="1567951" y="798727"/>
                  <a:pt x="1567951" y="783975"/>
                </a:cubicBezTo>
                <a:lnTo>
                  <a:pt x="1546674" y="783975"/>
                </a:lnTo>
                <a:lnTo>
                  <a:pt x="1525397" y="783975"/>
                </a:lnTo>
                <a:cubicBezTo>
                  <a:pt x="1525397" y="797941"/>
                  <a:pt x="1525011" y="811816"/>
                  <a:pt x="1524250" y="825589"/>
                </a:cubicBezTo>
                <a:lnTo>
                  <a:pt x="1545494" y="8267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59B745BA-E4B1-4471-83B8-7B2FB3DD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649" y="1948403"/>
            <a:ext cx="2072238" cy="2072236"/>
          </a:xfrm>
          <a:custGeom xmlns:a="http://schemas.openxmlformats.org/drawingml/2006/main">
            <a:pathLst>
              <a:path w="1525397" h="1525396">
                <a:moveTo>
                  <a:pt x="1525397" y="762698"/>
                </a:moveTo>
                <a:cubicBezTo>
                  <a:pt x="1525397" y="1183925"/>
                  <a:pt x="1183926" y="1525396"/>
                  <a:pt x="762699" y="1525396"/>
                </a:cubicBezTo>
                <a:cubicBezTo>
                  <a:pt x="341471" y="1525396"/>
                  <a:pt x="0" y="1183925"/>
                  <a:pt x="0" y="762698"/>
                </a:cubicBezTo>
                <a:cubicBezTo>
                  <a:pt x="0" y="341471"/>
                  <a:pt x="341471" y="0"/>
                  <a:pt x="762699" y="0"/>
                </a:cubicBezTo>
                <a:cubicBezTo>
                  <a:pt x="1183926" y="0"/>
                  <a:pt x="1525397" y="341471"/>
                  <a:pt x="1525397" y="7626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3BA3C614-817F-476A-8DFB-1370650E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725" y="1916760"/>
            <a:ext cx="2130048" cy="2130048"/>
          </a:xfrm>
          <a:custGeom xmlns:a="http://schemas.openxmlformats.org/drawingml/2006/main">
            <a:pathLst>
              <a:path w="1567952" h="1567952">
                <a:moveTo>
                  <a:pt x="783962" y="21277"/>
                </a:moveTo>
                <a:lnTo>
                  <a:pt x="783962" y="10638"/>
                </a:lnTo>
                <a:cubicBezTo>
                  <a:pt x="769407" y="10638"/>
                  <a:pt x="754944" y="11042"/>
                  <a:pt x="740586" y="11837"/>
                </a:cubicBezTo>
                <a:lnTo>
                  <a:pt x="741173" y="22458"/>
                </a:lnTo>
                <a:lnTo>
                  <a:pt x="741760" y="33079"/>
                </a:lnTo>
                <a:cubicBezTo>
                  <a:pt x="755729" y="32307"/>
                  <a:pt x="769799" y="31915"/>
                  <a:pt x="783962" y="31915"/>
                </a:cubicBezTo>
                <a:lnTo>
                  <a:pt x="783962" y="21277"/>
                </a:lnTo>
                <a:moveTo>
                  <a:pt x="656142" y="31944"/>
                </a:moveTo>
                <a:lnTo>
                  <a:pt x="654372" y="21453"/>
                </a:lnTo>
                <a:cubicBezTo>
                  <a:pt x="625609" y="26308"/>
                  <a:pt x="597385" y="32750"/>
                  <a:pt x="569794" y="40685"/>
                </a:cubicBezTo>
                <a:lnTo>
                  <a:pt x="572734" y="50909"/>
                </a:lnTo>
                <a:lnTo>
                  <a:pt x="575675" y="61133"/>
                </a:lnTo>
                <a:cubicBezTo>
                  <a:pt x="602501" y="53416"/>
                  <a:pt x="629943" y="47153"/>
                  <a:pt x="657912" y="42434"/>
                </a:cubicBezTo>
                <a:lnTo>
                  <a:pt x="656142" y="31944"/>
                </a:lnTo>
                <a:moveTo>
                  <a:pt x="492010" y="79156"/>
                </a:moveTo>
                <a:lnTo>
                  <a:pt x="487936" y="69330"/>
                </a:lnTo>
                <a:cubicBezTo>
                  <a:pt x="461099" y="80460"/>
                  <a:pt x="435025" y="93054"/>
                  <a:pt x="409816" y="107020"/>
                </a:cubicBezTo>
                <a:lnTo>
                  <a:pt x="414971" y="116324"/>
                </a:lnTo>
                <a:lnTo>
                  <a:pt x="420125" y="125631"/>
                </a:lnTo>
                <a:cubicBezTo>
                  <a:pt x="444640" y="112054"/>
                  <a:pt x="469992" y="99806"/>
                  <a:pt x="496086" y="88983"/>
                </a:cubicBezTo>
                <a:lnTo>
                  <a:pt x="492010" y="79156"/>
                </a:lnTo>
                <a:moveTo>
                  <a:pt x="342583" y="161904"/>
                </a:moveTo>
                <a:lnTo>
                  <a:pt x="336419" y="153233"/>
                </a:lnTo>
                <a:cubicBezTo>
                  <a:pt x="312813" y="170013"/>
                  <a:pt x="290188" y="188087"/>
                  <a:pt x="268650" y="207348"/>
                </a:cubicBezTo>
                <a:lnTo>
                  <a:pt x="275741" y="215278"/>
                </a:lnTo>
                <a:lnTo>
                  <a:pt x="282834" y="223208"/>
                </a:lnTo>
                <a:cubicBezTo>
                  <a:pt x="303782" y="204472"/>
                  <a:pt x="325786" y="186895"/>
                  <a:pt x="348747" y="170575"/>
                </a:cubicBezTo>
                <a:lnTo>
                  <a:pt x="342583" y="161904"/>
                </a:lnTo>
                <a:moveTo>
                  <a:pt x="215258" y="275764"/>
                </a:moveTo>
                <a:lnTo>
                  <a:pt x="207328" y="268672"/>
                </a:lnTo>
                <a:cubicBezTo>
                  <a:pt x="188067" y="290210"/>
                  <a:pt x="169996" y="312835"/>
                  <a:pt x="153216" y="336443"/>
                </a:cubicBezTo>
                <a:lnTo>
                  <a:pt x="161887" y="342607"/>
                </a:lnTo>
                <a:lnTo>
                  <a:pt x="170558" y="348771"/>
                </a:lnTo>
                <a:cubicBezTo>
                  <a:pt x="186878" y="325810"/>
                  <a:pt x="204455" y="303804"/>
                  <a:pt x="223188" y="282856"/>
                </a:cubicBezTo>
                <a:lnTo>
                  <a:pt x="215258" y="275764"/>
                </a:lnTo>
                <a:moveTo>
                  <a:pt x="116311" y="414995"/>
                </a:moveTo>
                <a:lnTo>
                  <a:pt x="107004" y="409842"/>
                </a:lnTo>
                <a:cubicBezTo>
                  <a:pt x="93043" y="435053"/>
                  <a:pt x="80447" y="461126"/>
                  <a:pt x="69319" y="487962"/>
                </a:cubicBezTo>
                <a:lnTo>
                  <a:pt x="79146" y="492039"/>
                </a:lnTo>
                <a:lnTo>
                  <a:pt x="88973" y="496113"/>
                </a:lnTo>
                <a:cubicBezTo>
                  <a:pt x="99793" y="470018"/>
                  <a:pt x="112041" y="444667"/>
                  <a:pt x="125618" y="420151"/>
                </a:cubicBezTo>
                <a:lnTo>
                  <a:pt x="116311" y="414995"/>
                </a:lnTo>
                <a:moveTo>
                  <a:pt x="50901" y="572762"/>
                </a:moveTo>
                <a:lnTo>
                  <a:pt x="40677" y="569821"/>
                </a:lnTo>
                <a:cubicBezTo>
                  <a:pt x="32741" y="597415"/>
                  <a:pt x="26302" y="625639"/>
                  <a:pt x="21449" y="654400"/>
                </a:cubicBezTo>
                <a:lnTo>
                  <a:pt x="31939" y="656172"/>
                </a:lnTo>
                <a:lnTo>
                  <a:pt x="42429" y="657941"/>
                </a:lnTo>
                <a:cubicBezTo>
                  <a:pt x="47147" y="629972"/>
                  <a:pt x="53411" y="602531"/>
                  <a:pt x="61126" y="575704"/>
                </a:cubicBezTo>
                <a:lnTo>
                  <a:pt x="50901" y="572762"/>
                </a:lnTo>
                <a:moveTo>
                  <a:pt x="22457" y="741202"/>
                </a:moveTo>
                <a:lnTo>
                  <a:pt x="11835" y="740615"/>
                </a:lnTo>
                <a:cubicBezTo>
                  <a:pt x="11042" y="754975"/>
                  <a:pt x="10638" y="769435"/>
                  <a:pt x="10640" y="783992"/>
                </a:cubicBezTo>
                <a:lnTo>
                  <a:pt x="21278" y="783992"/>
                </a:lnTo>
                <a:lnTo>
                  <a:pt x="31917" y="783992"/>
                </a:lnTo>
                <a:cubicBezTo>
                  <a:pt x="31917" y="769827"/>
                  <a:pt x="32307" y="755756"/>
                  <a:pt x="33079" y="741790"/>
                </a:cubicBezTo>
                <a:lnTo>
                  <a:pt x="22457" y="741202"/>
                </a:lnTo>
                <a:moveTo>
                  <a:pt x="21278" y="783992"/>
                </a:moveTo>
                <a:lnTo>
                  <a:pt x="10640" y="783992"/>
                </a:lnTo>
                <a:cubicBezTo>
                  <a:pt x="10640" y="798545"/>
                  <a:pt x="11042" y="813008"/>
                  <a:pt x="11837" y="827366"/>
                </a:cubicBezTo>
                <a:lnTo>
                  <a:pt x="22459" y="826778"/>
                </a:lnTo>
                <a:lnTo>
                  <a:pt x="33081" y="826190"/>
                </a:lnTo>
                <a:cubicBezTo>
                  <a:pt x="32308" y="812225"/>
                  <a:pt x="31917" y="798154"/>
                  <a:pt x="31917" y="783992"/>
                </a:cubicBezTo>
                <a:lnTo>
                  <a:pt x="21278" y="783992"/>
                </a:lnTo>
                <a:moveTo>
                  <a:pt x="31944" y="911812"/>
                </a:moveTo>
                <a:lnTo>
                  <a:pt x="21454" y="913580"/>
                </a:lnTo>
                <a:cubicBezTo>
                  <a:pt x="26308" y="942344"/>
                  <a:pt x="32750" y="970566"/>
                  <a:pt x="40685" y="998160"/>
                </a:cubicBezTo>
                <a:lnTo>
                  <a:pt x="50909" y="995218"/>
                </a:lnTo>
                <a:lnTo>
                  <a:pt x="61135" y="992277"/>
                </a:lnTo>
                <a:cubicBezTo>
                  <a:pt x="53418" y="965449"/>
                  <a:pt x="47155" y="938009"/>
                  <a:pt x="42434" y="910040"/>
                </a:cubicBezTo>
                <a:lnTo>
                  <a:pt x="31944" y="911812"/>
                </a:lnTo>
                <a:moveTo>
                  <a:pt x="79158" y="1075942"/>
                </a:moveTo>
                <a:lnTo>
                  <a:pt x="69331" y="1080016"/>
                </a:lnTo>
                <a:cubicBezTo>
                  <a:pt x="80460" y="1106852"/>
                  <a:pt x="93057" y="1132927"/>
                  <a:pt x="107020" y="1158136"/>
                </a:cubicBezTo>
                <a:lnTo>
                  <a:pt x="116326" y="1152983"/>
                </a:lnTo>
                <a:lnTo>
                  <a:pt x="125632" y="1147827"/>
                </a:lnTo>
                <a:cubicBezTo>
                  <a:pt x="112054" y="1123314"/>
                  <a:pt x="99806" y="1097960"/>
                  <a:pt x="88984" y="1071868"/>
                </a:cubicBezTo>
                <a:lnTo>
                  <a:pt x="79158" y="1075942"/>
                </a:lnTo>
                <a:moveTo>
                  <a:pt x="161904" y="1225371"/>
                </a:moveTo>
                <a:lnTo>
                  <a:pt x="153233" y="1231535"/>
                </a:lnTo>
                <a:cubicBezTo>
                  <a:pt x="170014" y="1255140"/>
                  <a:pt x="188087" y="1277765"/>
                  <a:pt x="207348" y="1299303"/>
                </a:cubicBezTo>
                <a:lnTo>
                  <a:pt x="215278" y="1292211"/>
                </a:lnTo>
                <a:lnTo>
                  <a:pt x="223208" y="1285119"/>
                </a:lnTo>
                <a:cubicBezTo>
                  <a:pt x="204474" y="1264171"/>
                  <a:pt x="186896" y="1242165"/>
                  <a:pt x="170575" y="1219207"/>
                </a:cubicBezTo>
                <a:lnTo>
                  <a:pt x="161904" y="1225371"/>
                </a:lnTo>
                <a:moveTo>
                  <a:pt x="275764" y="1352694"/>
                </a:moveTo>
                <a:lnTo>
                  <a:pt x="268673" y="1360624"/>
                </a:lnTo>
                <a:cubicBezTo>
                  <a:pt x="290211" y="1379885"/>
                  <a:pt x="312837" y="1397956"/>
                  <a:pt x="336444" y="1414736"/>
                </a:cubicBezTo>
                <a:lnTo>
                  <a:pt x="342607" y="1406065"/>
                </a:lnTo>
                <a:lnTo>
                  <a:pt x="348771" y="1397394"/>
                </a:lnTo>
                <a:cubicBezTo>
                  <a:pt x="325810" y="1381074"/>
                  <a:pt x="303805" y="1363497"/>
                  <a:pt x="282856" y="1344764"/>
                </a:cubicBezTo>
                <a:lnTo>
                  <a:pt x="275764" y="1352694"/>
                </a:lnTo>
                <a:moveTo>
                  <a:pt x="414997" y="1451642"/>
                </a:moveTo>
                <a:lnTo>
                  <a:pt x="409843" y="1460946"/>
                </a:lnTo>
                <a:cubicBezTo>
                  <a:pt x="435053" y="1474909"/>
                  <a:pt x="461127" y="1487504"/>
                  <a:pt x="487964" y="1498634"/>
                </a:cubicBezTo>
                <a:lnTo>
                  <a:pt x="492039" y="1488807"/>
                </a:lnTo>
                <a:lnTo>
                  <a:pt x="496114" y="1478978"/>
                </a:lnTo>
                <a:cubicBezTo>
                  <a:pt x="470021" y="1468158"/>
                  <a:pt x="444667" y="1455912"/>
                  <a:pt x="420151" y="1442335"/>
                </a:cubicBezTo>
                <a:lnTo>
                  <a:pt x="414997" y="1451642"/>
                </a:lnTo>
                <a:moveTo>
                  <a:pt x="572764" y="1517051"/>
                </a:moveTo>
                <a:lnTo>
                  <a:pt x="569824" y="1527275"/>
                </a:lnTo>
                <a:cubicBezTo>
                  <a:pt x="597415" y="1535211"/>
                  <a:pt x="625639" y="1541650"/>
                  <a:pt x="654402" y="1546502"/>
                </a:cubicBezTo>
                <a:lnTo>
                  <a:pt x="656172" y="1536014"/>
                </a:lnTo>
                <a:lnTo>
                  <a:pt x="657942" y="1525523"/>
                </a:lnTo>
                <a:cubicBezTo>
                  <a:pt x="629973" y="1520805"/>
                  <a:pt x="602531" y="1514542"/>
                  <a:pt x="575704" y="1506827"/>
                </a:cubicBezTo>
                <a:lnTo>
                  <a:pt x="572764" y="1517051"/>
                </a:lnTo>
                <a:moveTo>
                  <a:pt x="741204" y="1545494"/>
                </a:moveTo>
                <a:lnTo>
                  <a:pt x="740616" y="1556119"/>
                </a:lnTo>
                <a:cubicBezTo>
                  <a:pt x="754975" y="1556911"/>
                  <a:pt x="769437" y="1557314"/>
                  <a:pt x="783992" y="1557314"/>
                </a:cubicBezTo>
                <a:lnTo>
                  <a:pt x="783992" y="1546675"/>
                </a:lnTo>
                <a:lnTo>
                  <a:pt x="783992" y="1536037"/>
                </a:lnTo>
                <a:cubicBezTo>
                  <a:pt x="769828" y="1536037"/>
                  <a:pt x="755759" y="1535645"/>
                  <a:pt x="741790" y="1534873"/>
                </a:cubicBezTo>
                <a:lnTo>
                  <a:pt x="741204" y="1545494"/>
                </a:lnTo>
                <a:moveTo>
                  <a:pt x="783992" y="1546675"/>
                </a:moveTo>
                <a:lnTo>
                  <a:pt x="783992" y="1557314"/>
                </a:lnTo>
                <a:cubicBezTo>
                  <a:pt x="798547" y="1557314"/>
                  <a:pt x="813010" y="1556911"/>
                  <a:pt x="827367" y="1556116"/>
                </a:cubicBezTo>
                <a:lnTo>
                  <a:pt x="826781" y="1545494"/>
                </a:lnTo>
                <a:lnTo>
                  <a:pt x="826193" y="1534870"/>
                </a:lnTo>
                <a:cubicBezTo>
                  <a:pt x="812225" y="1535645"/>
                  <a:pt x="798155" y="1536037"/>
                  <a:pt x="783992" y="1536037"/>
                </a:cubicBezTo>
                <a:lnTo>
                  <a:pt x="783992" y="1546675"/>
                </a:lnTo>
                <a:moveTo>
                  <a:pt x="911812" y="1536009"/>
                </a:moveTo>
                <a:lnTo>
                  <a:pt x="913582" y="1546499"/>
                </a:lnTo>
                <a:cubicBezTo>
                  <a:pt x="942344" y="1541644"/>
                  <a:pt x="970569" y="1535202"/>
                  <a:pt x="998160" y="1527267"/>
                </a:cubicBezTo>
                <a:lnTo>
                  <a:pt x="995220" y="1517043"/>
                </a:lnTo>
                <a:lnTo>
                  <a:pt x="992278" y="1506819"/>
                </a:lnTo>
                <a:cubicBezTo>
                  <a:pt x="965452" y="1514536"/>
                  <a:pt x="938009" y="1520799"/>
                  <a:pt x="910041" y="1525518"/>
                </a:cubicBezTo>
                <a:lnTo>
                  <a:pt x="911812" y="1536009"/>
                </a:lnTo>
                <a:moveTo>
                  <a:pt x="1075943" y="1488796"/>
                </a:moveTo>
                <a:lnTo>
                  <a:pt x="1080018" y="1498622"/>
                </a:lnTo>
                <a:cubicBezTo>
                  <a:pt x="1106855" y="1487493"/>
                  <a:pt x="1132927" y="1474895"/>
                  <a:pt x="1158138" y="1460932"/>
                </a:cubicBezTo>
                <a:lnTo>
                  <a:pt x="1152983" y="1451625"/>
                </a:lnTo>
                <a:lnTo>
                  <a:pt x="1147829" y="1442321"/>
                </a:lnTo>
                <a:cubicBezTo>
                  <a:pt x="1123314" y="1455898"/>
                  <a:pt x="1097961" y="1468146"/>
                  <a:pt x="1071868" y="1478967"/>
                </a:cubicBezTo>
                <a:lnTo>
                  <a:pt x="1075943" y="1488796"/>
                </a:lnTo>
                <a:moveTo>
                  <a:pt x="1225371" y="1406048"/>
                </a:moveTo>
                <a:lnTo>
                  <a:pt x="1231535" y="1414719"/>
                </a:lnTo>
                <a:cubicBezTo>
                  <a:pt x="1255141" y="1397939"/>
                  <a:pt x="1277765" y="1379865"/>
                  <a:pt x="1299303" y="1360604"/>
                </a:cubicBezTo>
                <a:lnTo>
                  <a:pt x="1292212" y="1352674"/>
                </a:lnTo>
                <a:lnTo>
                  <a:pt x="1285120" y="1344744"/>
                </a:lnTo>
                <a:cubicBezTo>
                  <a:pt x="1264171" y="1363477"/>
                  <a:pt x="1242167" y="1381057"/>
                  <a:pt x="1219207" y="1397377"/>
                </a:cubicBezTo>
                <a:lnTo>
                  <a:pt x="1225371" y="1406048"/>
                </a:lnTo>
                <a:moveTo>
                  <a:pt x="1352695" y="1292188"/>
                </a:moveTo>
                <a:lnTo>
                  <a:pt x="1360625" y="1299280"/>
                </a:lnTo>
                <a:cubicBezTo>
                  <a:pt x="1379886" y="1277740"/>
                  <a:pt x="1397958" y="1255117"/>
                  <a:pt x="1414737" y="1231509"/>
                </a:cubicBezTo>
                <a:lnTo>
                  <a:pt x="1406066" y="1225345"/>
                </a:lnTo>
                <a:lnTo>
                  <a:pt x="1397395" y="1219181"/>
                </a:lnTo>
                <a:cubicBezTo>
                  <a:pt x="1381076" y="1242142"/>
                  <a:pt x="1363498" y="1264146"/>
                  <a:pt x="1344766" y="1285096"/>
                </a:cubicBezTo>
                <a:lnTo>
                  <a:pt x="1352695" y="1292188"/>
                </a:lnTo>
                <a:moveTo>
                  <a:pt x="1451642" y="1152955"/>
                </a:moveTo>
                <a:lnTo>
                  <a:pt x="1460949" y="1158111"/>
                </a:lnTo>
                <a:cubicBezTo>
                  <a:pt x="1474911" y="1132899"/>
                  <a:pt x="1487507" y="1106827"/>
                  <a:pt x="1498635" y="1079988"/>
                </a:cubicBezTo>
                <a:lnTo>
                  <a:pt x="1488807" y="1075914"/>
                </a:lnTo>
                <a:lnTo>
                  <a:pt x="1478981" y="1071839"/>
                </a:lnTo>
                <a:cubicBezTo>
                  <a:pt x="1468161" y="1097931"/>
                  <a:pt x="1455912" y="1123285"/>
                  <a:pt x="1442335" y="1147802"/>
                </a:cubicBezTo>
                <a:lnTo>
                  <a:pt x="1451642" y="1152955"/>
                </a:lnTo>
                <a:moveTo>
                  <a:pt x="1517051" y="995190"/>
                </a:moveTo>
                <a:lnTo>
                  <a:pt x="1527275" y="998128"/>
                </a:lnTo>
                <a:cubicBezTo>
                  <a:pt x="1535211" y="970537"/>
                  <a:pt x="1541651" y="942313"/>
                  <a:pt x="1546505" y="913549"/>
                </a:cubicBezTo>
                <a:lnTo>
                  <a:pt x="1536014" y="911780"/>
                </a:lnTo>
                <a:lnTo>
                  <a:pt x="1525523" y="910012"/>
                </a:lnTo>
                <a:cubicBezTo>
                  <a:pt x="1520806" y="937978"/>
                  <a:pt x="1514543" y="965421"/>
                  <a:pt x="1506827" y="992249"/>
                </a:cubicBezTo>
                <a:lnTo>
                  <a:pt x="1517051" y="995190"/>
                </a:lnTo>
                <a:moveTo>
                  <a:pt x="1545496" y="826750"/>
                </a:moveTo>
                <a:lnTo>
                  <a:pt x="1556119" y="827338"/>
                </a:lnTo>
                <a:cubicBezTo>
                  <a:pt x="1556912" y="812977"/>
                  <a:pt x="1557314" y="798514"/>
                  <a:pt x="1557314" y="783960"/>
                </a:cubicBezTo>
                <a:lnTo>
                  <a:pt x="1546675" y="783960"/>
                </a:lnTo>
                <a:lnTo>
                  <a:pt x="1536037" y="783960"/>
                </a:lnTo>
                <a:cubicBezTo>
                  <a:pt x="1536037" y="798122"/>
                  <a:pt x="1535647" y="812193"/>
                  <a:pt x="1534874" y="826162"/>
                </a:cubicBezTo>
                <a:lnTo>
                  <a:pt x="1545496" y="826750"/>
                </a:lnTo>
                <a:moveTo>
                  <a:pt x="1546675" y="783960"/>
                </a:moveTo>
                <a:lnTo>
                  <a:pt x="1557314" y="783960"/>
                </a:lnTo>
                <a:cubicBezTo>
                  <a:pt x="1557314" y="769404"/>
                  <a:pt x="1556911" y="754944"/>
                  <a:pt x="1556117" y="740583"/>
                </a:cubicBezTo>
                <a:lnTo>
                  <a:pt x="1545494" y="741171"/>
                </a:lnTo>
                <a:lnTo>
                  <a:pt x="1534873" y="741759"/>
                </a:lnTo>
                <a:cubicBezTo>
                  <a:pt x="1535645" y="755728"/>
                  <a:pt x="1536037" y="769799"/>
                  <a:pt x="1536037" y="783960"/>
                </a:cubicBezTo>
                <a:lnTo>
                  <a:pt x="1546675" y="783960"/>
                </a:lnTo>
                <a:moveTo>
                  <a:pt x="1536009" y="656141"/>
                </a:moveTo>
                <a:lnTo>
                  <a:pt x="1546499" y="654372"/>
                </a:lnTo>
                <a:cubicBezTo>
                  <a:pt x="1541646" y="625608"/>
                  <a:pt x="1535204" y="597384"/>
                  <a:pt x="1527267" y="569793"/>
                </a:cubicBezTo>
                <a:lnTo>
                  <a:pt x="1517043" y="572734"/>
                </a:lnTo>
                <a:lnTo>
                  <a:pt x="1506819" y="575675"/>
                </a:lnTo>
                <a:cubicBezTo>
                  <a:pt x="1514536" y="602500"/>
                  <a:pt x="1520799" y="629943"/>
                  <a:pt x="1525519" y="657912"/>
                </a:cubicBezTo>
                <a:lnTo>
                  <a:pt x="1536009" y="656141"/>
                </a:lnTo>
                <a:moveTo>
                  <a:pt x="1488796" y="492010"/>
                </a:moveTo>
                <a:lnTo>
                  <a:pt x="1498622" y="487933"/>
                </a:lnTo>
                <a:cubicBezTo>
                  <a:pt x="1487493" y="461097"/>
                  <a:pt x="1474897" y="435025"/>
                  <a:pt x="1460934" y="409816"/>
                </a:cubicBezTo>
                <a:lnTo>
                  <a:pt x="1451627" y="414969"/>
                </a:lnTo>
                <a:lnTo>
                  <a:pt x="1442321" y="420122"/>
                </a:lnTo>
                <a:cubicBezTo>
                  <a:pt x="1455900" y="444639"/>
                  <a:pt x="1468148" y="469992"/>
                  <a:pt x="1478968" y="496085"/>
                </a:cubicBezTo>
                <a:lnTo>
                  <a:pt x="1488796" y="492010"/>
                </a:lnTo>
                <a:moveTo>
                  <a:pt x="1406049" y="342581"/>
                </a:moveTo>
                <a:lnTo>
                  <a:pt x="1414720" y="336417"/>
                </a:lnTo>
                <a:cubicBezTo>
                  <a:pt x="1397939" y="312810"/>
                  <a:pt x="1379866" y="290187"/>
                  <a:pt x="1360605" y="268649"/>
                </a:cubicBezTo>
                <a:lnTo>
                  <a:pt x="1352676" y="275741"/>
                </a:lnTo>
                <a:lnTo>
                  <a:pt x="1344746" y="282834"/>
                </a:lnTo>
                <a:cubicBezTo>
                  <a:pt x="1363480" y="303781"/>
                  <a:pt x="1381057" y="325785"/>
                  <a:pt x="1397377" y="348745"/>
                </a:cubicBezTo>
                <a:lnTo>
                  <a:pt x="1406049" y="342581"/>
                </a:lnTo>
                <a:moveTo>
                  <a:pt x="1292188" y="215258"/>
                </a:moveTo>
                <a:lnTo>
                  <a:pt x="1299280" y="207326"/>
                </a:lnTo>
                <a:cubicBezTo>
                  <a:pt x="1277742" y="188067"/>
                  <a:pt x="1255117" y="169996"/>
                  <a:pt x="1231509" y="153214"/>
                </a:cubicBezTo>
                <a:lnTo>
                  <a:pt x="1225345" y="161887"/>
                </a:lnTo>
                <a:lnTo>
                  <a:pt x="1219183" y="170558"/>
                </a:lnTo>
                <a:cubicBezTo>
                  <a:pt x="1242143" y="186878"/>
                  <a:pt x="1264148" y="204452"/>
                  <a:pt x="1285097" y="223188"/>
                </a:cubicBezTo>
                <a:lnTo>
                  <a:pt x="1292188" y="215258"/>
                </a:lnTo>
                <a:moveTo>
                  <a:pt x="1152956" y="116310"/>
                </a:moveTo>
                <a:lnTo>
                  <a:pt x="1158111" y="107003"/>
                </a:lnTo>
                <a:cubicBezTo>
                  <a:pt x="1132900" y="93043"/>
                  <a:pt x="1106827" y="80445"/>
                  <a:pt x="1079989" y="69319"/>
                </a:cubicBezTo>
                <a:lnTo>
                  <a:pt x="1075915" y="79145"/>
                </a:lnTo>
                <a:lnTo>
                  <a:pt x="1071839" y="88971"/>
                </a:lnTo>
                <a:cubicBezTo>
                  <a:pt x="1097933" y="99792"/>
                  <a:pt x="1123287" y="112040"/>
                  <a:pt x="1147803" y="125617"/>
                </a:cubicBezTo>
                <a:lnTo>
                  <a:pt x="1152956" y="116310"/>
                </a:lnTo>
                <a:moveTo>
                  <a:pt x="995190" y="50901"/>
                </a:moveTo>
                <a:lnTo>
                  <a:pt x="998130" y="40677"/>
                </a:lnTo>
                <a:cubicBezTo>
                  <a:pt x="970537" y="32741"/>
                  <a:pt x="942314" y="26299"/>
                  <a:pt x="913551" y="21447"/>
                </a:cubicBezTo>
                <a:lnTo>
                  <a:pt x="911782" y="31938"/>
                </a:lnTo>
                <a:lnTo>
                  <a:pt x="910012" y="42429"/>
                </a:lnTo>
                <a:cubicBezTo>
                  <a:pt x="937980" y="47147"/>
                  <a:pt x="965423" y="53408"/>
                  <a:pt x="992250" y="61125"/>
                </a:cubicBezTo>
                <a:lnTo>
                  <a:pt x="995190" y="50901"/>
                </a:lnTo>
                <a:moveTo>
                  <a:pt x="826750" y="22455"/>
                </a:moveTo>
                <a:lnTo>
                  <a:pt x="827338" y="11834"/>
                </a:lnTo>
                <a:cubicBezTo>
                  <a:pt x="812978" y="11042"/>
                  <a:pt x="798517" y="10638"/>
                  <a:pt x="783962" y="10638"/>
                </a:cubicBezTo>
                <a:lnTo>
                  <a:pt x="783962" y="21277"/>
                </a:lnTo>
                <a:lnTo>
                  <a:pt x="783962" y="31915"/>
                </a:lnTo>
                <a:cubicBezTo>
                  <a:pt x="798125" y="31915"/>
                  <a:pt x="812195" y="32307"/>
                  <a:pt x="826162" y="33079"/>
                </a:cubicBezTo>
                <a:lnTo>
                  <a:pt x="826750" y="22455"/>
                </a:lnTo>
                <a:moveTo>
                  <a:pt x="783962" y="21277"/>
                </a:moveTo>
                <a:lnTo>
                  <a:pt x="783960" y="0"/>
                </a:lnTo>
                <a:cubicBezTo>
                  <a:pt x="769210" y="0"/>
                  <a:pt x="754552" y="409"/>
                  <a:pt x="739999" y="1212"/>
                </a:cubicBezTo>
                <a:lnTo>
                  <a:pt x="741173" y="22458"/>
                </a:lnTo>
                <a:lnTo>
                  <a:pt x="742348" y="43704"/>
                </a:lnTo>
                <a:cubicBezTo>
                  <a:pt x="756121" y="42940"/>
                  <a:pt x="769995" y="42554"/>
                  <a:pt x="783962" y="42554"/>
                </a:cubicBezTo>
                <a:lnTo>
                  <a:pt x="783962" y="21277"/>
                </a:lnTo>
                <a:moveTo>
                  <a:pt x="656142" y="31944"/>
                </a:moveTo>
                <a:lnTo>
                  <a:pt x="652602" y="10962"/>
                </a:lnTo>
                <a:cubicBezTo>
                  <a:pt x="623442" y="15885"/>
                  <a:pt x="594827" y="22415"/>
                  <a:pt x="566853" y="30462"/>
                </a:cubicBezTo>
                <a:lnTo>
                  <a:pt x="572734" y="50909"/>
                </a:lnTo>
                <a:lnTo>
                  <a:pt x="578617" y="71357"/>
                </a:lnTo>
                <a:cubicBezTo>
                  <a:pt x="605059" y="63751"/>
                  <a:pt x="632111" y="57576"/>
                  <a:pt x="659682" y="52922"/>
                </a:cubicBezTo>
                <a:lnTo>
                  <a:pt x="656142" y="31944"/>
                </a:lnTo>
                <a:moveTo>
                  <a:pt x="492010" y="79156"/>
                </a:moveTo>
                <a:lnTo>
                  <a:pt x="483860" y="59504"/>
                </a:lnTo>
                <a:cubicBezTo>
                  <a:pt x="456653" y="70786"/>
                  <a:pt x="430218" y="83557"/>
                  <a:pt x="404661" y="97713"/>
                </a:cubicBezTo>
                <a:lnTo>
                  <a:pt x="414971" y="116324"/>
                </a:lnTo>
                <a:lnTo>
                  <a:pt x="425280" y="134938"/>
                </a:lnTo>
                <a:cubicBezTo>
                  <a:pt x="449447" y="121551"/>
                  <a:pt x="474440" y="109479"/>
                  <a:pt x="500162" y="98812"/>
                </a:cubicBezTo>
                <a:lnTo>
                  <a:pt x="492010" y="79156"/>
                </a:lnTo>
                <a:moveTo>
                  <a:pt x="342583" y="161904"/>
                </a:moveTo>
                <a:lnTo>
                  <a:pt x="330255" y="144563"/>
                </a:lnTo>
                <a:cubicBezTo>
                  <a:pt x="306325" y="161572"/>
                  <a:pt x="283390" y="179893"/>
                  <a:pt x="261558" y="199418"/>
                </a:cubicBezTo>
                <a:lnTo>
                  <a:pt x="275741" y="215278"/>
                </a:lnTo>
                <a:lnTo>
                  <a:pt x="289926" y="231138"/>
                </a:lnTo>
                <a:cubicBezTo>
                  <a:pt x="310579" y="212666"/>
                  <a:pt x="332274" y="195336"/>
                  <a:pt x="354910" y="179246"/>
                </a:cubicBezTo>
                <a:lnTo>
                  <a:pt x="342583" y="161904"/>
                </a:lnTo>
                <a:moveTo>
                  <a:pt x="215258" y="275764"/>
                </a:moveTo>
                <a:lnTo>
                  <a:pt x="199397" y="261579"/>
                </a:lnTo>
                <a:cubicBezTo>
                  <a:pt x="179874" y="283413"/>
                  <a:pt x="161555" y="306348"/>
                  <a:pt x="144544" y="330279"/>
                </a:cubicBezTo>
                <a:lnTo>
                  <a:pt x="161887" y="342607"/>
                </a:lnTo>
                <a:lnTo>
                  <a:pt x="179229" y="354932"/>
                </a:lnTo>
                <a:cubicBezTo>
                  <a:pt x="195319" y="332298"/>
                  <a:pt x="212648" y="310601"/>
                  <a:pt x="231118" y="289946"/>
                </a:cubicBezTo>
                <a:lnTo>
                  <a:pt x="215258" y="275764"/>
                </a:lnTo>
                <a:moveTo>
                  <a:pt x="116311" y="414995"/>
                </a:moveTo>
                <a:lnTo>
                  <a:pt x="97698" y="404688"/>
                </a:lnTo>
                <a:cubicBezTo>
                  <a:pt x="83543" y="430247"/>
                  <a:pt x="70774" y="456680"/>
                  <a:pt x="59492" y="483887"/>
                </a:cubicBezTo>
                <a:lnTo>
                  <a:pt x="79146" y="492039"/>
                </a:lnTo>
                <a:lnTo>
                  <a:pt x="98801" y="500187"/>
                </a:lnTo>
                <a:cubicBezTo>
                  <a:pt x="109466" y="474467"/>
                  <a:pt x="121540" y="449474"/>
                  <a:pt x="134925" y="425304"/>
                </a:cubicBezTo>
                <a:lnTo>
                  <a:pt x="116311" y="414995"/>
                </a:lnTo>
                <a:moveTo>
                  <a:pt x="50901" y="572762"/>
                </a:moveTo>
                <a:lnTo>
                  <a:pt x="30453" y="566882"/>
                </a:lnTo>
                <a:cubicBezTo>
                  <a:pt x="22408" y="594857"/>
                  <a:pt x="15878" y="623473"/>
                  <a:pt x="10959" y="652631"/>
                </a:cubicBezTo>
                <a:lnTo>
                  <a:pt x="31939" y="656172"/>
                </a:lnTo>
                <a:lnTo>
                  <a:pt x="52920" y="659709"/>
                </a:lnTo>
                <a:cubicBezTo>
                  <a:pt x="57572" y="632138"/>
                  <a:pt x="63744" y="605086"/>
                  <a:pt x="71350" y="578642"/>
                </a:cubicBezTo>
                <a:lnTo>
                  <a:pt x="50901" y="572762"/>
                </a:lnTo>
                <a:moveTo>
                  <a:pt x="22457" y="741202"/>
                </a:moveTo>
                <a:lnTo>
                  <a:pt x="1212" y="740027"/>
                </a:lnTo>
                <a:cubicBezTo>
                  <a:pt x="409" y="754583"/>
                  <a:pt x="0" y="769239"/>
                  <a:pt x="1" y="783992"/>
                </a:cubicBezTo>
                <a:lnTo>
                  <a:pt x="21278" y="783992"/>
                </a:lnTo>
                <a:lnTo>
                  <a:pt x="42555" y="783992"/>
                </a:lnTo>
                <a:cubicBezTo>
                  <a:pt x="42555" y="770023"/>
                  <a:pt x="42940" y="756148"/>
                  <a:pt x="43702" y="742378"/>
                </a:cubicBezTo>
                <a:lnTo>
                  <a:pt x="22457" y="741202"/>
                </a:lnTo>
                <a:moveTo>
                  <a:pt x="21278" y="783992"/>
                </a:moveTo>
                <a:lnTo>
                  <a:pt x="1" y="783992"/>
                </a:lnTo>
                <a:cubicBezTo>
                  <a:pt x="1" y="798741"/>
                  <a:pt x="409" y="813400"/>
                  <a:pt x="1215" y="827954"/>
                </a:cubicBezTo>
                <a:lnTo>
                  <a:pt x="22459" y="826778"/>
                </a:lnTo>
                <a:lnTo>
                  <a:pt x="43704" y="825603"/>
                </a:lnTo>
                <a:cubicBezTo>
                  <a:pt x="42941" y="811833"/>
                  <a:pt x="42555" y="797958"/>
                  <a:pt x="42555" y="783992"/>
                </a:cubicBezTo>
                <a:lnTo>
                  <a:pt x="21278" y="783992"/>
                </a:lnTo>
                <a:moveTo>
                  <a:pt x="31944" y="911812"/>
                </a:moveTo>
                <a:lnTo>
                  <a:pt x="10963" y="915352"/>
                </a:lnTo>
                <a:cubicBezTo>
                  <a:pt x="15885" y="944511"/>
                  <a:pt x="22415" y="973124"/>
                  <a:pt x="30462" y="1001101"/>
                </a:cubicBezTo>
                <a:lnTo>
                  <a:pt x="50909" y="995218"/>
                </a:lnTo>
                <a:lnTo>
                  <a:pt x="71357" y="989336"/>
                </a:lnTo>
                <a:cubicBezTo>
                  <a:pt x="63751" y="962891"/>
                  <a:pt x="57577" y="935840"/>
                  <a:pt x="52925" y="908271"/>
                </a:cubicBezTo>
                <a:lnTo>
                  <a:pt x="31944" y="911812"/>
                </a:lnTo>
                <a:moveTo>
                  <a:pt x="79158" y="1075942"/>
                </a:moveTo>
                <a:lnTo>
                  <a:pt x="59504" y="1084093"/>
                </a:lnTo>
                <a:cubicBezTo>
                  <a:pt x="70788" y="1111301"/>
                  <a:pt x="83557" y="1137734"/>
                  <a:pt x="97713" y="1163292"/>
                </a:cubicBezTo>
                <a:lnTo>
                  <a:pt x="116326" y="1152983"/>
                </a:lnTo>
                <a:lnTo>
                  <a:pt x="134939" y="1142674"/>
                </a:lnTo>
                <a:cubicBezTo>
                  <a:pt x="121552" y="1118507"/>
                  <a:pt x="109479" y="1093514"/>
                  <a:pt x="98812" y="1067791"/>
                </a:cubicBezTo>
                <a:lnTo>
                  <a:pt x="79158" y="1075942"/>
                </a:lnTo>
                <a:moveTo>
                  <a:pt x="161904" y="1225371"/>
                </a:moveTo>
                <a:lnTo>
                  <a:pt x="144563" y="1237699"/>
                </a:lnTo>
                <a:cubicBezTo>
                  <a:pt x="161574" y="1261627"/>
                  <a:pt x="179893" y="1284562"/>
                  <a:pt x="199418" y="1306395"/>
                </a:cubicBezTo>
                <a:lnTo>
                  <a:pt x="215278" y="1292211"/>
                </a:lnTo>
                <a:lnTo>
                  <a:pt x="231138" y="1278026"/>
                </a:lnTo>
                <a:cubicBezTo>
                  <a:pt x="212667" y="1257374"/>
                  <a:pt x="195337" y="1235677"/>
                  <a:pt x="179246" y="1213043"/>
                </a:cubicBezTo>
                <a:lnTo>
                  <a:pt x="161904" y="1225371"/>
                </a:lnTo>
                <a:moveTo>
                  <a:pt x="275764" y="1352694"/>
                </a:moveTo>
                <a:lnTo>
                  <a:pt x="261582" y="1368554"/>
                </a:lnTo>
                <a:cubicBezTo>
                  <a:pt x="283414" y="1388079"/>
                  <a:pt x="306349" y="1406397"/>
                  <a:pt x="330281" y="1423407"/>
                </a:cubicBezTo>
                <a:lnTo>
                  <a:pt x="342607" y="1406065"/>
                </a:lnTo>
                <a:lnTo>
                  <a:pt x="354935" y="1388723"/>
                </a:lnTo>
                <a:cubicBezTo>
                  <a:pt x="332298" y="1372634"/>
                  <a:pt x="310602" y="1355303"/>
                  <a:pt x="289947" y="1336834"/>
                </a:cubicBezTo>
                <a:lnTo>
                  <a:pt x="275764" y="1352694"/>
                </a:lnTo>
                <a:moveTo>
                  <a:pt x="414997" y="1451642"/>
                </a:moveTo>
                <a:lnTo>
                  <a:pt x="404688" y="1470253"/>
                </a:lnTo>
                <a:cubicBezTo>
                  <a:pt x="430247" y="1484409"/>
                  <a:pt x="456681" y="1497177"/>
                  <a:pt x="483889" y="1508460"/>
                </a:cubicBezTo>
                <a:lnTo>
                  <a:pt x="492039" y="1488807"/>
                </a:lnTo>
                <a:lnTo>
                  <a:pt x="500189" y="1469152"/>
                </a:lnTo>
                <a:cubicBezTo>
                  <a:pt x="474467" y="1458485"/>
                  <a:pt x="449474" y="1446413"/>
                  <a:pt x="425305" y="1433029"/>
                </a:cubicBezTo>
                <a:lnTo>
                  <a:pt x="414997" y="1451642"/>
                </a:lnTo>
                <a:moveTo>
                  <a:pt x="572764" y="1517051"/>
                </a:moveTo>
                <a:lnTo>
                  <a:pt x="566882" y="1537499"/>
                </a:lnTo>
                <a:cubicBezTo>
                  <a:pt x="594858" y="1545545"/>
                  <a:pt x="623473" y="1552076"/>
                  <a:pt x="652633" y="1556993"/>
                </a:cubicBezTo>
                <a:lnTo>
                  <a:pt x="656172" y="1536014"/>
                </a:lnTo>
                <a:lnTo>
                  <a:pt x="659712" y="1515033"/>
                </a:lnTo>
                <a:cubicBezTo>
                  <a:pt x="632141" y="1510382"/>
                  <a:pt x="605088" y="1504207"/>
                  <a:pt x="578645" y="1496604"/>
                </a:cubicBezTo>
                <a:lnTo>
                  <a:pt x="572764" y="1517051"/>
                </a:lnTo>
                <a:moveTo>
                  <a:pt x="741204" y="1545494"/>
                </a:moveTo>
                <a:lnTo>
                  <a:pt x="740030" y="1566740"/>
                </a:lnTo>
                <a:cubicBezTo>
                  <a:pt x="754583" y="1567543"/>
                  <a:pt x="769241" y="1567952"/>
                  <a:pt x="783992" y="1567952"/>
                </a:cubicBezTo>
                <a:lnTo>
                  <a:pt x="783992" y="1546675"/>
                </a:lnTo>
                <a:lnTo>
                  <a:pt x="783992" y="1525399"/>
                </a:lnTo>
                <a:cubicBezTo>
                  <a:pt x="770024" y="1525399"/>
                  <a:pt x="756151" y="1525012"/>
                  <a:pt x="742378" y="1524252"/>
                </a:cubicBezTo>
                <a:lnTo>
                  <a:pt x="741204" y="1545494"/>
                </a:lnTo>
                <a:moveTo>
                  <a:pt x="783992" y="1546675"/>
                </a:moveTo>
                <a:lnTo>
                  <a:pt x="783992" y="1567952"/>
                </a:lnTo>
                <a:cubicBezTo>
                  <a:pt x="798744" y="1567952"/>
                  <a:pt x="813401" y="1567543"/>
                  <a:pt x="827955" y="1566737"/>
                </a:cubicBezTo>
                <a:lnTo>
                  <a:pt x="826781" y="1545494"/>
                </a:lnTo>
                <a:lnTo>
                  <a:pt x="825606" y="1524249"/>
                </a:lnTo>
                <a:cubicBezTo>
                  <a:pt x="811833" y="1525010"/>
                  <a:pt x="797958" y="1525399"/>
                  <a:pt x="783992" y="1525399"/>
                </a:cubicBezTo>
                <a:lnTo>
                  <a:pt x="783992" y="1546675"/>
                </a:lnTo>
                <a:moveTo>
                  <a:pt x="911812" y="1536009"/>
                </a:moveTo>
                <a:lnTo>
                  <a:pt x="915352" y="1556987"/>
                </a:lnTo>
                <a:cubicBezTo>
                  <a:pt x="944512" y="1552067"/>
                  <a:pt x="973127" y="1545537"/>
                  <a:pt x="1001101" y="1537491"/>
                </a:cubicBezTo>
                <a:lnTo>
                  <a:pt x="995220" y="1517043"/>
                </a:lnTo>
                <a:lnTo>
                  <a:pt x="989337" y="1496595"/>
                </a:lnTo>
                <a:cubicBezTo>
                  <a:pt x="962894" y="1504201"/>
                  <a:pt x="935843" y="1510376"/>
                  <a:pt x="908271" y="1515027"/>
                </a:cubicBezTo>
                <a:lnTo>
                  <a:pt x="911812" y="1536009"/>
                </a:lnTo>
                <a:moveTo>
                  <a:pt x="1075943" y="1488796"/>
                </a:moveTo>
                <a:lnTo>
                  <a:pt x="1084093" y="1508449"/>
                </a:lnTo>
                <a:cubicBezTo>
                  <a:pt x="1111301" y="1497166"/>
                  <a:pt x="1137735" y="1484395"/>
                  <a:pt x="1163292" y="1470239"/>
                </a:cubicBezTo>
                <a:lnTo>
                  <a:pt x="1152983" y="1451625"/>
                </a:lnTo>
                <a:lnTo>
                  <a:pt x="1142674" y="1433014"/>
                </a:lnTo>
                <a:cubicBezTo>
                  <a:pt x="1118507" y="1446398"/>
                  <a:pt x="1093514" y="1458473"/>
                  <a:pt x="1067792" y="1469140"/>
                </a:cubicBezTo>
                <a:lnTo>
                  <a:pt x="1075943" y="1488796"/>
                </a:lnTo>
                <a:moveTo>
                  <a:pt x="1225371" y="1406048"/>
                </a:moveTo>
                <a:lnTo>
                  <a:pt x="1237699" y="1423390"/>
                </a:lnTo>
                <a:cubicBezTo>
                  <a:pt x="1261629" y="1406380"/>
                  <a:pt x="1284564" y="1388059"/>
                  <a:pt x="1306395" y="1368534"/>
                </a:cubicBezTo>
                <a:lnTo>
                  <a:pt x="1292212" y="1352674"/>
                </a:lnTo>
                <a:lnTo>
                  <a:pt x="1278028" y="1336814"/>
                </a:lnTo>
                <a:cubicBezTo>
                  <a:pt x="1257374" y="1355286"/>
                  <a:pt x="1235680" y="1372617"/>
                  <a:pt x="1213043" y="1388706"/>
                </a:cubicBezTo>
                <a:lnTo>
                  <a:pt x="1225371" y="1406048"/>
                </a:lnTo>
                <a:moveTo>
                  <a:pt x="1352695" y="1292188"/>
                </a:moveTo>
                <a:lnTo>
                  <a:pt x="1368556" y="1306370"/>
                </a:lnTo>
                <a:cubicBezTo>
                  <a:pt x="1388080" y="1284537"/>
                  <a:pt x="1406399" y="1261605"/>
                  <a:pt x="1423409" y="1237673"/>
                </a:cubicBezTo>
                <a:lnTo>
                  <a:pt x="1406066" y="1225345"/>
                </a:lnTo>
                <a:lnTo>
                  <a:pt x="1388725" y="1213018"/>
                </a:lnTo>
                <a:cubicBezTo>
                  <a:pt x="1372635" y="1235654"/>
                  <a:pt x="1355305" y="1257351"/>
                  <a:pt x="1336836" y="1278004"/>
                </a:cubicBezTo>
                <a:lnTo>
                  <a:pt x="1352695" y="1292188"/>
                </a:lnTo>
                <a:moveTo>
                  <a:pt x="1451642" y="1152955"/>
                </a:moveTo>
                <a:lnTo>
                  <a:pt x="1470255" y="1163264"/>
                </a:lnTo>
                <a:cubicBezTo>
                  <a:pt x="1484409" y="1137705"/>
                  <a:pt x="1497180" y="1111273"/>
                  <a:pt x="1508461" y="1084062"/>
                </a:cubicBezTo>
                <a:lnTo>
                  <a:pt x="1488807" y="1075914"/>
                </a:lnTo>
                <a:lnTo>
                  <a:pt x="1469153" y="1067762"/>
                </a:lnTo>
                <a:cubicBezTo>
                  <a:pt x="1458488" y="1093485"/>
                  <a:pt x="1446414" y="1118479"/>
                  <a:pt x="1433029" y="1142649"/>
                </a:cubicBezTo>
                <a:lnTo>
                  <a:pt x="1451642" y="1152955"/>
                </a:lnTo>
                <a:moveTo>
                  <a:pt x="1517051" y="995190"/>
                </a:moveTo>
                <a:lnTo>
                  <a:pt x="1537499" y="1001070"/>
                </a:lnTo>
                <a:cubicBezTo>
                  <a:pt x="1545545" y="973095"/>
                  <a:pt x="1552076" y="944479"/>
                  <a:pt x="1556994" y="915321"/>
                </a:cubicBezTo>
                <a:lnTo>
                  <a:pt x="1536014" y="911780"/>
                </a:lnTo>
                <a:lnTo>
                  <a:pt x="1515034" y="908240"/>
                </a:lnTo>
                <a:cubicBezTo>
                  <a:pt x="1510382" y="935811"/>
                  <a:pt x="1504210" y="962863"/>
                  <a:pt x="1496604" y="989307"/>
                </a:cubicBezTo>
                <a:lnTo>
                  <a:pt x="1517051" y="995190"/>
                </a:lnTo>
                <a:moveTo>
                  <a:pt x="1545496" y="826750"/>
                </a:moveTo>
                <a:lnTo>
                  <a:pt x="1566741" y="827922"/>
                </a:lnTo>
                <a:cubicBezTo>
                  <a:pt x="1567545" y="813369"/>
                  <a:pt x="1567952" y="798710"/>
                  <a:pt x="1567952" y="783960"/>
                </a:cubicBezTo>
                <a:lnTo>
                  <a:pt x="1546675" y="783960"/>
                </a:lnTo>
                <a:lnTo>
                  <a:pt x="1525399" y="783960"/>
                </a:lnTo>
                <a:cubicBezTo>
                  <a:pt x="1525399" y="797926"/>
                  <a:pt x="1525012" y="811802"/>
                  <a:pt x="1524252" y="825574"/>
                </a:cubicBezTo>
                <a:lnTo>
                  <a:pt x="1545496" y="826750"/>
                </a:lnTo>
                <a:moveTo>
                  <a:pt x="1546675" y="783960"/>
                </a:moveTo>
                <a:lnTo>
                  <a:pt x="1567952" y="783960"/>
                </a:lnTo>
                <a:cubicBezTo>
                  <a:pt x="1567952" y="769208"/>
                  <a:pt x="1567545" y="754552"/>
                  <a:pt x="1566738" y="739996"/>
                </a:cubicBezTo>
                <a:lnTo>
                  <a:pt x="1545494" y="741171"/>
                </a:lnTo>
                <a:lnTo>
                  <a:pt x="1524250" y="742347"/>
                </a:lnTo>
                <a:cubicBezTo>
                  <a:pt x="1525012" y="756119"/>
                  <a:pt x="1525399" y="769995"/>
                  <a:pt x="1525399" y="783960"/>
                </a:cubicBezTo>
                <a:lnTo>
                  <a:pt x="1546675" y="783960"/>
                </a:lnTo>
                <a:moveTo>
                  <a:pt x="1536009" y="656141"/>
                </a:moveTo>
                <a:lnTo>
                  <a:pt x="1556990" y="652600"/>
                </a:lnTo>
                <a:cubicBezTo>
                  <a:pt x="1552068" y="623442"/>
                  <a:pt x="1545538" y="594826"/>
                  <a:pt x="1537491" y="566851"/>
                </a:cubicBezTo>
                <a:lnTo>
                  <a:pt x="1517043" y="572734"/>
                </a:lnTo>
                <a:lnTo>
                  <a:pt x="1496595" y="578614"/>
                </a:lnTo>
                <a:cubicBezTo>
                  <a:pt x="1504201" y="605058"/>
                  <a:pt x="1510376" y="632110"/>
                  <a:pt x="1515028" y="659681"/>
                </a:cubicBezTo>
                <a:lnTo>
                  <a:pt x="1536009" y="656141"/>
                </a:lnTo>
                <a:moveTo>
                  <a:pt x="1488796" y="492010"/>
                </a:moveTo>
                <a:lnTo>
                  <a:pt x="1508450" y="483859"/>
                </a:lnTo>
                <a:cubicBezTo>
                  <a:pt x="1497166" y="456651"/>
                  <a:pt x="1484395" y="430218"/>
                  <a:pt x="1470240" y="404660"/>
                </a:cubicBezTo>
                <a:lnTo>
                  <a:pt x="1451627" y="414969"/>
                </a:lnTo>
                <a:lnTo>
                  <a:pt x="1433014" y="425278"/>
                </a:lnTo>
                <a:cubicBezTo>
                  <a:pt x="1446401" y="449445"/>
                  <a:pt x="1458475" y="474439"/>
                  <a:pt x="1469142" y="500162"/>
                </a:cubicBezTo>
                <a:lnTo>
                  <a:pt x="1488796" y="492010"/>
                </a:lnTo>
                <a:moveTo>
                  <a:pt x="1406049" y="342581"/>
                </a:moveTo>
                <a:lnTo>
                  <a:pt x="1423391" y="330254"/>
                </a:lnTo>
                <a:cubicBezTo>
                  <a:pt x="1406380" y="306322"/>
                  <a:pt x="1388060" y="283390"/>
                  <a:pt x="1368535" y="261557"/>
                </a:cubicBezTo>
                <a:lnTo>
                  <a:pt x="1352676" y="275741"/>
                </a:lnTo>
                <a:lnTo>
                  <a:pt x="1336816" y="289923"/>
                </a:lnTo>
                <a:cubicBezTo>
                  <a:pt x="1355286" y="310578"/>
                  <a:pt x="1372617" y="332272"/>
                  <a:pt x="1388706" y="354909"/>
                </a:cubicBezTo>
                <a:lnTo>
                  <a:pt x="1406049" y="342581"/>
                </a:lnTo>
                <a:moveTo>
                  <a:pt x="1292188" y="215258"/>
                </a:moveTo>
                <a:lnTo>
                  <a:pt x="1306371" y="199396"/>
                </a:lnTo>
                <a:cubicBezTo>
                  <a:pt x="1284538" y="179874"/>
                  <a:pt x="1261605" y="161552"/>
                  <a:pt x="1237673" y="144543"/>
                </a:cubicBezTo>
                <a:lnTo>
                  <a:pt x="1225345" y="161887"/>
                </a:lnTo>
                <a:lnTo>
                  <a:pt x="1213019" y="179229"/>
                </a:lnTo>
                <a:cubicBezTo>
                  <a:pt x="1235656" y="195319"/>
                  <a:pt x="1257351" y="212646"/>
                  <a:pt x="1278006" y="231118"/>
                </a:cubicBezTo>
                <a:lnTo>
                  <a:pt x="1292188" y="215258"/>
                </a:lnTo>
                <a:moveTo>
                  <a:pt x="1152956" y="116310"/>
                </a:moveTo>
                <a:lnTo>
                  <a:pt x="1163265" y="97696"/>
                </a:lnTo>
                <a:cubicBezTo>
                  <a:pt x="1137707" y="83543"/>
                  <a:pt x="1111273" y="70772"/>
                  <a:pt x="1084065" y="59492"/>
                </a:cubicBezTo>
                <a:lnTo>
                  <a:pt x="1075915" y="79145"/>
                </a:lnTo>
                <a:lnTo>
                  <a:pt x="1067765" y="98801"/>
                </a:lnTo>
                <a:cubicBezTo>
                  <a:pt x="1093487" y="109465"/>
                  <a:pt x="1118480" y="121540"/>
                  <a:pt x="1142649" y="134924"/>
                </a:cubicBezTo>
                <a:lnTo>
                  <a:pt x="1152956" y="116310"/>
                </a:lnTo>
                <a:moveTo>
                  <a:pt x="995190" y="50901"/>
                </a:moveTo>
                <a:lnTo>
                  <a:pt x="1001071" y="30453"/>
                </a:lnTo>
                <a:cubicBezTo>
                  <a:pt x="973095" y="22407"/>
                  <a:pt x="944481" y="15877"/>
                  <a:pt x="915321" y="10956"/>
                </a:cubicBezTo>
                <a:lnTo>
                  <a:pt x="911782" y="31938"/>
                </a:lnTo>
                <a:lnTo>
                  <a:pt x="908241" y="52920"/>
                </a:lnTo>
                <a:cubicBezTo>
                  <a:pt x="935813" y="57570"/>
                  <a:pt x="962864" y="63742"/>
                  <a:pt x="989309" y="71349"/>
                </a:cubicBezTo>
                <a:lnTo>
                  <a:pt x="995190" y="50901"/>
                </a:lnTo>
                <a:moveTo>
                  <a:pt x="826750" y="22455"/>
                </a:moveTo>
                <a:lnTo>
                  <a:pt x="827924" y="1212"/>
                </a:lnTo>
                <a:cubicBezTo>
                  <a:pt x="813370" y="406"/>
                  <a:pt x="798711" y="0"/>
                  <a:pt x="783960" y="0"/>
                </a:cubicBezTo>
                <a:lnTo>
                  <a:pt x="783962" y="21277"/>
                </a:lnTo>
                <a:lnTo>
                  <a:pt x="783962" y="42554"/>
                </a:lnTo>
                <a:cubicBezTo>
                  <a:pt x="797929" y="42554"/>
                  <a:pt x="811803" y="42940"/>
                  <a:pt x="825576" y="43701"/>
                </a:cubicBezTo>
                <a:lnTo>
                  <a:pt x="826750" y="22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C7D04E42-5F34-4285-AC26-C4F8072A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1620" y="1945653"/>
            <a:ext cx="2072261" cy="2072263"/>
          </a:xfrm>
          <a:custGeom xmlns:a="http://schemas.openxmlformats.org/drawingml/2006/main">
            <a:pathLst>
              <a:path w="1525414" h="1525416">
                <a:moveTo>
                  <a:pt x="762692" y="9"/>
                </a:moveTo>
                <a:cubicBezTo>
                  <a:pt x="1183919" y="0"/>
                  <a:pt x="1525397" y="341466"/>
                  <a:pt x="1525406" y="762692"/>
                </a:cubicBezTo>
                <a:cubicBezTo>
                  <a:pt x="1525414" y="1183919"/>
                  <a:pt x="1183949" y="1525399"/>
                  <a:pt x="762722" y="1525407"/>
                </a:cubicBezTo>
                <a:cubicBezTo>
                  <a:pt x="341495" y="1525416"/>
                  <a:pt x="17" y="1183950"/>
                  <a:pt x="9" y="762723"/>
                </a:cubicBezTo>
                <a:cubicBezTo>
                  <a:pt x="0" y="341497"/>
                  <a:pt x="341464" y="17"/>
                  <a:pt x="762692" y="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A8E7FFC1-CB47-449B-B4D9-4B29F097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131" y="1916394"/>
            <a:ext cx="2130047" cy="2130048"/>
          </a:xfrm>
          <a:custGeom xmlns:a="http://schemas.openxmlformats.org/drawingml/2006/main">
            <a:pathLst>
              <a:path w="1567952" h="1567952">
                <a:moveTo>
                  <a:pt x="783964" y="21277"/>
                </a:moveTo>
                <a:lnTo>
                  <a:pt x="783963" y="10638"/>
                </a:lnTo>
                <a:cubicBezTo>
                  <a:pt x="769408" y="10638"/>
                  <a:pt x="754946" y="11042"/>
                  <a:pt x="740587" y="11837"/>
                </a:cubicBezTo>
                <a:lnTo>
                  <a:pt x="741175" y="22458"/>
                </a:lnTo>
                <a:lnTo>
                  <a:pt x="741762" y="33079"/>
                </a:lnTo>
                <a:cubicBezTo>
                  <a:pt x="755730" y="32307"/>
                  <a:pt x="769801" y="31915"/>
                  <a:pt x="783964" y="31915"/>
                </a:cubicBezTo>
                <a:lnTo>
                  <a:pt x="783964" y="21277"/>
                </a:lnTo>
                <a:moveTo>
                  <a:pt x="656144" y="31944"/>
                </a:moveTo>
                <a:lnTo>
                  <a:pt x="654374" y="21453"/>
                </a:lnTo>
                <a:cubicBezTo>
                  <a:pt x="625612" y="26305"/>
                  <a:pt x="597387" y="32747"/>
                  <a:pt x="569795" y="40685"/>
                </a:cubicBezTo>
                <a:lnTo>
                  <a:pt x="572736" y="50909"/>
                </a:lnTo>
                <a:lnTo>
                  <a:pt x="575677" y="61133"/>
                </a:lnTo>
                <a:cubicBezTo>
                  <a:pt x="602503" y="53416"/>
                  <a:pt x="629946" y="47153"/>
                  <a:pt x="657914" y="42432"/>
                </a:cubicBezTo>
                <a:lnTo>
                  <a:pt x="656144" y="31944"/>
                </a:lnTo>
                <a:moveTo>
                  <a:pt x="492012" y="79156"/>
                </a:moveTo>
                <a:lnTo>
                  <a:pt x="487937" y="69327"/>
                </a:lnTo>
                <a:cubicBezTo>
                  <a:pt x="461101" y="80457"/>
                  <a:pt x="435027" y="93054"/>
                  <a:pt x="409817" y="107017"/>
                </a:cubicBezTo>
                <a:lnTo>
                  <a:pt x="414971" y="116324"/>
                </a:lnTo>
                <a:lnTo>
                  <a:pt x="420126" y="125631"/>
                </a:lnTo>
                <a:cubicBezTo>
                  <a:pt x="444641" y="112051"/>
                  <a:pt x="469995" y="99803"/>
                  <a:pt x="496088" y="88983"/>
                </a:cubicBezTo>
                <a:lnTo>
                  <a:pt x="492012" y="79156"/>
                </a:lnTo>
                <a:moveTo>
                  <a:pt x="342583" y="161901"/>
                </a:moveTo>
                <a:lnTo>
                  <a:pt x="336420" y="153231"/>
                </a:lnTo>
                <a:cubicBezTo>
                  <a:pt x="312813" y="170010"/>
                  <a:pt x="290189" y="188084"/>
                  <a:pt x="268651" y="207345"/>
                </a:cubicBezTo>
                <a:lnTo>
                  <a:pt x="275743" y="215275"/>
                </a:lnTo>
                <a:lnTo>
                  <a:pt x="282834" y="223205"/>
                </a:lnTo>
                <a:cubicBezTo>
                  <a:pt x="303783" y="204472"/>
                  <a:pt x="325788" y="186892"/>
                  <a:pt x="348747" y="170572"/>
                </a:cubicBezTo>
                <a:lnTo>
                  <a:pt x="342583" y="161901"/>
                </a:lnTo>
                <a:moveTo>
                  <a:pt x="215259" y="275761"/>
                </a:moveTo>
                <a:lnTo>
                  <a:pt x="207328" y="268669"/>
                </a:lnTo>
                <a:cubicBezTo>
                  <a:pt x="188068" y="290207"/>
                  <a:pt x="169997" y="312832"/>
                  <a:pt x="153216" y="336440"/>
                </a:cubicBezTo>
                <a:lnTo>
                  <a:pt x="161888" y="342604"/>
                </a:lnTo>
                <a:lnTo>
                  <a:pt x="170559" y="348768"/>
                </a:lnTo>
                <a:cubicBezTo>
                  <a:pt x="186878" y="325807"/>
                  <a:pt x="204456" y="303801"/>
                  <a:pt x="223189" y="282853"/>
                </a:cubicBezTo>
                <a:lnTo>
                  <a:pt x="215259" y="275761"/>
                </a:lnTo>
                <a:moveTo>
                  <a:pt x="116312" y="414992"/>
                </a:moveTo>
                <a:lnTo>
                  <a:pt x="107005" y="409839"/>
                </a:lnTo>
                <a:cubicBezTo>
                  <a:pt x="93043" y="435051"/>
                  <a:pt x="80448" y="461123"/>
                  <a:pt x="69319" y="487959"/>
                </a:cubicBezTo>
                <a:lnTo>
                  <a:pt x="79146" y="492036"/>
                </a:lnTo>
                <a:lnTo>
                  <a:pt x="88974" y="496110"/>
                </a:lnTo>
                <a:cubicBezTo>
                  <a:pt x="99794" y="470015"/>
                  <a:pt x="112040" y="444664"/>
                  <a:pt x="125618" y="420148"/>
                </a:cubicBezTo>
                <a:lnTo>
                  <a:pt x="116312" y="414992"/>
                </a:lnTo>
                <a:moveTo>
                  <a:pt x="50902" y="572759"/>
                </a:moveTo>
                <a:lnTo>
                  <a:pt x="40678" y="569818"/>
                </a:lnTo>
                <a:cubicBezTo>
                  <a:pt x="32741" y="597412"/>
                  <a:pt x="26301" y="625636"/>
                  <a:pt x="21449" y="654397"/>
                </a:cubicBezTo>
                <a:lnTo>
                  <a:pt x="31939" y="656169"/>
                </a:lnTo>
                <a:lnTo>
                  <a:pt x="42429" y="657938"/>
                </a:lnTo>
                <a:cubicBezTo>
                  <a:pt x="47147" y="629969"/>
                  <a:pt x="53410" y="602525"/>
                  <a:pt x="61125" y="575701"/>
                </a:cubicBezTo>
                <a:lnTo>
                  <a:pt x="50902" y="572759"/>
                </a:lnTo>
                <a:moveTo>
                  <a:pt x="22456" y="741200"/>
                </a:moveTo>
                <a:lnTo>
                  <a:pt x="11834" y="740612"/>
                </a:lnTo>
                <a:cubicBezTo>
                  <a:pt x="11040" y="754970"/>
                  <a:pt x="10638" y="769432"/>
                  <a:pt x="10638" y="783989"/>
                </a:cubicBezTo>
                <a:lnTo>
                  <a:pt x="21277" y="783989"/>
                </a:lnTo>
                <a:lnTo>
                  <a:pt x="31915" y="783989"/>
                </a:lnTo>
                <a:cubicBezTo>
                  <a:pt x="31915" y="769824"/>
                  <a:pt x="32306" y="755753"/>
                  <a:pt x="33079" y="741787"/>
                </a:cubicBezTo>
                <a:lnTo>
                  <a:pt x="22456" y="741200"/>
                </a:lnTo>
                <a:moveTo>
                  <a:pt x="21277" y="783989"/>
                </a:moveTo>
                <a:lnTo>
                  <a:pt x="10638" y="783989"/>
                </a:lnTo>
                <a:cubicBezTo>
                  <a:pt x="10639" y="798543"/>
                  <a:pt x="11041" y="813005"/>
                  <a:pt x="11835" y="827363"/>
                </a:cubicBezTo>
                <a:lnTo>
                  <a:pt x="22457" y="826775"/>
                </a:lnTo>
                <a:lnTo>
                  <a:pt x="33080" y="826188"/>
                </a:lnTo>
                <a:cubicBezTo>
                  <a:pt x="32307" y="812222"/>
                  <a:pt x="31916" y="798151"/>
                  <a:pt x="31915" y="783989"/>
                </a:cubicBezTo>
                <a:lnTo>
                  <a:pt x="21277" y="783989"/>
                </a:lnTo>
                <a:moveTo>
                  <a:pt x="31943" y="911806"/>
                </a:moveTo>
                <a:lnTo>
                  <a:pt x="21452" y="913578"/>
                </a:lnTo>
                <a:cubicBezTo>
                  <a:pt x="26306" y="942339"/>
                  <a:pt x="32748" y="970563"/>
                  <a:pt x="40684" y="998157"/>
                </a:cubicBezTo>
                <a:lnTo>
                  <a:pt x="50908" y="995215"/>
                </a:lnTo>
                <a:lnTo>
                  <a:pt x="61133" y="992274"/>
                </a:lnTo>
                <a:cubicBezTo>
                  <a:pt x="53416" y="965447"/>
                  <a:pt x="47152" y="938006"/>
                  <a:pt x="42433" y="910037"/>
                </a:cubicBezTo>
                <a:lnTo>
                  <a:pt x="31943" y="911806"/>
                </a:lnTo>
                <a:moveTo>
                  <a:pt x="79156" y="1075939"/>
                </a:moveTo>
                <a:lnTo>
                  <a:pt x="69329" y="1080013"/>
                </a:lnTo>
                <a:cubicBezTo>
                  <a:pt x="80457" y="1106849"/>
                  <a:pt x="93054" y="1132924"/>
                  <a:pt x="107017" y="1158133"/>
                </a:cubicBezTo>
                <a:lnTo>
                  <a:pt x="116323" y="1152980"/>
                </a:lnTo>
                <a:lnTo>
                  <a:pt x="125630" y="1147824"/>
                </a:lnTo>
                <a:cubicBezTo>
                  <a:pt x="112052" y="1123311"/>
                  <a:pt x="99804" y="1097957"/>
                  <a:pt x="88983" y="1071862"/>
                </a:cubicBezTo>
                <a:lnTo>
                  <a:pt x="79156" y="1075939"/>
                </a:lnTo>
                <a:moveTo>
                  <a:pt x="161902" y="1225368"/>
                </a:moveTo>
                <a:lnTo>
                  <a:pt x="153231" y="1231532"/>
                </a:lnTo>
                <a:cubicBezTo>
                  <a:pt x="170012" y="1255137"/>
                  <a:pt x="188084" y="1277762"/>
                  <a:pt x="207345" y="1299300"/>
                </a:cubicBezTo>
                <a:lnTo>
                  <a:pt x="215275" y="1292208"/>
                </a:lnTo>
                <a:lnTo>
                  <a:pt x="223205" y="1285116"/>
                </a:lnTo>
                <a:cubicBezTo>
                  <a:pt x="204471" y="1264168"/>
                  <a:pt x="186893" y="1242162"/>
                  <a:pt x="170573" y="1219204"/>
                </a:cubicBezTo>
                <a:lnTo>
                  <a:pt x="161902" y="1225368"/>
                </a:lnTo>
                <a:moveTo>
                  <a:pt x="275762" y="1352691"/>
                </a:moveTo>
                <a:lnTo>
                  <a:pt x="268670" y="1360621"/>
                </a:lnTo>
                <a:cubicBezTo>
                  <a:pt x="290208" y="1379882"/>
                  <a:pt x="312833" y="1397953"/>
                  <a:pt x="336441" y="1414736"/>
                </a:cubicBezTo>
                <a:lnTo>
                  <a:pt x="342603" y="1406062"/>
                </a:lnTo>
                <a:lnTo>
                  <a:pt x="348767" y="1397391"/>
                </a:lnTo>
                <a:cubicBezTo>
                  <a:pt x="325807" y="1381072"/>
                  <a:pt x="303802" y="1363494"/>
                  <a:pt x="282853" y="1344761"/>
                </a:cubicBezTo>
                <a:lnTo>
                  <a:pt x="275762" y="1352691"/>
                </a:lnTo>
                <a:moveTo>
                  <a:pt x="414993" y="1451639"/>
                </a:moveTo>
                <a:lnTo>
                  <a:pt x="409839" y="1460946"/>
                </a:lnTo>
                <a:cubicBezTo>
                  <a:pt x="435050" y="1474909"/>
                  <a:pt x="461124" y="1487504"/>
                  <a:pt x="487959" y="1498631"/>
                </a:cubicBezTo>
                <a:lnTo>
                  <a:pt x="492035" y="1488804"/>
                </a:lnTo>
                <a:lnTo>
                  <a:pt x="496111" y="1478978"/>
                </a:lnTo>
                <a:cubicBezTo>
                  <a:pt x="470016" y="1468158"/>
                  <a:pt x="444663" y="1455910"/>
                  <a:pt x="420147" y="1442333"/>
                </a:cubicBezTo>
                <a:lnTo>
                  <a:pt x="414993" y="1451639"/>
                </a:lnTo>
                <a:moveTo>
                  <a:pt x="572760" y="1517049"/>
                </a:moveTo>
                <a:lnTo>
                  <a:pt x="569819" y="1527272"/>
                </a:lnTo>
                <a:cubicBezTo>
                  <a:pt x="597411" y="1535208"/>
                  <a:pt x="625636" y="1541650"/>
                  <a:pt x="654398" y="1546502"/>
                </a:cubicBezTo>
                <a:lnTo>
                  <a:pt x="656168" y="1536011"/>
                </a:lnTo>
                <a:lnTo>
                  <a:pt x="657938" y="1525523"/>
                </a:lnTo>
                <a:cubicBezTo>
                  <a:pt x="629970" y="1520805"/>
                  <a:pt x="602526" y="1514542"/>
                  <a:pt x="575700" y="1506825"/>
                </a:cubicBezTo>
                <a:lnTo>
                  <a:pt x="572760" y="1517049"/>
                </a:lnTo>
                <a:moveTo>
                  <a:pt x="741199" y="1545494"/>
                </a:moveTo>
                <a:lnTo>
                  <a:pt x="740613" y="1556116"/>
                </a:lnTo>
                <a:cubicBezTo>
                  <a:pt x="754970" y="1556911"/>
                  <a:pt x="769433" y="1557314"/>
                  <a:pt x="783988" y="1557314"/>
                </a:cubicBezTo>
                <a:lnTo>
                  <a:pt x="783988" y="1546675"/>
                </a:lnTo>
                <a:lnTo>
                  <a:pt x="783988" y="1536037"/>
                </a:lnTo>
                <a:cubicBezTo>
                  <a:pt x="769825" y="1536037"/>
                  <a:pt x="755754" y="1535645"/>
                  <a:pt x="741787" y="1534873"/>
                </a:cubicBezTo>
                <a:lnTo>
                  <a:pt x="741199" y="1545494"/>
                </a:lnTo>
                <a:moveTo>
                  <a:pt x="783988" y="1546675"/>
                </a:moveTo>
                <a:lnTo>
                  <a:pt x="783988" y="1557314"/>
                </a:lnTo>
                <a:cubicBezTo>
                  <a:pt x="798543" y="1557311"/>
                  <a:pt x="813005" y="1556911"/>
                  <a:pt x="827364" y="1556116"/>
                </a:cubicBezTo>
                <a:lnTo>
                  <a:pt x="826776" y="1545494"/>
                </a:lnTo>
                <a:lnTo>
                  <a:pt x="826188" y="1534870"/>
                </a:lnTo>
                <a:cubicBezTo>
                  <a:pt x="812221" y="1535645"/>
                  <a:pt x="798150" y="1536034"/>
                  <a:pt x="783988" y="1536037"/>
                </a:cubicBezTo>
                <a:lnTo>
                  <a:pt x="783988" y="1546675"/>
                </a:lnTo>
                <a:moveTo>
                  <a:pt x="911807" y="1536009"/>
                </a:moveTo>
                <a:lnTo>
                  <a:pt x="913577" y="1546499"/>
                </a:lnTo>
                <a:cubicBezTo>
                  <a:pt x="942339" y="1541644"/>
                  <a:pt x="970564" y="1535202"/>
                  <a:pt x="998156" y="1527267"/>
                </a:cubicBezTo>
                <a:lnTo>
                  <a:pt x="995215" y="1517043"/>
                </a:lnTo>
                <a:lnTo>
                  <a:pt x="992275" y="1506819"/>
                </a:lnTo>
                <a:cubicBezTo>
                  <a:pt x="965447" y="1514536"/>
                  <a:pt x="938005" y="1520799"/>
                  <a:pt x="910036" y="1525518"/>
                </a:cubicBezTo>
                <a:lnTo>
                  <a:pt x="911807" y="1536009"/>
                </a:lnTo>
                <a:moveTo>
                  <a:pt x="1075938" y="1488796"/>
                </a:moveTo>
                <a:lnTo>
                  <a:pt x="1080014" y="1498622"/>
                </a:lnTo>
                <a:cubicBezTo>
                  <a:pt x="1106850" y="1487493"/>
                  <a:pt x="1132924" y="1474898"/>
                  <a:pt x="1158134" y="1460935"/>
                </a:cubicBezTo>
                <a:lnTo>
                  <a:pt x="1152980" y="1451628"/>
                </a:lnTo>
                <a:lnTo>
                  <a:pt x="1147825" y="1442321"/>
                </a:lnTo>
                <a:cubicBezTo>
                  <a:pt x="1123310" y="1455898"/>
                  <a:pt x="1097956" y="1468146"/>
                  <a:pt x="1071863" y="1478969"/>
                </a:cubicBezTo>
                <a:lnTo>
                  <a:pt x="1075938" y="1488796"/>
                </a:lnTo>
                <a:moveTo>
                  <a:pt x="1225367" y="1406048"/>
                </a:moveTo>
                <a:lnTo>
                  <a:pt x="1231531" y="1414719"/>
                </a:lnTo>
                <a:cubicBezTo>
                  <a:pt x="1255138" y="1397939"/>
                  <a:pt x="1277762" y="1379868"/>
                  <a:pt x="1299300" y="1360607"/>
                </a:cubicBezTo>
                <a:lnTo>
                  <a:pt x="1292209" y="1352677"/>
                </a:lnTo>
                <a:lnTo>
                  <a:pt x="1285117" y="1344747"/>
                </a:lnTo>
                <a:cubicBezTo>
                  <a:pt x="1264168" y="1363480"/>
                  <a:pt x="1242164" y="1381057"/>
                  <a:pt x="1219203" y="1397377"/>
                </a:cubicBezTo>
                <a:lnTo>
                  <a:pt x="1225367" y="1406048"/>
                </a:lnTo>
                <a:moveTo>
                  <a:pt x="1352692" y="1292191"/>
                </a:moveTo>
                <a:lnTo>
                  <a:pt x="1360623" y="1299280"/>
                </a:lnTo>
                <a:cubicBezTo>
                  <a:pt x="1379883" y="1277742"/>
                  <a:pt x="1397954" y="1255117"/>
                  <a:pt x="1414735" y="1231509"/>
                </a:cubicBezTo>
                <a:lnTo>
                  <a:pt x="1406063" y="1225348"/>
                </a:lnTo>
                <a:lnTo>
                  <a:pt x="1397392" y="1219184"/>
                </a:lnTo>
                <a:cubicBezTo>
                  <a:pt x="1381072" y="1242145"/>
                  <a:pt x="1363496" y="1264148"/>
                  <a:pt x="1344762" y="1285099"/>
                </a:cubicBezTo>
                <a:lnTo>
                  <a:pt x="1352692" y="1292191"/>
                </a:lnTo>
                <a:moveTo>
                  <a:pt x="1451639" y="1152958"/>
                </a:moveTo>
                <a:lnTo>
                  <a:pt x="1460946" y="1158111"/>
                </a:lnTo>
                <a:cubicBezTo>
                  <a:pt x="1474909" y="1132902"/>
                  <a:pt x="1487503" y="1106827"/>
                  <a:pt x="1498631" y="1079991"/>
                </a:cubicBezTo>
                <a:lnTo>
                  <a:pt x="1488805" y="1075916"/>
                </a:lnTo>
                <a:lnTo>
                  <a:pt x="1478977" y="1071842"/>
                </a:lnTo>
                <a:cubicBezTo>
                  <a:pt x="1468157" y="1097934"/>
                  <a:pt x="1455910" y="1123288"/>
                  <a:pt x="1442333" y="1147804"/>
                </a:cubicBezTo>
                <a:lnTo>
                  <a:pt x="1451639" y="1152958"/>
                </a:lnTo>
                <a:moveTo>
                  <a:pt x="1517049" y="995193"/>
                </a:moveTo>
                <a:lnTo>
                  <a:pt x="1527273" y="998131"/>
                </a:lnTo>
                <a:cubicBezTo>
                  <a:pt x="1535210" y="970540"/>
                  <a:pt x="1541649" y="942316"/>
                  <a:pt x="1546503" y="913552"/>
                </a:cubicBezTo>
                <a:lnTo>
                  <a:pt x="1536012" y="911783"/>
                </a:lnTo>
                <a:lnTo>
                  <a:pt x="1525523" y="910014"/>
                </a:lnTo>
                <a:cubicBezTo>
                  <a:pt x="1520804" y="937980"/>
                  <a:pt x="1514541" y="965424"/>
                  <a:pt x="1506825" y="992251"/>
                </a:cubicBezTo>
                <a:lnTo>
                  <a:pt x="1517049" y="995193"/>
                </a:lnTo>
                <a:moveTo>
                  <a:pt x="1545495" y="826753"/>
                </a:moveTo>
                <a:lnTo>
                  <a:pt x="1556118" y="827338"/>
                </a:lnTo>
                <a:cubicBezTo>
                  <a:pt x="1556911" y="812980"/>
                  <a:pt x="1557313" y="798517"/>
                  <a:pt x="1557313" y="783963"/>
                </a:cubicBezTo>
                <a:lnTo>
                  <a:pt x="1546675" y="783963"/>
                </a:lnTo>
                <a:lnTo>
                  <a:pt x="1536036" y="783963"/>
                </a:lnTo>
                <a:cubicBezTo>
                  <a:pt x="1536036" y="798125"/>
                  <a:pt x="1535644" y="812196"/>
                  <a:pt x="1534872" y="826165"/>
                </a:cubicBezTo>
                <a:lnTo>
                  <a:pt x="1545495" y="826753"/>
                </a:lnTo>
                <a:moveTo>
                  <a:pt x="1546675" y="783963"/>
                </a:moveTo>
                <a:lnTo>
                  <a:pt x="1557313" y="783963"/>
                </a:lnTo>
                <a:cubicBezTo>
                  <a:pt x="1557313" y="769407"/>
                  <a:pt x="1556910" y="754947"/>
                  <a:pt x="1556116" y="740586"/>
                </a:cubicBezTo>
                <a:lnTo>
                  <a:pt x="1545494" y="741174"/>
                </a:lnTo>
                <a:lnTo>
                  <a:pt x="1534871" y="741762"/>
                </a:lnTo>
                <a:cubicBezTo>
                  <a:pt x="1535644" y="755731"/>
                  <a:pt x="1536035" y="769801"/>
                  <a:pt x="1536036" y="783963"/>
                </a:cubicBezTo>
                <a:lnTo>
                  <a:pt x="1546675" y="783963"/>
                </a:lnTo>
                <a:moveTo>
                  <a:pt x="1536008" y="656143"/>
                </a:moveTo>
                <a:lnTo>
                  <a:pt x="1546499" y="654375"/>
                </a:lnTo>
                <a:cubicBezTo>
                  <a:pt x="1541645" y="625611"/>
                  <a:pt x="1535203" y="597387"/>
                  <a:pt x="1527267" y="569795"/>
                </a:cubicBezTo>
                <a:lnTo>
                  <a:pt x="1517044" y="572737"/>
                </a:lnTo>
                <a:lnTo>
                  <a:pt x="1506818" y="575678"/>
                </a:lnTo>
                <a:cubicBezTo>
                  <a:pt x="1514535" y="602503"/>
                  <a:pt x="1520798" y="629946"/>
                  <a:pt x="1525519" y="657915"/>
                </a:cubicBezTo>
                <a:lnTo>
                  <a:pt x="1536008" y="656143"/>
                </a:lnTo>
                <a:moveTo>
                  <a:pt x="1488795" y="492013"/>
                </a:moveTo>
                <a:lnTo>
                  <a:pt x="1498623" y="487936"/>
                </a:lnTo>
                <a:cubicBezTo>
                  <a:pt x="1487493" y="461100"/>
                  <a:pt x="1474897" y="435028"/>
                  <a:pt x="1460934" y="409816"/>
                </a:cubicBezTo>
                <a:lnTo>
                  <a:pt x="1451627" y="414972"/>
                </a:lnTo>
                <a:lnTo>
                  <a:pt x="1442321" y="420125"/>
                </a:lnTo>
                <a:cubicBezTo>
                  <a:pt x="1455899" y="444641"/>
                  <a:pt x="1468147" y="469995"/>
                  <a:pt x="1478969" y="496087"/>
                </a:cubicBezTo>
                <a:lnTo>
                  <a:pt x="1488795" y="492013"/>
                </a:lnTo>
                <a:moveTo>
                  <a:pt x="1406049" y="342584"/>
                </a:moveTo>
                <a:lnTo>
                  <a:pt x="1414719" y="336420"/>
                </a:lnTo>
                <a:cubicBezTo>
                  <a:pt x="1397940" y="312813"/>
                  <a:pt x="1379867" y="290190"/>
                  <a:pt x="1360606" y="268652"/>
                </a:cubicBezTo>
                <a:lnTo>
                  <a:pt x="1352676" y="275744"/>
                </a:lnTo>
                <a:lnTo>
                  <a:pt x="1344746" y="282834"/>
                </a:lnTo>
                <a:cubicBezTo>
                  <a:pt x="1363481" y="303784"/>
                  <a:pt x="1381058" y="325788"/>
                  <a:pt x="1397378" y="348748"/>
                </a:cubicBezTo>
                <a:lnTo>
                  <a:pt x="1406049" y="342584"/>
                </a:lnTo>
                <a:moveTo>
                  <a:pt x="1292190" y="215258"/>
                </a:moveTo>
                <a:lnTo>
                  <a:pt x="1299281" y="207328"/>
                </a:lnTo>
                <a:cubicBezTo>
                  <a:pt x="1277743" y="188067"/>
                  <a:pt x="1255118" y="169996"/>
                  <a:pt x="1231510" y="153216"/>
                </a:cubicBezTo>
                <a:lnTo>
                  <a:pt x="1225347" y="161887"/>
                </a:lnTo>
                <a:lnTo>
                  <a:pt x="1219184" y="170558"/>
                </a:lnTo>
                <a:cubicBezTo>
                  <a:pt x="1242144" y="186878"/>
                  <a:pt x="1264149" y="204455"/>
                  <a:pt x="1285098" y="223188"/>
                </a:cubicBezTo>
                <a:lnTo>
                  <a:pt x="1292190" y="215258"/>
                </a:lnTo>
                <a:moveTo>
                  <a:pt x="1152958" y="116313"/>
                </a:moveTo>
                <a:lnTo>
                  <a:pt x="1158113" y="107006"/>
                </a:lnTo>
                <a:cubicBezTo>
                  <a:pt x="1132902" y="93043"/>
                  <a:pt x="1106827" y="80448"/>
                  <a:pt x="1079991" y="69319"/>
                </a:cubicBezTo>
                <a:lnTo>
                  <a:pt x="1075916" y="79145"/>
                </a:lnTo>
                <a:lnTo>
                  <a:pt x="1071841" y="88974"/>
                </a:lnTo>
                <a:cubicBezTo>
                  <a:pt x="1097935" y="99794"/>
                  <a:pt x="1123289" y="112040"/>
                  <a:pt x="1147804" y="125617"/>
                </a:cubicBezTo>
                <a:lnTo>
                  <a:pt x="1152958" y="116313"/>
                </a:lnTo>
                <a:moveTo>
                  <a:pt x="995192" y="50901"/>
                </a:moveTo>
                <a:lnTo>
                  <a:pt x="998132" y="40677"/>
                </a:lnTo>
                <a:cubicBezTo>
                  <a:pt x="970539" y="32741"/>
                  <a:pt x="942315" y="26302"/>
                  <a:pt x="913553" y="21447"/>
                </a:cubicBezTo>
                <a:lnTo>
                  <a:pt x="911783" y="31938"/>
                </a:lnTo>
                <a:lnTo>
                  <a:pt x="910014" y="42429"/>
                </a:lnTo>
                <a:cubicBezTo>
                  <a:pt x="937981" y="47147"/>
                  <a:pt x="965425" y="53411"/>
                  <a:pt x="992251" y="61125"/>
                </a:cubicBezTo>
                <a:lnTo>
                  <a:pt x="995192" y="50901"/>
                </a:lnTo>
                <a:moveTo>
                  <a:pt x="826752" y="22455"/>
                </a:moveTo>
                <a:lnTo>
                  <a:pt x="827338" y="11834"/>
                </a:lnTo>
                <a:cubicBezTo>
                  <a:pt x="812980" y="11039"/>
                  <a:pt x="798518" y="10638"/>
                  <a:pt x="783963" y="10638"/>
                </a:cubicBezTo>
                <a:lnTo>
                  <a:pt x="783964" y="21277"/>
                </a:lnTo>
                <a:lnTo>
                  <a:pt x="783964" y="31915"/>
                </a:lnTo>
                <a:cubicBezTo>
                  <a:pt x="798126" y="31915"/>
                  <a:pt x="812197" y="32307"/>
                  <a:pt x="826164" y="33079"/>
                </a:cubicBezTo>
                <a:lnTo>
                  <a:pt x="826752" y="22455"/>
                </a:lnTo>
                <a:moveTo>
                  <a:pt x="783964" y="21277"/>
                </a:moveTo>
                <a:lnTo>
                  <a:pt x="783963" y="0"/>
                </a:lnTo>
                <a:cubicBezTo>
                  <a:pt x="769212" y="0"/>
                  <a:pt x="754554" y="409"/>
                  <a:pt x="739999" y="1212"/>
                </a:cubicBezTo>
                <a:lnTo>
                  <a:pt x="741175" y="22458"/>
                </a:lnTo>
                <a:lnTo>
                  <a:pt x="742350" y="43701"/>
                </a:lnTo>
                <a:cubicBezTo>
                  <a:pt x="756123" y="42940"/>
                  <a:pt x="769997" y="42554"/>
                  <a:pt x="783964" y="42554"/>
                </a:cubicBezTo>
                <a:lnTo>
                  <a:pt x="783964" y="21277"/>
                </a:lnTo>
                <a:moveTo>
                  <a:pt x="656144" y="31944"/>
                </a:moveTo>
                <a:lnTo>
                  <a:pt x="652604" y="10962"/>
                </a:lnTo>
                <a:cubicBezTo>
                  <a:pt x="623444" y="15882"/>
                  <a:pt x="594829" y="22412"/>
                  <a:pt x="566855" y="30459"/>
                </a:cubicBezTo>
                <a:lnTo>
                  <a:pt x="572736" y="50909"/>
                </a:lnTo>
                <a:lnTo>
                  <a:pt x="578617" y="71357"/>
                </a:lnTo>
                <a:cubicBezTo>
                  <a:pt x="605062" y="63751"/>
                  <a:pt x="632113" y="57576"/>
                  <a:pt x="659685" y="52922"/>
                </a:cubicBezTo>
                <a:lnTo>
                  <a:pt x="656144" y="31944"/>
                </a:lnTo>
                <a:moveTo>
                  <a:pt x="492012" y="79156"/>
                </a:moveTo>
                <a:lnTo>
                  <a:pt x="483863" y="59501"/>
                </a:lnTo>
                <a:cubicBezTo>
                  <a:pt x="456653" y="70784"/>
                  <a:pt x="430220" y="83554"/>
                  <a:pt x="404662" y="97710"/>
                </a:cubicBezTo>
                <a:lnTo>
                  <a:pt x="414971" y="116324"/>
                </a:lnTo>
                <a:lnTo>
                  <a:pt x="425280" y="134935"/>
                </a:lnTo>
                <a:cubicBezTo>
                  <a:pt x="449449" y="121551"/>
                  <a:pt x="474441" y="109476"/>
                  <a:pt x="500162" y="98809"/>
                </a:cubicBezTo>
                <a:lnTo>
                  <a:pt x="492012" y="79156"/>
                </a:lnTo>
                <a:moveTo>
                  <a:pt x="342583" y="161901"/>
                </a:moveTo>
                <a:lnTo>
                  <a:pt x="330257" y="144560"/>
                </a:lnTo>
                <a:cubicBezTo>
                  <a:pt x="306326" y="161569"/>
                  <a:pt x="283392" y="179891"/>
                  <a:pt x="261560" y="199416"/>
                </a:cubicBezTo>
                <a:lnTo>
                  <a:pt x="275743" y="215275"/>
                </a:lnTo>
                <a:lnTo>
                  <a:pt x="289927" y="231135"/>
                </a:lnTo>
                <a:cubicBezTo>
                  <a:pt x="310580" y="212663"/>
                  <a:pt x="332276" y="195333"/>
                  <a:pt x="354911" y="179243"/>
                </a:cubicBezTo>
                <a:lnTo>
                  <a:pt x="342583" y="161901"/>
                </a:lnTo>
                <a:moveTo>
                  <a:pt x="215259" y="275761"/>
                </a:moveTo>
                <a:lnTo>
                  <a:pt x="199399" y="261579"/>
                </a:lnTo>
                <a:cubicBezTo>
                  <a:pt x="179874" y="283410"/>
                  <a:pt x="161555" y="306345"/>
                  <a:pt x="144545" y="330276"/>
                </a:cubicBezTo>
                <a:lnTo>
                  <a:pt x="161888" y="342604"/>
                </a:lnTo>
                <a:lnTo>
                  <a:pt x="179230" y="354932"/>
                </a:lnTo>
                <a:cubicBezTo>
                  <a:pt x="195319" y="332295"/>
                  <a:pt x="212649" y="310598"/>
                  <a:pt x="231119" y="289943"/>
                </a:cubicBezTo>
                <a:lnTo>
                  <a:pt x="215259" y="275761"/>
                </a:lnTo>
                <a:moveTo>
                  <a:pt x="116312" y="414992"/>
                </a:moveTo>
                <a:lnTo>
                  <a:pt x="97698" y="404686"/>
                </a:lnTo>
                <a:cubicBezTo>
                  <a:pt x="83544" y="430244"/>
                  <a:pt x="70774" y="456677"/>
                  <a:pt x="59492" y="483885"/>
                </a:cubicBezTo>
                <a:lnTo>
                  <a:pt x="79146" y="492036"/>
                </a:lnTo>
                <a:lnTo>
                  <a:pt x="98801" y="500184"/>
                </a:lnTo>
                <a:cubicBezTo>
                  <a:pt x="109467" y="474461"/>
                  <a:pt x="121540" y="449471"/>
                  <a:pt x="134925" y="425301"/>
                </a:cubicBezTo>
                <a:lnTo>
                  <a:pt x="116312" y="414992"/>
                </a:lnTo>
                <a:moveTo>
                  <a:pt x="50902" y="572759"/>
                </a:moveTo>
                <a:lnTo>
                  <a:pt x="30454" y="566880"/>
                </a:lnTo>
                <a:cubicBezTo>
                  <a:pt x="22408" y="594854"/>
                  <a:pt x="15878" y="623467"/>
                  <a:pt x="10958" y="652628"/>
                </a:cubicBezTo>
                <a:lnTo>
                  <a:pt x="31939" y="656169"/>
                </a:lnTo>
                <a:lnTo>
                  <a:pt x="52919" y="659707"/>
                </a:lnTo>
                <a:cubicBezTo>
                  <a:pt x="57571" y="632135"/>
                  <a:pt x="63744" y="605084"/>
                  <a:pt x="71349" y="578639"/>
                </a:cubicBezTo>
                <a:lnTo>
                  <a:pt x="50902" y="572759"/>
                </a:lnTo>
                <a:moveTo>
                  <a:pt x="22456" y="741200"/>
                </a:moveTo>
                <a:lnTo>
                  <a:pt x="1212" y="740024"/>
                </a:lnTo>
                <a:cubicBezTo>
                  <a:pt x="407" y="754578"/>
                  <a:pt x="0" y="769236"/>
                  <a:pt x="0" y="783989"/>
                </a:cubicBezTo>
                <a:lnTo>
                  <a:pt x="21277" y="783989"/>
                </a:lnTo>
                <a:lnTo>
                  <a:pt x="42554" y="783986"/>
                </a:lnTo>
                <a:cubicBezTo>
                  <a:pt x="42554" y="770020"/>
                  <a:pt x="42939" y="756145"/>
                  <a:pt x="43701" y="742375"/>
                </a:cubicBezTo>
                <a:lnTo>
                  <a:pt x="22456" y="741200"/>
                </a:lnTo>
                <a:moveTo>
                  <a:pt x="21277" y="783989"/>
                </a:moveTo>
                <a:lnTo>
                  <a:pt x="0" y="783989"/>
                </a:lnTo>
                <a:cubicBezTo>
                  <a:pt x="1" y="798738"/>
                  <a:pt x="408" y="813397"/>
                  <a:pt x="1213" y="827951"/>
                </a:cubicBezTo>
                <a:lnTo>
                  <a:pt x="22457" y="826775"/>
                </a:lnTo>
                <a:lnTo>
                  <a:pt x="43702" y="825600"/>
                </a:lnTo>
                <a:cubicBezTo>
                  <a:pt x="42940" y="811830"/>
                  <a:pt x="42554" y="797955"/>
                  <a:pt x="42554" y="783986"/>
                </a:cubicBezTo>
                <a:lnTo>
                  <a:pt x="21277" y="783989"/>
                </a:lnTo>
                <a:moveTo>
                  <a:pt x="31943" y="911806"/>
                </a:moveTo>
                <a:lnTo>
                  <a:pt x="10962" y="915346"/>
                </a:lnTo>
                <a:cubicBezTo>
                  <a:pt x="15883" y="944508"/>
                  <a:pt x="22413" y="973121"/>
                  <a:pt x="30460" y="1001095"/>
                </a:cubicBezTo>
                <a:lnTo>
                  <a:pt x="50908" y="995215"/>
                </a:lnTo>
                <a:lnTo>
                  <a:pt x="71356" y="989333"/>
                </a:lnTo>
                <a:cubicBezTo>
                  <a:pt x="63750" y="962889"/>
                  <a:pt x="57576" y="935837"/>
                  <a:pt x="52923" y="908266"/>
                </a:cubicBezTo>
                <a:lnTo>
                  <a:pt x="31943" y="911806"/>
                </a:lnTo>
                <a:moveTo>
                  <a:pt x="79156" y="1075939"/>
                </a:moveTo>
                <a:lnTo>
                  <a:pt x="59501" y="1084090"/>
                </a:lnTo>
                <a:cubicBezTo>
                  <a:pt x="70785" y="1111298"/>
                  <a:pt x="83555" y="1137731"/>
                  <a:pt x="97711" y="1163289"/>
                </a:cubicBezTo>
                <a:lnTo>
                  <a:pt x="116323" y="1152980"/>
                </a:lnTo>
                <a:lnTo>
                  <a:pt x="134936" y="1142671"/>
                </a:lnTo>
                <a:cubicBezTo>
                  <a:pt x="121550" y="1118501"/>
                  <a:pt x="109477" y="1093511"/>
                  <a:pt x="98810" y="1067788"/>
                </a:cubicBezTo>
                <a:lnTo>
                  <a:pt x="79156" y="1075939"/>
                </a:lnTo>
                <a:moveTo>
                  <a:pt x="161902" y="1225368"/>
                </a:moveTo>
                <a:lnTo>
                  <a:pt x="144560" y="1237696"/>
                </a:lnTo>
                <a:cubicBezTo>
                  <a:pt x="161571" y="1261624"/>
                  <a:pt x="179891" y="1284559"/>
                  <a:pt x="199415" y="1306393"/>
                </a:cubicBezTo>
                <a:lnTo>
                  <a:pt x="215275" y="1292208"/>
                </a:lnTo>
                <a:lnTo>
                  <a:pt x="231136" y="1278024"/>
                </a:lnTo>
                <a:cubicBezTo>
                  <a:pt x="212665" y="1257371"/>
                  <a:pt x="195334" y="1235674"/>
                  <a:pt x="179244" y="1213040"/>
                </a:cubicBezTo>
                <a:lnTo>
                  <a:pt x="161902" y="1225368"/>
                </a:lnTo>
                <a:moveTo>
                  <a:pt x="275762" y="1352691"/>
                </a:moveTo>
                <a:lnTo>
                  <a:pt x="261578" y="1368554"/>
                </a:lnTo>
                <a:cubicBezTo>
                  <a:pt x="283411" y="1388076"/>
                  <a:pt x="306346" y="1406394"/>
                  <a:pt x="330277" y="1423407"/>
                </a:cubicBezTo>
                <a:lnTo>
                  <a:pt x="342603" y="1406062"/>
                </a:lnTo>
                <a:lnTo>
                  <a:pt x="354931" y="1388720"/>
                </a:lnTo>
                <a:cubicBezTo>
                  <a:pt x="332294" y="1372631"/>
                  <a:pt x="310599" y="1355303"/>
                  <a:pt x="289944" y="1336831"/>
                </a:cubicBezTo>
                <a:lnTo>
                  <a:pt x="275762" y="1352691"/>
                </a:lnTo>
                <a:moveTo>
                  <a:pt x="414993" y="1451639"/>
                </a:moveTo>
                <a:lnTo>
                  <a:pt x="404685" y="1470253"/>
                </a:lnTo>
                <a:cubicBezTo>
                  <a:pt x="430243" y="1484406"/>
                  <a:pt x="456677" y="1497177"/>
                  <a:pt x="483885" y="1508460"/>
                </a:cubicBezTo>
                <a:lnTo>
                  <a:pt x="492035" y="1488804"/>
                </a:lnTo>
                <a:lnTo>
                  <a:pt x="500185" y="1469152"/>
                </a:lnTo>
                <a:cubicBezTo>
                  <a:pt x="474463" y="1458485"/>
                  <a:pt x="449470" y="1446413"/>
                  <a:pt x="425302" y="1433026"/>
                </a:cubicBezTo>
                <a:lnTo>
                  <a:pt x="414993" y="1451639"/>
                </a:lnTo>
                <a:moveTo>
                  <a:pt x="572760" y="1517049"/>
                </a:moveTo>
                <a:lnTo>
                  <a:pt x="566879" y="1537496"/>
                </a:lnTo>
                <a:cubicBezTo>
                  <a:pt x="594853" y="1545543"/>
                  <a:pt x="623468" y="1552073"/>
                  <a:pt x="652628" y="1556993"/>
                </a:cubicBezTo>
                <a:lnTo>
                  <a:pt x="656168" y="1536011"/>
                </a:lnTo>
                <a:lnTo>
                  <a:pt x="659707" y="1515033"/>
                </a:lnTo>
                <a:cubicBezTo>
                  <a:pt x="632136" y="1510379"/>
                  <a:pt x="605084" y="1504207"/>
                  <a:pt x="578640" y="1496601"/>
                </a:cubicBezTo>
                <a:lnTo>
                  <a:pt x="572760" y="1517049"/>
                </a:lnTo>
                <a:moveTo>
                  <a:pt x="741199" y="1545494"/>
                </a:moveTo>
                <a:lnTo>
                  <a:pt x="740025" y="1566740"/>
                </a:lnTo>
                <a:cubicBezTo>
                  <a:pt x="754579" y="1567543"/>
                  <a:pt x="769237" y="1567952"/>
                  <a:pt x="783988" y="1567952"/>
                </a:cubicBezTo>
                <a:lnTo>
                  <a:pt x="783988" y="1546675"/>
                </a:lnTo>
                <a:lnTo>
                  <a:pt x="783987" y="1525396"/>
                </a:lnTo>
                <a:cubicBezTo>
                  <a:pt x="770021" y="1525399"/>
                  <a:pt x="756146" y="1525012"/>
                  <a:pt x="742374" y="1524252"/>
                </a:cubicBezTo>
                <a:lnTo>
                  <a:pt x="741199" y="1545494"/>
                </a:lnTo>
                <a:moveTo>
                  <a:pt x="783988" y="1546675"/>
                </a:moveTo>
                <a:lnTo>
                  <a:pt x="783988" y="1567952"/>
                </a:lnTo>
                <a:cubicBezTo>
                  <a:pt x="798739" y="1567949"/>
                  <a:pt x="813396" y="1567543"/>
                  <a:pt x="827951" y="1566737"/>
                </a:cubicBezTo>
                <a:lnTo>
                  <a:pt x="826776" y="1545494"/>
                </a:lnTo>
                <a:lnTo>
                  <a:pt x="825601" y="1524249"/>
                </a:lnTo>
                <a:cubicBezTo>
                  <a:pt x="811829" y="1525010"/>
                  <a:pt x="797954" y="1525396"/>
                  <a:pt x="783987" y="1525396"/>
                </a:cubicBezTo>
                <a:lnTo>
                  <a:pt x="783988" y="1546675"/>
                </a:lnTo>
                <a:moveTo>
                  <a:pt x="911807" y="1536009"/>
                </a:moveTo>
                <a:lnTo>
                  <a:pt x="915347" y="1556987"/>
                </a:lnTo>
                <a:cubicBezTo>
                  <a:pt x="944507" y="1552067"/>
                  <a:pt x="973122" y="1545537"/>
                  <a:pt x="1001096" y="1537491"/>
                </a:cubicBezTo>
                <a:lnTo>
                  <a:pt x="995215" y="1517043"/>
                </a:lnTo>
                <a:lnTo>
                  <a:pt x="989333" y="1496595"/>
                </a:lnTo>
                <a:cubicBezTo>
                  <a:pt x="962889" y="1504201"/>
                  <a:pt x="935838" y="1510376"/>
                  <a:pt x="908266" y="1515027"/>
                </a:cubicBezTo>
                <a:lnTo>
                  <a:pt x="911807" y="1536009"/>
                </a:lnTo>
                <a:moveTo>
                  <a:pt x="1075938" y="1488796"/>
                </a:moveTo>
                <a:lnTo>
                  <a:pt x="1084090" y="1508449"/>
                </a:lnTo>
                <a:cubicBezTo>
                  <a:pt x="1111298" y="1497166"/>
                  <a:pt x="1137730" y="1484395"/>
                  <a:pt x="1163289" y="1470239"/>
                </a:cubicBezTo>
                <a:lnTo>
                  <a:pt x="1152980" y="1451628"/>
                </a:lnTo>
                <a:lnTo>
                  <a:pt x="1142671" y="1433014"/>
                </a:lnTo>
                <a:cubicBezTo>
                  <a:pt x="1118502" y="1446401"/>
                  <a:pt x="1093510" y="1458473"/>
                  <a:pt x="1067789" y="1469140"/>
                </a:cubicBezTo>
                <a:lnTo>
                  <a:pt x="1075938" y="1488796"/>
                </a:lnTo>
                <a:moveTo>
                  <a:pt x="1225367" y="1406048"/>
                </a:moveTo>
                <a:lnTo>
                  <a:pt x="1237695" y="1423392"/>
                </a:lnTo>
                <a:cubicBezTo>
                  <a:pt x="1261625" y="1406380"/>
                  <a:pt x="1284560" y="1388059"/>
                  <a:pt x="1306392" y="1368537"/>
                </a:cubicBezTo>
                <a:lnTo>
                  <a:pt x="1292209" y="1352677"/>
                </a:lnTo>
                <a:lnTo>
                  <a:pt x="1278024" y="1336814"/>
                </a:lnTo>
                <a:cubicBezTo>
                  <a:pt x="1257371" y="1355286"/>
                  <a:pt x="1235676" y="1372617"/>
                  <a:pt x="1213040" y="1388706"/>
                </a:cubicBezTo>
                <a:lnTo>
                  <a:pt x="1225367" y="1406048"/>
                </a:lnTo>
                <a:moveTo>
                  <a:pt x="1352692" y="1292191"/>
                </a:moveTo>
                <a:lnTo>
                  <a:pt x="1368553" y="1306373"/>
                </a:lnTo>
                <a:cubicBezTo>
                  <a:pt x="1388077" y="1284539"/>
                  <a:pt x="1406396" y="1261605"/>
                  <a:pt x="1423406" y="1237673"/>
                </a:cubicBezTo>
                <a:lnTo>
                  <a:pt x="1406063" y="1225348"/>
                </a:lnTo>
                <a:lnTo>
                  <a:pt x="1388721" y="1213020"/>
                </a:lnTo>
                <a:cubicBezTo>
                  <a:pt x="1372631" y="1235657"/>
                  <a:pt x="1355302" y="1257351"/>
                  <a:pt x="1336832" y="1278006"/>
                </a:cubicBezTo>
                <a:lnTo>
                  <a:pt x="1352692" y="1292191"/>
                </a:lnTo>
                <a:moveTo>
                  <a:pt x="1451639" y="1152958"/>
                </a:moveTo>
                <a:lnTo>
                  <a:pt x="1470252" y="1163267"/>
                </a:lnTo>
                <a:cubicBezTo>
                  <a:pt x="1484407" y="1137708"/>
                  <a:pt x="1497176" y="1111276"/>
                  <a:pt x="1508459" y="1084065"/>
                </a:cubicBezTo>
                <a:lnTo>
                  <a:pt x="1488805" y="1075916"/>
                </a:lnTo>
                <a:lnTo>
                  <a:pt x="1469151" y="1067765"/>
                </a:lnTo>
                <a:cubicBezTo>
                  <a:pt x="1458484" y="1093488"/>
                  <a:pt x="1446412" y="1118481"/>
                  <a:pt x="1433027" y="1142649"/>
                </a:cubicBezTo>
                <a:lnTo>
                  <a:pt x="1451639" y="1152958"/>
                </a:lnTo>
                <a:moveTo>
                  <a:pt x="1517049" y="995193"/>
                </a:moveTo>
                <a:lnTo>
                  <a:pt x="1537497" y="1001073"/>
                </a:lnTo>
                <a:cubicBezTo>
                  <a:pt x="1545543" y="973098"/>
                  <a:pt x="1552073" y="944482"/>
                  <a:pt x="1556994" y="915324"/>
                </a:cubicBezTo>
                <a:lnTo>
                  <a:pt x="1536012" y="911783"/>
                </a:lnTo>
                <a:lnTo>
                  <a:pt x="1515032" y="908243"/>
                </a:lnTo>
                <a:cubicBezTo>
                  <a:pt x="1510380" y="935814"/>
                  <a:pt x="1504208" y="962866"/>
                  <a:pt x="1496601" y="989310"/>
                </a:cubicBezTo>
                <a:lnTo>
                  <a:pt x="1517049" y="995193"/>
                </a:lnTo>
                <a:moveTo>
                  <a:pt x="1545495" y="826753"/>
                </a:moveTo>
                <a:lnTo>
                  <a:pt x="1566739" y="827925"/>
                </a:lnTo>
                <a:cubicBezTo>
                  <a:pt x="1567544" y="813372"/>
                  <a:pt x="1567952" y="798713"/>
                  <a:pt x="1567952" y="783963"/>
                </a:cubicBezTo>
                <a:lnTo>
                  <a:pt x="1546675" y="783963"/>
                </a:lnTo>
                <a:lnTo>
                  <a:pt x="1525398" y="783963"/>
                </a:lnTo>
                <a:cubicBezTo>
                  <a:pt x="1525398" y="797929"/>
                  <a:pt x="1525012" y="811804"/>
                  <a:pt x="1524251" y="825577"/>
                </a:cubicBezTo>
                <a:lnTo>
                  <a:pt x="1545495" y="826753"/>
                </a:lnTo>
                <a:moveTo>
                  <a:pt x="1546675" y="783963"/>
                </a:moveTo>
                <a:lnTo>
                  <a:pt x="1567952" y="783963"/>
                </a:lnTo>
                <a:cubicBezTo>
                  <a:pt x="1567952" y="769211"/>
                  <a:pt x="1567543" y="754555"/>
                  <a:pt x="1566738" y="739999"/>
                </a:cubicBezTo>
                <a:lnTo>
                  <a:pt x="1545494" y="741174"/>
                </a:lnTo>
                <a:lnTo>
                  <a:pt x="1524249" y="742349"/>
                </a:lnTo>
                <a:cubicBezTo>
                  <a:pt x="1525010" y="756122"/>
                  <a:pt x="1525396" y="769997"/>
                  <a:pt x="1525398" y="783963"/>
                </a:cubicBezTo>
                <a:lnTo>
                  <a:pt x="1546675" y="783963"/>
                </a:lnTo>
                <a:moveTo>
                  <a:pt x="1536008" y="656143"/>
                </a:moveTo>
                <a:lnTo>
                  <a:pt x="1556989" y="652603"/>
                </a:lnTo>
                <a:cubicBezTo>
                  <a:pt x="1552068" y="623445"/>
                  <a:pt x="1545538" y="594828"/>
                  <a:pt x="1537491" y="566854"/>
                </a:cubicBezTo>
                <a:lnTo>
                  <a:pt x="1517044" y="572737"/>
                </a:lnTo>
                <a:lnTo>
                  <a:pt x="1496596" y="578617"/>
                </a:lnTo>
                <a:cubicBezTo>
                  <a:pt x="1504202" y="605061"/>
                  <a:pt x="1510376" y="632113"/>
                  <a:pt x="1515028" y="659684"/>
                </a:cubicBezTo>
                <a:lnTo>
                  <a:pt x="1536008" y="656143"/>
                </a:lnTo>
                <a:moveTo>
                  <a:pt x="1488795" y="492013"/>
                </a:moveTo>
                <a:lnTo>
                  <a:pt x="1508449" y="483862"/>
                </a:lnTo>
                <a:cubicBezTo>
                  <a:pt x="1497166" y="456654"/>
                  <a:pt x="1484396" y="430221"/>
                  <a:pt x="1470240" y="404663"/>
                </a:cubicBezTo>
                <a:lnTo>
                  <a:pt x="1451627" y="414972"/>
                </a:lnTo>
                <a:lnTo>
                  <a:pt x="1433015" y="425281"/>
                </a:lnTo>
                <a:cubicBezTo>
                  <a:pt x="1446400" y="449448"/>
                  <a:pt x="1458474" y="474441"/>
                  <a:pt x="1469141" y="500162"/>
                </a:cubicBezTo>
                <a:lnTo>
                  <a:pt x="1488795" y="492013"/>
                </a:lnTo>
                <a:moveTo>
                  <a:pt x="1406049" y="342584"/>
                </a:moveTo>
                <a:lnTo>
                  <a:pt x="1423392" y="330256"/>
                </a:lnTo>
                <a:cubicBezTo>
                  <a:pt x="1406381" y="306325"/>
                  <a:pt x="1388061" y="283393"/>
                  <a:pt x="1368536" y="261560"/>
                </a:cubicBezTo>
                <a:lnTo>
                  <a:pt x="1352676" y="275744"/>
                </a:lnTo>
                <a:lnTo>
                  <a:pt x="1336817" y="289926"/>
                </a:lnTo>
                <a:cubicBezTo>
                  <a:pt x="1355287" y="310581"/>
                  <a:pt x="1372617" y="332275"/>
                  <a:pt x="1388707" y="354912"/>
                </a:cubicBezTo>
                <a:lnTo>
                  <a:pt x="1406049" y="342584"/>
                </a:lnTo>
                <a:moveTo>
                  <a:pt x="1292190" y="215258"/>
                </a:moveTo>
                <a:lnTo>
                  <a:pt x="1306373" y="199399"/>
                </a:lnTo>
                <a:cubicBezTo>
                  <a:pt x="1284540" y="179874"/>
                  <a:pt x="1261605" y="161555"/>
                  <a:pt x="1237674" y="144546"/>
                </a:cubicBezTo>
                <a:lnTo>
                  <a:pt x="1225347" y="161887"/>
                </a:lnTo>
                <a:lnTo>
                  <a:pt x="1213021" y="179229"/>
                </a:lnTo>
                <a:cubicBezTo>
                  <a:pt x="1235657" y="195319"/>
                  <a:pt x="1257352" y="212649"/>
                  <a:pt x="1278007" y="231118"/>
                </a:cubicBezTo>
                <a:lnTo>
                  <a:pt x="1292190" y="215258"/>
                </a:lnTo>
                <a:moveTo>
                  <a:pt x="1152958" y="116313"/>
                </a:moveTo>
                <a:lnTo>
                  <a:pt x="1163266" y="97699"/>
                </a:lnTo>
                <a:cubicBezTo>
                  <a:pt x="1137709" y="83543"/>
                  <a:pt x="1111275" y="70775"/>
                  <a:pt x="1084066" y="59492"/>
                </a:cubicBezTo>
                <a:lnTo>
                  <a:pt x="1075916" y="79145"/>
                </a:lnTo>
                <a:lnTo>
                  <a:pt x="1067766" y="98801"/>
                </a:lnTo>
                <a:cubicBezTo>
                  <a:pt x="1093489" y="109467"/>
                  <a:pt x="1118482" y="121540"/>
                  <a:pt x="1142649" y="134924"/>
                </a:cubicBezTo>
                <a:lnTo>
                  <a:pt x="1152958" y="116313"/>
                </a:lnTo>
                <a:moveTo>
                  <a:pt x="995192" y="50901"/>
                </a:moveTo>
                <a:lnTo>
                  <a:pt x="1001072" y="30453"/>
                </a:lnTo>
                <a:cubicBezTo>
                  <a:pt x="973098" y="22407"/>
                  <a:pt x="944483" y="15877"/>
                  <a:pt x="915323" y="10959"/>
                </a:cubicBezTo>
                <a:lnTo>
                  <a:pt x="911783" y="31938"/>
                </a:lnTo>
                <a:lnTo>
                  <a:pt x="908244" y="52920"/>
                </a:lnTo>
                <a:cubicBezTo>
                  <a:pt x="935815" y="57570"/>
                  <a:pt x="962867" y="63745"/>
                  <a:pt x="989311" y="71349"/>
                </a:cubicBezTo>
                <a:lnTo>
                  <a:pt x="995192" y="50901"/>
                </a:lnTo>
                <a:moveTo>
                  <a:pt x="826752" y="22455"/>
                </a:moveTo>
                <a:lnTo>
                  <a:pt x="827926" y="1212"/>
                </a:lnTo>
                <a:cubicBezTo>
                  <a:pt x="813372" y="406"/>
                  <a:pt x="798714" y="0"/>
                  <a:pt x="783963" y="0"/>
                </a:cubicBezTo>
                <a:lnTo>
                  <a:pt x="783964" y="21277"/>
                </a:lnTo>
                <a:lnTo>
                  <a:pt x="783964" y="42554"/>
                </a:lnTo>
                <a:cubicBezTo>
                  <a:pt x="797930" y="42554"/>
                  <a:pt x="811805" y="42940"/>
                  <a:pt x="825578" y="43701"/>
                </a:cubicBezTo>
                <a:lnTo>
                  <a:pt x="826752" y="22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F04B23AA-830D-4F4F-BCF1-FCA298F1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027" y="1945290"/>
            <a:ext cx="2072255" cy="2072255"/>
          </a:xfrm>
          <a:custGeom xmlns:a="http://schemas.openxmlformats.org/drawingml/2006/main">
            <a:pathLst>
              <a:path w="1525410" h="1525410">
                <a:moveTo>
                  <a:pt x="762694" y="6"/>
                </a:moveTo>
                <a:cubicBezTo>
                  <a:pt x="1183920" y="0"/>
                  <a:pt x="1525397" y="341466"/>
                  <a:pt x="1525404" y="762692"/>
                </a:cubicBezTo>
                <a:cubicBezTo>
                  <a:pt x="1525410" y="1183919"/>
                  <a:pt x="1183944" y="1525396"/>
                  <a:pt x="762718" y="1525404"/>
                </a:cubicBezTo>
                <a:cubicBezTo>
                  <a:pt x="341491" y="1525410"/>
                  <a:pt x="13" y="1183944"/>
                  <a:pt x="6" y="762718"/>
                </a:cubicBezTo>
                <a:cubicBezTo>
                  <a:pt x="0" y="341491"/>
                  <a:pt x="341466" y="11"/>
                  <a:pt x="762694" y="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7A21D6CE-0CE0-4BCB-88BD-A2174DF6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580" y="270985"/>
            <a:ext cx="1967778" cy="1840565"/>
          </a:xfrm>
          <a:custGeom xmlns:a="http://schemas.openxmlformats.org/drawingml/2006/main">
            <a:pathLst>
              <a:path w="1448504" h="1354860">
                <a:moveTo>
                  <a:pt x="1238840" y="163531"/>
                </a:moveTo>
                <a:lnTo>
                  <a:pt x="1246333" y="155979"/>
                </a:lnTo>
                <a:lnTo>
                  <a:pt x="1238840" y="163531"/>
                </a:lnTo>
                <a:moveTo>
                  <a:pt x="60627" y="450768"/>
                </a:moveTo>
                <a:lnTo>
                  <a:pt x="70439" y="454882"/>
                </a:lnTo>
                <a:lnTo>
                  <a:pt x="60627" y="450768"/>
                </a:lnTo>
                <a:moveTo>
                  <a:pt x="836925" y="1312312"/>
                </a:moveTo>
                <a:lnTo>
                  <a:pt x="839339" y="1322672"/>
                </a:lnTo>
                <a:cubicBezTo>
                  <a:pt x="853515" y="1319371"/>
                  <a:pt x="867508" y="1315699"/>
                  <a:pt x="881312" y="1311668"/>
                </a:cubicBezTo>
                <a:lnTo>
                  <a:pt x="878329" y="1301455"/>
                </a:lnTo>
                <a:lnTo>
                  <a:pt x="875348" y="1291246"/>
                </a:lnTo>
                <a:cubicBezTo>
                  <a:pt x="861920" y="1295164"/>
                  <a:pt x="848305" y="1298738"/>
                  <a:pt x="834512" y="1301952"/>
                </a:cubicBezTo>
                <a:lnTo>
                  <a:pt x="836925" y="1312312"/>
                </a:lnTo>
                <a:moveTo>
                  <a:pt x="958992" y="1272930"/>
                </a:moveTo>
                <a:lnTo>
                  <a:pt x="963094" y="1282745"/>
                </a:lnTo>
                <a:cubicBezTo>
                  <a:pt x="990006" y="1271493"/>
                  <a:pt x="1016032" y="1258816"/>
                  <a:pt x="1041105" y="1244828"/>
                </a:cubicBezTo>
                <a:lnTo>
                  <a:pt x="1035921" y="1235538"/>
                </a:lnTo>
                <a:lnTo>
                  <a:pt x="1030738" y="1226248"/>
                </a:lnTo>
                <a:cubicBezTo>
                  <a:pt x="1006362" y="1239848"/>
                  <a:pt x="981055" y="1252173"/>
                  <a:pt x="954888" y="1263115"/>
                </a:cubicBezTo>
                <a:lnTo>
                  <a:pt x="958992" y="1272930"/>
                </a:lnTo>
                <a:moveTo>
                  <a:pt x="1108131" y="1189716"/>
                </a:moveTo>
                <a:lnTo>
                  <a:pt x="1114329" y="1198362"/>
                </a:lnTo>
                <a:cubicBezTo>
                  <a:pt x="1137941" y="1181437"/>
                  <a:pt x="1160477" y="1163252"/>
                  <a:pt x="1181862" y="1143937"/>
                </a:cubicBezTo>
                <a:lnTo>
                  <a:pt x="1174731" y="1136042"/>
                </a:lnTo>
                <a:lnTo>
                  <a:pt x="1167599" y="1128146"/>
                </a:lnTo>
                <a:cubicBezTo>
                  <a:pt x="1146805" y="1146933"/>
                  <a:pt x="1124891" y="1164612"/>
                  <a:pt x="1101933" y="1181071"/>
                </a:cubicBezTo>
                <a:lnTo>
                  <a:pt x="1108131" y="1189716"/>
                </a:lnTo>
                <a:moveTo>
                  <a:pt x="1234892" y="1075232"/>
                </a:moveTo>
                <a:lnTo>
                  <a:pt x="1242862" y="1082279"/>
                </a:lnTo>
                <a:cubicBezTo>
                  <a:pt x="1262046" y="1060579"/>
                  <a:pt x="1279980" y="1037846"/>
                  <a:pt x="1296588" y="1014204"/>
                </a:cubicBezTo>
                <a:lnTo>
                  <a:pt x="1287881" y="1008088"/>
                </a:lnTo>
                <a:lnTo>
                  <a:pt x="1279176" y="1001973"/>
                </a:lnTo>
                <a:cubicBezTo>
                  <a:pt x="1263023" y="1024970"/>
                  <a:pt x="1245580" y="1047082"/>
                  <a:pt x="1226921" y="1068185"/>
                </a:cubicBezTo>
                <a:lnTo>
                  <a:pt x="1234892" y="1075232"/>
                </a:lnTo>
                <a:moveTo>
                  <a:pt x="1333067" y="935459"/>
                </a:moveTo>
                <a:lnTo>
                  <a:pt x="1342399" y="940567"/>
                </a:lnTo>
                <a:cubicBezTo>
                  <a:pt x="1356271" y="915222"/>
                  <a:pt x="1368740" y="889087"/>
                  <a:pt x="1379726" y="862288"/>
                </a:cubicBezTo>
                <a:lnTo>
                  <a:pt x="1369882" y="858253"/>
                </a:lnTo>
                <a:lnTo>
                  <a:pt x="1360040" y="854219"/>
                </a:lnTo>
                <a:cubicBezTo>
                  <a:pt x="1349354" y="880280"/>
                  <a:pt x="1337228" y="905699"/>
                  <a:pt x="1323734" y="930352"/>
                </a:cubicBezTo>
                <a:lnTo>
                  <a:pt x="1333067" y="935459"/>
                </a:lnTo>
                <a:moveTo>
                  <a:pt x="1397850" y="777413"/>
                </a:moveTo>
                <a:lnTo>
                  <a:pt x="1408082" y="780324"/>
                </a:lnTo>
                <a:cubicBezTo>
                  <a:pt x="1415962" y="752602"/>
                  <a:pt x="1422314" y="724352"/>
                  <a:pt x="1427064" y="695690"/>
                </a:cubicBezTo>
                <a:lnTo>
                  <a:pt x="1416568" y="693950"/>
                </a:lnTo>
                <a:lnTo>
                  <a:pt x="1406073" y="692212"/>
                </a:lnTo>
                <a:cubicBezTo>
                  <a:pt x="1401454" y="720079"/>
                  <a:pt x="1395279" y="747548"/>
                  <a:pt x="1387616" y="774506"/>
                </a:cubicBezTo>
                <a:lnTo>
                  <a:pt x="1397850" y="777413"/>
                </a:lnTo>
                <a:moveTo>
                  <a:pt x="1425765" y="608925"/>
                </a:moveTo>
                <a:lnTo>
                  <a:pt x="1436390" y="609470"/>
                </a:lnTo>
                <a:cubicBezTo>
                  <a:pt x="1437860" y="580797"/>
                  <a:pt x="1437729" y="551849"/>
                  <a:pt x="1435930" y="522733"/>
                </a:cubicBezTo>
                <a:lnTo>
                  <a:pt x="1425313" y="523389"/>
                </a:lnTo>
                <a:lnTo>
                  <a:pt x="1414695" y="524048"/>
                </a:lnTo>
                <a:cubicBezTo>
                  <a:pt x="1416444" y="552354"/>
                  <a:pt x="1416570" y="580502"/>
                  <a:pt x="1415140" y="608380"/>
                </a:cubicBezTo>
                <a:lnTo>
                  <a:pt x="1425765" y="608925"/>
                </a:lnTo>
                <a:moveTo>
                  <a:pt x="1415258" y="438426"/>
                </a:moveTo>
                <a:lnTo>
                  <a:pt x="1425738" y="436589"/>
                </a:lnTo>
                <a:cubicBezTo>
                  <a:pt x="1423253" y="422425"/>
                  <a:pt x="1420364" y="408249"/>
                  <a:pt x="1417062" y="394073"/>
                </a:cubicBezTo>
                <a:lnTo>
                  <a:pt x="1406701" y="396486"/>
                </a:lnTo>
                <a:lnTo>
                  <a:pt x="1396339" y="398899"/>
                </a:lnTo>
                <a:cubicBezTo>
                  <a:pt x="1399553" y="412692"/>
                  <a:pt x="1402364" y="426485"/>
                  <a:pt x="1404780" y="440263"/>
                </a:cubicBezTo>
                <a:lnTo>
                  <a:pt x="1415258" y="438426"/>
                </a:lnTo>
                <a:moveTo>
                  <a:pt x="1406701" y="396486"/>
                </a:moveTo>
                <a:lnTo>
                  <a:pt x="1417062" y="394073"/>
                </a:lnTo>
                <a:cubicBezTo>
                  <a:pt x="1413972" y="380805"/>
                  <a:pt x="1410853" y="368767"/>
                  <a:pt x="1407658" y="357774"/>
                </a:cubicBezTo>
                <a:lnTo>
                  <a:pt x="1397442" y="360744"/>
                </a:lnTo>
                <a:lnTo>
                  <a:pt x="1387227" y="363713"/>
                </a:lnTo>
                <a:cubicBezTo>
                  <a:pt x="1390296" y="374278"/>
                  <a:pt x="1393320" y="385938"/>
                  <a:pt x="1396339" y="398899"/>
                </a:cubicBezTo>
                <a:lnTo>
                  <a:pt x="1406701" y="396486"/>
                </a:lnTo>
                <a:moveTo>
                  <a:pt x="1369601" y="292634"/>
                </a:moveTo>
                <a:lnTo>
                  <a:pt x="1378743" y="287197"/>
                </a:lnTo>
                <a:cubicBezTo>
                  <a:pt x="1364663" y="263530"/>
                  <a:pt x="1348227" y="247009"/>
                  <a:pt x="1328251" y="229426"/>
                </a:cubicBezTo>
                <a:lnTo>
                  <a:pt x="1321222" y="237412"/>
                </a:lnTo>
                <a:lnTo>
                  <a:pt x="1314193" y="245396"/>
                </a:lnTo>
                <a:cubicBezTo>
                  <a:pt x="1333487" y="262380"/>
                  <a:pt x="1348031" y="277186"/>
                  <a:pt x="1360459" y="298074"/>
                </a:cubicBezTo>
                <a:lnTo>
                  <a:pt x="1369601" y="292634"/>
                </a:lnTo>
                <a:moveTo>
                  <a:pt x="1265575" y="188979"/>
                </a:moveTo>
                <a:lnTo>
                  <a:pt x="1272751" y="181126"/>
                </a:lnTo>
                <a:cubicBezTo>
                  <a:pt x="1264481" y="173571"/>
                  <a:pt x="1255693" y="165266"/>
                  <a:pt x="1246333" y="155979"/>
                </a:cubicBezTo>
                <a:lnTo>
                  <a:pt x="1238840" y="163531"/>
                </a:lnTo>
                <a:lnTo>
                  <a:pt x="1231347" y="171083"/>
                </a:lnTo>
                <a:cubicBezTo>
                  <a:pt x="1240935" y="180595"/>
                  <a:pt x="1249935" y="189101"/>
                  <a:pt x="1258399" y="196835"/>
                </a:cubicBezTo>
                <a:lnTo>
                  <a:pt x="1265575" y="188979"/>
                </a:lnTo>
                <a:moveTo>
                  <a:pt x="1238840" y="163531"/>
                </a:moveTo>
                <a:lnTo>
                  <a:pt x="1246333" y="155979"/>
                </a:lnTo>
                <a:cubicBezTo>
                  <a:pt x="1236818" y="146542"/>
                  <a:pt x="1227001" y="137638"/>
                  <a:pt x="1216897" y="129251"/>
                </a:cubicBezTo>
                <a:lnTo>
                  <a:pt x="1210102" y="137436"/>
                </a:lnTo>
                <a:lnTo>
                  <a:pt x="1203306" y="145622"/>
                </a:lnTo>
                <a:cubicBezTo>
                  <a:pt x="1212928" y="153611"/>
                  <a:pt x="1222282" y="162092"/>
                  <a:pt x="1231347" y="171083"/>
                </a:cubicBezTo>
                <a:lnTo>
                  <a:pt x="1238840" y="163531"/>
                </a:lnTo>
                <a:moveTo>
                  <a:pt x="1146365" y="93386"/>
                </a:moveTo>
                <a:lnTo>
                  <a:pt x="1151633" y="84142"/>
                </a:lnTo>
                <a:cubicBezTo>
                  <a:pt x="1128646" y="71042"/>
                  <a:pt x="1104653" y="59955"/>
                  <a:pt x="1079834" y="50682"/>
                </a:cubicBezTo>
                <a:lnTo>
                  <a:pt x="1076111" y="60648"/>
                </a:lnTo>
                <a:lnTo>
                  <a:pt x="1072387" y="70613"/>
                </a:lnTo>
                <a:cubicBezTo>
                  <a:pt x="1096207" y="79511"/>
                  <a:pt x="1119160" y="90127"/>
                  <a:pt x="1141098" y="102628"/>
                </a:cubicBezTo>
                <a:lnTo>
                  <a:pt x="1146365" y="93386"/>
                </a:lnTo>
                <a:moveTo>
                  <a:pt x="1001740" y="38715"/>
                </a:moveTo>
                <a:lnTo>
                  <a:pt x="1004062" y="28332"/>
                </a:lnTo>
                <a:cubicBezTo>
                  <a:pt x="978704" y="22660"/>
                  <a:pt x="952737" y="18497"/>
                  <a:pt x="926314" y="15664"/>
                </a:cubicBezTo>
                <a:lnTo>
                  <a:pt x="925181" y="26243"/>
                </a:lnTo>
                <a:lnTo>
                  <a:pt x="924049" y="36821"/>
                </a:lnTo>
                <a:cubicBezTo>
                  <a:pt x="949743" y="39575"/>
                  <a:pt x="974912" y="43616"/>
                  <a:pt x="999417" y="49095"/>
                </a:cubicBezTo>
                <a:lnTo>
                  <a:pt x="1001740" y="38715"/>
                </a:lnTo>
                <a:moveTo>
                  <a:pt x="847758" y="21660"/>
                </a:moveTo>
                <a:lnTo>
                  <a:pt x="847914" y="11022"/>
                </a:lnTo>
                <a:cubicBezTo>
                  <a:pt x="822045" y="10641"/>
                  <a:pt x="795884" y="11314"/>
                  <a:pt x="769564" y="12890"/>
                </a:cubicBezTo>
                <a:lnTo>
                  <a:pt x="770200" y="23508"/>
                </a:lnTo>
                <a:lnTo>
                  <a:pt x="770836" y="34130"/>
                </a:lnTo>
                <a:cubicBezTo>
                  <a:pt x="796679" y="32580"/>
                  <a:pt x="822309" y="31924"/>
                  <a:pt x="847601" y="32299"/>
                </a:cubicBezTo>
                <a:lnTo>
                  <a:pt x="847758" y="21660"/>
                </a:lnTo>
                <a:moveTo>
                  <a:pt x="692932" y="30578"/>
                </a:moveTo>
                <a:lnTo>
                  <a:pt x="691652" y="20016"/>
                </a:lnTo>
                <a:cubicBezTo>
                  <a:pt x="665891" y="23136"/>
                  <a:pt x="640088" y="26978"/>
                  <a:pt x="614361" y="31401"/>
                </a:cubicBezTo>
                <a:lnTo>
                  <a:pt x="616163" y="41886"/>
                </a:lnTo>
                <a:lnTo>
                  <a:pt x="617967" y="52372"/>
                </a:lnTo>
                <a:cubicBezTo>
                  <a:pt x="643380" y="47999"/>
                  <a:pt x="668833" y="44215"/>
                  <a:pt x="694212" y="41140"/>
                </a:cubicBezTo>
                <a:lnTo>
                  <a:pt x="692932" y="30578"/>
                </a:lnTo>
                <a:moveTo>
                  <a:pt x="539981" y="56653"/>
                </a:moveTo>
                <a:lnTo>
                  <a:pt x="537750" y="46250"/>
                </a:lnTo>
                <a:cubicBezTo>
                  <a:pt x="525019" y="48979"/>
                  <a:pt x="512335" y="51824"/>
                  <a:pt x="499712" y="54765"/>
                </a:cubicBezTo>
                <a:lnTo>
                  <a:pt x="502126" y="65125"/>
                </a:lnTo>
                <a:lnTo>
                  <a:pt x="504540" y="75485"/>
                </a:lnTo>
                <a:cubicBezTo>
                  <a:pt x="517047" y="72572"/>
                  <a:pt x="529609" y="69756"/>
                  <a:pt x="542211" y="67053"/>
                </a:cubicBezTo>
                <a:lnTo>
                  <a:pt x="539981" y="56653"/>
                </a:lnTo>
                <a:moveTo>
                  <a:pt x="502126" y="65125"/>
                </a:moveTo>
                <a:lnTo>
                  <a:pt x="499712" y="54765"/>
                </a:lnTo>
                <a:cubicBezTo>
                  <a:pt x="486745" y="57783"/>
                  <a:pt x="474162" y="60949"/>
                  <a:pt x="461945" y="64265"/>
                </a:cubicBezTo>
                <a:lnTo>
                  <a:pt x="464732" y="74531"/>
                </a:lnTo>
                <a:lnTo>
                  <a:pt x="467520" y="84798"/>
                </a:lnTo>
                <a:cubicBezTo>
                  <a:pt x="479473" y="81553"/>
                  <a:pt x="491807" y="78452"/>
                  <a:pt x="504540" y="75485"/>
                </a:cubicBezTo>
                <a:lnTo>
                  <a:pt x="502126" y="65125"/>
                </a:lnTo>
                <a:moveTo>
                  <a:pt x="391471" y="97923"/>
                </a:moveTo>
                <a:lnTo>
                  <a:pt x="387741" y="87961"/>
                </a:lnTo>
                <a:cubicBezTo>
                  <a:pt x="362132" y="97546"/>
                  <a:pt x="338385" y="108108"/>
                  <a:pt x="316258" y="119762"/>
                </a:cubicBezTo>
                <a:lnTo>
                  <a:pt x="321216" y="129177"/>
                </a:lnTo>
                <a:lnTo>
                  <a:pt x="326174" y="138589"/>
                </a:lnTo>
                <a:cubicBezTo>
                  <a:pt x="347434" y="127391"/>
                  <a:pt x="370353" y="117187"/>
                  <a:pt x="395200" y="107886"/>
                </a:cubicBezTo>
                <a:lnTo>
                  <a:pt x="391471" y="97923"/>
                </a:lnTo>
                <a:moveTo>
                  <a:pt x="256157" y="170127"/>
                </a:moveTo>
                <a:lnTo>
                  <a:pt x="249778" y="161612"/>
                </a:lnTo>
                <a:cubicBezTo>
                  <a:pt x="228564" y="177506"/>
                  <a:pt x="209111" y="194898"/>
                  <a:pt x="191056" y="213932"/>
                </a:cubicBezTo>
                <a:lnTo>
                  <a:pt x="198775" y="221252"/>
                </a:lnTo>
                <a:lnTo>
                  <a:pt x="206494" y="228574"/>
                </a:lnTo>
                <a:cubicBezTo>
                  <a:pt x="223740" y="210392"/>
                  <a:pt x="242299" y="193800"/>
                  <a:pt x="262535" y="178641"/>
                </a:cubicBezTo>
                <a:lnTo>
                  <a:pt x="256157" y="170127"/>
                </a:lnTo>
                <a:moveTo>
                  <a:pt x="150329" y="280931"/>
                </a:moveTo>
                <a:lnTo>
                  <a:pt x="141611" y="274833"/>
                </a:lnTo>
                <a:cubicBezTo>
                  <a:pt x="127169" y="295485"/>
                  <a:pt x="113632" y="317622"/>
                  <a:pt x="100704" y="341346"/>
                </a:cubicBezTo>
                <a:lnTo>
                  <a:pt x="110045" y="346437"/>
                </a:lnTo>
                <a:lnTo>
                  <a:pt x="119387" y="351528"/>
                </a:lnTo>
                <a:cubicBezTo>
                  <a:pt x="131991" y="328400"/>
                  <a:pt x="145118" y="306944"/>
                  <a:pt x="159047" y="287027"/>
                </a:cubicBezTo>
                <a:lnTo>
                  <a:pt x="150329" y="280931"/>
                </a:lnTo>
                <a:moveTo>
                  <a:pt x="75976" y="415435"/>
                </a:moveTo>
                <a:lnTo>
                  <a:pt x="66279" y="411060"/>
                </a:lnTo>
                <a:cubicBezTo>
                  <a:pt x="61072" y="422606"/>
                  <a:pt x="55925" y="434469"/>
                  <a:pt x="50816" y="446657"/>
                </a:cubicBezTo>
                <a:lnTo>
                  <a:pt x="60627" y="450768"/>
                </a:lnTo>
                <a:lnTo>
                  <a:pt x="70439" y="454882"/>
                </a:lnTo>
                <a:cubicBezTo>
                  <a:pt x="75482" y="442853"/>
                  <a:pt x="80553" y="431164"/>
                  <a:pt x="85674" y="419807"/>
                </a:cubicBezTo>
                <a:lnTo>
                  <a:pt x="75976" y="415435"/>
                </a:lnTo>
                <a:moveTo>
                  <a:pt x="60627" y="450768"/>
                </a:moveTo>
                <a:lnTo>
                  <a:pt x="50816" y="446657"/>
                </a:lnTo>
                <a:cubicBezTo>
                  <a:pt x="45257" y="459919"/>
                  <a:pt x="40382" y="471963"/>
                  <a:pt x="36147" y="483021"/>
                </a:cubicBezTo>
                <a:lnTo>
                  <a:pt x="46082" y="486826"/>
                </a:lnTo>
                <a:lnTo>
                  <a:pt x="56017" y="490630"/>
                </a:lnTo>
                <a:cubicBezTo>
                  <a:pt x="60150" y="479836"/>
                  <a:pt x="64937" y="468008"/>
                  <a:pt x="70439" y="454882"/>
                </a:cubicBezTo>
                <a:lnTo>
                  <a:pt x="60627" y="450768"/>
                </a:lnTo>
                <a:moveTo>
                  <a:pt x="24863" y="561428"/>
                </a:moveTo>
                <a:lnTo>
                  <a:pt x="14310" y="560083"/>
                </a:lnTo>
                <a:cubicBezTo>
                  <a:pt x="10790" y="587668"/>
                  <a:pt x="14223" y="610961"/>
                  <a:pt x="21457" y="640840"/>
                </a:cubicBezTo>
                <a:lnTo>
                  <a:pt x="31797" y="638336"/>
                </a:lnTo>
                <a:lnTo>
                  <a:pt x="42137" y="635832"/>
                </a:lnTo>
                <a:cubicBezTo>
                  <a:pt x="35160" y="607020"/>
                  <a:pt x="32372" y="586637"/>
                  <a:pt x="35416" y="562777"/>
                </a:cubicBezTo>
                <a:lnTo>
                  <a:pt x="24863" y="561428"/>
                </a:lnTo>
                <a:moveTo>
                  <a:pt x="51401" y="713464"/>
                </a:moveTo>
                <a:lnTo>
                  <a:pt x="41090" y="716087"/>
                </a:lnTo>
                <a:cubicBezTo>
                  <a:pt x="44011" y="727572"/>
                  <a:pt x="47083" y="740053"/>
                  <a:pt x="50266" y="753718"/>
                </a:cubicBezTo>
                <a:lnTo>
                  <a:pt x="60627" y="751304"/>
                </a:lnTo>
                <a:lnTo>
                  <a:pt x="70989" y="748891"/>
                </a:lnTo>
                <a:cubicBezTo>
                  <a:pt x="67768" y="735064"/>
                  <a:pt x="64662" y="722444"/>
                  <a:pt x="61711" y="710843"/>
                </a:cubicBezTo>
                <a:lnTo>
                  <a:pt x="51401" y="713464"/>
                </a:lnTo>
                <a:moveTo>
                  <a:pt x="60627" y="751304"/>
                </a:moveTo>
                <a:lnTo>
                  <a:pt x="50266" y="753718"/>
                </a:lnTo>
                <a:cubicBezTo>
                  <a:pt x="53754" y="768689"/>
                  <a:pt x="57473" y="783447"/>
                  <a:pt x="61422" y="797983"/>
                </a:cubicBezTo>
                <a:lnTo>
                  <a:pt x="71689" y="795195"/>
                </a:lnTo>
                <a:lnTo>
                  <a:pt x="81955" y="792404"/>
                </a:lnTo>
                <a:cubicBezTo>
                  <a:pt x="78075" y="778123"/>
                  <a:pt x="74418" y="763615"/>
                  <a:pt x="70989" y="748891"/>
                </a:cubicBezTo>
                <a:lnTo>
                  <a:pt x="60627" y="751304"/>
                </a:lnTo>
                <a:moveTo>
                  <a:pt x="98819" y="881481"/>
                </a:moveTo>
                <a:lnTo>
                  <a:pt x="88810" y="885086"/>
                </a:lnTo>
                <a:cubicBezTo>
                  <a:pt x="99359" y="914364"/>
                  <a:pt x="110967" y="942534"/>
                  <a:pt x="123619" y="969515"/>
                </a:cubicBezTo>
                <a:lnTo>
                  <a:pt x="133251" y="964998"/>
                </a:lnTo>
                <a:lnTo>
                  <a:pt x="142883" y="960481"/>
                </a:lnTo>
                <a:cubicBezTo>
                  <a:pt x="130523" y="934128"/>
                  <a:pt x="119165" y="906565"/>
                  <a:pt x="108828" y="877875"/>
                </a:cubicBezTo>
                <a:lnTo>
                  <a:pt x="98819" y="881481"/>
                </a:lnTo>
                <a:moveTo>
                  <a:pt x="175905" y="1044754"/>
                </a:moveTo>
                <a:lnTo>
                  <a:pt x="166815" y="1050281"/>
                </a:lnTo>
                <a:cubicBezTo>
                  <a:pt x="183036" y="1076953"/>
                  <a:pt x="200495" y="1102088"/>
                  <a:pt x="219173" y="1125571"/>
                </a:cubicBezTo>
                <a:lnTo>
                  <a:pt x="227499" y="1118950"/>
                </a:lnTo>
                <a:lnTo>
                  <a:pt x="235825" y="1112326"/>
                </a:lnTo>
                <a:cubicBezTo>
                  <a:pt x="217730" y="1089579"/>
                  <a:pt x="200778" y="1065176"/>
                  <a:pt x="184994" y="1039226"/>
                </a:cubicBezTo>
                <a:lnTo>
                  <a:pt x="175905" y="1044754"/>
                </a:lnTo>
                <a:moveTo>
                  <a:pt x="288585" y="1185500"/>
                </a:moveTo>
                <a:lnTo>
                  <a:pt x="281300" y="1193254"/>
                </a:lnTo>
                <a:cubicBezTo>
                  <a:pt x="303902" y="1214497"/>
                  <a:pt x="327869" y="1233712"/>
                  <a:pt x="353171" y="1250756"/>
                </a:cubicBezTo>
                <a:lnTo>
                  <a:pt x="359115" y="1241932"/>
                </a:lnTo>
                <a:lnTo>
                  <a:pt x="365058" y="1233108"/>
                </a:lnTo>
                <a:cubicBezTo>
                  <a:pt x="340741" y="1216728"/>
                  <a:pt x="317669" y="1198237"/>
                  <a:pt x="295871" y="1177749"/>
                </a:cubicBezTo>
                <a:lnTo>
                  <a:pt x="288585" y="1185500"/>
                </a:lnTo>
                <a:moveTo>
                  <a:pt x="438070" y="1285803"/>
                </a:moveTo>
                <a:lnTo>
                  <a:pt x="433726" y="1295513"/>
                </a:lnTo>
                <a:cubicBezTo>
                  <a:pt x="461491" y="1307931"/>
                  <a:pt x="490521" y="1318053"/>
                  <a:pt x="520785" y="1325744"/>
                </a:cubicBezTo>
                <a:lnTo>
                  <a:pt x="523405" y="1315433"/>
                </a:lnTo>
                <a:lnTo>
                  <a:pt x="526024" y="1305124"/>
                </a:lnTo>
                <a:cubicBezTo>
                  <a:pt x="496937" y="1297730"/>
                  <a:pt x="469060" y="1288009"/>
                  <a:pt x="442414" y="1276090"/>
                </a:cubicBezTo>
                <a:lnTo>
                  <a:pt x="438070" y="1285803"/>
                </a:lnTo>
                <a:moveTo>
                  <a:pt x="612435" y="1330472"/>
                </a:moveTo>
                <a:lnTo>
                  <a:pt x="611494" y="1341068"/>
                </a:lnTo>
                <a:cubicBezTo>
                  <a:pt x="641136" y="1343697"/>
                  <a:pt x="671752" y="1344211"/>
                  <a:pt x="703316" y="1342518"/>
                </a:cubicBezTo>
                <a:lnTo>
                  <a:pt x="702747" y="1331894"/>
                </a:lnTo>
                <a:lnTo>
                  <a:pt x="702177" y="1321273"/>
                </a:lnTo>
                <a:cubicBezTo>
                  <a:pt x="671578" y="1322911"/>
                  <a:pt x="641972" y="1322411"/>
                  <a:pt x="613375" y="1319873"/>
                </a:cubicBezTo>
                <a:lnTo>
                  <a:pt x="612435" y="1330472"/>
                </a:lnTo>
                <a:moveTo>
                  <a:pt x="792556" y="1321420"/>
                </a:moveTo>
                <a:lnTo>
                  <a:pt x="794411" y="1331894"/>
                </a:lnTo>
                <a:cubicBezTo>
                  <a:pt x="809205" y="1329276"/>
                  <a:pt x="824182" y="1326204"/>
                  <a:pt x="839339" y="1322672"/>
                </a:cubicBezTo>
                <a:lnTo>
                  <a:pt x="836925" y="1312312"/>
                </a:lnTo>
                <a:lnTo>
                  <a:pt x="834512" y="1301952"/>
                </a:lnTo>
                <a:cubicBezTo>
                  <a:pt x="819716" y="1305399"/>
                  <a:pt x="805111" y="1308391"/>
                  <a:pt x="790701" y="1310944"/>
                </a:cubicBezTo>
                <a:lnTo>
                  <a:pt x="792556" y="1321420"/>
                </a:lnTo>
                <a:moveTo>
                  <a:pt x="1238840" y="163531"/>
                </a:moveTo>
                <a:lnTo>
                  <a:pt x="1253825" y="148427"/>
                </a:lnTo>
                <a:lnTo>
                  <a:pt x="1238840" y="163531"/>
                </a:lnTo>
                <a:moveTo>
                  <a:pt x="60627" y="450768"/>
                </a:moveTo>
                <a:lnTo>
                  <a:pt x="80250" y="458993"/>
                </a:lnTo>
                <a:lnTo>
                  <a:pt x="60627" y="450768"/>
                </a:lnTo>
                <a:moveTo>
                  <a:pt x="836925" y="1312312"/>
                </a:moveTo>
                <a:lnTo>
                  <a:pt x="841752" y="1333035"/>
                </a:lnTo>
                <a:cubicBezTo>
                  <a:pt x="856118" y="1329688"/>
                  <a:pt x="870301" y="1325966"/>
                  <a:pt x="884294" y="1321880"/>
                </a:cubicBezTo>
                <a:lnTo>
                  <a:pt x="878329" y="1301455"/>
                </a:lnTo>
                <a:lnTo>
                  <a:pt x="872366" y="1281033"/>
                </a:lnTo>
                <a:cubicBezTo>
                  <a:pt x="859126" y="1284897"/>
                  <a:pt x="845701" y="1288421"/>
                  <a:pt x="832099" y="1291589"/>
                </a:cubicBezTo>
                <a:lnTo>
                  <a:pt x="836925" y="1312312"/>
                </a:lnTo>
                <a:moveTo>
                  <a:pt x="958992" y="1272930"/>
                </a:moveTo>
                <a:lnTo>
                  <a:pt x="967198" y="1292560"/>
                </a:lnTo>
                <a:cubicBezTo>
                  <a:pt x="994482" y="1281152"/>
                  <a:pt x="1020869" y="1268302"/>
                  <a:pt x="1046288" y="1254120"/>
                </a:cubicBezTo>
                <a:lnTo>
                  <a:pt x="1035921" y="1235538"/>
                </a:lnTo>
                <a:lnTo>
                  <a:pt x="1025555" y="1216958"/>
                </a:lnTo>
                <a:cubicBezTo>
                  <a:pt x="1001526" y="1230365"/>
                  <a:pt x="976581" y="1242514"/>
                  <a:pt x="950784" y="1253300"/>
                </a:cubicBezTo>
                <a:lnTo>
                  <a:pt x="958992" y="1272930"/>
                </a:lnTo>
                <a:moveTo>
                  <a:pt x="1108131" y="1189716"/>
                </a:moveTo>
                <a:lnTo>
                  <a:pt x="1120528" y="1207010"/>
                </a:lnTo>
                <a:cubicBezTo>
                  <a:pt x="1144467" y="1189847"/>
                  <a:pt x="1167314" y="1171415"/>
                  <a:pt x="1188994" y="1151830"/>
                </a:cubicBezTo>
                <a:lnTo>
                  <a:pt x="1174731" y="1136042"/>
                </a:lnTo>
                <a:lnTo>
                  <a:pt x="1160469" y="1120253"/>
                </a:lnTo>
                <a:cubicBezTo>
                  <a:pt x="1139968" y="1138770"/>
                  <a:pt x="1118366" y="1156200"/>
                  <a:pt x="1095735" y="1172423"/>
                </a:cubicBezTo>
                <a:lnTo>
                  <a:pt x="1108131" y="1189716"/>
                </a:lnTo>
                <a:moveTo>
                  <a:pt x="1234892" y="1075232"/>
                </a:moveTo>
                <a:lnTo>
                  <a:pt x="1250831" y="1089326"/>
                </a:lnTo>
                <a:cubicBezTo>
                  <a:pt x="1270280" y="1067328"/>
                  <a:pt x="1288459" y="1044285"/>
                  <a:pt x="1305294" y="1020317"/>
                </a:cubicBezTo>
                <a:lnTo>
                  <a:pt x="1287881" y="1008088"/>
                </a:lnTo>
                <a:lnTo>
                  <a:pt x="1270470" y="995860"/>
                </a:lnTo>
                <a:cubicBezTo>
                  <a:pt x="1254545" y="1018534"/>
                  <a:pt x="1237347" y="1040333"/>
                  <a:pt x="1218952" y="1061138"/>
                </a:cubicBezTo>
                <a:lnTo>
                  <a:pt x="1234892" y="1075232"/>
                </a:lnTo>
                <a:moveTo>
                  <a:pt x="1333067" y="935459"/>
                </a:moveTo>
                <a:lnTo>
                  <a:pt x="1351732" y="945675"/>
                </a:lnTo>
                <a:cubicBezTo>
                  <a:pt x="1365794" y="919983"/>
                  <a:pt x="1378433" y="893490"/>
                  <a:pt x="1389569" y="866325"/>
                </a:cubicBezTo>
                <a:lnTo>
                  <a:pt x="1369882" y="858253"/>
                </a:lnTo>
                <a:lnTo>
                  <a:pt x="1350197" y="850182"/>
                </a:lnTo>
                <a:cubicBezTo>
                  <a:pt x="1339662" y="875879"/>
                  <a:pt x="1327706" y="900938"/>
                  <a:pt x="1314402" y="925244"/>
                </a:cubicBezTo>
                <a:lnTo>
                  <a:pt x="1333067" y="935459"/>
                </a:lnTo>
                <a:moveTo>
                  <a:pt x="1397850" y="777413"/>
                </a:moveTo>
                <a:lnTo>
                  <a:pt x="1418316" y="783231"/>
                </a:lnTo>
                <a:cubicBezTo>
                  <a:pt x="1426303" y="755129"/>
                  <a:pt x="1432743" y="726487"/>
                  <a:pt x="1437560" y="697431"/>
                </a:cubicBezTo>
                <a:lnTo>
                  <a:pt x="1416568" y="693950"/>
                </a:lnTo>
                <a:lnTo>
                  <a:pt x="1395578" y="690472"/>
                </a:lnTo>
                <a:cubicBezTo>
                  <a:pt x="1391026" y="717941"/>
                  <a:pt x="1384936" y="745021"/>
                  <a:pt x="1377384" y="771596"/>
                </a:cubicBezTo>
                <a:lnTo>
                  <a:pt x="1397850" y="777413"/>
                </a:lnTo>
                <a:moveTo>
                  <a:pt x="1425765" y="608925"/>
                </a:moveTo>
                <a:lnTo>
                  <a:pt x="1447014" y="610012"/>
                </a:lnTo>
                <a:cubicBezTo>
                  <a:pt x="1448504" y="580942"/>
                  <a:pt x="1448373" y="551593"/>
                  <a:pt x="1446549" y="522077"/>
                </a:cubicBezTo>
                <a:lnTo>
                  <a:pt x="1425313" y="523389"/>
                </a:lnTo>
                <a:lnTo>
                  <a:pt x="1404076" y="524703"/>
                </a:lnTo>
                <a:cubicBezTo>
                  <a:pt x="1405799" y="552610"/>
                  <a:pt x="1405924" y="580357"/>
                  <a:pt x="1404516" y="607835"/>
                </a:cubicBezTo>
                <a:lnTo>
                  <a:pt x="1425765" y="608925"/>
                </a:lnTo>
                <a:moveTo>
                  <a:pt x="1415258" y="438426"/>
                </a:moveTo>
                <a:lnTo>
                  <a:pt x="1436216" y="434750"/>
                </a:lnTo>
                <a:cubicBezTo>
                  <a:pt x="1433697" y="420395"/>
                  <a:pt x="1430770" y="406026"/>
                  <a:pt x="1427423" y="391659"/>
                </a:cubicBezTo>
                <a:lnTo>
                  <a:pt x="1406701" y="396486"/>
                </a:lnTo>
                <a:lnTo>
                  <a:pt x="1385979" y="401313"/>
                </a:lnTo>
                <a:cubicBezTo>
                  <a:pt x="1389148" y="414915"/>
                  <a:pt x="1391919" y="428515"/>
                  <a:pt x="1394302" y="442100"/>
                </a:cubicBezTo>
                <a:lnTo>
                  <a:pt x="1415258" y="438426"/>
                </a:lnTo>
                <a:moveTo>
                  <a:pt x="1406701" y="396486"/>
                </a:moveTo>
                <a:lnTo>
                  <a:pt x="1427423" y="391659"/>
                </a:lnTo>
                <a:cubicBezTo>
                  <a:pt x="1424297" y="378239"/>
                  <a:pt x="1421131" y="366013"/>
                  <a:pt x="1417875" y="354807"/>
                </a:cubicBezTo>
                <a:lnTo>
                  <a:pt x="1397442" y="360744"/>
                </a:lnTo>
                <a:lnTo>
                  <a:pt x="1377012" y="366680"/>
                </a:lnTo>
                <a:cubicBezTo>
                  <a:pt x="1380018" y="377032"/>
                  <a:pt x="1382995" y="388505"/>
                  <a:pt x="1385979" y="401313"/>
                </a:cubicBezTo>
                <a:lnTo>
                  <a:pt x="1406701" y="396486"/>
                </a:lnTo>
                <a:moveTo>
                  <a:pt x="1369601" y="292634"/>
                </a:moveTo>
                <a:lnTo>
                  <a:pt x="1387887" y="281758"/>
                </a:lnTo>
                <a:cubicBezTo>
                  <a:pt x="1372979" y="256699"/>
                  <a:pt x="1355596" y="239323"/>
                  <a:pt x="1335281" y="221439"/>
                </a:cubicBezTo>
                <a:lnTo>
                  <a:pt x="1321222" y="237412"/>
                </a:lnTo>
                <a:lnTo>
                  <a:pt x="1307163" y="253383"/>
                </a:lnTo>
                <a:cubicBezTo>
                  <a:pt x="1326118" y="270066"/>
                  <a:pt x="1339715" y="284015"/>
                  <a:pt x="1351317" y="303514"/>
                </a:cubicBezTo>
                <a:lnTo>
                  <a:pt x="1369601" y="292634"/>
                </a:lnTo>
                <a:moveTo>
                  <a:pt x="1265575" y="188979"/>
                </a:moveTo>
                <a:lnTo>
                  <a:pt x="1279927" y="173272"/>
                </a:lnTo>
                <a:cubicBezTo>
                  <a:pt x="1271755" y="165805"/>
                  <a:pt x="1263072" y="157600"/>
                  <a:pt x="1253825" y="148427"/>
                </a:cubicBezTo>
                <a:lnTo>
                  <a:pt x="1238840" y="163531"/>
                </a:lnTo>
                <a:lnTo>
                  <a:pt x="1223856" y="178638"/>
                </a:lnTo>
                <a:cubicBezTo>
                  <a:pt x="1233556" y="188260"/>
                  <a:pt x="1242663" y="196866"/>
                  <a:pt x="1251223" y="204688"/>
                </a:cubicBezTo>
                <a:lnTo>
                  <a:pt x="1265575" y="188979"/>
                </a:lnTo>
                <a:moveTo>
                  <a:pt x="1238840" y="163531"/>
                </a:moveTo>
                <a:lnTo>
                  <a:pt x="1253825" y="148427"/>
                </a:lnTo>
                <a:cubicBezTo>
                  <a:pt x="1244087" y="138768"/>
                  <a:pt x="1234036" y="129654"/>
                  <a:pt x="1223693" y="121066"/>
                </a:cubicBezTo>
                <a:lnTo>
                  <a:pt x="1210102" y="137436"/>
                </a:lnTo>
                <a:lnTo>
                  <a:pt x="1196511" y="153807"/>
                </a:lnTo>
                <a:cubicBezTo>
                  <a:pt x="1205893" y="161598"/>
                  <a:pt x="1215014" y="169865"/>
                  <a:pt x="1223856" y="178638"/>
                </a:cubicBezTo>
                <a:lnTo>
                  <a:pt x="1238840" y="163531"/>
                </a:lnTo>
                <a:moveTo>
                  <a:pt x="1146365" y="93386"/>
                </a:moveTo>
                <a:lnTo>
                  <a:pt x="1156900" y="74900"/>
                </a:lnTo>
                <a:cubicBezTo>
                  <a:pt x="1133389" y="61502"/>
                  <a:pt x="1108876" y="50177"/>
                  <a:pt x="1083558" y="40717"/>
                </a:cubicBezTo>
                <a:lnTo>
                  <a:pt x="1076111" y="60648"/>
                </a:lnTo>
                <a:lnTo>
                  <a:pt x="1068664" y="80579"/>
                </a:lnTo>
                <a:cubicBezTo>
                  <a:pt x="1091983" y="89292"/>
                  <a:pt x="1114416" y="99669"/>
                  <a:pt x="1135832" y="111872"/>
                </a:cubicBezTo>
                <a:lnTo>
                  <a:pt x="1146365" y="93386"/>
                </a:lnTo>
                <a:moveTo>
                  <a:pt x="1001740" y="38715"/>
                </a:moveTo>
                <a:lnTo>
                  <a:pt x="1006386" y="17952"/>
                </a:lnTo>
                <a:cubicBezTo>
                  <a:pt x="980601" y="12183"/>
                  <a:pt x="954233" y="7958"/>
                  <a:pt x="927448" y="5088"/>
                </a:cubicBezTo>
                <a:lnTo>
                  <a:pt x="925181" y="26243"/>
                </a:lnTo>
                <a:lnTo>
                  <a:pt x="922916" y="47400"/>
                </a:lnTo>
                <a:cubicBezTo>
                  <a:pt x="948247" y="50114"/>
                  <a:pt x="973017" y="54092"/>
                  <a:pt x="997095" y="59478"/>
                </a:cubicBezTo>
                <a:lnTo>
                  <a:pt x="1001740" y="38715"/>
                </a:lnTo>
                <a:moveTo>
                  <a:pt x="847758" y="21660"/>
                </a:moveTo>
                <a:lnTo>
                  <a:pt x="848072" y="386"/>
                </a:lnTo>
                <a:cubicBezTo>
                  <a:pt x="821913" y="0"/>
                  <a:pt x="795487" y="679"/>
                  <a:pt x="768928" y="2271"/>
                </a:cubicBezTo>
                <a:lnTo>
                  <a:pt x="770200" y="23508"/>
                </a:lnTo>
                <a:lnTo>
                  <a:pt x="771472" y="44748"/>
                </a:lnTo>
                <a:cubicBezTo>
                  <a:pt x="797077" y="43215"/>
                  <a:pt x="822440" y="42565"/>
                  <a:pt x="847445" y="42934"/>
                </a:cubicBezTo>
                <a:lnTo>
                  <a:pt x="847758" y="21660"/>
                </a:lnTo>
                <a:moveTo>
                  <a:pt x="692932" y="30578"/>
                </a:moveTo>
                <a:lnTo>
                  <a:pt x="690373" y="9454"/>
                </a:lnTo>
                <a:cubicBezTo>
                  <a:pt x="664420" y="12600"/>
                  <a:pt x="638441" y="16464"/>
                  <a:pt x="612557" y="20916"/>
                </a:cubicBezTo>
                <a:lnTo>
                  <a:pt x="616163" y="41886"/>
                </a:lnTo>
                <a:lnTo>
                  <a:pt x="619770" y="62857"/>
                </a:lnTo>
                <a:cubicBezTo>
                  <a:pt x="645027" y="58513"/>
                  <a:pt x="670304" y="54751"/>
                  <a:pt x="695491" y="51699"/>
                </a:cubicBezTo>
                <a:lnTo>
                  <a:pt x="692932" y="30578"/>
                </a:lnTo>
                <a:moveTo>
                  <a:pt x="539981" y="56653"/>
                </a:moveTo>
                <a:lnTo>
                  <a:pt x="535519" y="35848"/>
                </a:lnTo>
                <a:cubicBezTo>
                  <a:pt x="522725" y="38593"/>
                  <a:pt x="509979" y="41449"/>
                  <a:pt x="497299" y="44402"/>
                </a:cubicBezTo>
                <a:lnTo>
                  <a:pt x="502126" y="65125"/>
                </a:lnTo>
                <a:lnTo>
                  <a:pt x="506953" y="85848"/>
                </a:lnTo>
                <a:cubicBezTo>
                  <a:pt x="519403" y="82947"/>
                  <a:pt x="531904" y="80144"/>
                  <a:pt x="544441" y="77456"/>
                </a:cubicBezTo>
                <a:lnTo>
                  <a:pt x="539981" y="56653"/>
                </a:lnTo>
                <a:moveTo>
                  <a:pt x="502126" y="65125"/>
                </a:moveTo>
                <a:lnTo>
                  <a:pt x="497299" y="44402"/>
                </a:lnTo>
                <a:cubicBezTo>
                  <a:pt x="484214" y="47451"/>
                  <a:pt x="471506" y="50645"/>
                  <a:pt x="459159" y="53998"/>
                </a:cubicBezTo>
                <a:lnTo>
                  <a:pt x="464732" y="74531"/>
                </a:lnTo>
                <a:lnTo>
                  <a:pt x="470306" y="95064"/>
                </a:lnTo>
                <a:cubicBezTo>
                  <a:pt x="482129" y="91856"/>
                  <a:pt x="494338" y="88784"/>
                  <a:pt x="506953" y="85848"/>
                </a:cubicBezTo>
                <a:lnTo>
                  <a:pt x="502126" y="65125"/>
                </a:lnTo>
                <a:moveTo>
                  <a:pt x="391471" y="97923"/>
                </a:moveTo>
                <a:lnTo>
                  <a:pt x="384011" y="77998"/>
                </a:lnTo>
                <a:cubicBezTo>
                  <a:pt x="358022" y="87725"/>
                  <a:pt x="333861" y="98468"/>
                  <a:pt x="311300" y="110350"/>
                </a:cubicBezTo>
                <a:lnTo>
                  <a:pt x="321216" y="129177"/>
                </a:lnTo>
                <a:lnTo>
                  <a:pt x="331132" y="148001"/>
                </a:lnTo>
                <a:cubicBezTo>
                  <a:pt x="351959" y="137030"/>
                  <a:pt x="374463" y="127008"/>
                  <a:pt x="398930" y="117852"/>
                </a:cubicBezTo>
                <a:lnTo>
                  <a:pt x="391471" y="97923"/>
                </a:lnTo>
                <a:moveTo>
                  <a:pt x="256157" y="170127"/>
                </a:moveTo>
                <a:lnTo>
                  <a:pt x="243400" y="153100"/>
                </a:lnTo>
                <a:cubicBezTo>
                  <a:pt x="221697" y="169357"/>
                  <a:pt x="201797" y="187150"/>
                  <a:pt x="183338" y="206610"/>
                </a:cubicBezTo>
                <a:lnTo>
                  <a:pt x="198775" y="221252"/>
                </a:lnTo>
                <a:lnTo>
                  <a:pt x="214213" y="235896"/>
                </a:lnTo>
                <a:cubicBezTo>
                  <a:pt x="231055" y="218140"/>
                  <a:pt x="249167" y="201948"/>
                  <a:pt x="268913" y="187156"/>
                </a:cubicBezTo>
                <a:lnTo>
                  <a:pt x="256157" y="170127"/>
                </a:lnTo>
                <a:moveTo>
                  <a:pt x="150329" y="280931"/>
                </a:moveTo>
                <a:lnTo>
                  <a:pt x="132893" y="268737"/>
                </a:lnTo>
                <a:cubicBezTo>
                  <a:pt x="118194" y="289756"/>
                  <a:pt x="104452" y="312236"/>
                  <a:pt x="91363" y="336256"/>
                </a:cubicBezTo>
                <a:lnTo>
                  <a:pt x="110045" y="346437"/>
                </a:lnTo>
                <a:lnTo>
                  <a:pt x="128728" y="356618"/>
                </a:lnTo>
                <a:cubicBezTo>
                  <a:pt x="141171" y="333786"/>
                  <a:pt x="154093" y="312676"/>
                  <a:pt x="167766" y="293123"/>
                </a:cubicBezTo>
                <a:lnTo>
                  <a:pt x="150329" y="280931"/>
                </a:lnTo>
                <a:moveTo>
                  <a:pt x="75976" y="415435"/>
                </a:moveTo>
                <a:lnTo>
                  <a:pt x="56581" y="406687"/>
                </a:lnTo>
                <a:cubicBezTo>
                  <a:pt x="51331" y="418325"/>
                  <a:pt x="46147" y="430278"/>
                  <a:pt x="41005" y="442543"/>
                </a:cubicBezTo>
                <a:lnTo>
                  <a:pt x="60627" y="450768"/>
                </a:lnTo>
                <a:lnTo>
                  <a:pt x="80250" y="458993"/>
                </a:lnTo>
                <a:cubicBezTo>
                  <a:pt x="85260" y="447043"/>
                  <a:pt x="90292" y="435442"/>
                  <a:pt x="95372" y="424182"/>
                </a:cubicBezTo>
                <a:lnTo>
                  <a:pt x="75976" y="415435"/>
                </a:lnTo>
                <a:moveTo>
                  <a:pt x="60627" y="450768"/>
                </a:moveTo>
                <a:lnTo>
                  <a:pt x="41005" y="442543"/>
                </a:lnTo>
                <a:cubicBezTo>
                  <a:pt x="35417" y="455873"/>
                  <a:pt x="30498" y="468025"/>
                  <a:pt x="26212" y="479217"/>
                </a:cubicBezTo>
                <a:lnTo>
                  <a:pt x="46082" y="486826"/>
                </a:lnTo>
                <a:lnTo>
                  <a:pt x="65952" y="494435"/>
                </a:lnTo>
                <a:cubicBezTo>
                  <a:pt x="70034" y="483774"/>
                  <a:pt x="74777" y="472054"/>
                  <a:pt x="80250" y="458993"/>
                </a:cubicBezTo>
                <a:lnTo>
                  <a:pt x="60627" y="450768"/>
                </a:lnTo>
                <a:moveTo>
                  <a:pt x="24863" y="561428"/>
                </a:moveTo>
                <a:lnTo>
                  <a:pt x="3758" y="558737"/>
                </a:lnTo>
                <a:cubicBezTo>
                  <a:pt x="0" y="588182"/>
                  <a:pt x="3754" y="612928"/>
                  <a:pt x="11118" y="643344"/>
                </a:cubicBezTo>
                <a:lnTo>
                  <a:pt x="31797" y="638336"/>
                </a:lnTo>
                <a:lnTo>
                  <a:pt x="52477" y="633331"/>
                </a:lnTo>
                <a:cubicBezTo>
                  <a:pt x="45629" y="605049"/>
                  <a:pt x="43162" y="586121"/>
                  <a:pt x="45969" y="564123"/>
                </a:cubicBezTo>
                <a:lnTo>
                  <a:pt x="24863" y="561428"/>
                </a:lnTo>
                <a:moveTo>
                  <a:pt x="51401" y="713464"/>
                </a:moveTo>
                <a:lnTo>
                  <a:pt x="30780" y="718708"/>
                </a:lnTo>
                <a:cubicBezTo>
                  <a:pt x="33686" y="730135"/>
                  <a:pt x="36740" y="742545"/>
                  <a:pt x="39905" y="756131"/>
                </a:cubicBezTo>
                <a:lnTo>
                  <a:pt x="60627" y="751304"/>
                </a:lnTo>
                <a:lnTo>
                  <a:pt x="81350" y="746478"/>
                </a:lnTo>
                <a:cubicBezTo>
                  <a:pt x="78110" y="732571"/>
                  <a:pt x="74986" y="719880"/>
                  <a:pt x="72021" y="708220"/>
                </a:cubicBezTo>
                <a:lnTo>
                  <a:pt x="51401" y="713464"/>
                </a:lnTo>
                <a:moveTo>
                  <a:pt x="60627" y="751304"/>
                </a:moveTo>
                <a:lnTo>
                  <a:pt x="39905" y="756131"/>
                </a:lnTo>
                <a:cubicBezTo>
                  <a:pt x="43421" y="771227"/>
                  <a:pt x="47172" y="786110"/>
                  <a:pt x="51156" y="800774"/>
                </a:cubicBezTo>
                <a:lnTo>
                  <a:pt x="71689" y="795195"/>
                </a:lnTo>
                <a:lnTo>
                  <a:pt x="92221" y="789616"/>
                </a:lnTo>
                <a:cubicBezTo>
                  <a:pt x="88375" y="775460"/>
                  <a:pt x="84751" y="761080"/>
                  <a:pt x="81350" y="746478"/>
                </a:cubicBezTo>
                <a:lnTo>
                  <a:pt x="60627" y="751304"/>
                </a:lnTo>
                <a:moveTo>
                  <a:pt x="98819" y="881481"/>
                </a:moveTo>
                <a:lnTo>
                  <a:pt x="78802" y="888692"/>
                </a:lnTo>
                <a:cubicBezTo>
                  <a:pt x="89456" y="918262"/>
                  <a:pt x="101188" y="946739"/>
                  <a:pt x="113987" y="974032"/>
                </a:cubicBezTo>
                <a:lnTo>
                  <a:pt x="133251" y="964998"/>
                </a:lnTo>
                <a:lnTo>
                  <a:pt x="152514" y="955964"/>
                </a:lnTo>
                <a:cubicBezTo>
                  <a:pt x="140302" y="929923"/>
                  <a:pt x="129068" y="902664"/>
                  <a:pt x="118837" y="874269"/>
                </a:cubicBezTo>
                <a:lnTo>
                  <a:pt x="98819" y="881481"/>
                </a:lnTo>
                <a:moveTo>
                  <a:pt x="175905" y="1044754"/>
                </a:moveTo>
                <a:lnTo>
                  <a:pt x="157726" y="1055809"/>
                </a:lnTo>
                <a:cubicBezTo>
                  <a:pt x="174166" y="1082841"/>
                  <a:pt x="191878" y="1108346"/>
                  <a:pt x="210848" y="1132195"/>
                </a:cubicBezTo>
                <a:lnTo>
                  <a:pt x="227499" y="1118950"/>
                </a:lnTo>
                <a:lnTo>
                  <a:pt x="244151" y="1105705"/>
                </a:lnTo>
                <a:cubicBezTo>
                  <a:pt x="226348" y="1083324"/>
                  <a:pt x="209649" y="1059290"/>
                  <a:pt x="194084" y="1033698"/>
                </a:cubicBezTo>
                <a:lnTo>
                  <a:pt x="175905" y="1044754"/>
                </a:lnTo>
                <a:moveTo>
                  <a:pt x="288585" y="1185500"/>
                </a:moveTo>
                <a:lnTo>
                  <a:pt x="274014" y="1201005"/>
                </a:lnTo>
                <a:cubicBezTo>
                  <a:pt x="297020" y="1222628"/>
                  <a:pt x="321432" y="1242204"/>
                  <a:pt x="347228" y="1259580"/>
                </a:cubicBezTo>
                <a:lnTo>
                  <a:pt x="359115" y="1241932"/>
                </a:lnTo>
                <a:lnTo>
                  <a:pt x="371001" y="1224283"/>
                </a:lnTo>
                <a:cubicBezTo>
                  <a:pt x="347177" y="1208236"/>
                  <a:pt x="324553" y="1190105"/>
                  <a:pt x="303156" y="1169995"/>
                </a:cubicBezTo>
                <a:lnTo>
                  <a:pt x="288585" y="1185500"/>
                </a:lnTo>
                <a:moveTo>
                  <a:pt x="438070" y="1285803"/>
                </a:moveTo>
                <a:lnTo>
                  <a:pt x="429381" y="1305223"/>
                </a:lnTo>
                <a:cubicBezTo>
                  <a:pt x="457706" y="1317894"/>
                  <a:pt x="487313" y="1328215"/>
                  <a:pt x="518165" y="1336054"/>
                </a:cubicBezTo>
                <a:lnTo>
                  <a:pt x="523405" y="1315433"/>
                </a:lnTo>
                <a:lnTo>
                  <a:pt x="528644" y="1294812"/>
                </a:lnTo>
                <a:cubicBezTo>
                  <a:pt x="500145" y="1287569"/>
                  <a:pt x="472846" y="1278049"/>
                  <a:pt x="446758" y="1266380"/>
                </a:cubicBezTo>
                <a:lnTo>
                  <a:pt x="438070" y="1285803"/>
                </a:lnTo>
                <a:moveTo>
                  <a:pt x="612435" y="1330472"/>
                </a:moveTo>
                <a:lnTo>
                  <a:pt x="610555" y="1351666"/>
                </a:lnTo>
                <a:cubicBezTo>
                  <a:pt x="640718" y="1354341"/>
                  <a:pt x="671838" y="1354860"/>
                  <a:pt x="703886" y="1353140"/>
                </a:cubicBezTo>
                <a:lnTo>
                  <a:pt x="702747" y="1331894"/>
                </a:lnTo>
                <a:lnTo>
                  <a:pt x="701607" y="1310649"/>
                </a:lnTo>
                <a:cubicBezTo>
                  <a:pt x="671491" y="1312264"/>
                  <a:pt x="642390" y="1311767"/>
                  <a:pt x="614314" y="1309277"/>
                </a:cubicBezTo>
                <a:lnTo>
                  <a:pt x="612435" y="1330472"/>
                </a:lnTo>
                <a:moveTo>
                  <a:pt x="792556" y="1321420"/>
                </a:moveTo>
                <a:lnTo>
                  <a:pt x="796266" y="1342371"/>
                </a:lnTo>
                <a:cubicBezTo>
                  <a:pt x="811252" y="1339716"/>
                  <a:pt x="826415" y="1336607"/>
                  <a:pt x="841752" y="1333035"/>
                </a:cubicBezTo>
                <a:lnTo>
                  <a:pt x="836925" y="1312312"/>
                </a:lnTo>
                <a:lnTo>
                  <a:pt x="832099" y="1291589"/>
                </a:lnTo>
                <a:cubicBezTo>
                  <a:pt x="817483" y="1294993"/>
                  <a:pt x="803065" y="1297952"/>
                  <a:pt x="788845" y="1300470"/>
                </a:cubicBezTo>
                <a:lnTo>
                  <a:pt x="792556" y="132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60A6212C-57ED-441C-99EC-9A962D5C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646" y="250400"/>
            <a:ext cx="2039740" cy="1933164"/>
          </a:xfrm>
          <a:custGeom xmlns:a="http://schemas.openxmlformats.org/drawingml/2006/main">
            <a:pathLst>
              <a:path w="1501476" h="1423023">
                <a:moveTo>
                  <a:pt x="836140" y="1327465"/>
                </a:moveTo>
                <a:cubicBezTo>
                  <a:pt x="425903" y="1423023"/>
                  <a:pt x="155401" y="1176696"/>
                  <a:pt x="59842" y="766457"/>
                </a:cubicBezTo>
                <a:cubicBezTo>
                  <a:pt x="22041" y="604172"/>
                  <a:pt x="0" y="608686"/>
                  <a:pt x="59842" y="465921"/>
                </a:cubicBezTo>
                <a:cubicBezTo>
                  <a:pt x="151275" y="247792"/>
                  <a:pt x="253388" y="138035"/>
                  <a:pt x="501341" y="80278"/>
                </a:cubicBezTo>
                <a:cubicBezTo>
                  <a:pt x="766683" y="18469"/>
                  <a:pt x="1057923" y="0"/>
                  <a:pt x="1238055" y="178684"/>
                </a:cubicBezTo>
                <a:cubicBezTo>
                  <a:pt x="1336420" y="276258"/>
                  <a:pt x="1372165" y="266744"/>
                  <a:pt x="1405916" y="411639"/>
                </a:cubicBezTo>
                <a:cubicBezTo>
                  <a:pt x="1501476" y="821878"/>
                  <a:pt x="1246378" y="1231907"/>
                  <a:pt x="836140" y="132746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26765C01-C33D-4933-AB60-F803C3A7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943" y="248827"/>
            <a:ext cx="2130110" cy="1619242"/>
          </a:xfrm>
          <a:custGeom xmlns:a="http://schemas.openxmlformats.org/drawingml/2006/main">
            <a:pathLst>
              <a:path w="1567998" h="1191942">
                <a:moveTo>
                  <a:pt x="1498274" y="139949"/>
                </a:moveTo>
                <a:lnTo>
                  <a:pt x="1508234" y="136210"/>
                </a:lnTo>
                <a:lnTo>
                  <a:pt x="1498274" y="139949"/>
                </a:lnTo>
                <a:moveTo>
                  <a:pt x="55188" y="182503"/>
                </a:moveTo>
                <a:lnTo>
                  <a:pt x="45024" y="179362"/>
                </a:lnTo>
                <a:lnTo>
                  <a:pt x="55188" y="182503"/>
                </a:lnTo>
                <a:moveTo>
                  <a:pt x="21321" y="409634"/>
                </a:moveTo>
                <a:lnTo>
                  <a:pt x="10682" y="409657"/>
                </a:lnTo>
                <a:cubicBezTo>
                  <a:pt x="10714" y="424211"/>
                  <a:pt x="11148" y="438673"/>
                  <a:pt x="11974" y="453028"/>
                </a:cubicBezTo>
                <a:lnTo>
                  <a:pt x="22596" y="452418"/>
                </a:lnTo>
                <a:lnTo>
                  <a:pt x="33216" y="451807"/>
                </a:lnTo>
                <a:cubicBezTo>
                  <a:pt x="32414" y="437842"/>
                  <a:pt x="31990" y="423773"/>
                  <a:pt x="31959" y="409609"/>
                </a:cubicBezTo>
                <a:lnTo>
                  <a:pt x="21321" y="409634"/>
                </a:lnTo>
                <a:moveTo>
                  <a:pt x="32266" y="537426"/>
                </a:moveTo>
                <a:lnTo>
                  <a:pt x="21779" y="539220"/>
                </a:lnTo>
                <a:cubicBezTo>
                  <a:pt x="26697" y="567973"/>
                  <a:pt x="33200" y="596180"/>
                  <a:pt x="41197" y="623754"/>
                </a:cubicBezTo>
                <a:lnTo>
                  <a:pt x="51413" y="620793"/>
                </a:lnTo>
                <a:lnTo>
                  <a:pt x="61632" y="617829"/>
                </a:lnTo>
                <a:cubicBezTo>
                  <a:pt x="53856" y="591018"/>
                  <a:pt x="47534" y="563592"/>
                  <a:pt x="42752" y="535634"/>
                </a:cubicBezTo>
                <a:lnTo>
                  <a:pt x="32266" y="537426"/>
                </a:lnTo>
                <a:moveTo>
                  <a:pt x="79838" y="701451"/>
                </a:moveTo>
                <a:lnTo>
                  <a:pt x="70020" y="705548"/>
                </a:lnTo>
                <a:cubicBezTo>
                  <a:pt x="81208" y="732361"/>
                  <a:pt x="93861" y="758405"/>
                  <a:pt x="107879" y="783586"/>
                </a:cubicBezTo>
                <a:lnTo>
                  <a:pt x="117174" y="778410"/>
                </a:lnTo>
                <a:lnTo>
                  <a:pt x="126469" y="773234"/>
                </a:lnTo>
                <a:cubicBezTo>
                  <a:pt x="112838" y="748749"/>
                  <a:pt x="100534" y="723423"/>
                  <a:pt x="89656" y="697354"/>
                </a:cubicBezTo>
                <a:lnTo>
                  <a:pt x="79838" y="701451"/>
                </a:lnTo>
                <a:moveTo>
                  <a:pt x="162909" y="850695"/>
                </a:moveTo>
                <a:lnTo>
                  <a:pt x="154253" y="856879"/>
                </a:lnTo>
                <a:cubicBezTo>
                  <a:pt x="171085" y="880450"/>
                  <a:pt x="189206" y="903033"/>
                  <a:pt x="208514" y="924528"/>
                </a:cubicBezTo>
                <a:lnTo>
                  <a:pt x="216428" y="917419"/>
                </a:lnTo>
                <a:lnTo>
                  <a:pt x="224342" y="910310"/>
                </a:lnTo>
                <a:cubicBezTo>
                  <a:pt x="205564" y="889402"/>
                  <a:pt x="187938" y="867438"/>
                  <a:pt x="171567" y="844515"/>
                </a:cubicBezTo>
                <a:lnTo>
                  <a:pt x="162909" y="850695"/>
                </a:lnTo>
                <a:moveTo>
                  <a:pt x="277046" y="977769"/>
                </a:moveTo>
                <a:lnTo>
                  <a:pt x="269972" y="985716"/>
                </a:lnTo>
                <a:cubicBezTo>
                  <a:pt x="291553" y="1004928"/>
                  <a:pt x="314216" y="1022949"/>
                  <a:pt x="337860" y="1039677"/>
                </a:cubicBezTo>
                <a:lnTo>
                  <a:pt x="344004" y="1030992"/>
                </a:lnTo>
                <a:lnTo>
                  <a:pt x="350149" y="1022310"/>
                </a:lnTo>
                <a:cubicBezTo>
                  <a:pt x="327153" y="1006038"/>
                  <a:pt x="305110" y="988512"/>
                  <a:pt x="284120" y="969825"/>
                </a:cubicBezTo>
                <a:lnTo>
                  <a:pt x="277046" y="977769"/>
                </a:lnTo>
                <a:moveTo>
                  <a:pt x="416492" y="1076410"/>
                </a:moveTo>
                <a:lnTo>
                  <a:pt x="411358" y="1085729"/>
                </a:lnTo>
                <a:cubicBezTo>
                  <a:pt x="436599" y="1099635"/>
                  <a:pt x="462700" y="1112173"/>
                  <a:pt x="489560" y="1123243"/>
                </a:cubicBezTo>
                <a:lnTo>
                  <a:pt x="493614" y="1113405"/>
                </a:lnTo>
                <a:lnTo>
                  <a:pt x="497667" y="1103570"/>
                </a:lnTo>
                <a:cubicBezTo>
                  <a:pt x="471550" y="1092807"/>
                  <a:pt x="446170" y="1080615"/>
                  <a:pt x="421626" y="1067092"/>
                </a:cubicBezTo>
                <a:lnTo>
                  <a:pt x="416492" y="1076410"/>
                </a:lnTo>
                <a:moveTo>
                  <a:pt x="574399" y="1141473"/>
                </a:moveTo>
                <a:lnTo>
                  <a:pt x="571480" y="1151703"/>
                </a:lnTo>
                <a:cubicBezTo>
                  <a:pt x="599090" y="1159579"/>
                  <a:pt x="627327" y="1165958"/>
                  <a:pt x="656101" y="1170748"/>
                </a:cubicBezTo>
                <a:lnTo>
                  <a:pt x="657847" y="1160254"/>
                </a:lnTo>
                <a:lnTo>
                  <a:pt x="659594" y="1149758"/>
                </a:lnTo>
                <a:cubicBezTo>
                  <a:pt x="631616" y="1145102"/>
                  <a:pt x="604159" y="1138898"/>
                  <a:pt x="577316" y="1131244"/>
                </a:cubicBezTo>
                <a:lnTo>
                  <a:pt x="574399" y="1141473"/>
                </a:lnTo>
                <a:moveTo>
                  <a:pt x="742897" y="1169550"/>
                </a:moveTo>
                <a:lnTo>
                  <a:pt x="742334" y="1180171"/>
                </a:lnTo>
                <a:cubicBezTo>
                  <a:pt x="756694" y="1180935"/>
                  <a:pt x="771157" y="1181304"/>
                  <a:pt x="785711" y="1181273"/>
                </a:cubicBezTo>
                <a:lnTo>
                  <a:pt x="785688" y="1170634"/>
                </a:lnTo>
                <a:lnTo>
                  <a:pt x="785664" y="1159996"/>
                </a:lnTo>
                <a:cubicBezTo>
                  <a:pt x="771502" y="1160027"/>
                  <a:pt x="757431" y="1159667"/>
                  <a:pt x="743461" y="1158926"/>
                </a:cubicBezTo>
                <a:lnTo>
                  <a:pt x="742897" y="1169550"/>
                </a:lnTo>
                <a:moveTo>
                  <a:pt x="785688" y="1170634"/>
                </a:moveTo>
                <a:lnTo>
                  <a:pt x="785711" y="1181273"/>
                </a:lnTo>
                <a:cubicBezTo>
                  <a:pt x="800266" y="1181241"/>
                  <a:pt x="814727" y="1180807"/>
                  <a:pt x="829084" y="1179981"/>
                </a:cubicBezTo>
                <a:lnTo>
                  <a:pt x="828473" y="1169360"/>
                </a:lnTo>
                <a:lnTo>
                  <a:pt x="827861" y="1158738"/>
                </a:lnTo>
                <a:cubicBezTo>
                  <a:pt x="813895" y="1159542"/>
                  <a:pt x="799827" y="1159965"/>
                  <a:pt x="785664" y="1159996"/>
                </a:cubicBezTo>
                <a:lnTo>
                  <a:pt x="785688" y="1170634"/>
                </a:lnTo>
                <a:moveTo>
                  <a:pt x="913481" y="1159689"/>
                </a:moveTo>
                <a:lnTo>
                  <a:pt x="915274" y="1170174"/>
                </a:lnTo>
                <a:cubicBezTo>
                  <a:pt x="944025" y="1165260"/>
                  <a:pt x="972235" y="1158755"/>
                  <a:pt x="999809" y="1150757"/>
                </a:cubicBezTo>
                <a:lnTo>
                  <a:pt x="996847" y="1140542"/>
                </a:lnTo>
                <a:lnTo>
                  <a:pt x="993882" y="1130324"/>
                </a:lnTo>
                <a:cubicBezTo>
                  <a:pt x="967074" y="1138097"/>
                  <a:pt x="939646" y="1144423"/>
                  <a:pt x="911688" y="1149201"/>
                </a:cubicBezTo>
                <a:lnTo>
                  <a:pt x="913481" y="1159689"/>
                </a:lnTo>
                <a:moveTo>
                  <a:pt x="1077506" y="1112116"/>
                </a:moveTo>
                <a:lnTo>
                  <a:pt x="1081603" y="1121934"/>
                </a:lnTo>
                <a:cubicBezTo>
                  <a:pt x="1108415" y="1110747"/>
                  <a:pt x="1134460" y="1098093"/>
                  <a:pt x="1159640" y="1084076"/>
                </a:cubicBezTo>
                <a:lnTo>
                  <a:pt x="1154464" y="1074781"/>
                </a:lnTo>
                <a:lnTo>
                  <a:pt x="1149289" y="1065485"/>
                </a:lnTo>
                <a:cubicBezTo>
                  <a:pt x="1124804" y="1079119"/>
                  <a:pt x="1099479" y="1091421"/>
                  <a:pt x="1073409" y="1102298"/>
                </a:cubicBezTo>
                <a:lnTo>
                  <a:pt x="1077506" y="1112116"/>
                </a:lnTo>
                <a:moveTo>
                  <a:pt x="1226751" y="1029044"/>
                </a:moveTo>
                <a:lnTo>
                  <a:pt x="1232933" y="1037704"/>
                </a:lnTo>
                <a:cubicBezTo>
                  <a:pt x="1256503" y="1020870"/>
                  <a:pt x="1279087" y="1002748"/>
                  <a:pt x="1300582" y="983441"/>
                </a:cubicBezTo>
                <a:lnTo>
                  <a:pt x="1293473" y="975526"/>
                </a:lnTo>
                <a:lnTo>
                  <a:pt x="1286364" y="967613"/>
                </a:lnTo>
                <a:cubicBezTo>
                  <a:pt x="1265457" y="986391"/>
                  <a:pt x="1243492" y="1004017"/>
                  <a:pt x="1220568" y="1020388"/>
                </a:cubicBezTo>
                <a:lnTo>
                  <a:pt x="1226751" y="1029044"/>
                </a:lnTo>
                <a:moveTo>
                  <a:pt x="1353824" y="914909"/>
                </a:moveTo>
                <a:lnTo>
                  <a:pt x="1361769" y="921982"/>
                </a:lnTo>
                <a:cubicBezTo>
                  <a:pt x="1380982" y="900404"/>
                  <a:pt x="1399004" y="877739"/>
                  <a:pt x="1415732" y="854094"/>
                </a:cubicBezTo>
                <a:lnTo>
                  <a:pt x="1407047" y="847950"/>
                </a:lnTo>
                <a:lnTo>
                  <a:pt x="1398362" y="841806"/>
                </a:lnTo>
                <a:cubicBezTo>
                  <a:pt x="1382094" y="864801"/>
                  <a:pt x="1364566" y="886844"/>
                  <a:pt x="1345879" y="907834"/>
                </a:cubicBezTo>
                <a:lnTo>
                  <a:pt x="1353824" y="914909"/>
                </a:lnTo>
                <a:moveTo>
                  <a:pt x="1452464" y="775463"/>
                </a:moveTo>
                <a:lnTo>
                  <a:pt x="1461781" y="780596"/>
                </a:lnTo>
                <a:cubicBezTo>
                  <a:pt x="1475689" y="755356"/>
                  <a:pt x="1488227" y="729255"/>
                  <a:pt x="1499297" y="702394"/>
                </a:cubicBezTo>
                <a:lnTo>
                  <a:pt x="1489460" y="698342"/>
                </a:lnTo>
                <a:lnTo>
                  <a:pt x="1479624" y="694288"/>
                </a:lnTo>
                <a:cubicBezTo>
                  <a:pt x="1468861" y="720405"/>
                  <a:pt x="1456669" y="745785"/>
                  <a:pt x="1443146" y="770330"/>
                </a:cubicBezTo>
                <a:lnTo>
                  <a:pt x="1452464" y="775463"/>
                </a:lnTo>
                <a:moveTo>
                  <a:pt x="1517527" y="617556"/>
                </a:moveTo>
                <a:lnTo>
                  <a:pt x="1527758" y="620475"/>
                </a:lnTo>
                <a:cubicBezTo>
                  <a:pt x="1535632" y="592864"/>
                  <a:pt x="1542012" y="564628"/>
                  <a:pt x="1546802" y="535856"/>
                </a:cubicBezTo>
                <a:lnTo>
                  <a:pt x="1536307" y="534107"/>
                </a:lnTo>
                <a:lnTo>
                  <a:pt x="1525813" y="532361"/>
                </a:lnTo>
                <a:cubicBezTo>
                  <a:pt x="1521155" y="560338"/>
                  <a:pt x="1514953" y="587796"/>
                  <a:pt x="1507297" y="614637"/>
                </a:cubicBezTo>
                <a:lnTo>
                  <a:pt x="1517527" y="617556"/>
                </a:lnTo>
                <a:moveTo>
                  <a:pt x="1545602" y="449056"/>
                </a:moveTo>
                <a:lnTo>
                  <a:pt x="1556226" y="449621"/>
                </a:lnTo>
                <a:cubicBezTo>
                  <a:pt x="1556989" y="435261"/>
                  <a:pt x="1557359" y="420798"/>
                  <a:pt x="1557327" y="406244"/>
                </a:cubicBezTo>
                <a:lnTo>
                  <a:pt x="1546688" y="406267"/>
                </a:lnTo>
                <a:lnTo>
                  <a:pt x="1536050" y="406290"/>
                </a:lnTo>
                <a:cubicBezTo>
                  <a:pt x="1536081" y="420454"/>
                  <a:pt x="1535720" y="434525"/>
                  <a:pt x="1534979" y="448494"/>
                </a:cubicBezTo>
                <a:lnTo>
                  <a:pt x="1545602" y="449056"/>
                </a:lnTo>
                <a:moveTo>
                  <a:pt x="1546688" y="406267"/>
                </a:moveTo>
                <a:lnTo>
                  <a:pt x="1557327" y="406244"/>
                </a:lnTo>
                <a:cubicBezTo>
                  <a:pt x="1557301" y="394692"/>
                  <a:pt x="1557023" y="383201"/>
                  <a:pt x="1556496" y="371774"/>
                </a:cubicBezTo>
                <a:lnTo>
                  <a:pt x="1545869" y="372262"/>
                </a:lnTo>
                <a:lnTo>
                  <a:pt x="1535242" y="372753"/>
                </a:lnTo>
                <a:cubicBezTo>
                  <a:pt x="1535754" y="383869"/>
                  <a:pt x="1536026" y="395049"/>
                  <a:pt x="1536050" y="406290"/>
                </a:cubicBezTo>
                <a:lnTo>
                  <a:pt x="1546688" y="406267"/>
                </a:lnTo>
                <a:moveTo>
                  <a:pt x="1539735" y="304531"/>
                </a:moveTo>
                <a:lnTo>
                  <a:pt x="1550277" y="303100"/>
                </a:lnTo>
                <a:cubicBezTo>
                  <a:pt x="1547165" y="280148"/>
                  <a:pt x="1543047" y="257514"/>
                  <a:pt x="1537968" y="235246"/>
                </a:cubicBezTo>
                <a:lnTo>
                  <a:pt x="1527596" y="237611"/>
                </a:lnTo>
                <a:lnTo>
                  <a:pt x="1517223" y="239979"/>
                </a:lnTo>
                <a:cubicBezTo>
                  <a:pt x="1522162" y="261631"/>
                  <a:pt x="1526168" y="283637"/>
                  <a:pt x="1529193" y="305959"/>
                </a:cubicBezTo>
                <a:lnTo>
                  <a:pt x="1539735" y="304531"/>
                </a:lnTo>
                <a:moveTo>
                  <a:pt x="1509508" y="172054"/>
                </a:moveTo>
                <a:lnTo>
                  <a:pt x="1519627" y="168767"/>
                </a:lnTo>
                <a:cubicBezTo>
                  <a:pt x="1516065" y="157805"/>
                  <a:pt x="1512266" y="146950"/>
                  <a:pt x="1508234" y="136210"/>
                </a:cubicBezTo>
                <a:lnTo>
                  <a:pt x="1498274" y="139949"/>
                </a:lnTo>
                <a:lnTo>
                  <a:pt x="1488315" y="143688"/>
                </a:lnTo>
                <a:cubicBezTo>
                  <a:pt x="1492234" y="154131"/>
                  <a:pt x="1495928" y="164684"/>
                  <a:pt x="1499390" y="175339"/>
                </a:cubicBezTo>
                <a:lnTo>
                  <a:pt x="1509508" y="172054"/>
                </a:lnTo>
                <a:moveTo>
                  <a:pt x="1498274" y="139949"/>
                </a:moveTo>
                <a:lnTo>
                  <a:pt x="1508234" y="136210"/>
                </a:lnTo>
                <a:cubicBezTo>
                  <a:pt x="1503016" y="122309"/>
                  <a:pt x="1497387" y="109709"/>
                  <a:pt x="1491348" y="98341"/>
                </a:cubicBezTo>
                <a:lnTo>
                  <a:pt x="1481953" y="103332"/>
                </a:lnTo>
                <a:lnTo>
                  <a:pt x="1472557" y="108320"/>
                </a:lnTo>
                <a:cubicBezTo>
                  <a:pt x="1478115" y="118783"/>
                  <a:pt x="1483376" y="130531"/>
                  <a:pt x="1488315" y="143688"/>
                </a:cubicBezTo>
                <a:lnTo>
                  <a:pt x="1498274" y="139949"/>
                </a:lnTo>
                <a:moveTo>
                  <a:pt x="1431395" y="43116"/>
                </a:moveTo>
                <a:lnTo>
                  <a:pt x="1437429" y="34354"/>
                </a:lnTo>
                <a:cubicBezTo>
                  <a:pt x="1413041" y="17555"/>
                  <a:pt x="1385690" y="10690"/>
                  <a:pt x="1356277" y="10638"/>
                </a:cubicBezTo>
                <a:lnTo>
                  <a:pt x="1356259" y="21277"/>
                </a:lnTo>
                <a:lnTo>
                  <a:pt x="1356240" y="31915"/>
                </a:lnTo>
                <a:cubicBezTo>
                  <a:pt x="1382213" y="31958"/>
                  <a:pt x="1405158" y="37960"/>
                  <a:pt x="1425360" y="51875"/>
                </a:cubicBezTo>
                <a:lnTo>
                  <a:pt x="1431395" y="43116"/>
                </a:lnTo>
                <a:moveTo>
                  <a:pt x="1278012" y="34099"/>
                </a:moveTo>
                <a:lnTo>
                  <a:pt x="1275069" y="23875"/>
                </a:lnTo>
                <a:cubicBezTo>
                  <a:pt x="1250774" y="30868"/>
                  <a:pt x="1225328" y="40186"/>
                  <a:pt x="1198968" y="50688"/>
                </a:cubicBezTo>
                <a:lnTo>
                  <a:pt x="1202906" y="60571"/>
                </a:lnTo>
                <a:lnTo>
                  <a:pt x="1206842" y="70454"/>
                </a:lnTo>
                <a:cubicBezTo>
                  <a:pt x="1232913" y="60069"/>
                  <a:pt x="1257624" y="51037"/>
                  <a:pt x="1280954" y="44322"/>
                </a:cubicBezTo>
                <a:lnTo>
                  <a:pt x="1278012" y="34099"/>
                </a:lnTo>
                <a:moveTo>
                  <a:pt x="1129409" y="91101"/>
                </a:moveTo>
                <a:lnTo>
                  <a:pt x="1125277" y="81297"/>
                </a:lnTo>
                <a:cubicBezTo>
                  <a:pt x="1101449" y="91345"/>
                  <a:pt x="1076994" y="101575"/>
                  <a:pt x="1051915" y="111384"/>
                </a:cubicBezTo>
                <a:lnTo>
                  <a:pt x="1055791" y="121293"/>
                </a:lnTo>
                <a:lnTo>
                  <a:pt x="1059666" y="131199"/>
                </a:lnTo>
                <a:cubicBezTo>
                  <a:pt x="1085024" y="121278"/>
                  <a:pt x="1109700" y="110955"/>
                  <a:pt x="1133543" y="100905"/>
                </a:cubicBezTo>
                <a:lnTo>
                  <a:pt x="1129409" y="91101"/>
                </a:lnTo>
                <a:moveTo>
                  <a:pt x="980882" y="148171"/>
                </a:moveTo>
                <a:lnTo>
                  <a:pt x="977632" y="138041"/>
                </a:lnTo>
                <a:cubicBezTo>
                  <a:pt x="952797" y="146008"/>
                  <a:pt x="927512" y="153029"/>
                  <a:pt x="901833" y="158582"/>
                </a:cubicBezTo>
                <a:lnTo>
                  <a:pt x="904082" y="168980"/>
                </a:lnTo>
                <a:lnTo>
                  <a:pt x="906331" y="179379"/>
                </a:lnTo>
                <a:cubicBezTo>
                  <a:pt x="932805" y="173653"/>
                  <a:pt x="958765" y="166439"/>
                  <a:pt x="984131" y="158301"/>
                </a:cubicBezTo>
                <a:lnTo>
                  <a:pt x="980882" y="148171"/>
                </a:lnTo>
                <a:moveTo>
                  <a:pt x="825457" y="180833"/>
                </a:moveTo>
                <a:lnTo>
                  <a:pt x="824601" y="170229"/>
                </a:lnTo>
                <a:cubicBezTo>
                  <a:pt x="811698" y="171271"/>
                  <a:pt x="798717" y="171836"/>
                  <a:pt x="785664" y="171867"/>
                </a:cubicBezTo>
                <a:lnTo>
                  <a:pt x="785688" y="182505"/>
                </a:lnTo>
                <a:lnTo>
                  <a:pt x="785711" y="193144"/>
                </a:lnTo>
                <a:cubicBezTo>
                  <a:pt x="799347" y="193113"/>
                  <a:pt x="812885" y="192522"/>
                  <a:pt x="826314" y="191437"/>
                </a:cubicBezTo>
                <a:lnTo>
                  <a:pt x="825457" y="180833"/>
                </a:lnTo>
                <a:moveTo>
                  <a:pt x="785688" y="182505"/>
                </a:moveTo>
                <a:lnTo>
                  <a:pt x="785664" y="171867"/>
                </a:lnTo>
                <a:cubicBezTo>
                  <a:pt x="772179" y="171895"/>
                  <a:pt x="758761" y="171430"/>
                  <a:pt x="745419" y="170530"/>
                </a:cubicBezTo>
                <a:lnTo>
                  <a:pt x="744702" y="181145"/>
                </a:lnTo>
                <a:lnTo>
                  <a:pt x="743986" y="191758"/>
                </a:lnTo>
                <a:cubicBezTo>
                  <a:pt x="757795" y="192692"/>
                  <a:pt x="771707" y="193172"/>
                  <a:pt x="785711" y="193144"/>
                </a:cubicBezTo>
                <a:lnTo>
                  <a:pt x="785688" y="182505"/>
                </a:lnTo>
                <a:moveTo>
                  <a:pt x="663451" y="170638"/>
                </a:moveTo>
                <a:lnTo>
                  <a:pt x="665406" y="160178"/>
                </a:lnTo>
                <a:cubicBezTo>
                  <a:pt x="638668" y="155181"/>
                  <a:pt x="612339" y="148838"/>
                  <a:pt x="586485" y="141652"/>
                </a:cubicBezTo>
                <a:lnTo>
                  <a:pt x="583638" y="151905"/>
                </a:lnTo>
                <a:lnTo>
                  <a:pt x="580790" y="162154"/>
                </a:lnTo>
                <a:cubicBezTo>
                  <a:pt x="607114" y="169468"/>
                  <a:pt x="634047" y="175964"/>
                  <a:pt x="661497" y="181094"/>
                </a:cubicBezTo>
                <a:lnTo>
                  <a:pt x="663451" y="170638"/>
                </a:lnTo>
                <a:moveTo>
                  <a:pt x="505340" y="127607"/>
                </a:moveTo>
                <a:lnTo>
                  <a:pt x="508740" y="117528"/>
                </a:lnTo>
                <a:cubicBezTo>
                  <a:pt x="482334" y="108621"/>
                  <a:pt x="456627" y="99383"/>
                  <a:pt x="431615" y="90411"/>
                </a:cubicBezTo>
                <a:lnTo>
                  <a:pt x="428024" y="100425"/>
                </a:lnTo>
                <a:lnTo>
                  <a:pt x="424431" y="110438"/>
                </a:lnTo>
                <a:cubicBezTo>
                  <a:pt x="449404" y="119396"/>
                  <a:pt x="475307" y="128706"/>
                  <a:pt x="501940" y="137689"/>
                </a:cubicBezTo>
                <a:lnTo>
                  <a:pt x="505340" y="127607"/>
                </a:lnTo>
                <a:moveTo>
                  <a:pt x="350596" y="73447"/>
                </a:moveTo>
                <a:lnTo>
                  <a:pt x="353907" y="63336"/>
                </a:lnTo>
                <a:cubicBezTo>
                  <a:pt x="325983" y="54194"/>
                  <a:pt x="299143" y="46406"/>
                  <a:pt x="273672" y="41162"/>
                </a:cubicBezTo>
                <a:lnTo>
                  <a:pt x="271527" y="51582"/>
                </a:lnTo>
                <a:lnTo>
                  <a:pt x="269382" y="62002"/>
                </a:lnTo>
                <a:cubicBezTo>
                  <a:pt x="293742" y="67016"/>
                  <a:pt x="319732" y="74537"/>
                  <a:pt x="347287" y="83557"/>
                </a:cubicBezTo>
                <a:lnTo>
                  <a:pt x="350596" y="73447"/>
                </a:lnTo>
                <a:moveTo>
                  <a:pt x="190110" y="45751"/>
                </a:moveTo>
                <a:lnTo>
                  <a:pt x="188946" y="35177"/>
                </a:lnTo>
                <a:cubicBezTo>
                  <a:pt x="159285" y="38445"/>
                  <a:pt x="132303" y="48842"/>
                  <a:pt x="108921" y="69199"/>
                </a:cubicBezTo>
                <a:lnTo>
                  <a:pt x="115905" y="77223"/>
                </a:lnTo>
                <a:lnTo>
                  <a:pt x="122891" y="85246"/>
                </a:lnTo>
                <a:cubicBezTo>
                  <a:pt x="142581" y="68106"/>
                  <a:pt x="165330" y="59186"/>
                  <a:pt x="191276" y="56327"/>
                </a:cubicBezTo>
                <a:lnTo>
                  <a:pt x="190110" y="45751"/>
                </a:lnTo>
                <a:moveTo>
                  <a:pt x="69544" y="143770"/>
                </a:moveTo>
                <a:lnTo>
                  <a:pt x="59822" y="139452"/>
                </a:lnTo>
                <a:cubicBezTo>
                  <a:pt x="54446" y="151556"/>
                  <a:pt x="49512" y="164834"/>
                  <a:pt x="45024" y="179362"/>
                </a:cubicBezTo>
                <a:lnTo>
                  <a:pt x="55188" y="182503"/>
                </a:lnTo>
                <a:lnTo>
                  <a:pt x="65352" y="185643"/>
                </a:lnTo>
                <a:cubicBezTo>
                  <a:pt x="69624" y="171816"/>
                  <a:pt x="74272" y="159335"/>
                  <a:pt x="79266" y="148092"/>
                </a:cubicBezTo>
                <a:lnTo>
                  <a:pt x="69544" y="143770"/>
                </a:lnTo>
                <a:moveTo>
                  <a:pt x="55188" y="182503"/>
                </a:moveTo>
                <a:lnTo>
                  <a:pt x="45024" y="179362"/>
                </a:lnTo>
                <a:cubicBezTo>
                  <a:pt x="39299" y="197888"/>
                  <a:pt x="34253" y="216709"/>
                  <a:pt x="29912" y="235800"/>
                </a:cubicBezTo>
                <a:lnTo>
                  <a:pt x="40287" y="238156"/>
                </a:lnTo>
                <a:lnTo>
                  <a:pt x="50660" y="240516"/>
                </a:lnTo>
                <a:cubicBezTo>
                  <a:pt x="54880" y="221956"/>
                  <a:pt x="59786" y="203654"/>
                  <a:pt x="65352" y="185643"/>
                </a:cubicBezTo>
                <a:lnTo>
                  <a:pt x="55188" y="182503"/>
                </a:lnTo>
                <a:moveTo>
                  <a:pt x="23334" y="352053"/>
                </a:moveTo>
                <a:lnTo>
                  <a:pt x="12724" y="351283"/>
                </a:lnTo>
                <a:cubicBezTo>
                  <a:pt x="11328" y="370556"/>
                  <a:pt x="10638" y="390024"/>
                  <a:pt x="10682" y="409657"/>
                </a:cubicBezTo>
                <a:lnTo>
                  <a:pt x="21321" y="409634"/>
                </a:lnTo>
                <a:lnTo>
                  <a:pt x="31959" y="409609"/>
                </a:lnTo>
                <a:cubicBezTo>
                  <a:pt x="31917" y="390504"/>
                  <a:pt x="32587" y="371567"/>
                  <a:pt x="33945" y="352819"/>
                </a:cubicBezTo>
                <a:lnTo>
                  <a:pt x="23334" y="352053"/>
                </a:lnTo>
                <a:moveTo>
                  <a:pt x="1498274" y="139949"/>
                </a:moveTo>
                <a:lnTo>
                  <a:pt x="1518194" y="132473"/>
                </a:lnTo>
                <a:lnTo>
                  <a:pt x="1498274" y="139949"/>
                </a:lnTo>
                <a:moveTo>
                  <a:pt x="55188" y="182503"/>
                </a:moveTo>
                <a:lnTo>
                  <a:pt x="34859" y="176222"/>
                </a:lnTo>
                <a:lnTo>
                  <a:pt x="55188" y="182503"/>
                </a:lnTo>
                <a:moveTo>
                  <a:pt x="21321" y="409634"/>
                </a:moveTo>
                <a:lnTo>
                  <a:pt x="44" y="409680"/>
                </a:lnTo>
                <a:cubicBezTo>
                  <a:pt x="77" y="424432"/>
                  <a:pt x="517" y="439088"/>
                  <a:pt x="1353" y="453639"/>
                </a:cubicBezTo>
                <a:lnTo>
                  <a:pt x="22596" y="452418"/>
                </a:lnTo>
                <a:lnTo>
                  <a:pt x="43837" y="451197"/>
                </a:lnTo>
                <a:cubicBezTo>
                  <a:pt x="43045" y="437427"/>
                  <a:pt x="42629" y="423552"/>
                  <a:pt x="42598" y="409586"/>
                </a:cubicBezTo>
                <a:lnTo>
                  <a:pt x="21321" y="409634"/>
                </a:lnTo>
                <a:moveTo>
                  <a:pt x="32266" y="537426"/>
                </a:moveTo>
                <a:lnTo>
                  <a:pt x="11293" y="541015"/>
                </a:lnTo>
                <a:cubicBezTo>
                  <a:pt x="16278" y="570162"/>
                  <a:pt x="22871" y="598761"/>
                  <a:pt x="30980" y="626718"/>
                </a:cubicBezTo>
                <a:lnTo>
                  <a:pt x="51413" y="620793"/>
                </a:lnTo>
                <a:lnTo>
                  <a:pt x="71848" y="614865"/>
                </a:lnTo>
                <a:cubicBezTo>
                  <a:pt x="64185" y="588437"/>
                  <a:pt x="57952" y="561400"/>
                  <a:pt x="53239" y="533840"/>
                </a:cubicBezTo>
                <a:lnTo>
                  <a:pt x="32266" y="537426"/>
                </a:lnTo>
                <a:moveTo>
                  <a:pt x="79838" y="701451"/>
                </a:moveTo>
                <a:lnTo>
                  <a:pt x="60202" y="709645"/>
                </a:lnTo>
                <a:cubicBezTo>
                  <a:pt x="71545" y="736827"/>
                  <a:pt x="84372" y="763234"/>
                  <a:pt x="98583" y="788759"/>
                </a:cubicBezTo>
                <a:lnTo>
                  <a:pt x="117174" y="778410"/>
                </a:lnTo>
                <a:lnTo>
                  <a:pt x="135764" y="768061"/>
                </a:lnTo>
                <a:cubicBezTo>
                  <a:pt x="122325" y="743922"/>
                  <a:pt x="110197" y="718957"/>
                  <a:pt x="99474" y="693257"/>
                </a:cubicBezTo>
                <a:lnTo>
                  <a:pt x="79838" y="701451"/>
                </a:lnTo>
                <a:moveTo>
                  <a:pt x="162909" y="850695"/>
                </a:moveTo>
                <a:lnTo>
                  <a:pt x="145595" y="863063"/>
                </a:lnTo>
                <a:cubicBezTo>
                  <a:pt x="162658" y="886955"/>
                  <a:pt x="181028" y="909847"/>
                  <a:pt x="200600" y="931638"/>
                </a:cubicBezTo>
                <a:lnTo>
                  <a:pt x="216428" y="917419"/>
                </a:lnTo>
                <a:lnTo>
                  <a:pt x="232258" y="903200"/>
                </a:lnTo>
                <a:cubicBezTo>
                  <a:pt x="213742" y="882588"/>
                  <a:pt x="196365" y="860931"/>
                  <a:pt x="180224" y="838331"/>
                </a:cubicBezTo>
                <a:lnTo>
                  <a:pt x="162909" y="850695"/>
                </a:lnTo>
                <a:moveTo>
                  <a:pt x="277046" y="977769"/>
                </a:moveTo>
                <a:lnTo>
                  <a:pt x="262898" y="993660"/>
                </a:lnTo>
                <a:cubicBezTo>
                  <a:pt x="284773" y="1013136"/>
                  <a:pt x="307747" y="1031407"/>
                  <a:pt x="331716" y="1048362"/>
                </a:cubicBezTo>
                <a:lnTo>
                  <a:pt x="344004" y="1030992"/>
                </a:lnTo>
                <a:lnTo>
                  <a:pt x="356293" y="1013625"/>
                </a:lnTo>
                <a:cubicBezTo>
                  <a:pt x="333622" y="997583"/>
                  <a:pt x="311888" y="980301"/>
                  <a:pt x="291194" y="961878"/>
                </a:cubicBezTo>
                <a:lnTo>
                  <a:pt x="277046" y="977769"/>
                </a:lnTo>
                <a:moveTo>
                  <a:pt x="416492" y="1076410"/>
                </a:moveTo>
                <a:lnTo>
                  <a:pt x="406224" y="1095044"/>
                </a:lnTo>
                <a:cubicBezTo>
                  <a:pt x="431813" y="1109143"/>
                  <a:pt x="458274" y="1121854"/>
                  <a:pt x="485507" y="1133078"/>
                </a:cubicBezTo>
                <a:lnTo>
                  <a:pt x="493614" y="1113405"/>
                </a:lnTo>
                <a:lnTo>
                  <a:pt x="501720" y="1093732"/>
                </a:lnTo>
                <a:cubicBezTo>
                  <a:pt x="475976" y="1083125"/>
                  <a:pt x="450957" y="1071107"/>
                  <a:pt x="426760" y="1057774"/>
                </a:cubicBezTo>
                <a:lnTo>
                  <a:pt x="416492" y="1076410"/>
                </a:lnTo>
                <a:moveTo>
                  <a:pt x="574399" y="1141473"/>
                </a:moveTo>
                <a:lnTo>
                  <a:pt x="568563" y="1161935"/>
                </a:lnTo>
                <a:cubicBezTo>
                  <a:pt x="596555" y="1169919"/>
                  <a:pt x="625184" y="1176386"/>
                  <a:pt x="654353" y="1181241"/>
                </a:cubicBezTo>
                <a:lnTo>
                  <a:pt x="657847" y="1160254"/>
                </a:lnTo>
                <a:lnTo>
                  <a:pt x="661341" y="1139264"/>
                </a:lnTo>
                <a:cubicBezTo>
                  <a:pt x="633761" y="1134673"/>
                  <a:pt x="606695" y="1128560"/>
                  <a:pt x="580235" y="1121011"/>
                </a:cubicBezTo>
                <a:lnTo>
                  <a:pt x="574399" y="1141473"/>
                </a:lnTo>
                <a:moveTo>
                  <a:pt x="742897" y="1169550"/>
                </a:moveTo>
                <a:lnTo>
                  <a:pt x="741770" y="1190795"/>
                </a:lnTo>
                <a:cubicBezTo>
                  <a:pt x="756325" y="1191568"/>
                  <a:pt x="770984" y="1191942"/>
                  <a:pt x="785735" y="1191911"/>
                </a:cubicBezTo>
                <a:lnTo>
                  <a:pt x="785688" y="1170634"/>
                </a:lnTo>
                <a:lnTo>
                  <a:pt x="785641" y="1149357"/>
                </a:lnTo>
                <a:cubicBezTo>
                  <a:pt x="771674" y="1149389"/>
                  <a:pt x="757799" y="1149034"/>
                  <a:pt x="744026" y="1148301"/>
                </a:cubicBezTo>
                <a:lnTo>
                  <a:pt x="742897" y="1169550"/>
                </a:lnTo>
                <a:moveTo>
                  <a:pt x="785688" y="1170634"/>
                </a:moveTo>
                <a:lnTo>
                  <a:pt x="785735" y="1191911"/>
                </a:lnTo>
                <a:cubicBezTo>
                  <a:pt x="800486" y="1191880"/>
                  <a:pt x="815142" y="1191440"/>
                  <a:pt x="829694" y="1190602"/>
                </a:cubicBezTo>
                <a:lnTo>
                  <a:pt x="828473" y="1169360"/>
                </a:lnTo>
                <a:lnTo>
                  <a:pt x="827251" y="1148117"/>
                </a:lnTo>
                <a:cubicBezTo>
                  <a:pt x="813481" y="1148909"/>
                  <a:pt x="799607" y="1149326"/>
                  <a:pt x="785641" y="1149357"/>
                </a:cubicBezTo>
                <a:lnTo>
                  <a:pt x="785688" y="1170634"/>
                </a:lnTo>
                <a:moveTo>
                  <a:pt x="913481" y="1159689"/>
                </a:moveTo>
                <a:lnTo>
                  <a:pt x="917068" y="1180662"/>
                </a:lnTo>
                <a:cubicBezTo>
                  <a:pt x="946215" y="1175677"/>
                  <a:pt x="974816" y="1169084"/>
                  <a:pt x="1002772" y="1160975"/>
                </a:cubicBezTo>
                <a:lnTo>
                  <a:pt x="996847" y="1140542"/>
                </a:lnTo>
                <a:lnTo>
                  <a:pt x="990920" y="1120105"/>
                </a:lnTo>
                <a:cubicBezTo>
                  <a:pt x="964493" y="1127771"/>
                  <a:pt x="937455" y="1134003"/>
                  <a:pt x="909895" y="1138716"/>
                </a:cubicBezTo>
                <a:lnTo>
                  <a:pt x="913481" y="1159689"/>
                </a:lnTo>
                <a:moveTo>
                  <a:pt x="1077506" y="1112116"/>
                </a:moveTo>
                <a:lnTo>
                  <a:pt x="1085700" y="1131755"/>
                </a:lnTo>
                <a:cubicBezTo>
                  <a:pt x="1112883" y="1120409"/>
                  <a:pt x="1139288" y="1107582"/>
                  <a:pt x="1164814" y="1093372"/>
                </a:cubicBezTo>
                <a:lnTo>
                  <a:pt x="1154464" y="1074781"/>
                </a:lnTo>
                <a:lnTo>
                  <a:pt x="1144114" y="1056190"/>
                </a:lnTo>
                <a:cubicBezTo>
                  <a:pt x="1119976" y="1069630"/>
                  <a:pt x="1095010" y="1081757"/>
                  <a:pt x="1069312" y="1092480"/>
                </a:cubicBezTo>
                <a:lnTo>
                  <a:pt x="1077506" y="1112116"/>
                </a:lnTo>
                <a:moveTo>
                  <a:pt x="1226751" y="1029044"/>
                </a:moveTo>
                <a:lnTo>
                  <a:pt x="1239115" y="1046360"/>
                </a:lnTo>
                <a:cubicBezTo>
                  <a:pt x="1263009" y="1029297"/>
                  <a:pt x="1285902" y="1010928"/>
                  <a:pt x="1307692" y="991354"/>
                </a:cubicBezTo>
                <a:lnTo>
                  <a:pt x="1293473" y="975526"/>
                </a:lnTo>
                <a:lnTo>
                  <a:pt x="1279256" y="959697"/>
                </a:lnTo>
                <a:cubicBezTo>
                  <a:pt x="1258642" y="978214"/>
                  <a:pt x="1236986" y="995590"/>
                  <a:pt x="1214385" y="1011731"/>
                </a:cubicBezTo>
                <a:lnTo>
                  <a:pt x="1226751" y="1029044"/>
                </a:lnTo>
                <a:moveTo>
                  <a:pt x="1353824" y="914909"/>
                </a:moveTo>
                <a:lnTo>
                  <a:pt x="1369715" y="929057"/>
                </a:lnTo>
                <a:cubicBezTo>
                  <a:pt x="1389190" y="907181"/>
                  <a:pt x="1407459" y="884206"/>
                  <a:pt x="1424417" y="860238"/>
                </a:cubicBezTo>
                <a:lnTo>
                  <a:pt x="1407047" y="847950"/>
                </a:lnTo>
                <a:lnTo>
                  <a:pt x="1389679" y="835662"/>
                </a:lnTo>
                <a:cubicBezTo>
                  <a:pt x="1373639" y="858333"/>
                  <a:pt x="1356357" y="880067"/>
                  <a:pt x="1337932" y="900762"/>
                </a:cubicBezTo>
                <a:lnTo>
                  <a:pt x="1353824" y="914909"/>
                </a:lnTo>
                <a:moveTo>
                  <a:pt x="1452464" y="775463"/>
                </a:moveTo>
                <a:lnTo>
                  <a:pt x="1471099" y="785729"/>
                </a:lnTo>
                <a:cubicBezTo>
                  <a:pt x="1485199" y="760143"/>
                  <a:pt x="1497910" y="733681"/>
                  <a:pt x="1509131" y="706448"/>
                </a:cubicBezTo>
                <a:lnTo>
                  <a:pt x="1489460" y="698342"/>
                </a:lnTo>
                <a:lnTo>
                  <a:pt x="1469788" y="690233"/>
                </a:lnTo>
                <a:cubicBezTo>
                  <a:pt x="1459179" y="715979"/>
                  <a:pt x="1447161" y="740998"/>
                  <a:pt x="1433828" y="765196"/>
                </a:cubicBezTo>
                <a:lnTo>
                  <a:pt x="1452464" y="775463"/>
                </a:lnTo>
                <a:moveTo>
                  <a:pt x="1517527" y="617556"/>
                </a:moveTo>
                <a:lnTo>
                  <a:pt x="1537989" y="623393"/>
                </a:lnTo>
                <a:cubicBezTo>
                  <a:pt x="1545973" y="595399"/>
                  <a:pt x="1552439" y="566772"/>
                  <a:pt x="1557295" y="537602"/>
                </a:cubicBezTo>
                <a:lnTo>
                  <a:pt x="1536307" y="534107"/>
                </a:lnTo>
                <a:lnTo>
                  <a:pt x="1515319" y="530615"/>
                </a:lnTo>
                <a:cubicBezTo>
                  <a:pt x="1510727" y="558194"/>
                  <a:pt x="1504614" y="585260"/>
                  <a:pt x="1497066" y="611719"/>
                </a:cubicBezTo>
                <a:lnTo>
                  <a:pt x="1517527" y="617556"/>
                </a:lnTo>
                <a:moveTo>
                  <a:pt x="1545602" y="449056"/>
                </a:moveTo>
                <a:lnTo>
                  <a:pt x="1566849" y="450186"/>
                </a:lnTo>
                <a:cubicBezTo>
                  <a:pt x="1567623" y="435630"/>
                  <a:pt x="1567998" y="420971"/>
                  <a:pt x="1567965" y="406219"/>
                </a:cubicBezTo>
                <a:lnTo>
                  <a:pt x="1546688" y="406267"/>
                </a:lnTo>
                <a:lnTo>
                  <a:pt x="1525411" y="406315"/>
                </a:lnTo>
                <a:cubicBezTo>
                  <a:pt x="1525443" y="420281"/>
                  <a:pt x="1525088" y="434156"/>
                  <a:pt x="1524355" y="447929"/>
                </a:cubicBezTo>
                <a:lnTo>
                  <a:pt x="1545602" y="449056"/>
                </a:lnTo>
                <a:moveTo>
                  <a:pt x="1546688" y="406267"/>
                </a:moveTo>
                <a:lnTo>
                  <a:pt x="1567965" y="406219"/>
                </a:lnTo>
                <a:cubicBezTo>
                  <a:pt x="1567939" y="394513"/>
                  <a:pt x="1567657" y="382866"/>
                  <a:pt x="1567123" y="371283"/>
                </a:cubicBezTo>
                <a:lnTo>
                  <a:pt x="1545869" y="372262"/>
                </a:lnTo>
                <a:lnTo>
                  <a:pt x="1524615" y="373242"/>
                </a:lnTo>
                <a:cubicBezTo>
                  <a:pt x="1525120" y="384204"/>
                  <a:pt x="1525387" y="395231"/>
                  <a:pt x="1525411" y="406315"/>
                </a:cubicBezTo>
                <a:lnTo>
                  <a:pt x="1546688" y="406267"/>
                </a:lnTo>
                <a:moveTo>
                  <a:pt x="1539735" y="304531"/>
                </a:moveTo>
                <a:lnTo>
                  <a:pt x="1560819" y="301672"/>
                </a:lnTo>
                <a:cubicBezTo>
                  <a:pt x="1557664" y="278402"/>
                  <a:pt x="1553489" y="255455"/>
                  <a:pt x="1548341" y="232881"/>
                </a:cubicBezTo>
                <a:lnTo>
                  <a:pt x="1527596" y="237611"/>
                </a:lnTo>
                <a:lnTo>
                  <a:pt x="1506852" y="242344"/>
                </a:lnTo>
                <a:cubicBezTo>
                  <a:pt x="1511721" y="263686"/>
                  <a:pt x="1515669" y="285383"/>
                  <a:pt x="1518651" y="307387"/>
                </a:cubicBezTo>
                <a:lnTo>
                  <a:pt x="1539735" y="304531"/>
                </a:lnTo>
                <a:moveTo>
                  <a:pt x="1509508" y="172054"/>
                </a:moveTo>
                <a:lnTo>
                  <a:pt x="1529744" y="165479"/>
                </a:lnTo>
                <a:cubicBezTo>
                  <a:pt x="1526134" y="154366"/>
                  <a:pt x="1522281" y="143362"/>
                  <a:pt x="1518194" y="132473"/>
                </a:cubicBezTo>
                <a:lnTo>
                  <a:pt x="1498274" y="139949"/>
                </a:lnTo>
                <a:lnTo>
                  <a:pt x="1478355" y="147427"/>
                </a:lnTo>
                <a:cubicBezTo>
                  <a:pt x="1482217" y="157719"/>
                  <a:pt x="1485860" y="168122"/>
                  <a:pt x="1489273" y="178627"/>
                </a:cubicBezTo>
                <a:lnTo>
                  <a:pt x="1509508" y="172054"/>
                </a:lnTo>
                <a:moveTo>
                  <a:pt x="1498274" y="139949"/>
                </a:moveTo>
                <a:lnTo>
                  <a:pt x="1518194" y="132473"/>
                </a:lnTo>
                <a:cubicBezTo>
                  <a:pt x="1512835" y="118198"/>
                  <a:pt x="1507025" y="105175"/>
                  <a:pt x="1500743" y="93349"/>
                </a:cubicBezTo>
                <a:lnTo>
                  <a:pt x="1481953" y="103332"/>
                </a:lnTo>
                <a:lnTo>
                  <a:pt x="1463162" y="113312"/>
                </a:lnTo>
                <a:cubicBezTo>
                  <a:pt x="1468477" y="123320"/>
                  <a:pt x="1473555" y="134643"/>
                  <a:pt x="1478355" y="147427"/>
                </a:cubicBezTo>
                <a:lnTo>
                  <a:pt x="1498274" y="139949"/>
                </a:lnTo>
                <a:moveTo>
                  <a:pt x="1431395" y="43116"/>
                </a:moveTo>
                <a:lnTo>
                  <a:pt x="1443464" y="25592"/>
                </a:lnTo>
                <a:cubicBezTo>
                  <a:pt x="1416983" y="7351"/>
                  <a:pt x="1387427" y="54"/>
                  <a:pt x="1356294" y="0"/>
                </a:cubicBezTo>
                <a:lnTo>
                  <a:pt x="1356259" y="21277"/>
                </a:lnTo>
                <a:lnTo>
                  <a:pt x="1356222" y="42554"/>
                </a:lnTo>
                <a:cubicBezTo>
                  <a:pt x="1380474" y="42593"/>
                  <a:pt x="1401216" y="48164"/>
                  <a:pt x="1419325" y="60636"/>
                </a:cubicBezTo>
                <a:lnTo>
                  <a:pt x="1431395" y="43116"/>
                </a:lnTo>
                <a:moveTo>
                  <a:pt x="1278012" y="34099"/>
                </a:moveTo>
                <a:lnTo>
                  <a:pt x="1272128" y="13654"/>
                </a:lnTo>
                <a:cubicBezTo>
                  <a:pt x="1247349" y="20783"/>
                  <a:pt x="1221537" y="30246"/>
                  <a:pt x="1195031" y="40805"/>
                </a:cubicBezTo>
                <a:lnTo>
                  <a:pt x="1202906" y="60571"/>
                </a:lnTo>
                <a:lnTo>
                  <a:pt x="1210780" y="80337"/>
                </a:lnTo>
                <a:cubicBezTo>
                  <a:pt x="1236705" y="70009"/>
                  <a:pt x="1261049" y="61122"/>
                  <a:pt x="1283896" y="54546"/>
                </a:cubicBezTo>
                <a:lnTo>
                  <a:pt x="1278012" y="34099"/>
                </a:lnTo>
                <a:moveTo>
                  <a:pt x="1129409" y="91101"/>
                </a:moveTo>
                <a:lnTo>
                  <a:pt x="1121143" y="71496"/>
                </a:lnTo>
                <a:cubicBezTo>
                  <a:pt x="1097324" y="81538"/>
                  <a:pt x="1072978" y="91723"/>
                  <a:pt x="1048040" y="101478"/>
                </a:cubicBezTo>
                <a:lnTo>
                  <a:pt x="1055791" y="121293"/>
                </a:lnTo>
                <a:lnTo>
                  <a:pt x="1063542" y="141107"/>
                </a:lnTo>
                <a:cubicBezTo>
                  <a:pt x="1089039" y="131133"/>
                  <a:pt x="1113827" y="120762"/>
                  <a:pt x="1137676" y="110705"/>
                </a:cubicBezTo>
                <a:lnTo>
                  <a:pt x="1129409" y="91101"/>
                </a:lnTo>
                <a:moveTo>
                  <a:pt x="980882" y="148171"/>
                </a:moveTo>
                <a:lnTo>
                  <a:pt x="974384" y="127911"/>
                </a:lnTo>
                <a:cubicBezTo>
                  <a:pt x="949813" y="135792"/>
                  <a:pt x="924866" y="142717"/>
                  <a:pt x="899585" y="148185"/>
                </a:cubicBezTo>
                <a:lnTo>
                  <a:pt x="904082" y="168980"/>
                </a:lnTo>
                <a:lnTo>
                  <a:pt x="908579" y="189777"/>
                </a:lnTo>
                <a:cubicBezTo>
                  <a:pt x="935451" y="183968"/>
                  <a:pt x="961750" y="176654"/>
                  <a:pt x="987381" y="168432"/>
                </a:cubicBezTo>
                <a:lnTo>
                  <a:pt x="980882" y="148171"/>
                </a:lnTo>
                <a:moveTo>
                  <a:pt x="825457" y="180833"/>
                </a:moveTo>
                <a:lnTo>
                  <a:pt x="823745" y="159624"/>
                </a:lnTo>
                <a:cubicBezTo>
                  <a:pt x="811103" y="160647"/>
                  <a:pt x="798401" y="161200"/>
                  <a:pt x="785641" y="161229"/>
                </a:cubicBezTo>
                <a:lnTo>
                  <a:pt x="785688" y="182505"/>
                </a:lnTo>
                <a:lnTo>
                  <a:pt x="785735" y="203782"/>
                </a:lnTo>
                <a:cubicBezTo>
                  <a:pt x="799663" y="203751"/>
                  <a:pt x="813478" y="203146"/>
                  <a:pt x="827170" y="202042"/>
                </a:cubicBezTo>
                <a:lnTo>
                  <a:pt x="825457" y="180833"/>
                </a:lnTo>
                <a:moveTo>
                  <a:pt x="785688" y="182505"/>
                </a:moveTo>
                <a:lnTo>
                  <a:pt x="785641" y="161229"/>
                </a:lnTo>
                <a:cubicBezTo>
                  <a:pt x="772415" y="161257"/>
                  <a:pt x="759244" y="160800"/>
                  <a:pt x="746135" y="159917"/>
                </a:cubicBezTo>
                <a:lnTo>
                  <a:pt x="744702" y="181145"/>
                </a:lnTo>
                <a:lnTo>
                  <a:pt x="743269" y="202374"/>
                </a:lnTo>
                <a:cubicBezTo>
                  <a:pt x="757311" y="203322"/>
                  <a:pt x="771470" y="203813"/>
                  <a:pt x="785735" y="203782"/>
                </a:cubicBezTo>
                <a:lnTo>
                  <a:pt x="785688" y="182505"/>
                </a:lnTo>
                <a:moveTo>
                  <a:pt x="663451" y="170638"/>
                </a:moveTo>
                <a:lnTo>
                  <a:pt x="667361" y="149721"/>
                </a:lnTo>
                <a:cubicBezTo>
                  <a:pt x="640978" y="144790"/>
                  <a:pt x="614951" y="138521"/>
                  <a:pt x="589335" y="131403"/>
                </a:cubicBezTo>
                <a:lnTo>
                  <a:pt x="583638" y="151905"/>
                </a:lnTo>
                <a:lnTo>
                  <a:pt x="577942" y="172404"/>
                </a:lnTo>
                <a:cubicBezTo>
                  <a:pt x="604500" y="179783"/>
                  <a:pt x="631738" y="186355"/>
                  <a:pt x="659542" y="191551"/>
                </a:cubicBezTo>
                <a:lnTo>
                  <a:pt x="663451" y="170638"/>
                </a:lnTo>
                <a:moveTo>
                  <a:pt x="505340" y="127607"/>
                </a:moveTo>
                <a:lnTo>
                  <a:pt x="512140" y="107446"/>
                </a:lnTo>
                <a:cubicBezTo>
                  <a:pt x="485848" y="98579"/>
                  <a:pt x="460238" y="89377"/>
                  <a:pt x="435208" y="80397"/>
                </a:cubicBezTo>
                <a:lnTo>
                  <a:pt x="428024" y="100425"/>
                </a:lnTo>
                <a:lnTo>
                  <a:pt x="420839" y="120452"/>
                </a:lnTo>
                <a:cubicBezTo>
                  <a:pt x="445793" y="129404"/>
                  <a:pt x="471794" y="138748"/>
                  <a:pt x="498540" y="147768"/>
                </a:cubicBezTo>
                <a:lnTo>
                  <a:pt x="505340" y="127607"/>
                </a:lnTo>
                <a:moveTo>
                  <a:pt x="350596" y="73447"/>
                </a:moveTo>
                <a:lnTo>
                  <a:pt x="357216" y="53226"/>
                </a:lnTo>
                <a:cubicBezTo>
                  <a:pt x="329109" y="44024"/>
                  <a:pt x="301845" y="36100"/>
                  <a:pt x="275817" y="30743"/>
                </a:cubicBezTo>
                <a:lnTo>
                  <a:pt x="271527" y="51582"/>
                </a:lnTo>
                <a:lnTo>
                  <a:pt x="267237" y="72422"/>
                </a:lnTo>
                <a:cubicBezTo>
                  <a:pt x="291042" y="77322"/>
                  <a:pt x="316606" y="84707"/>
                  <a:pt x="343978" y="93667"/>
                </a:cubicBezTo>
                <a:lnTo>
                  <a:pt x="350596" y="73447"/>
                </a:lnTo>
                <a:moveTo>
                  <a:pt x="190110" y="45751"/>
                </a:moveTo>
                <a:lnTo>
                  <a:pt x="187781" y="24602"/>
                </a:lnTo>
                <a:cubicBezTo>
                  <a:pt x="156263" y="28074"/>
                  <a:pt x="127164" y="39209"/>
                  <a:pt x="101935" y="61176"/>
                </a:cubicBezTo>
                <a:lnTo>
                  <a:pt x="115905" y="77223"/>
                </a:lnTo>
                <a:lnTo>
                  <a:pt x="129877" y="93270"/>
                </a:lnTo>
                <a:cubicBezTo>
                  <a:pt x="147718" y="77737"/>
                  <a:pt x="168352" y="69554"/>
                  <a:pt x="192441" y="66900"/>
                </a:cubicBezTo>
                <a:lnTo>
                  <a:pt x="190110" y="45751"/>
                </a:lnTo>
                <a:moveTo>
                  <a:pt x="69544" y="143770"/>
                </a:moveTo>
                <a:lnTo>
                  <a:pt x="50099" y="135134"/>
                </a:lnTo>
                <a:cubicBezTo>
                  <a:pt x="44533" y="147666"/>
                  <a:pt x="39456" y="161345"/>
                  <a:pt x="34859" y="176222"/>
                </a:cubicBezTo>
                <a:lnTo>
                  <a:pt x="55188" y="182503"/>
                </a:lnTo>
                <a:lnTo>
                  <a:pt x="75517" y="188783"/>
                </a:lnTo>
                <a:cubicBezTo>
                  <a:pt x="79680" y="175308"/>
                  <a:pt x="84185" y="163225"/>
                  <a:pt x="88988" y="152410"/>
                </a:cubicBezTo>
                <a:lnTo>
                  <a:pt x="69544" y="143770"/>
                </a:lnTo>
                <a:moveTo>
                  <a:pt x="55188" y="182503"/>
                </a:moveTo>
                <a:lnTo>
                  <a:pt x="34859" y="176222"/>
                </a:lnTo>
                <a:cubicBezTo>
                  <a:pt x="29055" y="195004"/>
                  <a:pt x="23939" y="214086"/>
                  <a:pt x="19538" y="233440"/>
                </a:cubicBezTo>
                <a:lnTo>
                  <a:pt x="40287" y="238156"/>
                </a:lnTo>
                <a:lnTo>
                  <a:pt x="61034" y="242875"/>
                </a:lnTo>
                <a:cubicBezTo>
                  <a:pt x="65193" y="224579"/>
                  <a:pt x="70030" y="206539"/>
                  <a:pt x="75517" y="188783"/>
                </a:cubicBezTo>
                <a:lnTo>
                  <a:pt x="55188" y="182503"/>
                </a:lnTo>
                <a:moveTo>
                  <a:pt x="23334" y="352053"/>
                </a:moveTo>
                <a:lnTo>
                  <a:pt x="2112" y="350514"/>
                </a:lnTo>
                <a:cubicBezTo>
                  <a:pt x="698" y="370050"/>
                  <a:pt x="0" y="389783"/>
                  <a:pt x="44" y="409680"/>
                </a:cubicBezTo>
                <a:lnTo>
                  <a:pt x="21321" y="409634"/>
                </a:lnTo>
                <a:lnTo>
                  <a:pt x="42598" y="409586"/>
                </a:lnTo>
                <a:cubicBezTo>
                  <a:pt x="42555" y="390745"/>
                  <a:pt x="43217" y="372072"/>
                  <a:pt x="44555" y="353589"/>
                </a:cubicBezTo>
                <a:lnTo>
                  <a:pt x="23334" y="3520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1B228012-D63D-4FE0-A96B-54FD0685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670" y="45532"/>
            <a:ext cx="2073698" cy="1794852"/>
          </a:xfrm>
          <a:custGeom xmlns:a="http://schemas.openxmlformats.org/drawingml/2006/main">
            <a:pathLst>
              <a:path w="1526472" h="1321210">
                <a:moveTo>
                  <a:pt x="175" y="559282"/>
                </a:moveTo>
                <a:cubicBezTo>
                  <a:pt x="0" y="480208"/>
                  <a:pt x="11865" y="403919"/>
                  <a:pt x="34042" y="332150"/>
                </a:cubicBezTo>
                <a:cubicBezTo>
                  <a:pt x="130000" y="21603"/>
                  <a:pt x="422396" y="332908"/>
                  <a:pt x="764542" y="332153"/>
                </a:cubicBezTo>
                <a:cubicBezTo>
                  <a:pt x="1092044" y="331429"/>
                  <a:pt x="1368422" y="0"/>
                  <a:pt x="1477128" y="289597"/>
                </a:cubicBezTo>
                <a:cubicBezTo>
                  <a:pt x="1508234" y="372467"/>
                  <a:pt x="1525335" y="462199"/>
                  <a:pt x="1525542" y="555915"/>
                </a:cubicBezTo>
                <a:cubicBezTo>
                  <a:pt x="1526472" y="977133"/>
                  <a:pt x="1185760" y="1319353"/>
                  <a:pt x="764542" y="1320282"/>
                </a:cubicBezTo>
                <a:cubicBezTo>
                  <a:pt x="343322" y="1321210"/>
                  <a:pt x="1104" y="980500"/>
                  <a:pt x="175" y="5592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B19D4168-AD12-48E0-B173-EA7B4EFA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525" y="126610"/>
            <a:ext cx="2129273" cy="1829229"/>
          </a:xfrm>
          <a:custGeom xmlns:a="http://schemas.openxmlformats.org/drawingml/2006/main">
            <a:pathLst>
              <a:path w="1567382" h="1346516">
                <a:moveTo>
                  <a:pt x="232377" y="35759"/>
                </a:moveTo>
                <a:lnTo>
                  <a:pt x="241717" y="30663"/>
                </a:lnTo>
                <a:lnTo>
                  <a:pt x="234741" y="17878"/>
                </a:lnTo>
                <a:lnTo>
                  <a:pt x="224683" y="28412"/>
                </a:lnTo>
                <a:lnTo>
                  <a:pt x="232377" y="35759"/>
                </a:lnTo>
                <a:moveTo>
                  <a:pt x="1335030" y="35759"/>
                </a:moveTo>
                <a:lnTo>
                  <a:pt x="1342714" y="28403"/>
                </a:lnTo>
                <a:lnTo>
                  <a:pt x="1335829" y="21212"/>
                </a:lnTo>
                <a:lnTo>
                  <a:pt x="1328199" y="27605"/>
                </a:lnTo>
                <a:lnTo>
                  <a:pt x="1335030" y="35759"/>
                </a:lnTo>
                <a:moveTo>
                  <a:pt x="28124" y="666824"/>
                </a:moveTo>
                <a:lnTo>
                  <a:pt x="17584" y="668275"/>
                </a:lnTo>
                <a:cubicBezTo>
                  <a:pt x="19569" y="682695"/>
                  <a:pt x="21940" y="696968"/>
                  <a:pt x="24685" y="711084"/>
                </a:cubicBezTo>
                <a:lnTo>
                  <a:pt x="35128" y="709052"/>
                </a:lnTo>
                <a:lnTo>
                  <a:pt x="45570" y="707022"/>
                </a:lnTo>
                <a:cubicBezTo>
                  <a:pt x="42901" y="693291"/>
                  <a:pt x="40595" y="679405"/>
                  <a:pt x="38663" y="665376"/>
                </a:cubicBezTo>
                <a:lnTo>
                  <a:pt x="28124" y="666824"/>
                </a:lnTo>
                <a:moveTo>
                  <a:pt x="56118" y="791995"/>
                </a:moveTo>
                <a:lnTo>
                  <a:pt x="45968" y="795178"/>
                </a:lnTo>
                <a:cubicBezTo>
                  <a:pt x="54697" y="823011"/>
                  <a:pt x="64926" y="850094"/>
                  <a:pt x="76550" y="876345"/>
                </a:cubicBezTo>
                <a:lnTo>
                  <a:pt x="86278" y="872038"/>
                </a:lnTo>
                <a:lnTo>
                  <a:pt x="96006" y="867731"/>
                </a:lnTo>
                <a:cubicBezTo>
                  <a:pt x="84704" y="842206"/>
                  <a:pt x="74757" y="815876"/>
                  <a:pt x="66268" y="788813"/>
                </a:cubicBezTo>
                <a:lnTo>
                  <a:pt x="56118" y="791995"/>
                </a:lnTo>
                <a:moveTo>
                  <a:pt x="125268" y="948153"/>
                </a:moveTo>
                <a:lnTo>
                  <a:pt x="116088" y="953531"/>
                </a:lnTo>
                <a:cubicBezTo>
                  <a:pt x="130773" y="978598"/>
                  <a:pt x="146806" y="1002711"/>
                  <a:pt x="164076" y="1025782"/>
                </a:cubicBezTo>
                <a:lnTo>
                  <a:pt x="172592" y="1019405"/>
                </a:lnTo>
                <a:lnTo>
                  <a:pt x="181109" y="1013031"/>
                </a:lnTo>
                <a:cubicBezTo>
                  <a:pt x="164315" y="990596"/>
                  <a:pt x="148725" y="967150"/>
                  <a:pt x="134448" y="942776"/>
                </a:cubicBezTo>
                <a:lnTo>
                  <a:pt x="125268" y="948153"/>
                </a:lnTo>
                <a:moveTo>
                  <a:pt x="227614" y="1084902"/>
                </a:moveTo>
                <a:lnTo>
                  <a:pt x="219865" y="1092191"/>
                </a:lnTo>
                <a:cubicBezTo>
                  <a:pt x="239706" y="1113289"/>
                  <a:pt x="260695" y="1133237"/>
                  <a:pt x="282713" y="1151947"/>
                </a:cubicBezTo>
                <a:lnTo>
                  <a:pt x="289602" y="1143841"/>
                </a:lnTo>
                <a:lnTo>
                  <a:pt x="296490" y="1135735"/>
                </a:lnTo>
                <a:cubicBezTo>
                  <a:pt x="275076" y="1117536"/>
                  <a:pt x="254662" y="1098133"/>
                  <a:pt x="235364" y="1077614"/>
                </a:cubicBezTo>
                <a:lnTo>
                  <a:pt x="227614" y="1084902"/>
                </a:lnTo>
                <a:moveTo>
                  <a:pt x="357768" y="1195511"/>
                </a:moveTo>
                <a:lnTo>
                  <a:pt x="351824" y="1204335"/>
                </a:lnTo>
                <a:cubicBezTo>
                  <a:pt x="375788" y="1220479"/>
                  <a:pt x="400665" y="1235297"/>
                  <a:pt x="426340" y="1248700"/>
                </a:cubicBezTo>
                <a:lnTo>
                  <a:pt x="431263" y="1239272"/>
                </a:lnTo>
                <a:lnTo>
                  <a:pt x="436186" y="1229840"/>
                </a:lnTo>
                <a:cubicBezTo>
                  <a:pt x="411216" y="1216802"/>
                  <a:pt x="387020" y="1202391"/>
                  <a:pt x="363712" y="1186690"/>
                </a:cubicBezTo>
                <a:lnTo>
                  <a:pt x="357768" y="1195511"/>
                </a:lnTo>
                <a:moveTo>
                  <a:pt x="509189" y="1274551"/>
                </a:moveTo>
                <a:lnTo>
                  <a:pt x="505352" y="1284471"/>
                </a:lnTo>
                <a:cubicBezTo>
                  <a:pt x="532230" y="1294866"/>
                  <a:pt x="559777" y="1303789"/>
                  <a:pt x="587881" y="1311154"/>
                </a:cubicBezTo>
                <a:lnTo>
                  <a:pt x="590578" y="1300862"/>
                </a:lnTo>
                <a:lnTo>
                  <a:pt x="593275" y="1290573"/>
                </a:lnTo>
                <a:cubicBezTo>
                  <a:pt x="565950" y="1283409"/>
                  <a:pt x="539163" y="1274736"/>
                  <a:pt x="513026" y="1264628"/>
                </a:cubicBezTo>
                <a:lnTo>
                  <a:pt x="509189" y="1274551"/>
                </a:lnTo>
                <a:moveTo>
                  <a:pt x="674398" y="1317837"/>
                </a:moveTo>
                <a:lnTo>
                  <a:pt x="672879" y="1328368"/>
                </a:lnTo>
                <a:cubicBezTo>
                  <a:pt x="701296" y="1332465"/>
                  <a:pt x="730134" y="1334997"/>
                  <a:pt x="759289" y="1335883"/>
                </a:cubicBezTo>
                <a:lnTo>
                  <a:pt x="759612" y="1325250"/>
                </a:lnTo>
                <a:lnTo>
                  <a:pt x="759935" y="1314618"/>
                </a:lnTo>
                <a:cubicBezTo>
                  <a:pt x="731585" y="1313755"/>
                  <a:pt x="703545" y="1311293"/>
                  <a:pt x="675917" y="1307307"/>
                </a:cubicBezTo>
                <a:lnTo>
                  <a:pt x="674398" y="1317837"/>
                </a:lnTo>
                <a:moveTo>
                  <a:pt x="845141" y="1323050"/>
                </a:moveTo>
                <a:lnTo>
                  <a:pt x="846008" y="1333652"/>
                </a:lnTo>
                <a:cubicBezTo>
                  <a:pt x="860340" y="1332482"/>
                  <a:pt x="874722" y="1330909"/>
                  <a:pt x="889141" y="1328924"/>
                </a:cubicBezTo>
                <a:lnTo>
                  <a:pt x="887690" y="1318385"/>
                </a:lnTo>
                <a:lnTo>
                  <a:pt x="886239" y="1307846"/>
                </a:lnTo>
                <a:cubicBezTo>
                  <a:pt x="872208" y="1309777"/>
                  <a:pt x="858216" y="1311307"/>
                  <a:pt x="844275" y="1312446"/>
                </a:cubicBezTo>
                <a:lnTo>
                  <a:pt x="845141" y="1323050"/>
                </a:lnTo>
                <a:moveTo>
                  <a:pt x="887690" y="1318385"/>
                </a:moveTo>
                <a:lnTo>
                  <a:pt x="889141" y="1328924"/>
                </a:lnTo>
                <a:cubicBezTo>
                  <a:pt x="903560" y="1326940"/>
                  <a:pt x="917831" y="1324569"/>
                  <a:pt x="931947" y="1321824"/>
                </a:cubicBezTo>
                <a:lnTo>
                  <a:pt x="929917" y="1311381"/>
                </a:lnTo>
                <a:lnTo>
                  <a:pt x="927886" y="1300939"/>
                </a:lnTo>
                <a:cubicBezTo>
                  <a:pt x="914154" y="1303607"/>
                  <a:pt x="900269" y="1305913"/>
                  <a:pt x="886239" y="1307846"/>
                </a:cubicBezTo>
                <a:lnTo>
                  <a:pt x="887690" y="1318385"/>
                </a:lnTo>
                <a:moveTo>
                  <a:pt x="1012860" y="1290391"/>
                </a:moveTo>
                <a:lnTo>
                  <a:pt x="1016044" y="1300541"/>
                </a:lnTo>
                <a:cubicBezTo>
                  <a:pt x="1043875" y="1291811"/>
                  <a:pt x="1070956" y="1281581"/>
                  <a:pt x="1097207" y="1269957"/>
                </a:cubicBezTo>
                <a:lnTo>
                  <a:pt x="1092900" y="1260230"/>
                </a:lnTo>
                <a:lnTo>
                  <a:pt x="1088593" y="1250503"/>
                </a:lnTo>
                <a:cubicBezTo>
                  <a:pt x="1063070" y="1261803"/>
                  <a:pt x="1036739" y="1271752"/>
                  <a:pt x="1009675" y="1280241"/>
                </a:cubicBezTo>
                <a:lnTo>
                  <a:pt x="1012860" y="1290391"/>
                </a:lnTo>
                <a:moveTo>
                  <a:pt x="1169017" y="1221240"/>
                </a:moveTo>
                <a:lnTo>
                  <a:pt x="1174395" y="1230419"/>
                </a:lnTo>
                <a:cubicBezTo>
                  <a:pt x="1199463" y="1215735"/>
                  <a:pt x="1223575" y="1199702"/>
                  <a:pt x="1246645" y="1182431"/>
                </a:cubicBezTo>
                <a:lnTo>
                  <a:pt x="1240269" y="1173916"/>
                </a:lnTo>
                <a:lnTo>
                  <a:pt x="1233894" y="1165399"/>
                </a:lnTo>
                <a:cubicBezTo>
                  <a:pt x="1211460" y="1182193"/>
                  <a:pt x="1188014" y="1197783"/>
                  <a:pt x="1163640" y="1212061"/>
                </a:cubicBezTo>
                <a:lnTo>
                  <a:pt x="1169017" y="1221240"/>
                </a:lnTo>
                <a:moveTo>
                  <a:pt x="1305767" y="1118893"/>
                </a:moveTo>
                <a:lnTo>
                  <a:pt x="1313055" y="1126644"/>
                </a:lnTo>
                <a:cubicBezTo>
                  <a:pt x="1334153" y="1106801"/>
                  <a:pt x="1354101" y="1085814"/>
                  <a:pt x="1372811" y="1063796"/>
                </a:cubicBezTo>
                <a:lnTo>
                  <a:pt x="1364705" y="1056905"/>
                </a:lnTo>
                <a:lnTo>
                  <a:pt x="1356598" y="1050017"/>
                </a:lnTo>
                <a:cubicBezTo>
                  <a:pt x="1338399" y="1071433"/>
                  <a:pt x="1318997" y="1091847"/>
                  <a:pt x="1298478" y="1111145"/>
                </a:cubicBezTo>
                <a:lnTo>
                  <a:pt x="1305767" y="1118893"/>
                </a:lnTo>
                <a:moveTo>
                  <a:pt x="1416375" y="988739"/>
                </a:moveTo>
                <a:lnTo>
                  <a:pt x="1425198" y="994685"/>
                </a:lnTo>
                <a:cubicBezTo>
                  <a:pt x="1441342" y="970719"/>
                  <a:pt x="1456161" y="945842"/>
                  <a:pt x="1469565" y="920167"/>
                </a:cubicBezTo>
                <a:lnTo>
                  <a:pt x="1460134" y="915244"/>
                </a:lnTo>
                <a:lnTo>
                  <a:pt x="1450703" y="910321"/>
                </a:lnTo>
                <a:cubicBezTo>
                  <a:pt x="1437666" y="935292"/>
                  <a:pt x="1423255" y="959487"/>
                  <a:pt x="1407553" y="982797"/>
                </a:cubicBezTo>
                <a:lnTo>
                  <a:pt x="1416375" y="988739"/>
                </a:lnTo>
                <a:moveTo>
                  <a:pt x="1495414" y="837320"/>
                </a:moveTo>
                <a:lnTo>
                  <a:pt x="1505335" y="841156"/>
                </a:lnTo>
                <a:cubicBezTo>
                  <a:pt x="1515730" y="814277"/>
                  <a:pt x="1524653" y="786732"/>
                  <a:pt x="1532018" y="758626"/>
                </a:cubicBezTo>
                <a:lnTo>
                  <a:pt x="1521728" y="755929"/>
                </a:lnTo>
                <a:lnTo>
                  <a:pt x="1511435" y="753232"/>
                </a:lnTo>
                <a:cubicBezTo>
                  <a:pt x="1504275" y="780559"/>
                  <a:pt x="1495599" y="807344"/>
                  <a:pt x="1485491" y="833482"/>
                </a:cubicBezTo>
                <a:lnTo>
                  <a:pt x="1495414" y="837320"/>
                </a:lnTo>
                <a:moveTo>
                  <a:pt x="1538702" y="672111"/>
                </a:moveTo>
                <a:lnTo>
                  <a:pt x="1549231" y="673630"/>
                </a:lnTo>
                <a:cubicBezTo>
                  <a:pt x="1553329" y="645213"/>
                  <a:pt x="1555862" y="616375"/>
                  <a:pt x="1556747" y="587219"/>
                </a:cubicBezTo>
                <a:lnTo>
                  <a:pt x="1546113" y="586896"/>
                </a:lnTo>
                <a:lnTo>
                  <a:pt x="1535481" y="586572"/>
                </a:lnTo>
                <a:cubicBezTo>
                  <a:pt x="1534619" y="614924"/>
                  <a:pt x="1532157" y="642964"/>
                  <a:pt x="1528171" y="670592"/>
                </a:cubicBezTo>
                <a:lnTo>
                  <a:pt x="1538702" y="672111"/>
                </a:lnTo>
                <a:moveTo>
                  <a:pt x="1543914" y="501368"/>
                </a:moveTo>
                <a:lnTo>
                  <a:pt x="1554517" y="500499"/>
                </a:lnTo>
                <a:cubicBezTo>
                  <a:pt x="1553346" y="486167"/>
                  <a:pt x="1551772" y="471787"/>
                  <a:pt x="1549787" y="457367"/>
                </a:cubicBezTo>
                <a:lnTo>
                  <a:pt x="1539248" y="458817"/>
                </a:lnTo>
                <a:lnTo>
                  <a:pt x="1528709" y="460268"/>
                </a:lnTo>
                <a:cubicBezTo>
                  <a:pt x="1530640" y="474299"/>
                  <a:pt x="1532171" y="488291"/>
                  <a:pt x="1533310" y="502234"/>
                </a:cubicBezTo>
                <a:lnTo>
                  <a:pt x="1543914" y="501368"/>
                </a:lnTo>
                <a:moveTo>
                  <a:pt x="1539248" y="458817"/>
                </a:moveTo>
                <a:lnTo>
                  <a:pt x="1549787" y="457367"/>
                </a:lnTo>
                <a:cubicBezTo>
                  <a:pt x="1547942" y="443966"/>
                  <a:pt x="1545764" y="430690"/>
                  <a:pt x="1543263" y="417550"/>
                </a:cubicBezTo>
                <a:lnTo>
                  <a:pt x="1532812" y="419540"/>
                </a:lnTo>
                <a:lnTo>
                  <a:pt x="1522361" y="421528"/>
                </a:lnTo>
                <a:cubicBezTo>
                  <a:pt x="1524795" y="434312"/>
                  <a:pt x="1526913" y="447228"/>
                  <a:pt x="1528709" y="460268"/>
                </a:cubicBezTo>
                <a:lnTo>
                  <a:pt x="1539248" y="458817"/>
                </a:lnTo>
                <a:moveTo>
                  <a:pt x="1513898" y="342260"/>
                </a:moveTo>
                <a:lnTo>
                  <a:pt x="1524087" y="339197"/>
                </a:lnTo>
                <a:cubicBezTo>
                  <a:pt x="1516278" y="313224"/>
                  <a:pt x="1507167" y="287893"/>
                  <a:pt x="1496839" y="263263"/>
                </a:cubicBezTo>
                <a:lnTo>
                  <a:pt x="1487028" y="267377"/>
                </a:lnTo>
                <a:lnTo>
                  <a:pt x="1477218" y="271491"/>
                </a:lnTo>
                <a:cubicBezTo>
                  <a:pt x="1487258" y="295437"/>
                  <a:pt x="1496117" y="320069"/>
                  <a:pt x="1503711" y="345324"/>
                </a:cubicBezTo>
                <a:lnTo>
                  <a:pt x="1513898" y="342260"/>
                </a:lnTo>
                <a:moveTo>
                  <a:pt x="1452446" y="195719"/>
                </a:moveTo>
                <a:lnTo>
                  <a:pt x="1461771" y="190597"/>
                </a:lnTo>
                <a:cubicBezTo>
                  <a:pt x="1448762" y="166910"/>
                  <a:pt x="1434567" y="144029"/>
                  <a:pt x="1419278" y="122020"/>
                </a:cubicBezTo>
                <a:lnTo>
                  <a:pt x="1410541" y="128090"/>
                </a:lnTo>
                <a:lnTo>
                  <a:pt x="1401803" y="134160"/>
                </a:lnTo>
                <a:cubicBezTo>
                  <a:pt x="1416671" y="155562"/>
                  <a:pt x="1430473" y="177809"/>
                  <a:pt x="1443122" y="200841"/>
                </a:cubicBezTo>
                <a:lnTo>
                  <a:pt x="1452446" y="195719"/>
                </a:lnTo>
                <a:moveTo>
                  <a:pt x="1361795" y="65207"/>
                </a:moveTo>
                <a:lnTo>
                  <a:pt x="1369851" y="58260"/>
                </a:lnTo>
                <a:cubicBezTo>
                  <a:pt x="1361058" y="48065"/>
                  <a:pt x="1352008" y="38107"/>
                  <a:pt x="1342714" y="28403"/>
                </a:cubicBezTo>
                <a:lnTo>
                  <a:pt x="1335030" y="35759"/>
                </a:lnTo>
                <a:lnTo>
                  <a:pt x="1327346" y="43119"/>
                </a:lnTo>
                <a:cubicBezTo>
                  <a:pt x="1336386" y="52559"/>
                  <a:pt x="1345187" y="62241"/>
                  <a:pt x="1353739" y="72155"/>
                </a:cubicBezTo>
                <a:lnTo>
                  <a:pt x="1361795" y="65207"/>
                </a:lnTo>
                <a:moveTo>
                  <a:pt x="1335030" y="35759"/>
                </a:moveTo>
                <a:lnTo>
                  <a:pt x="1328199" y="27605"/>
                </a:lnTo>
                <a:cubicBezTo>
                  <a:pt x="1318101" y="36063"/>
                  <a:pt x="1308122" y="44183"/>
                  <a:pt x="1298230" y="51983"/>
                </a:cubicBezTo>
                <a:lnTo>
                  <a:pt x="1304818" y="60335"/>
                </a:lnTo>
                <a:lnTo>
                  <a:pt x="1311407" y="68691"/>
                </a:lnTo>
                <a:cubicBezTo>
                  <a:pt x="1321470" y="60753"/>
                  <a:pt x="1331613" y="52499"/>
                  <a:pt x="1341861" y="43916"/>
                </a:cubicBezTo>
                <a:lnTo>
                  <a:pt x="1335030" y="35759"/>
                </a:lnTo>
                <a:moveTo>
                  <a:pt x="1242071" y="106364"/>
                </a:moveTo>
                <a:lnTo>
                  <a:pt x="1236110" y="97551"/>
                </a:lnTo>
                <a:cubicBezTo>
                  <a:pt x="1214255" y="112338"/>
                  <a:pt x="1192543" y="125676"/>
                  <a:pt x="1170641" y="137771"/>
                </a:cubicBezTo>
                <a:lnTo>
                  <a:pt x="1175785" y="147084"/>
                </a:lnTo>
                <a:lnTo>
                  <a:pt x="1180928" y="156396"/>
                </a:lnTo>
                <a:cubicBezTo>
                  <a:pt x="1203418" y="143978"/>
                  <a:pt x="1225676" y="130299"/>
                  <a:pt x="1248032" y="115174"/>
                </a:cubicBezTo>
                <a:lnTo>
                  <a:pt x="1242071" y="106364"/>
                </a:lnTo>
                <a:moveTo>
                  <a:pt x="1105915" y="181310"/>
                </a:moveTo>
                <a:lnTo>
                  <a:pt x="1101712" y="171538"/>
                </a:lnTo>
                <a:cubicBezTo>
                  <a:pt x="1078448" y="181543"/>
                  <a:pt x="1054594" y="190469"/>
                  <a:pt x="1029790" y="198524"/>
                </a:cubicBezTo>
                <a:lnTo>
                  <a:pt x="1033075" y="208643"/>
                </a:lnTo>
                <a:lnTo>
                  <a:pt x="1036361" y="218762"/>
                </a:lnTo>
                <a:cubicBezTo>
                  <a:pt x="1061750" y="210517"/>
                  <a:pt x="1086220" y="201363"/>
                  <a:pt x="1110119" y="191083"/>
                </a:cubicBezTo>
                <a:lnTo>
                  <a:pt x="1105915" y="181310"/>
                </a:lnTo>
                <a:moveTo>
                  <a:pt x="958174" y="229778"/>
                </a:moveTo>
                <a:lnTo>
                  <a:pt x="955651" y="219443"/>
                </a:lnTo>
                <a:cubicBezTo>
                  <a:pt x="931602" y="225315"/>
                  <a:pt x="906514" y="230652"/>
                  <a:pt x="880131" y="235604"/>
                </a:cubicBezTo>
                <a:lnTo>
                  <a:pt x="882094" y="246061"/>
                </a:lnTo>
                <a:lnTo>
                  <a:pt x="884056" y="256514"/>
                </a:lnTo>
                <a:cubicBezTo>
                  <a:pt x="910758" y="251503"/>
                  <a:pt x="936224" y="246086"/>
                  <a:pt x="960698" y="240112"/>
                </a:cubicBezTo>
                <a:lnTo>
                  <a:pt x="958174" y="229778"/>
                </a:lnTo>
                <a:moveTo>
                  <a:pt x="805354" y="258936"/>
                </a:moveTo>
                <a:lnTo>
                  <a:pt x="803769" y="248414"/>
                </a:lnTo>
                <a:cubicBezTo>
                  <a:pt x="791243" y="250302"/>
                  <a:pt x="778433" y="252142"/>
                  <a:pt x="765317" y="253948"/>
                </a:cubicBezTo>
                <a:lnTo>
                  <a:pt x="766768" y="264487"/>
                </a:lnTo>
                <a:lnTo>
                  <a:pt x="768219" y="275026"/>
                </a:lnTo>
                <a:cubicBezTo>
                  <a:pt x="781414" y="273209"/>
                  <a:pt x="794315" y="271358"/>
                  <a:pt x="806939" y="269455"/>
                </a:cubicBezTo>
                <a:lnTo>
                  <a:pt x="805354" y="258936"/>
                </a:lnTo>
                <a:moveTo>
                  <a:pt x="766768" y="264487"/>
                </a:moveTo>
                <a:lnTo>
                  <a:pt x="765317" y="253948"/>
                </a:lnTo>
                <a:cubicBezTo>
                  <a:pt x="752854" y="255663"/>
                  <a:pt x="740125" y="257133"/>
                  <a:pt x="727188" y="258306"/>
                </a:cubicBezTo>
                <a:lnTo>
                  <a:pt x="728148" y="268902"/>
                </a:lnTo>
                <a:lnTo>
                  <a:pt x="729108" y="279498"/>
                </a:lnTo>
                <a:cubicBezTo>
                  <a:pt x="742388" y="278294"/>
                  <a:pt x="755445" y="276783"/>
                  <a:pt x="768219" y="275026"/>
                </a:cubicBezTo>
                <a:lnTo>
                  <a:pt x="766768" y="264487"/>
                </a:lnTo>
                <a:moveTo>
                  <a:pt x="650444" y="271999"/>
                </a:moveTo>
                <a:lnTo>
                  <a:pt x="650587" y="261361"/>
                </a:lnTo>
                <a:cubicBezTo>
                  <a:pt x="625368" y="261023"/>
                  <a:pt x="599831" y="259280"/>
                  <a:pt x="574339" y="255788"/>
                </a:cubicBezTo>
                <a:lnTo>
                  <a:pt x="572896" y="266329"/>
                </a:lnTo>
                <a:lnTo>
                  <a:pt x="571452" y="276868"/>
                </a:lnTo>
                <a:cubicBezTo>
                  <a:pt x="597889" y="280491"/>
                  <a:pt x="624302" y="282288"/>
                  <a:pt x="650302" y="282635"/>
                </a:cubicBezTo>
                <a:lnTo>
                  <a:pt x="650444" y="271999"/>
                </a:lnTo>
                <a:moveTo>
                  <a:pt x="496828" y="250345"/>
                </a:moveTo>
                <a:lnTo>
                  <a:pt x="499790" y="240127"/>
                </a:lnTo>
                <a:cubicBezTo>
                  <a:pt x="475667" y="233134"/>
                  <a:pt x="451928" y="224207"/>
                  <a:pt x="428894" y="213035"/>
                </a:cubicBezTo>
                <a:lnTo>
                  <a:pt x="424252" y="222606"/>
                </a:lnTo>
                <a:lnTo>
                  <a:pt x="419610" y="232180"/>
                </a:lnTo>
                <a:cubicBezTo>
                  <a:pt x="443805" y="243914"/>
                  <a:pt x="468675" y="253261"/>
                  <a:pt x="493867" y="260563"/>
                </a:cubicBezTo>
                <a:lnTo>
                  <a:pt x="496828" y="250345"/>
                </a:lnTo>
                <a:moveTo>
                  <a:pt x="357765" y="182432"/>
                </a:moveTo>
                <a:lnTo>
                  <a:pt x="364094" y="173880"/>
                </a:lnTo>
                <a:cubicBezTo>
                  <a:pt x="344391" y="159301"/>
                  <a:pt x="325521" y="142541"/>
                  <a:pt x="307735" y="123348"/>
                </a:cubicBezTo>
                <a:lnTo>
                  <a:pt x="299933" y="130577"/>
                </a:lnTo>
                <a:lnTo>
                  <a:pt x="292128" y="137808"/>
                </a:lnTo>
                <a:cubicBezTo>
                  <a:pt x="310822" y="157983"/>
                  <a:pt x="330682" y="175626"/>
                  <a:pt x="351437" y="190983"/>
                </a:cubicBezTo>
                <a:lnTo>
                  <a:pt x="357765" y="182432"/>
                </a:lnTo>
                <a:moveTo>
                  <a:pt x="252322" y="69233"/>
                </a:moveTo>
                <a:lnTo>
                  <a:pt x="261243" y="63436"/>
                </a:lnTo>
                <a:cubicBezTo>
                  <a:pt x="254480" y="53030"/>
                  <a:pt x="247964" y="42114"/>
                  <a:pt x="241717" y="30663"/>
                </a:cubicBezTo>
                <a:lnTo>
                  <a:pt x="232377" y="35759"/>
                </a:lnTo>
                <a:lnTo>
                  <a:pt x="223039" y="40856"/>
                </a:lnTo>
                <a:cubicBezTo>
                  <a:pt x="229542" y="52775"/>
                  <a:pt x="236338" y="64160"/>
                  <a:pt x="243402" y="75031"/>
                </a:cubicBezTo>
                <a:lnTo>
                  <a:pt x="252322" y="69233"/>
                </a:lnTo>
                <a:moveTo>
                  <a:pt x="232377" y="35759"/>
                </a:moveTo>
                <a:lnTo>
                  <a:pt x="224683" y="28412"/>
                </a:lnTo>
                <a:cubicBezTo>
                  <a:pt x="214668" y="38902"/>
                  <a:pt x="204952" y="49666"/>
                  <a:pt x="195547" y="60690"/>
                </a:cubicBezTo>
                <a:lnTo>
                  <a:pt x="203640" y="67595"/>
                </a:lnTo>
                <a:lnTo>
                  <a:pt x="211733" y="74500"/>
                </a:lnTo>
                <a:cubicBezTo>
                  <a:pt x="220881" y="63777"/>
                  <a:pt x="230331" y="53308"/>
                  <a:pt x="240073" y="43107"/>
                </a:cubicBezTo>
                <a:lnTo>
                  <a:pt x="232377" y="35759"/>
                </a:lnTo>
                <a:moveTo>
                  <a:pt x="151723" y="135829"/>
                </a:moveTo>
                <a:lnTo>
                  <a:pt x="142910" y="129870"/>
                </a:lnTo>
                <a:cubicBezTo>
                  <a:pt x="126687" y="153864"/>
                  <a:pt x="111794" y="178778"/>
                  <a:pt x="98321" y="204492"/>
                </a:cubicBezTo>
                <a:lnTo>
                  <a:pt x="107746" y="209429"/>
                </a:lnTo>
                <a:lnTo>
                  <a:pt x="117169" y="214367"/>
                </a:lnTo>
                <a:cubicBezTo>
                  <a:pt x="130272" y="189356"/>
                  <a:pt x="144756" y="165124"/>
                  <a:pt x="160536" y="141789"/>
                </a:cubicBezTo>
                <a:lnTo>
                  <a:pt x="151723" y="135829"/>
                </a:lnTo>
                <a:moveTo>
                  <a:pt x="72281" y="287490"/>
                </a:moveTo>
                <a:lnTo>
                  <a:pt x="62364" y="283643"/>
                </a:lnTo>
                <a:cubicBezTo>
                  <a:pt x="51913" y="310570"/>
                  <a:pt x="42941" y="338175"/>
                  <a:pt x="35534" y="366337"/>
                </a:cubicBezTo>
                <a:lnTo>
                  <a:pt x="45822" y="369042"/>
                </a:lnTo>
                <a:lnTo>
                  <a:pt x="56109" y="371748"/>
                </a:lnTo>
                <a:cubicBezTo>
                  <a:pt x="63312" y="344367"/>
                  <a:pt x="72037" y="317526"/>
                  <a:pt x="82200" y="291340"/>
                </a:cubicBezTo>
                <a:lnTo>
                  <a:pt x="72281" y="287490"/>
                </a:lnTo>
                <a:moveTo>
                  <a:pt x="28740" y="453060"/>
                </a:moveTo>
                <a:lnTo>
                  <a:pt x="18211" y="451535"/>
                </a:lnTo>
                <a:cubicBezTo>
                  <a:pt x="14084" y="480015"/>
                  <a:pt x="11531" y="508920"/>
                  <a:pt x="10633" y="538144"/>
                </a:cubicBezTo>
                <a:lnTo>
                  <a:pt x="21267" y="538473"/>
                </a:lnTo>
                <a:lnTo>
                  <a:pt x="31900" y="538800"/>
                </a:lnTo>
                <a:cubicBezTo>
                  <a:pt x="32774" y="510383"/>
                  <a:pt x="35256" y="482278"/>
                  <a:pt x="39269" y="454587"/>
                </a:cubicBezTo>
                <a:lnTo>
                  <a:pt x="28740" y="453060"/>
                </a:lnTo>
                <a:moveTo>
                  <a:pt x="23452" y="624188"/>
                </a:moveTo>
                <a:lnTo>
                  <a:pt x="12847" y="625054"/>
                </a:lnTo>
                <a:cubicBezTo>
                  <a:pt x="14020" y="639415"/>
                  <a:pt x="15596" y="653827"/>
                  <a:pt x="17584" y="668275"/>
                </a:cubicBezTo>
                <a:lnTo>
                  <a:pt x="28124" y="666824"/>
                </a:lnTo>
                <a:lnTo>
                  <a:pt x="38663" y="665376"/>
                </a:lnTo>
                <a:cubicBezTo>
                  <a:pt x="36728" y="651314"/>
                  <a:pt x="35194" y="637294"/>
                  <a:pt x="34055" y="623322"/>
                </a:cubicBezTo>
                <a:lnTo>
                  <a:pt x="23452" y="624188"/>
                </a:lnTo>
                <a:moveTo>
                  <a:pt x="232377" y="35759"/>
                </a:moveTo>
                <a:lnTo>
                  <a:pt x="251055" y="25567"/>
                </a:lnTo>
                <a:lnTo>
                  <a:pt x="237103" y="0"/>
                </a:lnTo>
                <a:lnTo>
                  <a:pt x="216989" y="21067"/>
                </a:lnTo>
                <a:lnTo>
                  <a:pt x="232377" y="35759"/>
                </a:lnTo>
                <a:moveTo>
                  <a:pt x="1335030" y="35759"/>
                </a:moveTo>
                <a:lnTo>
                  <a:pt x="1350399" y="21044"/>
                </a:lnTo>
                <a:lnTo>
                  <a:pt x="1336630" y="6666"/>
                </a:lnTo>
                <a:lnTo>
                  <a:pt x="1321368" y="19448"/>
                </a:lnTo>
                <a:lnTo>
                  <a:pt x="1335030" y="35759"/>
                </a:lnTo>
                <a:moveTo>
                  <a:pt x="28124" y="666824"/>
                </a:moveTo>
                <a:lnTo>
                  <a:pt x="7045" y="669726"/>
                </a:lnTo>
                <a:cubicBezTo>
                  <a:pt x="9057" y="684339"/>
                  <a:pt x="11460" y="698805"/>
                  <a:pt x="14241" y="713114"/>
                </a:cubicBezTo>
                <a:lnTo>
                  <a:pt x="35128" y="709052"/>
                </a:lnTo>
                <a:lnTo>
                  <a:pt x="56014" y="704991"/>
                </a:lnTo>
                <a:cubicBezTo>
                  <a:pt x="53381" y="691451"/>
                  <a:pt x="51107" y="677761"/>
                  <a:pt x="49202" y="663926"/>
                </a:cubicBezTo>
                <a:lnTo>
                  <a:pt x="28124" y="666824"/>
                </a:lnTo>
                <a:moveTo>
                  <a:pt x="56118" y="791995"/>
                </a:moveTo>
                <a:lnTo>
                  <a:pt x="35816" y="798364"/>
                </a:lnTo>
                <a:cubicBezTo>
                  <a:pt x="44666" y="826579"/>
                  <a:pt x="55038" y="854034"/>
                  <a:pt x="66823" y="880652"/>
                </a:cubicBezTo>
                <a:lnTo>
                  <a:pt x="86278" y="872038"/>
                </a:lnTo>
                <a:lnTo>
                  <a:pt x="105733" y="863424"/>
                </a:lnTo>
                <a:cubicBezTo>
                  <a:pt x="94593" y="838263"/>
                  <a:pt x="84788" y="812307"/>
                  <a:pt x="76419" y="785627"/>
                </a:cubicBezTo>
                <a:lnTo>
                  <a:pt x="56118" y="791995"/>
                </a:lnTo>
                <a:moveTo>
                  <a:pt x="125268" y="948153"/>
                </a:moveTo>
                <a:lnTo>
                  <a:pt x="106909" y="958908"/>
                </a:lnTo>
                <a:cubicBezTo>
                  <a:pt x="121797" y="984324"/>
                  <a:pt x="138051" y="1008770"/>
                  <a:pt x="155559" y="1032156"/>
                </a:cubicBezTo>
                <a:lnTo>
                  <a:pt x="172592" y="1019405"/>
                </a:lnTo>
                <a:lnTo>
                  <a:pt x="189626" y="1006655"/>
                </a:lnTo>
                <a:cubicBezTo>
                  <a:pt x="173069" y="984540"/>
                  <a:pt x="157701" y="961426"/>
                  <a:pt x="143627" y="937398"/>
                </a:cubicBezTo>
                <a:lnTo>
                  <a:pt x="125268" y="948153"/>
                </a:lnTo>
                <a:moveTo>
                  <a:pt x="227614" y="1084902"/>
                </a:moveTo>
                <a:lnTo>
                  <a:pt x="212115" y="1099479"/>
                </a:lnTo>
                <a:cubicBezTo>
                  <a:pt x="232229" y="1120866"/>
                  <a:pt x="253505" y="1141087"/>
                  <a:pt x="275824" y="1160056"/>
                </a:cubicBezTo>
                <a:lnTo>
                  <a:pt x="289602" y="1143841"/>
                </a:lnTo>
                <a:lnTo>
                  <a:pt x="303379" y="1127626"/>
                </a:lnTo>
                <a:cubicBezTo>
                  <a:pt x="282266" y="1109686"/>
                  <a:pt x="262140" y="1090555"/>
                  <a:pt x="243113" y="1070326"/>
                </a:cubicBezTo>
                <a:lnTo>
                  <a:pt x="227614" y="1084902"/>
                </a:lnTo>
                <a:moveTo>
                  <a:pt x="357768" y="1195511"/>
                </a:moveTo>
                <a:lnTo>
                  <a:pt x="345880" y="1213157"/>
                </a:lnTo>
                <a:cubicBezTo>
                  <a:pt x="370171" y="1229522"/>
                  <a:pt x="395389" y="1244544"/>
                  <a:pt x="421415" y="1258132"/>
                </a:cubicBezTo>
                <a:lnTo>
                  <a:pt x="431263" y="1239272"/>
                </a:lnTo>
                <a:lnTo>
                  <a:pt x="441109" y="1220408"/>
                </a:lnTo>
                <a:cubicBezTo>
                  <a:pt x="416492" y="1207555"/>
                  <a:pt x="392636" y="1193348"/>
                  <a:pt x="369657" y="1177866"/>
                </a:cubicBezTo>
                <a:lnTo>
                  <a:pt x="357768" y="1195511"/>
                </a:lnTo>
                <a:moveTo>
                  <a:pt x="509189" y="1274551"/>
                </a:moveTo>
                <a:lnTo>
                  <a:pt x="501514" y="1294394"/>
                </a:lnTo>
                <a:cubicBezTo>
                  <a:pt x="528763" y="1304930"/>
                  <a:pt x="556691" y="1313979"/>
                  <a:pt x="585184" y="1321446"/>
                </a:cubicBezTo>
                <a:lnTo>
                  <a:pt x="590578" y="1300862"/>
                </a:lnTo>
                <a:lnTo>
                  <a:pt x="595971" y="1280281"/>
                </a:lnTo>
                <a:cubicBezTo>
                  <a:pt x="569036" y="1273222"/>
                  <a:pt x="542630" y="1264671"/>
                  <a:pt x="516863" y="1254705"/>
                </a:cubicBezTo>
                <a:lnTo>
                  <a:pt x="509189" y="1274551"/>
                </a:lnTo>
                <a:moveTo>
                  <a:pt x="674398" y="1317837"/>
                </a:moveTo>
                <a:lnTo>
                  <a:pt x="671360" y="1338896"/>
                </a:lnTo>
                <a:cubicBezTo>
                  <a:pt x="700171" y="1343052"/>
                  <a:pt x="729408" y="1345619"/>
                  <a:pt x="758966" y="1346516"/>
                </a:cubicBezTo>
                <a:lnTo>
                  <a:pt x="759612" y="1325250"/>
                </a:lnTo>
                <a:lnTo>
                  <a:pt x="760258" y="1303982"/>
                </a:lnTo>
                <a:cubicBezTo>
                  <a:pt x="732310" y="1303133"/>
                  <a:pt x="704669" y="1300706"/>
                  <a:pt x="677436" y="1296779"/>
                </a:cubicBezTo>
                <a:lnTo>
                  <a:pt x="674398" y="1317837"/>
                </a:lnTo>
                <a:moveTo>
                  <a:pt x="845141" y="1323050"/>
                </a:moveTo>
                <a:lnTo>
                  <a:pt x="846874" y="1344256"/>
                </a:lnTo>
                <a:cubicBezTo>
                  <a:pt x="861402" y="1343069"/>
                  <a:pt x="875978" y="1341474"/>
                  <a:pt x="890592" y="1339463"/>
                </a:cubicBezTo>
                <a:lnTo>
                  <a:pt x="887690" y="1318385"/>
                </a:lnTo>
                <a:lnTo>
                  <a:pt x="884788" y="1297304"/>
                </a:lnTo>
                <a:cubicBezTo>
                  <a:pt x="870952" y="1299209"/>
                  <a:pt x="857155" y="1300720"/>
                  <a:pt x="843407" y="1301844"/>
                </a:cubicBezTo>
                <a:lnTo>
                  <a:pt x="845141" y="1323050"/>
                </a:lnTo>
                <a:moveTo>
                  <a:pt x="887690" y="1318385"/>
                </a:moveTo>
                <a:lnTo>
                  <a:pt x="890592" y="1339463"/>
                </a:lnTo>
                <a:cubicBezTo>
                  <a:pt x="905203" y="1337450"/>
                  <a:pt x="919669" y="1335048"/>
                  <a:pt x="933977" y="1332266"/>
                </a:cubicBezTo>
                <a:lnTo>
                  <a:pt x="929917" y="1311381"/>
                </a:lnTo>
                <a:lnTo>
                  <a:pt x="925856" y="1290496"/>
                </a:lnTo>
                <a:cubicBezTo>
                  <a:pt x="912316" y="1293128"/>
                  <a:pt x="898624" y="1295402"/>
                  <a:pt x="884788" y="1297304"/>
                </a:cubicBezTo>
                <a:lnTo>
                  <a:pt x="887690" y="1318385"/>
                </a:lnTo>
                <a:moveTo>
                  <a:pt x="1012860" y="1290391"/>
                </a:moveTo>
                <a:lnTo>
                  <a:pt x="1019228" y="1310691"/>
                </a:lnTo>
                <a:cubicBezTo>
                  <a:pt x="1047444" y="1301841"/>
                  <a:pt x="1074900" y="1291470"/>
                  <a:pt x="1101516" y="1279684"/>
                </a:cubicBezTo>
                <a:lnTo>
                  <a:pt x="1092900" y="1260230"/>
                </a:lnTo>
                <a:lnTo>
                  <a:pt x="1084286" y="1240776"/>
                </a:lnTo>
                <a:cubicBezTo>
                  <a:pt x="1059127" y="1251914"/>
                  <a:pt x="1033170" y="1261721"/>
                  <a:pt x="1006491" y="1270088"/>
                </a:cubicBezTo>
                <a:lnTo>
                  <a:pt x="1012860" y="1290391"/>
                </a:lnTo>
                <a:moveTo>
                  <a:pt x="1169017" y="1221240"/>
                </a:moveTo>
                <a:lnTo>
                  <a:pt x="1179772" y="1239598"/>
                </a:lnTo>
                <a:cubicBezTo>
                  <a:pt x="1205187" y="1224712"/>
                  <a:pt x="1229633" y="1208458"/>
                  <a:pt x="1253020" y="1190949"/>
                </a:cubicBezTo>
                <a:lnTo>
                  <a:pt x="1240269" y="1173916"/>
                </a:lnTo>
                <a:lnTo>
                  <a:pt x="1227519" y="1156881"/>
                </a:lnTo>
                <a:cubicBezTo>
                  <a:pt x="1205403" y="1173439"/>
                  <a:pt x="1182291" y="1188808"/>
                  <a:pt x="1158264" y="1202882"/>
                </a:cubicBezTo>
                <a:lnTo>
                  <a:pt x="1169017" y="1221240"/>
                </a:lnTo>
                <a:moveTo>
                  <a:pt x="1305767" y="1118893"/>
                </a:moveTo>
                <a:lnTo>
                  <a:pt x="1320343" y="1134392"/>
                </a:lnTo>
                <a:cubicBezTo>
                  <a:pt x="1341730" y="1114279"/>
                  <a:pt x="1361953" y="1093003"/>
                  <a:pt x="1380918" y="1070684"/>
                </a:cubicBezTo>
                <a:lnTo>
                  <a:pt x="1364705" y="1056905"/>
                </a:lnTo>
                <a:lnTo>
                  <a:pt x="1348491" y="1043130"/>
                </a:lnTo>
                <a:cubicBezTo>
                  <a:pt x="1330548" y="1064242"/>
                  <a:pt x="1311419" y="1084369"/>
                  <a:pt x="1291190" y="1103394"/>
                </a:cubicBezTo>
                <a:lnTo>
                  <a:pt x="1305767" y="1118893"/>
                </a:lnTo>
                <a:moveTo>
                  <a:pt x="1416375" y="988739"/>
                </a:moveTo>
                <a:lnTo>
                  <a:pt x="1434022" y="1000627"/>
                </a:lnTo>
                <a:cubicBezTo>
                  <a:pt x="1450386" y="976338"/>
                  <a:pt x="1465407" y="951120"/>
                  <a:pt x="1478995" y="925093"/>
                </a:cubicBezTo>
                <a:lnTo>
                  <a:pt x="1460134" y="915244"/>
                </a:lnTo>
                <a:lnTo>
                  <a:pt x="1441272" y="905398"/>
                </a:lnTo>
                <a:cubicBezTo>
                  <a:pt x="1428421" y="930017"/>
                  <a:pt x="1414211" y="953871"/>
                  <a:pt x="1398730" y="976852"/>
                </a:cubicBezTo>
                <a:lnTo>
                  <a:pt x="1416375" y="988739"/>
                </a:lnTo>
                <a:moveTo>
                  <a:pt x="1495414" y="837320"/>
                </a:moveTo>
                <a:lnTo>
                  <a:pt x="1515258" y="844994"/>
                </a:lnTo>
                <a:cubicBezTo>
                  <a:pt x="1525796" y="817744"/>
                  <a:pt x="1534842" y="789818"/>
                  <a:pt x="1542309" y="761324"/>
                </a:cubicBezTo>
                <a:lnTo>
                  <a:pt x="1521728" y="755929"/>
                </a:lnTo>
                <a:lnTo>
                  <a:pt x="1501145" y="750538"/>
                </a:lnTo>
                <a:cubicBezTo>
                  <a:pt x="1494085" y="777473"/>
                  <a:pt x="1485534" y="803877"/>
                  <a:pt x="1475568" y="829646"/>
                </a:cubicBezTo>
                <a:lnTo>
                  <a:pt x="1495414" y="837320"/>
                </a:lnTo>
                <a:moveTo>
                  <a:pt x="1538702" y="672111"/>
                </a:moveTo>
                <a:lnTo>
                  <a:pt x="1559760" y="675149"/>
                </a:lnTo>
                <a:cubicBezTo>
                  <a:pt x="1563916" y="646337"/>
                  <a:pt x="1566483" y="617099"/>
                  <a:pt x="1567382" y="587543"/>
                </a:cubicBezTo>
                <a:lnTo>
                  <a:pt x="1546113" y="586896"/>
                </a:lnTo>
                <a:lnTo>
                  <a:pt x="1524846" y="586251"/>
                </a:lnTo>
                <a:cubicBezTo>
                  <a:pt x="1523997" y="614197"/>
                  <a:pt x="1521570" y="641840"/>
                  <a:pt x="1517642" y="669073"/>
                </a:cubicBezTo>
                <a:lnTo>
                  <a:pt x="1538702" y="672111"/>
                </a:lnTo>
                <a:moveTo>
                  <a:pt x="1543914" y="501368"/>
                </a:moveTo>
                <a:lnTo>
                  <a:pt x="1565120" y="499633"/>
                </a:lnTo>
                <a:cubicBezTo>
                  <a:pt x="1563932" y="485105"/>
                  <a:pt x="1562338" y="470529"/>
                  <a:pt x="1560326" y="455916"/>
                </a:cubicBezTo>
                <a:lnTo>
                  <a:pt x="1539248" y="458817"/>
                </a:lnTo>
                <a:lnTo>
                  <a:pt x="1518170" y="461719"/>
                </a:lnTo>
                <a:cubicBezTo>
                  <a:pt x="1520074" y="475557"/>
                  <a:pt x="1521584" y="489353"/>
                  <a:pt x="1522707" y="503100"/>
                </a:cubicBezTo>
                <a:lnTo>
                  <a:pt x="1543914" y="501368"/>
                </a:lnTo>
                <a:moveTo>
                  <a:pt x="1539248" y="458817"/>
                </a:moveTo>
                <a:lnTo>
                  <a:pt x="1560326" y="455916"/>
                </a:lnTo>
                <a:cubicBezTo>
                  <a:pt x="1558457" y="442333"/>
                  <a:pt x="1556249" y="428878"/>
                  <a:pt x="1553712" y="415560"/>
                </a:cubicBezTo>
                <a:lnTo>
                  <a:pt x="1532812" y="419540"/>
                </a:lnTo>
                <a:lnTo>
                  <a:pt x="1511910" y="423518"/>
                </a:lnTo>
                <a:cubicBezTo>
                  <a:pt x="1514310" y="436124"/>
                  <a:pt x="1516400" y="448860"/>
                  <a:pt x="1518170" y="461719"/>
                </a:cubicBezTo>
                <a:lnTo>
                  <a:pt x="1539248" y="458817"/>
                </a:lnTo>
                <a:moveTo>
                  <a:pt x="1513898" y="342260"/>
                </a:moveTo>
                <a:lnTo>
                  <a:pt x="1534275" y="336134"/>
                </a:lnTo>
                <a:cubicBezTo>
                  <a:pt x="1526357" y="309803"/>
                  <a:pt x="1517121" y="284120"/>
                  <a:pt x="1506650" y="259149"/>
                </a:cubicBezTo>
                <a:lnTo>
                  <a:pt x="1487028" y="267377"/>
                </a:lnTo>
                <a:lnTo>
                  <a:pt x="1467407" y="275605"/>
                </a:lnTo>
                <a:cubicBezTo>
                  <a:pt x="1477304" y="299210"/>
                  <a:pt x="1486038" y="323491"/>
                  <a:pt x="1493523" y="348387"/>
                </a:cubicBezTo>
                <a:lnTo>
                  <a:pt x="1513898" y="342260"/>
                </a:lnTo>
                <a:moveTo>
                  <a:pt x="1452446" y="195719"/>
                </a:moveTo>
                <a:lnTo>
                  <a:pt x="1471096" y="185478"/>
                </a:lnTo>
                <a:cubicBezTo>
                  <a:pt x="1457907" y="161461"/>
                  <a:pt x="1443515" y="138262"/>
                  <a:pt x="1428015" y="115949"/>
                </a:cubicBezTo>
                <a:lnTo>
                  <a:pt x="1410541" y="128090"/>
                </a:lnTo>
                <a:lnTo>
                  <a:pt x="1393067" y="140230"/>
                </a:lnTo>
                <a:cubicBezTo>
                  <a:pt x="1407723" y="161325"/>
                  <a:pt x="1421328" y="183258"/>
                  <a:pt x="1433797" y="205963"/>
                </a:cubicBezTo>
                <a:lnTo>
                  <a:pt x="1452446" y="195719"/>
                </a:lnTo>
                <a:moveTo>
                  <a:pt x="1361795" y="65207"/>
                </a:moveTo>
                <a:lnTo>
                  <a:pt x="1377907" y="51313"/>
                </a:lnTo>
                <a:cubicBezTo>
                  <a:pt x="1368994" y="40978"/>
                  <a:pt x="1359820" y="30885"/>
                  <a:pt x="1350399" y="21044"/>
                </a:cubicBezTo>
                <a:lnTo>
                  <a:pt x="1335030" y="35759"/>
                </a:lnTo>
                <a:lnTo>
                  <a:pt x="1319663" y="50475"/>
                </a:lnTo>
                <a:cubicBezTo>
                  <a:pt x="1328574" y="59782"/>
                  <a:pt x="1337252" y="69327"/>
                  <a:pt x="1345681" y="79105"/>
                </a:cubicBezTo>
                <a:lnTo>
                  <a:pt x="1361795" y="65207"/>
                </a:lnTo>
                <a:moveTo>
                  <a:pt x="1335030" y="35759"/>
                </a:moveTo>
                <a:lnTo>
                  <a:pt x="1321368" y="19448"/>
                </a:lnTo>
                <a:cubicBezTo>
                  <a:pt x="1311346" y="27844"/>
                  <a:pt x="1301447" y="35899"/>
                  <a:pt x="1291643" y="43630"/>
                </a:cubicBezTo>
                <a:lnTo>
                  <a:pt x="1304818" y="60335"/>
                </a:lnTo>
                <a:lnTo>
                  <a:pt x="1317995" y="77044"/>
                </a:lnTo>
                <a:cubicBezTo>
                  <a:pt x="1328145" y="69038"/>
                  <a:pt x="1338369" y="60719"/>
                  <a:pt x="1348692" y="52071"/>
                </a:cubicBezTo>
                <a:lnTo>
                  <a:pt x="1335030" y="35759"/>
                </a:lnTo>
                <a:moveTo>
                  <a:pt x="1242071" y="106364"/>
                </a:moveTo>
                <a:lnTo>
                  <a:pt x="1230149" y="88741"/>
                </a:lnTo>
                <a:cubicBezTo>
                  <a:pt x="1208544" y="103358"/>
                  <a:pt x="1187104" y="116529"/>
                  <a:pt x="1165498" y="128459"/>
                </a:cubicBezTo>
                <a:lnTo>
                  <a:pt x="1175785" y="147084"/>
                </a:lnTo>
                <a:lnTo>
                  <a:pt x="1186071" y="165709"/>
                </a:lnTo>
                <a:cubicBezTo>
                  <a:pt x="1208857" y="153126"/>
                  <a:pt x="1231387" y="139282"/>
                  <a:pt x="1253994" y="123987"/>
                </a:cubicBezTo>
                <a:lnTo>
                  <a:pt x="1242071" y="106364"/>
                </a:lnTo>
                <a:moveTo>
                  <a:pt x="1105915" y="181310"/>
                </a:moveTo>
                <a:lnTo>
                  <a:pt x="1097508" y="161765"/>
                </a:lnTo>
                <a:cubicBezTo>
                  <a:pt x="1074562" y="171634"/>
                  <a:pt x="1051015" y="180447"/>
                  <a:pt x="1026503" y="188408"/>
                </a:cubicBezTo>
                <a:lnTo>
                  <a:pt x="1033075" y="208643"/>
                </a:lnTo>
                <a:lnTo>
                  <a:pt x="1039647" y="228881"/>
                </a:lnTo>
                <a:cubicBezTo>
                  <a:pt x="1065329" y="220539"/>
                  <a:pt x="1090105" y="211272"/>
                  <a:pt x="1114322" y="200855"/>
                </a:cubicBezTo>
                <a:lnTo>
                  <a:pt x="1105915" y="181310"/>
                </a:lnTo>
                <a:moveTo>
                  <a:pt x="958174" y="229778"/>
                </a:moveTo>
                <a:lnTo>
                  <a:pt x="953129" y="209109"/>
                </a:lnTo>
                <a:cubicBezTo>
                  <a:pt x="929290" y="214926"/>
                  <a:pt x="904393" y="220224"/>
                  <a:pt x="878169" y="225147"/>
                </a:cubicBezTo>
                <a:lnTo>
                  <a:pt x="882094" y="246061"/>
                </a:lnTo>
                <a:lnTo>
                  <a:pt x="886019" y="266971"/>
                </a:lnTo>
                <a:cubicBezTo>
                  <a:pt x="912881" y="261929"/>
                  <a:pt x="938535" y="256472"/>
                  <a:pt x="963221" y="250447"/>
                </a:cubicBezTo>
                <a:lnTo>
                  <a:pt x="958174" y="229778"/>
                </a:lnTo>
                <a:moveTo>
                  <a:pt x="805354" y="258936"/>
                </a:moveTo>
                <a:lnTo>
                  <a:pt x="802184" y="237895"/>
                </a:lnTo>
                <a:cubicBezTo>
                  <a:pt x="789707" y="239775"/>
                  <a:pt x="776941" y="241609"/>
                  <a:pt x="763866" y="243409"/>
                </a:cubicBezTo>
                <a:lnTo>
                  <a:pt x="766768" y="264487"/>
                </a:lnTo>
                <a:lnTo>
                  <a:pt x="769669" y="285565"/>
                </a:lnTo>
                <a:cubicBezTo>
                  <a:pt x="782906" y="283742"/>
                  <a:pt x="795851" y="281882"/>
                  <a:pt x="808524" y="279975"/>
                </a:cubicBezTo>
                <a:lnTo>
                  <a:pt x="805354" y="258936"/>
                </a:lnTo>
                <a:moveTo>
                  <a:pt x="766768" y="264487"/>
                </a:moveTo>
                <a:lnTo>
                  <a:pt x="763866" y="243409"/>
                </a:lnTo>
                <a:cubicBezTo>
                  <a:pt x="751558" y="245104"/>
                  <a:pt x="738994" y="246555"/>
                  <a:pt x="726229" y="247710"/>
                </a:cubicBezTo>
                <a:lnTo>
                  <a:pt x="728148" y="268902"/>
                </a:lnTo>
                <a:lnTo>
                  <a:pt x="730067" y="290091"/>
                </a:lnTo>
                <a:cubicBezTo>
                  <a:pt x="743521" y="288873"/>
                  <a:pt x="756740" y="287345"/>
                  <a:pt x="769669" y="285565"/>
                </a:cubicBezTo>
                <a:lnTo>
                  <a:pt x="766768" y="264487"/>
                </a:lnTo>
                <a:moveTo>
                  <a:pt x="650444" y="271999"/>
                </a:moveTo>
                <a:lnTo>
                  <a:pt x="650729" y="250722"/>
                </a:lnTo>
                <a:cubicBezTo>
                  <a:pt x="625902" y="250390"/>
                  <a:pt x="600802" y="248675"/>
                  <a:pt x="575783" y="245249"/>
                </a:cubicBezTo>
                <a:lnTo>
                  <a:pt x="572896" y="266329"/>
                </a:lnTo>
                <a:lnTo>
                  <a:pt x="570007" y="287408"/>
                </a:lnTo>
                <a:cubicBezTo>
                  <a:pt x="596918" y="291096"/>
                  <a:pt x="623768" y="292918"/>
                  <a:pt x="650160" y="293273"/>
                </a:cubicBezTo>
                <a:lnTo>
                  <a:pt x="650444" y="271999"/>
                </a:lnTo>
                <a:moveTo>
                  <a:pt x="496828" y="250345"/>
                </a:moveTo>
                <a:lnTo>
                  <a:pt x="502752" y="229908"/>
                </a:lnTo>
                <a:cubicBezTo>
                  <a:pt x="479162" y="223072"/>
                  <a:pt x="455991" y="214353"/>
                  <a:pt x="433537" y="203461"/>
                </a:cubicBezTo>
                <a:lnTo>
                  <a:pt x="424252" y="222606"/>
                </a:lnTo>
                <a:lnTo>
                  <a:pt x="414968" y="241751"/>
                </a:lnTo>
                <a:cubicBezTo>
                  <a:pt x="439742" y="253766"/>
                  <a:pt x="465180" y="263326"/>
                  <a:pt x="490904" y="270781"/>
                </a:cubicBezTo>
                <a:lnTo>
                  <a:pt x="496828" y="250345"/>
                </a:lnTo>
                <a:moveTo>
                  <a:pt x="357765" y="182432"/>
                </a:moveTo>
                <a:lnTo>
                  <a:pt x="370422" y="165328"/>
                </a:lnTo>
                <a:cubicBezTo>
                  <a:pt x="351245" y="151138"/>
                  <a:pt x="332870" y="134821"/>
                  <a:pt x="315538" y="116117"/>
                </a:cubicBezTo>
                <a:lnTo>
                  <a:pt x="299933" y="130577"/>
                </a:lnTo>
                <a:lnTo>
                  <a:pt x="284324" y="145040"/>
                </a:lnTo>
                <a:cubicBezTo>
                  <a:pt x="303473" y="165706"/>
                  <a:pt x="323829" y="183789"/>
                  <a:pt x="345108" y="199535"/>
                </a:cubicBezTo>
                <a:lnTo>
                  <a:pt x="357765" y="182432"/>
                </a:lnTo>
                <a:moveTo>
                  <a:pt x="252322" y="69233"/>
                </a:moveTo>
                <a:lnTo>
                  <a:pt x="270164" y="57641"/>
                </a:lnTo>
                <a:cubicBezTo>
                  <a:pt x="263551" y="47465"/>
                  <a:pt x="257174" y="36784"/>
                  <a:pt x="251055" y="25567"/>
                </a:cubicBezTo>
                <a:lnTo>
                  <a:pt x="232377" y="35759"/>
                </a:lnTo>
                <a:lnTo>
                  <a:pt x="213701" y="45952"/>
                </a:lnTo>
                <a:cubicBezTo>
                  <a:pt x="220332" y="58104"/>
                  <a:pt x="227265" y="69725"/>
                  <a:pt x="234481" y="80829"/>
                </a:cubicBezTo>
                <a:lnTo>
                  <a:pt x="252322" y="69233"/>
                </a:lnTo>
                <a:moveTo>
                  <a:pt x="232377" y="35759"/>
                </a:moveTo>
                <a:lnTo>
                  <a:pt x="216989" y="21067"/>
                </a:lnTo>
                <a:cubicBezTo>
                  <a:pt x="206836" y="31699"/>
                  <a:pt x="196988" y="42610"/>
                  <a:pt x="187454" y="53785"/>
                </a:cubicBezTo>
                <a:lnTo>
                  <a:pt x="203640" y="67595"/>
                </a:lnTo>
                <a:lnTo>
                  <a:pt x="219828" y="81405"/>
                </a:lnTo>
                <a:cubicBezTo>
                  <a:pt x="228845" y="70835"/>
                  <a:pt x="238163" y="60511"/>
                  <a:pt x="247767" y="50452"/>
                </a:cubicBezTo>
                <a:lnTo>
                  <a:pt x="232377" y="35759"/>
                </a:lnTo>
                <a:moveTo>
                  <a:pt x="151723" y="135829"/>
                </a:moveTo>
                <a:lnTo>
                  <a:pt x="134096" y="123910"/>
                </a:lnTo>
                <a:cubicBezTo>
                  <a:pt x="117651" y="148231"/>
                  <a:pt x="102555" y="173485"/>
                  <a:pt x="88898" y="199555"/>
                </a:cubicBezTo>
                <a:lnTo>
                  <a:pt x="107746" y="209429"/>
                </a:lnTo>
                <a:lnTo>
                  <a:pt x="126592" y="219304"/>
                </a:lnTo>
                <a:cubicBezTo>
                  <a:pt x="139510" y="194646"/>
                  <a:pt x="153791" y="170754"/>
                  <a:pt x="169349" y="147745"/>
                </a:cubicBezTo>
                <a:lnTo>
                  <a:pt x="151723" y="135829"/>
                </a:lnTo>
                <a:moveTo>
                  <a:pt x="72281" y="287490"/>
                </a:moveTo>
                <a:lnTo>
                  <a:pt x="52447" y="279793"/>
                </a:lnTo>
                <a:cubicBezTo>
                  <a:pt x="41852" y="307094"/>
                  <a:pt x="32756" y="335077"/>
                  <a:pt x="25245" y="363628"/>
                </a:cubicBezTo>
                <a:lnTo>
                  <a:pt x="45822" y="369042"/>
                </a:lnTo>
                <a:lnTo>
                  <a:pt x="66399" y="374454"/>
                </a:lnTo>
                <a:cubicBezTo>
                  <a:pt x="73499" y="347462"/>
                  <a:pt x="82099" y="321004"/>
                  <a:pt x="92117" y="295187"/>
                </a:cubicBezTo>
                <a:lnTo>
                  <a:pt x="72281" y="287490"/>
                </a:lnTo>
                <a:moveTo>
                  <a:pt x="28740" y="453060"/>
                </a:moveTo>
                <a:lnTo>
                  <a:pt x="7683" y="450010"/>
                </a:lnTo>
                <a:cubicBezTo>
                  <a:pt x="3498" y="478885"/>
                  <a:pt x="910" y="508191"/>
                  <a:pt x="0" y="537818"/>
                </a:cubicBezTo>
                <a:lnTo>
                  <a:pt x="21267" y="538473"/>
                </a:lnTo>
                <a:lnTo>
                  <a:pt x="42534" y="539127"/>
                </a:lnTo>
                <a:cubicBezTo>
                  <a:pt x="43394" y="511112"/>
                  <a:pt x="45841" y="483408"/>
                  <a:pt x="49796" y="456112"/>
                </a:cubicBezTo>
                <a:lnTo>
                  <a:pt x="28740" y="453060"/>
                </a:lnTo>
                <a:moveTo>
                  <a:pt x="23452" y="624188"/>
                </a:moveTo>
                <a:lnTo>
                  <a:pt x="2244" y="625917"/>
                </a:lnTo>
                <a:cubicBezTo>
                  <a:pt x="3433" y="640477"/>
                  <a:pt x="5030" y="655084"/>
                  <a:pt x="7045" y="669726"/>
                </a:cubicBezTo>
                <a:lnTo>
                  <a:pt x="28124" y="666824"/>
                </a:lnTo>
                <a:lnTo>
                  <a:pt x="49202" y="663926"/>
                </a:lnTo>
                <a:cubicBezTo>
                  <a:pt x="47294" y="650059"/>
                  <a:pt x="45782" y="636232"/>
                  <a:pt x="44657" y="622456"/>
                </a:cubicBezTo>
                <a:lnTo>
                  <a:pt x="23452" y="6241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461DC1E9-1B57-421A-9622-CEEBAC9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908" y="175189"/>
            <a:ext cx="2175702" cy="1820466"/>
          </a:xfrm>
          <a:custGeom xmlns:a="http://schemas.openxmlformats.org/drawingml/2006/main">
            <a:pathLst>
              <a:path w="1601558" h="1340065">
                <a:moveTo>
                  <a:pt x="32994" y="631065"/>
                </a:moveTo>
                <a:cubicBezTo>
                  <a:pt x="0" y="391373"/>
                  <a:pt x="82210" y="162381"/>
                  <a:pt x="237248" y="0"/>
                </a:cubicBezTo>
                <a:cubicBezTo>
                  <a:pt x="362057" y="228724"/>
                  <a:pt x="594048" y="253173"/>
                  <a:pt x="771638" y="228727"/>
                </a:cubicBezTo>
                <a:cubicBezTo>
                  <a:pt x="1023539" y="194052"/>
                  <a:pt x="1165261" y="146280"/>
                  <a:pt x="1339901" y="0"/>
                </a:cubicBezTo>
                <a:cubicBezTo>
                  <a:pt x="1447159" y="112014"/>
                  <a:pt x="1521353" y="257676"/>
                  <a:pt x="1544119" y="423058"/>
                </a:cubicBezTo>
                <a:cubicBezTo>
                  <a:pt x="1601558" y="840344"/>
                  <a:pt x="1309845" y="1225186"/>
                  <a:pt x="892561" y="1282626"/>
                </a:cubicBezTo>
                <a:cubicBezTo>
                  <a:pt x="475275" y="1340065"/>
                  <a:pt x="90434" y="1048351"/>
                  <a:pt x="32994" y="63106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158611F8-15FC-492B-9D63-2E439A66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891" y="272486"/>
            <a:ext cx="1818030" cy="1776805"/>
          </a:xfrm>
          <a:custGeom xmlns:a="http://schemas.openxmlformats.org/drawingml/2006/main">
            <a:pathLst>
              <a:path w="1338272" h="1307926">
                <a:moveTo>
                  <a:pt x="1290523" y="151783"/>
                </a:moveTo>
                <a:lnTo>
                  <a:pt x="1301117" y="150814"/>
                </a:lnTo>
                <a:lnTo>
                  <a:pt x="1300368" y="142618"/>
                </a:lnTo>
                <a:lnTo>
                  <a:pt x="1292244" y="141283"/>
                </a:lnTo>
                <a:lnTo>
                  <a:pt x="1290523" y="151783"/>
                </a:lnTo>
                <a:moveTo>
                  <a:pt x="1259958" y="1119802"/>
                </a:moveTo>
                <a:lnTo>
                  <a:pt x="1266590" y="1128118"/>
                </a:lnTo>
                <a:lnTo>
                  <a:pt x="1269673" y="1125659"/>
                </a:lnTo>
                <a:lnTo>
                  <a:pt x="1270409" y="1121786"/>
                </a:lnTo>
                <a:lnTo>
                  <a:pt x="1259958" y="1119802"/>
                </a:lnTo>
                <a:moveTo>
                  <a:pt x="97516" y="191676"/>
                </a:moveTo>
                <a:lnTo>
                  <a:pt x="107098" y="196298"/>
                </a:lnTo>
                <a:lnTo>
                  <a:pt x="97516" y="191676"/>
                </a:lnTo>
                <a:moveTo>
                  <a:pt x="188137" y="999048"/>
                </a:moveTo>
                <a:lnTo>
                  <a:pt x="179820" y="1005681"/>
                </a:lnTo>
                <a:cubicBezTo>
                  <a:pt x="188894" y="1017060"/>
                  <a:pt x="198226" y="1028116"/>
                  <a:pt x="207798" y="1038848"/>
                </a:cubicBezTo>
                <a:lnTo>
                  <a:pt x="215737" y="1031764"/>
                </a:lnTo>
                <a:lnTo>
                  <a:pt x="223676" y="1024683"/>
                </a:lnTo>
                <a:cubicBezTo>
                  <a:pt x="214362" y="1014244"/>
                  <a:pt x="205284" y="1003489"/>
                  <a:pt x="196454" y="992416"/>
                </a:cubicBezTo>
                <a:lnTo>
                  <a:pt x="188137" y="999048"/>
                </a:lnTo>
                <a:moveTo>
                  <a:pt x="276167" y="1092330"/>
                </a:moveTo>
                <a:lnTo>
                  <a:pt x="269071" y="1100254"/>
                </a:lnTo>
                <a:cubicBezTo>
                  <a:pt x="290797" y="1119716"/>
                  <a:pt x="313430" y="1137765"/>
                  <a:pt x="336839" y="1154389"/>
                </a:cubicBezTo>
                <a:lnTo>
                  <a:pt x="342999" y="1145715"/>
                </a:lnTo>
                <a:lnTo>
                  <a:pt x="349158" y="1137041"/>
                </a:lnTo>
                <a:cubicBezTo>
                  <a:pt x="326399" y="1120880"/>
                  <a:pt x="304393" y="1103329"/>
                  <a:pt x="283265" y="1084406"/>
                </a:cubicBezTo>
                <a:lnTo>
                  <a:pt x="276167" y="1092330"/>
                </a:lnTo>
                <a:moveTo>
                  <a:pt x="415412" y="1191216"/>
                </a:moveTo>
                <a:lnTo>
                  <a:pt x="410270" y="1200528"/>
                </a:lnTo>
                <a:cubicBezTo>
                  <a:pt x="435702" y="1214571"/>
                  <a:pt x="461807" y="1227103"/>
                  <a:pt x="488441" y="1238107"/>
                </a:cubicBezTo>
                <a:lnTo>
                  <a:pt x="492504" y="1228275"/>
                </a:lnTo>
                <a:lnTo>
                  <a:pt x="496566" y="1218443"/>
                </a:lnTo>
                <a:cubicBezTo>
                  <a:pt x="470665" y="1207742"/>
                  <a:pt x="445283" y="1195557"/>
                  <a:pt x="420554" y="1181903"/>
                </a:cubicBezTo>
                <a:lnTo>
                  <a:pt x="415412" y="1191216"/>
                </a:lnTo>
                <a:moveTo>
                  <a:pt x="573271" y="1256451"/>
                </a:moveTo>
                <a:lnTo>
                  <a:pt x="570333" y="1266678"/>
                </a:lnTo>
                <a:cubicBezTo>
                  <a:pt x="598172" y="1274670"/>
                  <a:pt x="626407" y="1281090"/>
                  <a:pt x="654894" y="1285922"/>
                </a:cubicBezTo>
                <a:lnTo>
                  <a:pt x="656671" y="1275431"/>
                </a:lnTo>
                <a:lnTo>
                  <a:pt x="658450" y="1264943"/>
                </a:lnTo>
                <a:cubicBezTo>
                  <a:pt x="630743" y="1260245"/>
                  <a:pt x="603281" y="1254001"/>
                  <a:pt x="576206" y="1246228"/>
                </a:cubicBezTo>
                <a:lnTo>
                  <a:pt x="573271" y="1256451"/>
                </a:lnTo>
                <a:moveTo>
                  <a:pt x="741672" y="1285008"/>
                </a:moveTo>
                <a:lnTo>
                  <a:pt x="741072" y="1295629"/>
                </a:lnTo>
                <a:cubicBezTo>
                  <a:pt x="769919" y="1297259"/>
                  <a:pt x="798875" y="1297282"/>
                  <a:pt x="827795" y="1295683"/>
                </a:cubicBezTo>
                <a:lnTo>
                  <a:pt x="827207" y="1285059"/>
                </a:lnTo>
                <a:lnTo>
                  <a:pt x="826619" y="1274438"/>
                </a:lnTo>
                <a:cubicBezTo>
                  <a:pt x="798493" y="1275994"/>
                  <a:pt x="770331" y="1275971"/>
                  <a:pt x="742271" y="1274387"/>
                </a:cubicBezTo>
                <a:lnTo>
                  <a:pt x="741672" y="1285008"/>
                </a:lnTo>
                <a:moveTo>
                  <a:pt x="912218" y="1275559"/>
                </a:moveTo>
                <a:lnTo>
                  <a:pt x="913991" y="1286050"/>
                </a:lnTo>
                <a:cubicBezTo>
                  <a:pt x="942405" y="1281249"/>
                  <a:pt x="970644" y="1274838"/>
                  <a:pt x="998564" y="1266806"/>
                </a:cubicBezTo>
                <a:lnTo>
                  <a:pt x="995623" y="1256582"/>
                </a:lnTo>
                <a:lnTo>
                  <a:pt x="992682" y="1246358"/>
                </a:lnTo>
                <a:cubicBezTo>
                  <a:pt x="965535" y="1254169"/>
                  <a:pt x="938077" y="1260401"/>
                  <a:pt x="910445" y="1265071"/>
                </a:cubicBezTo>
                <a:lnTo>
                  <a:pt x="912218" y="1275559"/>
                </a:lnTo>
                <a:moveTo>
                  <a:pt x="1076345" y="1228335"/>
                </a:moveTo>
                <a:lnTo>
                  <a:pt x="1080421" y="1238161"/>
                </a:lnTo>
                <a:cubicBezTo>
                  <a:pt x="1106940" y="1227162"/>
                  <a:pt x="1133022" y="1214602"/>
                  <a:pt x="1158535" y="1200463"/>
                </a:cubicBezTo>
                <a:lnTo>
                  <a:pt x="1153378" y="1191159"/>
                </a:lnTo>
                <a:lnTo>
                  <a:pt x="1148222" y="1181852"/>
                </a:lnTo>
                <a:cubicBezTo>
                  <a:pt x="1123413" y="1195602"/>
                  <a:pt x="1098053" y="1207813"/>
                  <a:pt x="1072269" y="1218509"/>
                </a:cubicBezTo>
                <a:lnTo>
                  <a:pt x="1076345" y="1228335"/>
                </a:lnTo>
                <a:moveTo>
                  <a:pt x="1225770" y="1145556"/>
                </a:moveTo>
                <a:lnTo>
                  <a:pt x="1231934" y="1154227"/>
                </a:lnTo>
                <a:cubicBezTo>
                  <a:pt x="1243654" y="1145894"/>
                  <a:pt x="1255212" y="1137192"/>
                  <a:pt x="1266590" y="1128118"/>
                </a:cubicBezTo>
                <a:lnTo>
                  <a:pt x="1259958" y="1119802"/>
                </a:lnTo>
                <a:lnTo>
                  <a:pt x="1253324" y="1111483"/>
                </a:lnTo>
                <a:cubicBezTo>
                  <a:pt x="1242251" y="1120313"/>
                  <a:pt x="1231008" y="1128779"/>
                  <a:pt x="1219606" y="1136885"/>
                </a:cubicBezTo>
                <a:lnTo>
                  <a:pt x="1225770" y="1145556"/>
                </a:lnTo>
                <a:moveTo>
                  <a:pt x="1259958" y="1119802"/>
                </a:moveTo>
                <a:lnTo>
                  <a:pt x="1270409" y="1121786"/>
                </a:lnTo>
                <a:cubicBezTo>
                  <a:pt x="1272994" y="1108175"/>
                  <a:pt x="1275490" y="1094851"/>
                  <a:pt x="1277896" y="1081785"/>
                </a:cubicBezTo>
                <a:lnTo>
                  <a:pt x="1267433" y="1079857"/>
                </a:lnTo>
                <a:lnTo>
                  <a:pt x="1256971" y="1077929"/>
                </a:lnTo>
                <a:cubicBezTo>
                  <a:pt x="1254572" y="1090956"/>
                  <a:pt x="1252085" y="1104240"/>
                  <a:pt x="1249505" y="1117814"/>
                </a:cubicBezTo>
                <a:lnTo>
                  <a:pt x="1259958" y="1119802"/>
                </a:lnTo>
                <a:moveTo>
                  <a:pt x="1281507" y="1000090"/>
                </a:moveTo>
                <a:lnTo>
                  <a:pt x="1291999" y="1001848"/>
                </a:lnTo>
                <a:cubicBezTo>
                  <a:pt x="1296633" y="974183"/>
                  <a:pt x="1300808" y="947509"/>
                  <a:pt x="1304527" y="921468"/>
                </a:cubicBezTo>
                <a:lnTo>
                  <a:pt x="1293995" y="919966"/>
                </a:lnTo>
                <a:lnTo>
                  <a:pt x="1283465" y="918461"/>
                </a:lnTo>
                <a:cubicBezTo>
                  <a:pt x="1279772" y="944309"/>
                  <a:pt x="1275624" y="970813"/>
                  <a:pt x="1271015" y="998333"/>
                </a:cubicBezTo>
                <a:lnTo>
                  <a:pt x="1281507" y="1000090"/>
                </a:lnTo>
                <a:moveTo>
                  <a:pt x="1304209" y="839557"/>
                </a:moveTo>
                <a:lnTo>
                  <a:pt x="1314784" y="840721"/>
                </a:lnTo>
                <a:cubicBezTo>
                  <a:pt x="1317775" y="813531"/>
                  <a:pt x="1320236" y="786638"/>
                  <a:pt x="1322173" y="759589"/>
                </a:cubicBezTo>
                <a:lnTo>
                  <a:pt x="1311561" y="758831"/>
                </a:lnTo>
                <a:lnTo>
                  <a:pt x="1300950" y="758070"/>
                </a:lnTo>
                <a:cubicBezTo>
                  <a:pt x="1299033" y="784838"/>
                  <a:pt x="1296597" y="811461"/>
                  <a:pt x="1293635" y="838393"/>
                </a:cubicBezTo>
                <a:lnTo>
                  <a:pt x="1304209" y="839557"/>
                </a:lnTo>
                <a:moveTo>
                  <a:pt x="1315756" y="677886"/>
                </a:moveTo>
                <a:lnTo>
                  <a:pt x="1326389" y="678229"/>
                </a:lnTo>
                <a:cubicBezTo>
                  <a:pt x="1327246" y="651765"/>
                  <a:pt x="1327633" y="624753"/>
                  <a:pt x="1327556" y="596802"/>
                </a:cubicBezTo>
                <a:lnTo>
                  <a:pt x="1316917" y="596833"/>
                </a:lnTo>
                <a:lnTo>
                  <a:pt x="1306279" y="596861"/>
                </a:lnTo>
                <a:cubicBezTo>
                  <a:pt x="1306356" y="624577"/>
                  <a:pt x="1305972" y="651339"/>
                  <a:pt x="1305124" y="677542"/>
                </a:cubicBezTo>
                <a:lnTo>
                  <a:pt x="1315756" y="677886"/>
                </a:lnTo>
                <a:moveTo>
                  <a:pt x="1315487" y="515763"/>
                </a:moveTo>
                <a:lnTo>
                  <a:pt x="1326119" y="515428"/>
                </a:lnTo>
                <a:cubicBezTo>
                  <a:pt x="1325306" y="489449"/>
                  <a:pt x="1324149" y="462494"/>
                  <a:pt x="1322653" y="434307"/>
                </a:cubicBezTo>
                <a:lnTo>
                  <a:pt x="1312030" y="434869"/>
                </a:lnTo>
                <a:lnTo>
                  <a:pt x="1301406" y="435434"/>
                </a:lnTo>
                <a:cubicBezTo>
                  <a:pt x="1302893" y="463485"/>
                  <a:pt x="1304045" y="490287"/>
                  <a:pt x="1304854" y="516095"/>
                </a:cubicBezTo>
                <a:lnTo>
                  <a:pt x="1315487" y="515763"/>
                </a:lnTo>
                <a:moveTo>
                  <a:pt x="1307054" y="353876"/>
                </a:moveTo>
                <a:lnTo>
                  <a:pt x="1317667" y="353143"/>
                </a:lnTo>
                <a:cubicBezTo>
                  <a:pt x="1315881" y="327241"/>
                  <a:pt x="1313857" y="300289"/>
                  <a:pt x="1311595" y="272138"/>
                </a:cubicBezTo>
                <a:lnTo>
                  <a:pt x="1300991" y="272990"/>
                </a:lnTo>
                <a:lnTo>
                  <a:pt x="1290387" y="273842"/>
                </a:lnTo>
                <a:cubicBezTo>
                  <a:pt x="1292642" y="301924"/>
                  <a:pt x="1294661" y="328794"/>
                  <a:pt x="1296441" y="354605"/>
                </a:cubicBezTo>
                <a:lnTo>
                  <a:pt x="1307054" y="353876"/>
                </a:lnTo>
                <a:moveTo>
                  <a:pt x="1294159" y="192207"/>
                </a:moveTo>
                <a:lnTo>
                  <a:pt x="1304756" y="191270"/>
                </a:lnTo>
                <a:cubicBezTo>
                  <a:pt x="1303588" y="178042"/>
                  <a:pt x="1302374" y="164562"/>
                  <a:pt x="1301117" y="150814"/>
                </a:cubicBezTo>
                <a:lnTo>
                  <a:pt x="1290523" y="151783"/>
                </a:lnTo>
                <a:lnTo>
                  <a:pt x="1279929" y="152751"/>
                </a:lnTo>
                <a:cubicBezTo>
                  <a:pt x="1281184" y="166478"/>
                  <a:pt x="1282394" y="179936"/>
                  <a:pt x="1283561" y="193141"/>
                </a:cubicBezTo>
                <a:lnTo>
                  <a:pt x="1294159" y="192207"/>
                </a:lnTo>
                <a:moveTo>
                  <a:pt x="1290523" y="151783"/>
                </a:moveTo>
                <a:lnTo>
                  <a:pt x="1292244" y="141283"/>
                </a:lnTo>
                <a:cubicBezTo>
                  <a:pt x="1277870" y="138930"/>
                  <a:pt x="1263812" y="136261"/>
                  <a:pt x="1250038" y="133336"/>
                </a:cubicBezTo>
                <a:lnTo>
                  <a:pt x="1247829" y="143745"/>
                </a:lnTo>
                <a:lnTo>
                  <a:pt x="1245620" y="154151"/>
                </a:lnTo>
                <a:cubicBezTo>
                  <a:pt x="1259699" y="157137"/>
                  <a:pt x="1274083" y="159869"/>
                  <a:pt x="1288801" y="162282"/>
                </a:cubicBezTo>
                <a:lnTo>
                  <a:pt x="1290523" y="151783"/>
                </a:lnTo>
                <a:moveTo>
                  <a:pt x="1163844" y="122272"/>
                </a:moveTo>
                <a:lnTo>
                  <a:pt x="1166858" y="112071"/>
                </a:lnTo>
                <a:cubicBezTo>
                  <a:pt x="1138537" y="103701"/>
                  <a:pt x="1111324" y="94641"/>
                  <a:pt x="1084844" y="85482"/>
                </a:cubicBezTo>
                <a:lnTo>
                  <a:pt x="1081366" y="95536"/>
                </a:lnTo>
                <a:lnTo>
                  <a:pt x="1077890" y="105589"/>
                </a:lnTo>
                <a:cubicBezTo>
                  <a:pt x="1104515" y="114799"/>
                  <a:pt x="1132070" y="123979"/>
                  <a:pt x="1160829" y="132473"/>
                </a:cubicBezTo>
                <a:lnTo>
                  <a:pt x="1163844" y="122272"/>
                </a:lnTo>
                <a:moveTo>
                  <a:pt x="999547" y="66939"/>
                </a:moveTo>
                <a:lnTo>
                  <a:pt x="1002992" y="56874"/>
                </a:lnTo>
                <a:cubicBezTo>
                  <a:pt x="974833" y="47230"/>
                  <a:pt x="947104" y="38272"/>
                  <a:pt x="919445" y="30927"/>
                </a:cubicBezTo>
                <a:lnTo>
                  <a:pt x="916714" y="41208"/>
                </a:lnTo>
                <a:lnTo>
                  <a:pt x="913982" y="51489"/>
                </a:lnTo>
                <a:cubicBezTo>
                  <a:pt x="940940" y="58652"/>
                  <a:pt x="968133" y="67425"/>
                  <a:pt x="996100" y="77004"/>
                </a:cubicBezTo>
                <a:lnTo>
                  <a:pt x="999547" y="66939"/>
                </a:lnTo>
                <a:moveTo>
                  <a:pt x="831673" y="24800"/>
                </a:moveTo>
                <a:lnTo>
                  <a:pt x="832817" y="14224"/>
                </a:lnTo>
                <a:cubicBezTo>
                  <a:pt x="803794" y="11081"/>
                  <a:pt x="774331" y="10667"/>
                  <a:pt x="743959" y="13989"/>
                </a:cubicBezTo>
                <a:lnTo>
                  <a:pt x="745115" y="24565"/>
                </a:lnTo>
                <a:lnTo>
                  <a:pt x="746272" y="35138"/>
                </a:lnTo>
                <a:cubicBezTo>
                  <a:pt x="774948" y="32003"/>
                  <a:pt x="802858" y="32381"/>
                  <a:pt x="830527" y="35376"/>
                </a:cubicBezTo>
                <a:lnTo>
                  <a:pt x="831673" y="24800"/>
                </a:lnTo>
                <a:moveTo>
                  <a:pt x="660784" y="43527"/>
                </a:moveTo>
                <a:lnTo>
                  <a:pt x="657351" y="33457"/>
                </a:lnTo>
                <a:cubicBezTo>
                  <a:pt x="631303" y="42335"/>
                  <a:pt x="604476" y="54189"/>
                  <a:pt x="576611" y="69489"/>
                </a:cubicBezTo>
                <a:lnTo>
                  <a:pt x="581731" y="78816"/>
                </a:lnTo>
                <a:lnTo>
                  <a:pt x="586852" y="88140"/>
                </a:lnTo>
                <a:cubicBezTo>
                  <a:pt x="613726" y="73384"/>
                  <a:pt x="639426" y="62045"/>
                  <a:pt x="664215" y="53598"/>
                </a:cubicBezTo>
                <a:lnTo>
                  <a:pt x="660784" y="43527"/>
                </a:lnTo>
                <a:moveTo>
                  <a:pt x="508601" y="125452"/>
                </a:moveTo>
                <a:lnTo>
                  <a:pt x="502369" y="116829"/>
                </a:lnTo>
                <a:cubicBezTo>
                  <a:pt x="490887" y="125128"/>
                  <a:pt x="479218" y="133998"/>
                  <a:pt x="467348" y="143467"/>
                </a:cubicBezTo>
                <a:lnTo>
                  <a:pt x="473980" y="151783"/>
                </a:lnTo>
                <a:lnTo>
                  <a:pt x="480614" y="160101"/>
                </a:lnTo>
                <a:cubicBezTo>
                  <a:pt x="492236" y="150832"/>
                  <a:pt x="503638" y="142166"/>
                  <a:pt x="514833" y="134075"/>
                </a:cubicBezTo>
                <a:lnTo>
                  <a:pt x="508601" y="125452"/>
                </a:lnTo>
                <a:moveTo>
                  <a:pt x="473980" y="151783"/>
                </a:moveTo>
                <a:lnTo>
                  <a:pt x="467348" y="143467"/>
                </a:lnTo>
                <a:cubicBezTo>
                  <a:pt x="456389" y="152206"/>
                  <a:pt x="442809" y="157844"/>
                  <a:pt x="426911" y="161064"/>
                </a:cubicBezTo>
                <a:lnTo>
                  <a:pt x="429023" y="171489"/>
                </a:lnTo>
                <a:lnTo>
                  <a:pt x="431134" y="181918"/>
                </a:lnTo>
                <a:cubicBezTo>
                  <a:pt x="449417" y="178215"/>
                  <a:pt x="466370" y="171461"/>
                  <a:pt x="480614" y="160101"/>
                </a:cubicBezTo>
                <a:lnTo>
                  <a:pt x="473980" y="151783"/>
                </a:lnTo>
                <a:moveTo>
                  <a:pt x="330249" y="170905"/>
                </a:moveTo>
                <a:lnTo>
                  <a:pt x="331572" y="160351"/>
                </a:lnTo>
                <a:cubicBezTo>
                  <a:pt x="315341" y="158316"/>
                  <a:pt x="298835" y="155763"/>
                  <a:pt x="282311" y="153208"/>
                </a:cubicBezTo>
                <a:cubicBezTo>
                  <a:pt x="265845" y="150658"/>
                  <a:pt x="249345" y="148103"/>
                  <a:pt x="233388" y="146116"/>
                </a:cubicBezTo>
                <a:lnTo>
                  <a:pt x="232073" y="156672"/>
                </a:lnTo>
                <a:lnTo>
                  <a:pt x="230759" y="167231"/>
                </a:lnTo>
                <a:cubicBezTo>
                  <a:pt x="246347" y="169173"/>
                  <a:pt x="262526" y="171677"/>
                  <a:pt x="279057" y="174235"/>
                </a:cubicBezTo>
                <a:cubicBezTo>
                  <a:pt x="295530" y="176782"/>
                  <a:pt x="312340" y="179382"/>
                  <a:pt x="328926" y="181461"/>
                </a:cubicBezTo>
                <a:lnTo>
                  <a:pt x="330249" y="170905"/>
                </a:lnTo>
                <a:moveTo>
                  <a:pt x="133816" y="159832"/>
                </a:moveTo>
                <a:lnTo>
                  <a:pt x="130185" y="149832"/>
                </a:lnTo>
                <a:cubicBezTo>
                  <a:pt x="111950" y="156453"/>
                  <a:pt x="97035" y="168182"/>
                  <a:pt x="87934" y="187057"/>
                </a:cubicBezTo>
                <a:lnTo>
                  <a:pt x="97516" y="191676"/>
                </a:lnTo>
                <a:lnTo>
                  <a:pt x="107098" y="196298"/>
                </a:lnTo>
                <a:cubicBezTo>
                  <a:pt x="113445" y="183133"/>
                  <a:pt x="123642" y="174845"/>
                  <a:pt x="137448" y="169831"/>
                </a:cubicBezTo>
                <a:lnTo>
                  <a:pt x="133816" y="159832"/>
                </a:lnTo>
                <a:moveTo>
                  <a:pt x="97516" y="191676"/>
                </a:moveTo>
                <a:lnTo>
                  <a:pt x="87934" y="187057"/>
                </a:lnTo>
                <a:cubicBezTo>
                  <a:pt x="81631" y="200125"/>
                  <a:pt x="75711" y="213345"/>
                  <a:pt x="70176" y="226700"/>
                </a:cubicBezTo>
                <a:lnTo>
                  <a:pt x="80002" y="230774"/>
                </a:lnTo>
                <a:lnTo>
                  <a:pt x="89830" y="234846"/>
                </a:lnTo>
                <a:cubicBezTo>
                  <a:pt x="95213" y="221859"/>
                  <a:pt x="100970" y="209006"/>
                  <a:pt x="107098" y="196298"/>
                </a:cubicBezTo>
                <a:lnTo>
                  <a:pt x="97516" y="191676"/>
                </a:lnTo>
                <a:moveTo>
                  <a:pt x="51707" y="311592"/>
                </a:moveTo>
                <a:lnTo>
                  <a:pt x="41485" y="308645"/>
                </a:lnTo>
                <a:cubicBezTo>
                  <a:pt x="33453" y="336505"/>
                  <a:pt x="26998" y="364767"/>
                  <a:pt x="22136" y="393283"/>
                </a:cubicBezTo>
                <a:lnTo>
                  <a:pt x="32622" y="395069"/>
                </a:lnTo>
                <a:lnTo>
                  <a:pt x="43110" y="396858"/>
                </a:lnTo>
                <a:cubicBezTo>
                  <a:pt x="47839" y="369125"/>
                  <a:pt x="54116" y="341636"/>
                  <a:pt x="61930" y="314539"/>
                </a:cubicBezTo>
                <a:lnTo>
                  <a:pt x="51707" y="311592"/>
                </a:lnTo>
                <a:moveTo>
                  <a:pt x="22963" y="480157"/>
                </a:moveTo>
                <a:lnTo>
                  <a:pt x="12342" y="479549"/>
                </a:lnTo>
                <a:cubicBezTo>
                  <a:pt x="10688" y="508426"/>
                  <a:pt x="10644" y="537417"/>
                  <a:pt x="12227" y="566368"/>
                </a:cubicBezTo>
                <a:lnTo>
                  <a:pt x="22848" y="565789"/>
                </a:lnTo>
                <a:lnTo>
                  <a:pt x="33471" y="565207"/>
                </a:lnTo>
                <a:cubicBezTo>
                  <a:pt x="31932" y="537048"/>
                  <a:pt x="31975" y="508855"/>
                  <a:pt x="33585" y="480764"/>
                </a:cubicBezTo>
                <a:lnTo>
                  <a:pt x="22963" y="480157"/>
                </a:lnTo>
                <a:moveTo>
                  <a:pt x="32308" y="650897"/>
                </a:moveTo>
                <a:lnTo>
                  <a:pt x="21818" y="652665"/>
                </a:lnTo>
                <a:cubicBezTo>
                  <a:pt x="26610" y="681114"/>
                  <a:pt x="33013" y="709389"/>
                  <a:pt x="41042" y="737344"/>
                </a:cubicBezTo>
                <a:lnTo>
                  <a:pt x="51267" y="734405"/>
                </a:lnTo>
                <a:lnTo>
                  <a:pt x="61491" y="731470"/>
                </a:lnTo>
                <a:cubicBezTo>
                  <a:pt x="53685" y="704287"/>
                  <a:pt x="47458" y="676796"/>
                  <a:pt x="42799" y="649131"/>
                </a:cubicBezTo>
                <a:lnTo>
                  <a:pt x="32308" y="650897"/>
                </a:lnTo>
                <a:moveTo>
                  <a:pt x="79520" y="815237"/>
                </a:moveTo>
                <a:lnTo>
                  <a:pt x="69691" y="819308"/>
                </a:lnTo>
                <a:cubicBezTo>
                  <a:pt x="80694" y="845860"/>
                  <a:pt x="93263" y="871972"/>
                  <a:pt x="107412" y="897514"/>
                </a:cubicBezTo>
                <a:lnTo>
                  <a:pt x="116719" y="892358"/>
                </a:lnTo>
                <a:lnTo>
                  <a:pt x="126024" y="887204"/>
                </a:lnTo>
                <a:cubicBezTo>
                  <a:pt x="112265" y="862367"/>
                  <a:pt x="100044" y="836977"/>
                  <a:pt x="89348" y="811163"/>
                </a:cubicBezTo>
                <a:lnTo>
                  <a:pt x="79520" y="815237"/>
                </a:lnTo>
                <a:moveTo>
                  <a:pt x="162349" y="964814"/>
                </a:moveTo>
                <a:lnTo>
                  <a:pt x="153676" y="970977"/>
                </a:lnTo>
                <a:cubicBezTo>
                  <a:pt x="162019" y="982715"/>
                  <a:pt x="170733" y="994287"/>
                  <a:pt x="179820" y="1005681"/>
                </a:cubicBezTo>
                <a:lnTo>
                  <a:pt x="188137" y="999048"/>
                </a:lnTo>
                <a:lnTo>
                  <a:pt x="196454" y="992416"/>
                </a:lnTo>
                <a:cubicBezTo>
                  <a:pt x="187612" y="981329"/>
                  <a:pt x="179134" y="970069"/>
                  <a:pt x="171020" y="958650"/>
                </a:cubicBezTo>
                <a:lnTo>
                  <a:pt x="162349" y="964814"/>
                </a:lnTo>
                <a:moveTo>
                  <a:pt x="1290523" y="151783"/>
                </a:moveTo>
                <a:lnTo>
                  <a:pt x="1311712" y="149846"/>
                </a:lnTo>
                <a:lnTo>
                  <a:pt x="1310213" y="133450"/>
                </a:lnTo>
                <a:lnTo>
                  <a:pt x="1293964" y="130787"/>
                </a:lnTo>
                <a:lnTo>
                  <a:pt x="1290523" y="151783"/>
                </a:lnTo>
                <a:moveTo>
                  <a:pt x="1259958" y="1119802"/>
                </a:moveTo>
                <a:lnTo>
                  <a:pt x="1273224" y="1136436"/>
                </a:lnTo>
                <a:lnTo>
                  <a:pt x="1279389" y="1131519"/>
                </a:lnTo>
                <a:lnTo>
                  <a:pt x="1280861" y="1123771"/>
                </a:lnTo>
                <a:lnTo>
                  <a:pt x="1259958" y="1119802"/>
                </a:lnTo>
                <a:moveTo>
                  <a:pt x="97516" y="191676"/>
                </a:moveTo>
                <a:lnTo>
                  <a:pt x="116680" y="200918"/>
                </a:lnTo>
                <a:lnTo>
                  <a:pt x="97516" y="191676"/>
                </a:lnTo>
                <a:moveTo>
                  <a:pt x="188137" y="999048"/>
                </a:moveTo>
                <a:lnTo>
                  <a:pt x="171502" y="1012316"/>
                </a:lnTo>
                <a:cubicBezTo>
                  <a:pt x="180698" y="1023846"/>
                  <a:pt x="190157" y="1035052"/>
                  <a:pt x="199860" y="1045929"/>
                </a:cubicBezTo>
                <a:lnTo>
                  <a:pt x="215737" y="1031764"/>
                </a:lnTo>
                <a:lnTo>
                  <a:pt x="231615" y="1017600"/>
                </a:lnTo>
                <a:cubicBezTo>
                  <a:pt x="222431" y="1007308"/>
                  <a:pt x="213479" y="996700"/>
                  <a:pt x="204772" y="985781"/>
                </a:cubicBezTo>
                <a:lnTo>
                  <a:pt x="188137" y="999048"/>
                </a:lnTo>
                <a:moveTo>
                  <a:pt x="276167" y="1092330"/>
                </a:moveTo>
                <a:lnTo>
                  <a:pt x="261973" y="1108178"/>
                </a:lnTo>
                <a:cubicBezTo>
                  <a:pt x="283999" y="1127910"/>
                  <a:pt x="306945" y="1146209"/>
                  <a:pt x="330678" y="1163062"/>
                </a:cubicBezTo>
                <a:lnTo>
                  <a:pt x="342999" y="1145715"/>
                </a:lnTo>
                <a:lnTo>
                  <a:pt x="355318" y="1128367"/>
                </a:lnTo>
                <a:cubicBezTo>
                  <a:pt x="332884" y="1112437"/>
                  <a:pt x="311191" y="1095138"/>
                  <a:pt x="290363" y="1076481"/>
                </a:cubicBezTo>
                <a:lnTo>
                  <a:pt x="276167" y="1092330"/>
                </a:lnTo>
                <a:moveTo>
                  <a:pt x="415412" y="1191216"/>
                </a:moveTo>
                <a:lnTo>
                  <a:pt x="405127" y="1209843"/>
                </a:lnTo>
                <a:cubicBezTo>
                  <a:pt x="430913" y="1224079"/>
                  <a:pt x="457378" y="1236784"/>
                  <a:pt x="484380" y="1247940"/>
                </a:cubicBezTo>
                <a:lnTo>
                  <a:pt x="492504" y="1228275"/>
                </a:lnTo>
                <a:lnTo>
                  <a:pt x="500629" y="1208611"/>
                </a:lnTo>
                <a:cubicBezTo>
                  <a:pt x="475094" y="1198061"/>
                  <a:pt x="450073" y="1186048"/>
                  <a:pt x="425697" y="1172591"/>
                </a:cubicBezTo>
                <a:lnTo>
                  <a:pt x="415412" y="1191216"/>
                </a:lnTo>
                <a:moveTo>
                  <a:pt x="573271" y="1256451"/>
                </a:moveTo>
                <a:lnTo>
                  <a:pt x="567398" y="1276902"/>
                </a:lnTo>
                <a:cubicBezTo>
                  <a:pt x="595618" y="1285005"/>
                  <a:pt x="624238" y="1291515"/>
                  <a:pt x="653115" y="1296410"/>
                </a:cubicBezTo>
                <a:lnTo>
                  <a:pt x="656671" y="1275431"/>
                </a:lnTo>
                <a:lnTo>
                  <a:pt x="660229" y="1254455"/>
                </a:lnTo>
                <a:cubicBezTo>
                  <a:pt x="632910" y="1249822"/>
                  <a:pt x="605836" y="1243667"/>
                  <a:pt x="579143" y="1236001"/>
                </a:cubicBezTo>
                <a:lnTo>
                  <a:pt x="573271" y="1256451"/>
                </a:lnTo>
                <a:moveTo>
                  <a:pt x="741672" y="1285008"/>
                </a:moveTo>
                <a:lnTo>
                  <a:pt x="740471" y="1306251"/>
                </a:lnTo>
                <a:cubicBezTo>
                  <a:pt x="769713" y="1307903"/>
                  <a:pt x="799066" y="1307926"/>
                  <a:pt x="828382" y="1306305"/>
                </a:cubicBezTo>
                <a:lnTo>
                  <a:pt x="827207" y="1285059"/>
                </a:lnTo>
                <a:lnTo>
                  <a:pt x="826031" y="1263816"/>
                </a:lnTo>
                <a:cubicBezTo>
                  <a:pt x="798303" y="1265349"/>
                  <a:pt x="770535" y="1265327"/>
                  <a:pt x="742872" y="1263765"/>
                </a:cubicBezTo>
                <a:lnTo>
                  <a:pt x="741672" y="1285008"/>
                </a:lnTo>
                <a:moveTo>
                  <a:pt x="912218" y="1275559"/>
                </a:moveTo>
                <a:lnTo>
                  <a:pt x="915762" y="1296538"/>
                </a:lnTo>
                <a:cubicBezTo>
                  <a:pt x="944570" y="1291671"/>
                  <a:pt x="973199" y="1285173"/>
                  <a:pt x="1001504" y="1277030"/>
                </a:cubicBezTo>
                <a:lnTo>
                  <a:pt x="995623" y="1256582"/>
                </a:lnTo>
                <a:lnTo>
                  <a:pt x="989740" y="1236134"/>
                </a:lnTo>
                <a:cubicBezTo>
                  <a:pt x="962979" y="1243834"/>
                  <a:pt x="935912" y="1249978"/>
                  <a:pt x="908672" y="1254580"/>
                </a:cubicBezTo>
                <a:lnTo>
                  <a:pt x="912218" y="1275559"/>
                </a:lnTo>
                <a:moveTo>
                  <a:pt x="1076345" y="1228335"/>
                </a:moveTo>
                <a:lnTo>
                  <a:pt x="1084496" y="1247988"/>
                </a:lnTo>
                <a:cubicBezTo>
                  <a:pt x="1111383" y="1236838"/>
                  <a:pt x="1137826" y="1224102"/>
                  <a:pt x="1163691" y="1209767"/>
                </a:cubicBezTo>
                <a:lnTo>
                  <a:pt x="1153378" y="1191159"/>
                </a:lnTo>
                <a:lnTo>
                  <a:pt x="1143064" y="1172548"/>
                </a:lnTo>
                <a:cubicBezTo>
                  <a:pt x="1118608" y="1186099"/>
                  <a:pt x="1093610" y="1198140"/>
                  <a:pt x="1068194" y="1208682"/>
                </a:cubicBezTo>
                <a:lnTo>
                  <a:pt x="1076345" y="1228335"/>
                </a:lnTo>
                <a:moveTo>
                  <a:pt x="1225770" y="1145556"/>
                </a:moveTo>
                <a:lnTo>
                  <a:pt x="1238096" y="1162898"/>
                </a:lnTo>
                <a:cubicBezTo>
                  <a:pt x="1249977" y="1154454"/>
                  <a:pt x="1261691" y="1145632"/>
                  <a:pt x="1273224" y="1136436"/>
                </a:cubicBezTo>
                <a:lnTo>
                  <a:pt x="1259958" y="1119802"/>
                </a:lnTo>
                <a:lnTo>
                  <a:pt x="1246692" y="1103167"/>
                </a:lnTo>
                <a:cubicBezTo>
                  <a:pt x="1235772" y="1111875"/>
                  <a:pt x="1224684" y="1120222"/>
                  <a:pt x="1213442" y="1128214"/>
                </a:cubicBezTo>
                <a:lnTo>
                  <a:pt x="1225770" y="1145556"/>
                </a:lnTo>
                <a:moveTo>
                  <a:pt x="1259958" y="1119802"/>
                </a:moveTo>
                <a:lnTo>
                  <a:pt x="1280861" y="1123771"/>
                </a:lnTo>
                <a:cubicBezTo>
                  <a:pt x="1283449" y="1110143"/>
                  <a:pt x="1285948" y="1096801"/>
                  <a:pt x="1288358" y="1083710"/>
                </a:cubicBezTo>
                <a:lnTo>
                  <a:pt x="1267433" y="1079857"/>
                </a:lnTo>
                <a:lnTo>
                  <a:pt x="1246509" y="1076004"/>
                </a:lnTo>
                <a:cubicBezTo>
                  <a:pt x="1244114" y="1089008"/>
                  <a:pt x="1241629" y="1102272"/>
                  <a:pt x="1239054" y="1115830"/>
                </a:cubicBezTo>
                <a:lnTo>
                  <a:pt x="1259958" y="1119802"/>
                </a:lnTo>
                <a:moveTo>
                  <a:pt x="1281507" y="1000090"/>
                </a:moveTo>
                <a:lnTo>
                  <a:pt x="1302492" y="1003605"/>
                </a:lnTo>
                <a:cubicBezTo>
                  <a:pt x="1307138" y="975869"/>
                  <a:pt x="1311326" y="949110"/>
                  <a:pt x="1315059" y="922973"/>
                </a:cubicBezTo>
                <a:lnTo>
                  <a:pt x="1293995" y="919966"/>
                </a:lnTo>
                <a:lnTo>
                  <a:pt x="1272933" y="916956"/>
                </a:lnTo>
                <a:cubicBezTo>
                  <a:pt x="1269255" y="942708"/>
                  <a:pt x="1265121" y="969126"/>
                  <a:pt x="1260521" y="996575"/>
                </a:cubicBezTo>
                <a:lnTo>
                  <a:pt x="1281507" y="1000090"/>
                </a:lnTo>
                <a:moveTo>
                  <a:pt x="1304209" y="839557"/>
                </a:moveTo>
                <a:lnTo>
                  <a:pt x="1325358" y="841885"/>
                </a:lnTo>
                <a:cubicBezTo>
                  <a:pt x="1328365" y="814564"/>
                  <a:pt x="1330838" y="787538"/>
                  <a:pt x="1332784" y="760350"/>
                </a:cubicBezTo>
                <a:lnTo>
                  <a:pt x="1311561" y="758831"/>
                </a:lnTo>
                <a:lnTo>
                  <a:pt x="1290338" y="757312"/>
                </a:lnTo>
                <a:cubicBezTo>
                  <a:pt x="1288433" y="783938"/>
                  <a:pt x="1286009" y="810425"/>
                  <a:pt x="1283060" y="837232"/>
                </a:cubicBezTo>
                <a:lnTo>
                  <a:pt x="1304209" y="839557"/>
                </a:lnTo>
                <a:moveTo>
                  <a:pt x="1315756" y="677886"/>
                </a:moveTo>
                <a:lnTo>
                  <a:pt x="1337022" y="678576"/>
                </a:lnTo>
                <a:cubicBezTo>
                  <a:pt x="1337883" y="651978"/>
                  <a:pt x="1338272" y="624841"/>
                  <a:pt x="1338194" y="596773"/>
                </a:cubicBezTo>
                <a:lnTo>
                  <a:pt x="1316917" y="596833"/>
                </a:lnTo>
                <a:lnTo>
                  <a:pt x="1295641" y="596892"/>
                </a:lnTo>
                <a:cubicBezTo>
                  <a:pt x="1295717" y="624489"/>
                  <a:pt x="1295335" y="651127"/>
                  <a:pt x="1294489" y="677196"/>
                </a:cubicBezTo>
                <a:lnTo>
                  <a:pt x="1315756" y="677886"/>
                </a:lnTo>
                <a:moveTo>
                  <a:pt x="1315487" y="515763"/>
                </a:moveTo>
                <a:lnTo>
                  <a:pt x="1336753" y="515096"/>
                </a:lnTo>
                <a:cubicBezTo>
                  <a:pt x="1335936" y="489032"/>
                  <a:pt x="1334776" y="462000"/>
                  <a:pt x="1333277" y="433742"/>
                </a:cubicBezTo>
                <a:lnTo>
                  <a:pt x="1312030" y="434869"/>
                </a:lnTo>
                <a:lnTo>
                  <a:pt x="1290783" y="435996"/>
                </a:lnTo>
                <a:cubicBezTo>
                  <a:pt x="1292266" y="463982"/>
                  <a:pt x="1293413" y="490704"/>
                  <a:pt x="1294220" y="516430"/>
                </a:cubicBezTo>
                <a:lnTo>
                  <a:pt x="1315487" y="515763"/>
                </a:lnTo>
                <a:moveTo>
                  <a:pt x="1307054" y="353876"/>
                </a:moveTo>
                <a:lnTo>
                  <a:pt x="1328281" y="352411"/>
                </a:lnTo>
                <a:cubicBezTo>
                  <a:pt x="1326491" y="326463"/>
                  <a:pt x="1324464" y="299471"/>
                  <a:pt x="1322200" y="271287"/>
                </a:cubicBezTo>
                <a:lnTo>
                  <a:pt x="1300991" y="272990"/>
                </a:lnTo>
                <a:lnTo>
                  <a:pt x="1279782" y="274694"/>
                </a:lnTo>
                <a:cubicBezTo>
                  <a:pt x="1282035" y="302742"/>
                  <a:pt x="1284051" y="329569"/>
                  <a:pt x="1285827" y="355338"/>
                </a:cubicBezTo>
                <a:lnTo>
                  <a:pt x="1307054" y="353876"/>
                </a:lnTo>
                <a:moveTo>
                  <a:pt x="1294159" y="192207"/>
                </a:moveTo>
                <a:lnTo>
                  <a:pt x="1315353" y="190333"/>
                </a:lnTo>
                <a:cubicBezTo>
                  <a:pt x="1314183" y="177094"/>
                  <a:pt x="1312970" y="163602"/>
                  <a:pt x="1311712" y="149846"/>
                </a:cubicBezTo>
                <a:lnTo>
                  <a:pt x="1290523" y="151783"/>
                </a:lnTo>
                <a:lnTo>
                  <a:pt x="1269334" y="153722"/>
                </a:lnTo>
                <a:cubicBezTo>
                  <a:pt x="1270588" y="167438"/>
                  <a:pt x="1271799" y="180884"/>
                  <a:pt x="1272964" y="194078"/>
                </a:cubicBezTo>
                <a:lnTo>
                  <a:pt x="1294159" y="192207"/>
                </a:lnTo>
                <a:moveTo>
                  <a:pt x="1290523" y="151783"/>
                </a:moveTo>
                <a:lnTo>
                  <a:pt x="1293964" y="130787"/>
                </a:lnTo>
                <a:cubicBezTo>
                  <a:pt x="1279763" y="128459"/>
                  <a:pt x="1265868" y="125821"/>
                  <a:pt x="1252248" y="122931"/>
                </a:cubicBezTo>
                <a:lnTo>
                  <a:pt x="1247829" y="143745"/>
                </a:lnTo>
                <a:lnTo>
                  <a:pt x="1243411" y="164556"/>
                </a:lnTo>
                <a:cubicBezTo>
                  <a:pt x="1257642" y="167577"/>
                  <a:pt x="1272189" y="170340"/>
                  <a:pt x="1287081" y="172781"/>
                </a:cubicBezTo>
                <a:lnTo>
                  <a:pt x="1290523" y="151783"/>
                </a:lnTo>
                <a:moveTo>
                  <a:pt x="1163844" y="122272"/>
                </a:moveTo>
                <a:lnTo>
                  <a:pt x="1169873" y="101867"/>
                </a:lnTo>
                <a:cubicBezTo>
                  <a:pt x="1141771" y="93565"/>
                  <a:pt x="1114728" y="84559"/>
                  <a:pt x="1088321" y="75429"/>
                </a:cubicBezTo>
                <a:lnTo>
                  <a:pt x="1081366" y="95536"/>
                </a:lnTo>
                <a:lnTo>
                  <a:pt x="1074413" y="115646"/>
                </a:lnTo>
                <a:cubicBezTo>
                  <a:pt x="1101111" y="124879"/>
                  <a:pt x="1128834" y="134114"/>
                  <a:pt x="1157815" y="142677"/>
                </a:cubicBezTo>
                <a:lnTo>
                  <a:pt x="1163844" y="122272"/>
                </a:lnTo>
                <a:moveTo>
                  <a:pt x="999547" y="66939"/>
                </a:moveTo>
                <a:lnTo>
                  <a:pt x="1006439" y="46810"/>
                </a:lnTo>
                <a:cubicBezTo>
                  <a:pt x="978182" y="37134"/>
                  <a:pt x="950186" y="28085"/>
                  <a:pt x="922176" y="20644"/>
                </a:cubicBezTo>
                <a:lnTo>
                  <a:pt x="916714" y="41208"/>
                </a:lnTo>
                <a:lnTo>
                  <a:pt x="911251" y="61772"/>
                </a:lnTo>
                <a:cubicBezTo>
                  <a:pt x="937860" y="68839"/>
                  <a:pt x="964782" y="77524"/>
                  <a:pt x="992653" y="87069"/>
                </a:cubicBezTo>
                <a:lnTo>
                  <a:pt x="999547" y="66939"/>
                </a:lnTo>
                <a:moveTo>
                  <a:pt x="831673" y="24800"/>
                </a:moveTo>
                <a:lnTo>
                  <a:pt x="833961" y="3646"/>
                </a:lnTo>
                <a:cubicBezTo>
                  <a:pt x="804262" y="432"/>
                  <a:pt x="774022" y="0"/>
                  <a:pt x="742804" y="3413"/>
                </a:cubicBezTo>
                <a:lnTo>
                  <a:pt x="745115" y="24565"/>
                </a:lnTo>
                <a:lnTo>
                  <a:pt x="747427" y="45714"/>
                </a:lnTo>
                <a:cubicBezTo>
                  <a:pt x="775256" y="42673"/>
                  <a:pt x="802390" y="43031"/>
                  <a:pt x="829383" y="45952"/>
                </a:cubicBezTo>
                <a:lnTo>
                  <a:pt x="831673" y="24800"/>
                </a:lnTo>
                <a:moveTo>
                  <a:pt x="660784" y="43527"/>
                </a:moveTo>
                <a:lnTo>
                  <a:pt x="653920" y="23389"/>
                </a:lnTo>
                <a:cubicBezTo>
                  <a:pt x="627242" y="32480"/>
                  <a:pt x="599851" y="44592"/>
                  <a:pt x="571490" y="60165"/>
                </a:cubicBezTo>
                <a:lnTo>
                  <a:pt x="581731" y="78816"/>
                </a:lnTo>
                <a:lnTo>
                  <a:pt x="591974" y="97466"/>
                </a:lnTo>
                <a:cubicBezTo>
                  <a:pt x="618351" y="82981"/>
                  <a:pt x="643488" y="71899"/>
                  <a:pt x="667646" y="63669"/>
                </a:cubicBezTo>
                <a:lnTo>
                  <a:pt x="660784" y="43527"/>
                </a:lnTo>
                <a:moveTo>
                  <a:pt x="508601" y="125452"/>
                </a:moveTo>
                <a:lnTo>
                  <a:pt x="496137" y="108207"/>
                </a:lnTo>
                <a:cubicBezTo>
                  <a:pt x="484513" y="116611"/>
                  <a:pt x="472711" y="125583"/>
                  <a:pt x="460714" y="135148"/>
                </a:cubicBezTo>
                <a:lnTo>
                  <a:pt x="473980" y="151783"/>
                </a:lnTo>
                <a:lnTo>
                  <a:pt x="487246" y="168417"/>
                </a:lnTo>
                <a:cubicBezTo>
                  <a:pt x="498745" y="159247"/>
                  <a:pt x="510014" y="150684"/>
                  <a:pt x="521065" y="142694"/>
                </a:cubicBezTo>
                <a:lnTo>
                  <a:pt x="508601" y="125452"/>
                </a:lnTo>
                <a:moveTo>
                  <a:pt x="473980" y="151783"/>
                </a:moveTo>
                <a:lnTo>
                  <a:pt x="460714" y="135148"/>
                </a:lnTo>
                <a:cubicBezTo>
                  <a:pt x="451397" y="142578"/>
                  <a:pt x="439505" y="147660"/>
                  <a:pt x="424800" y="150636"/>
                </a:cubicBezTo>
                <a:lnTo>
                  <a:pt x="429023" y="171489"/>
                </a:lnTo>
                <a:lnTo>
                  <a:pt x="433243" y="192343"/>
                </a:lnTo>
                <a:cubicBezTo>
                  <a:pt x="452722" y="188400"/>
                  <a:pt x="471360" y="181089"/>
                  <a:pt x="487246" y="168417"/>
                </a:cubicBezTo>
                <a:lnTo>
                  <a:pt x="473980" y="151783"/>
                </a:lnTo>
                <a:moveTo>
                  <a:pt x="330249" y="170905"/>
                </a:moveTo>
                <a:lnTo>
                  <a:pt x="332895" y="149795"/>
                </a:lnTo>
                <a:cubicBezTo>
                  <a:pt x="316841" y="147782"/>
                  <a:pt x="300489" y="145255"/>
                  <a:pt x="283938" y="142694"/>
                </a:cubicBezTo>
                <a:cubicBezTo>
                  <a:pt x="267503" y="140151"/>
                  <a:pt x="250845" y="137570"/>
                  <a:pt x="234704" y="135560"/>
                </a:cubicBezTo>
                <a:lnTo>
                  <a:pt x="232073" y="156672"/>
                </a:lnTo>
                <a:lnTo>
                  <a:pt x="229443" y="177787"/>
                </a:lnTo>
                <a:cubicBezTo>
                  <a:pt x="244848" y="179706"/>
                  <a:pt x="260868" y="182185"/>
                  <a:pt x="277431" y="184748"/>
                </a:cubicBezTo>
                <a:cubicBezTo>
                  <a:pt x="293877" y="187292"/>
                  <a:pt x="310839" y="189916"/>
                  <a:pt x="327603" y="192017"/>
                </a:cubicBezTo>
                <a:lnTo>
                  <a:pt x="330249" y="170905"/>
                </a:lnTo>
                <a:moveTo>
                  <a:pt x="133816" y="159832"/>
                </a:moveTo>
                <a:lnTo>
                  <a:pt x="126554" y="139833"/>
                </a:lnTo>
                <a:cubicBezTo>
                  <a:pt x="106104" y="147260"/>
                  <a:pt x="88829" y="160706"/>
                  <a:pt x="78350" y="182434"/>
                </a:cubicBezTo>
                <a:lnTo>
                  <a:pt x="97516" y="191676"/>
                </a:lnTo>
                <a:lnTo>
                  <a:pt x="116680" y="200918"/>
                </a:lnTo>
                <a:cubicBezTo>
                  <a:pt x="121652" y="190608"/>
                  <a:pt x="129488" y="184041"/>
                  <a:pt x="141079" y="179831"/>
                </a:cubicBezTo>
                <a:lnTo>
                  <a:pt x="133816" y="159832"/>
                </a:lnTo>
                <a:moveTo>
                  <a:pt x="97516" y="191676"/>
                </a:moveTo>
                <a:lnTo>
                  <a:pt x="78350" y="182434"/>
                </a:lnTo>
                <a:cubicBezTo>
                  <a:pt x="71962" y="195685"/>
                  <a:pt x="65960" y="209089"/>
                  <a:pt x="60348" y="222626"/>
                </a:cubicBezTo>
                <a:lnTo>
                  <a:pt x="80002" y="230774"/>
                </a:lnTo>
                <a:lnTo>
                  <a:pt x="99658" y="238920"/>
                </a:lnTo>
                <a:cubicBezTo>
                  <a:pt x="104965" y="226118"/>
                  <a:pt x="110640" y="213444"/>
                  <a:pt x="116680" y="200918"/>
                </a:cubicBezTo>
                <a:lnTo>
                  <a:pt x="97516" y="191676"/>
                </a:lnTo>
                <a:moveTo>
                  <a:pt x="51707" y="311592"/>
                </a:moveTo>
                <a:lnTo>
                  <a:pt x="31262" y="305698"/>
                </a:lnTo>
                <a:cubicBezTo>
                  <a:pt x="23119" y="333942"/>
                  <a:pt x="16577" y="362589"/>
                  <a:pt x="11649" y="391495"/>
                </a:cubicBezTo>
                <a:lnTo>
                  <a:pt x="32622" y="395069"/>
                </a:lnTo>
                <a:lnTo>
                  <a:pt x="53597" y="398647"/>
                </a:lnTo>
                <a:cubicBezTo>
                  <a:pt x="58259" y="371302"/>
                  <a:pt x="64449" y="344203"/>
                  <a:pt x="72151" y="317486"/>
                </a:cubicBezTo>
                <a:lnTo>
                  <a:pt x="51707" y="311592"/>
                </a:lnTo>
                <a:moveTo>
                  <a:pt x="22963" y="480157"/>
                </a:moveTo>
                <a:lnTo>
                  <a:pt x="1721" y="478939"/>
                </a:lnTo>
                <a:cubicBezTo>
                  <a:pt x="44" y="508214"/>
                  <a:pt x="0" y="537599"/>
                  <a:pt x="1604" y="566950"/>
                </a:cubicBezTo>
                <a:lnTo>
                  <a:pt x="22848" y="565789"/>
                </a:lnTo>
                <a:lnTo>
                  <a:pt x="44094" y="564628"/>
                </a:lnTo>
                <a:cubicBezTo>
                  <a:pt x="42576" y="536867"/>
                  <a:pt x="42619" y="509068"/>
                  <a:pt x="44206" y="481372"/>
                </a:cubicBezTo>
                <a:lnTo>
                  <a:pt x="22963" y="480157"/>
                </a:lnTo>
                <a:moveTo>
                  <a:pt x="32308" y="650897"/>
                </a:moveTo>
                <a:lnTo>
                  <a:pt x="11327" y="654431"/>
                </a:lnTo>
                <a:cubicBezTo>
                  <a:pt x="16185" y="683275"/>
                  <a:pt x="22677" y="711939"/>
                  <a:pt x="30816" y="740280"/>
                </a:cubicBezTo>
                <a:lnTo>
                  <a:pt x="51267" y="734405"/>
                </a:lnTo>
                <a:lnTo>
                  <a:pt x="71716" y="728534"/>
                </a:lnTo>
                <a:cubicBezTo>
                  <a:pt x="64021" y="701738"/>
                  <a:pt x="57884" y="674638"/>
                  <a:pt x="53290" y="647365"/>
                </a:cubicBezTo>
                <a:lnTo>
                  <a:pt x="32308" y="650897"/>
                </a:lnTo>
                <a:moveTo>
                  <a:pt x="79520" y="815237"/>
                </a:moveTo>
                <a:lnTo>
                  <a:pt x="59863" y="823380"/>
                </a:lnTo>
                <a:cubicBezTo>
                  <a:pt x="71018" y="850301"/>
                  <a:pt x="83762" y="876773"/>
                  <a:pt x="98106" y="902670"/>
                </a:cubicBezTo>
                <a:lnTo>
                  <a:pt x="116719" y="892358"/>
                </a:lnTo>
                <a:lnTo>
                  <a:pt x="135330" y="882049"/>
                </a:lnTo>
                <a:cubicBezTo>
                  <a:pt x="121767" y="857563"/>
                  <a:pt x="109720" y="832536"/>
                  <a:pt x="99175" y="807088"/>
                </a:cubicBezTo>
                <a:lnTo>
                  <a:pt x="79520" y="815237"/>
                </a:lnTo>
                <a:moveTo>
                  <a:pt x="162349" y="964814"/>
                </a:moveTo>
                <a:lnTo>
                  <a:pt x="145006" y="977141"/>
                </a:lnTo>
                <a:cubicBezTo>
                  <a:pt x="153461" y="989037"/>
                  <a:pt x="162292" y="1000766"/>
                  <a:pt x="171502" y="1012316"/>
                </a:cubicBezTo>
                <a:lnTo>
                  <a:pt x="188137" y="999048"/>
                </a:lnTo>
                <a:lnTo>
                  <a:pt x="204772" y="985781"/>
                </a:lnTo>
                <a:cubicBezTo>
                  <a:pt x="196051" y="974847"/>
                  <a:pt x="187693" y="963746"/>
                  <a:pt x="179692" y="952489"/>
                </a:cubicBezTo>
                <a:lnTo>
                  <a:pt x="162349" y="9648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F4EBEDA1-422B-4F14-8E73-4F930FCA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1809" y="121901"/>
            <a:ext cx="1846059" cy="2028605"/>
          </a:xfrm>
          <a:custGeom xmlns:a="http://schemas.openxmlformats.org/drawingml/2006/main">
            <a:pathLst>
              <a:path w="1358905" h="1493279">
                <a:moveTo>
                  <a:pt x="213961" y="1109896"/>
                </a:moveTo>
                <a:cubicBezTo>
                  <a:pt x="25069" y="873037"/>
                  <a:pt x="0" y="558302"/>
                  <a:pt x="123340" y="302523"/>
                </a:cubicBezTo>
                <a:cubicBezTo>
                  <a:pt x="171488" y="202675"/>
                  <a:pt x="407342" y="336369"/>
                  <a:pt x="499804" y="262630"/>
                </a:cubicBezTo>
                <a:cubicBezTo>
                  <a:pt x="829125" y="0"/>
                  <a:pt x="991878" y="209438"/>
                  <a:pt x="1316347" y="262630"/>
                </a:cubicBezTo>
                <a:cubicBezTo>
                  <a:pt x="1358905" y="728063"/>
                  <a:pt x="1350927" y="887642"/>
                  <a:pt x="1285782" y="1230649"/>
                </a:cubicBezTo>
                <a:cubicBezTo>
                  <a:pt x="956462" y="1493279"/>
                  <a:pt x="476591" y="1439215"/>
                  <a:pt x="213961" y="110989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78C41DB6-09DF-48D7-9305-66896E90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609" y="605129"/>
            <a:ext cx="173426" cy="386599"/>
          </a:xfrm>
          <a:custGeom xmlns:a="http://schemas.openxmlformats.org/drawingml/2006/main">
            <a:pathLst>
              <a:path w="127661" h="284580">
                <a:moveTo>
                  <a:pt x="114338" y="0"/>
                </a:moveTo>
                <a:lnTo>
                  <a:pt x="0" y="0"/>
                </a:lnTo>
                <a:lnTo>
                  <a:pt x="77129" y="284580"/>
                </a:lnTo>
                <a:lnTo>
                  <a:pt x="127661" y="279259"/>
                </a:lnTo>
                <a:lnTo>
                  <a:pt x="114338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3E33C76B-1713-4414-A5A8-E74E011F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108" y="605129"/>
            <a:ext cx="130035" cy="404665"/>
          </a:xfrm>
          <a:custGeom xmlns:a="http://schemas.openxmlformats.org/drawingml/2006/main">
            <a:pathLst>
              <a:path w="95720" h="297878">
                <a:moveTo>
                  <a:pt x="95720" y="0"/>
                </a:moveTo>
                <a:lnTo>
                  <a:pt x="0" y="0"/>
                </a:lnTo>
                <a:lnTo>
                  <a:pt x="23937" y="297878"/>
                </a:lnTo>
                <a:lnTo>
                  <a:pt x="45214" y="297878"/>
                </a:lnTo>
                <a:lnTo>
                  <a:pt x="9572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5D799FAD-485B-40A9-94F7-8066DEE0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6287" y="597905"/>
            <a:ext cx="224011" cy="332400"/>
          </a:xfrm>
          <a:custGeom xmlns:a="http://schemas.openxmlformats.org/drawingml/2006/main">
            <a:pathLst>
              <a:path w="164897" h="244684">
                <a:moveTo>
                  <a:pt x="164897" y="0"/>
                </a:moveTo>
                <a:lnTo>
                  <a:pt x="0" y="0"/>
                </a:lnTo>
                <a:lnTo>
                  <a:pt x="8005" y="239363"/>
                </a:lnTo>
                <a:lnTo>
                  <a:pt x="119708" y="244684"/>
                </a:lnTo>
                <a:lnTo>
                  <a:pt x="164897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6976B99-4B53-436C-85D6-B49FC69DF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fc39ec2134e7c"/>
          <a:stretch xmlns:a="http://schemas.openxmlformats.org/drawingml/2006/main"/>
        </p:blipFill>
        <p:spPr>
          <a:xfrm xmlns:a="http://schemas.openxmlformats.org/drawingml/2006/main">
            <a:off x="12173252" y="1918894"/>
            <a:ext cx="2160917" cy="2160917"/>
          </a:xfrm>
          <a:prstGeom xmlns:a="http://schemas.openxmlformats.org/drawingml/2006/main" prst="rect">
            <a:avLst/>
          </a:prstGeom>
        </p:spPr>
      </p:pic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65A226B3-BC1C-4352-8CE8-C4FD9CC0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650" y="2128459"/>
            <a:ext cx="232404" cy="552755"/>
          </a:xfrm>
          <a:custGeom xmlns:a="http://schemas.openxmlformats.org/drawingml/2006/main">
            <a:pathLst>
              <a:path w="171075" h="406889">
                <a:moveTo>
                  <a:pt x="28050" y="406889"/>
                </a:moveTo>
                <a:lnTo>
                  <a:pt x="129336" y="316024"/>
                </a:lnTo>
                <a:lnTo>
                  <a:pt x="0" y="273740"/>
                </a:lnTo>
                <a:lnTo>
                  <a:pt x="28050" y="406889"/>
                </a:lnTo>
                <a:moveTo>
                  <a:pt x="159874" y="3663"/>
                </a:moveTo>
                <a:lnTo>
                  <a:pt x="148674" y="0"/>
                </a:lnTo>
                <a:lnTo>
                  <a:pt x="49805" y="302421"/>
                </a:lnTo>
                <a:lnTo>
                  <a:pt x="61005" y="306084"/>
                </a:lnTo>
                <a:lnTo>
                  <a:pt x="72206" y="309746"/>
                </a:lnTo>
                <a:lnTo>
                  <a:pt x="171075" y="7325"/>
                </a:lnTo>
                <a:lnTo>
                  <a:pt x="159874" y="3663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064F5612-C62D-49DC-B841-47BE21E3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5126" y="2868926"/>
            <a:ext cx="224121" cy="224123"/>
          </a:xfrm>
          <a:custGeom xmlns:a="http://schemas.openxmlformats.org/drawingml/2006/main">
            <a:pathLst>
              <a:path w="164978" h="164979">
                <a:moveTo>
                  <a:pt x="164978" y="82490"/>
                </a:moveTo>
                <a:cubicBezTo>
                  <a:pt x="164978" y="128047"/>
                  <a:pt x="128047" y="164979"/>
                  <a:pt x="82490" y="164979"/>
                </a:cubicBezTo>
                <a:cubicBezTo>
                  <a:pt x="36932" y="164979"/>
                  <a:pt x="0" y="128047"/>
                  <a:pt x="0" y="82490"/>
                </a:cubicBezTo>
                <a:cubicBezTo>
                  <a:pt x="0" y="36932"/>
                  <a:pt x="36932" y="0"/>
                  <a:pt x="82490" y="0"/>
                </a:cubicBezTo>
                <a:cubicBezTo>
                  <a:pt x="128047" y="0"/>
                  <a:pt x="164978" y="36932"/>
                  <a:pt x="164978" y="82490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F44647C8-5068-4DE4-AEFB-7AECFEEF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5126" y="2868926"/>
            <a:ext cx="224121" cy="224123"/>
          </a:xfrm>
          <a:custGeom xmlns:a="http://schemas.openxmlformats.org/drawingml/2006/main">
            <a:pathLst>
              <a:path w="164978" h="164979">
                <a:moveTo>
                  <a:pt x="158495" y="50381"/>
                </a:moveTo>
                <a:lnTo>
                  <a:pt x="150890" y="36369"/>
                </a:lnTo>
                <a:lnTo>
                  <a:pt x="140818" y="24161"/>
                </a:lnTo>
                <a:lnTo>
                  <a:pt x="128610" y="14088"/>
                </a:lnTo>
                <a:lnTo>
                  <a:pt x="114598" y="6482"/>
                </a:lnTo>
                <a:lnTo>
                  <a:pt x="99114" y="1676"/>
                </a:lnTo>
                <a:lnTo>
                  <a:pt x="82490" y="0"/>
                </a:lnTo>
                <a:lnTo>
                  <a:pt x="65865" y="1676"/>
                </a:lnTo>
                <a:lnTo>
                  <a:pt x="50381" y="6482"/>
                </a:lnTo>
                <a:lnTo>
                  <a:pt x="36369" y="14088"/>
                </a:lnTo>
                <a:lnTo>
                  <a:pt x="24161" y="24161"/>
                </a:lnTo>
                <a:lnTo>
                  <a:pt x="14088" y="36369"/>
                </a:lnTo>
                <a:lnTo>
                  <a:pt x="6482" y="50381"/>
                </a:lnTo>
                <a:lnTo>
                  <a:pt x="1676" y="65865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10"/>
                </a:lnTo>
                <a:lnTo>
                  <a:pt x="24161" y="140818"/>
                </a:lnTo>
                <a:lnTo>
                  <a:pt x="36369" y="150891"/>
                </a:lnTo>
                <a:lnTo>
                  <a:pt x="50381" y="158497"/>
                </a:lnTo>
                <a:lnTo>
                  <a:pt x="65865" y="163303"/>
                </a:lnTo>
                <a:lnTo>
                  <a:pt x="82490" y="164979"/>
                </a:lnTo>
                <a:lnTo>
                  <a:pt x="99114" y="163303"/>
                </a:lnTo>
                <a:lnTo>
                  <a:pt x="114598" y="158497"/>
                </a:lnTo>
                <a:lnTo>
                  <a:pt x="128610" y="150891"/>
                </a:lnTo>
                <a:lnTo>
                  <a:pt x="140818" y="140818"/>
                </a:lnTo>
                <a:lnTo>
                  <a:pt x="150890" y="128610"/>
                </a:lnTo>
                <a:lnTo>
                  <a:pt x="158495" y="114598"/>
                </a:lnTo>
                <a:lnTo>
                  <a:pt x="163302" y="99114"/>
                </a:lnTo>
                <a:lnTo>
                  <a:pt x="164978" y="82490"/>
                </a:lnTo>
                <a:lnTo>
                  <a:pt x="163302" y="65865"/>
                </a:lnTo>
                <a:lnTo>
                  <a:pt x="158495" y="50381"/>
                </a:lnTo>
                <a:close/>
                <a:moveTo>
                  <a:pt x="124152" y="124151"/>
                </a:moveTo>
                <a:lnTo>
                  <a:pt x="112227" y="133364"/>
                </a:lnTo>
                <a:lnTo>
                  <a:pt x="98153" y="139304"/>
                </a:lnTo>
                <a:lnTo>
                  <a:pt x="82490" y="141408"/>
                </a:lnTo>
                <a:lnTo>
                  <a:pt x="66826" y="139304"/>
                </a:lnTo>
                <a:lnTo>
                  <a:pt x="52751" y="133364"/>
                </a:lnTo>
                <a:lnTo>
                  <a:pt x="40826" y="124151"/>
                </a:lnTo>
                <a:lnTo>
                  <a:pt x="31613" y="112227"/>
                </a:lnTo>
                <a:lnTo>
                  <a:pt x="25673" y="98152"/>
                </a:lnTo>
                <a:lnTo>
                  <a:pt x="23568" y="82490"/>
                </a:lnTo>
                <a:lnTo>
                  <a:pt x="25673" y="66825"/>
                </a:lnTo>
                <a:lnTo>
                  <a:pt x="31613" y="52750"/>
                </a:lnTo>
                <a:lnTo>
                  <a:pt x="40826" y="40825"/>
                </a:lnTo>
                <a:lnTo>
                  <a:pt x="52751" y="31612"/>
                </a:lnTo>
                <a:lnTo>
                  <a:pt x="66826" y="25673"/>
                </a:lnTo>
                <a:lnTo>
                  <a:pt x="82490" y="23568"/>
                </a:lnTo>
                <a:lnTo>
                  <a:pt x="98153" y="25673"/>
                </a:lnTo>
                <a:lnTo>
                  <a:pt x="112227" y="31612"/>
                </a:lnTo>
                <a:lnTo>
                  <a:pt x="124152" y="40825"/>
                </a:lnTo>
                <a:lnTo>
                  <a:pt x="133365" y="52750"/>
                </a:lnTo>
                <a:lnTo>
                  <a:pt x="139305" y="66825"/>
                </a:lnTo>
                <a:lnTo>
                  <a:pt x="141410" y="82490"/>
                </a:lnTo>
                <a:lnTo>
                  <a:pt x="139305" y="98152"/>
                </a:lnTo>
                <a:lnTo>
                  <a:pt x="133365" y="112227"/>
                </a:lnTo>
                <a:lnTo>
                  <a:pt x="124152" y="1241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79032BBA-BE13-4E23-A1A9-13AB7F97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985" y="2045387"/>
            <a:ext cx="224121" cy="224123"/>
          </a:xfrm>
          <a:custGeom xmlns:a="http://schemas.openxmlformats.org/drawingml/2006/main">
            <a:pathLst>
              <a:path w="164978" h="164979">
                <a:moveTo>
                  <a:pt x="164978" y="82490"/>
                </a:moveTo>
                <a:cubicBezTo>
                  <a:pt x="164978" y="128047"/>
                  <a:pt x="128047" y="164979"/>
                  <a:pt x="82490" y="164979"/>
                </a:cubicBezTo>
                <a:cubicBezTo>
                  <a:pt x="36932" y="164979"/>
                  <a:pt x="0" y="128047"/>
                  <a:pt x="0" y="82490"/>
                </a:cubicBezTo>
                <a:cubicBezTo>
                  <a:pt x="0" y="36932"/>
                  <a:pt x="36932" y="0"/>
                  <a:pt x="82490" y="0"/>
                </a:cubicBezTo>
                <a:cubicBezTo>
                  <a:pt x="128047" y="0"/>
                  <a:pt x="164978" y="36932"/>
                  <a:pt x="164978" y="82490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AC890472-E6F8-4267-B262-BE10AE00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985" y="2045387"/>
            <a:ext cx="224121" cy="224123"/>
          </a:xfrm>
          <a:custGeom xmlns:a="http://schemas.openxmlformats.org/drawingml/2006/main">
            <a:pathLst>
              <a:path w="164978" h="164979">
                <a:moveTo>
                  <a:pt x="158495" y="50381"/>
                </a:moveTo>
                <a:lnTo>
                  <a:pt x="150890" y="36369"/>
                </a:lnTo>
                <a:lnTo>
                  <a:pt x="140817" y="24161"/>
                </a:lnTo>
                <a:lnTo>
                  <a:pt x="128609" y="14088"/>
                </a:lnTo>
                <a:lnTo>
                  <a:pt x="114597" y="6482"/>
                </a:lnTo>
                <a:lnTo>
                  <a:pt x="99113" y="1676"/>
                </a:lnTo>
                <a:lnTo>
                  <a:pt x="82488" y="0"/>
                </a:lnTo>
                <a:lnTo>
                  <a:pt x="65864" y="1676"/>
                </a:lnTo>
                <a:lnTo>
                  <a:pt x="50380" y="6482"/>
                </a:lnTo>
                <a:lnTo>
                  <a:pt x="36368" y="14088"/>
                </a:lnTo>
                <a:lnTo>
                  <a:pt x="24160" y="24161"/>
                </a:lnTo>
                <a:lnTo>
                  <a:pt x="14088" y="36369"/>
                </a:lnTo>
                <a:lnTo>
                  <a:pt x="6482" y="50381"/>
                </a:lnTo>
                <a:lnTo>
                  <a:pt x="1676" y="65865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10"/>
                </a:lnTo>
                <a:lnTo>
                  <a:pt x="24160" y="140818"/>
                </a:lnTo>
                <a:lnTo>
                  <a:pt x="36368" y="150891"/>
                </a:lnTo>
                <a:lnTo>
                  <a:pt x="50380" y="158497"/>
                </a:lnTo>
                <a:lnTo>
                  <a:pt x="65864" y="163303"/>
                </a:lnTo>
                <a:lnTo>
                  <a:pt x="82488" y="164979"/>
                </a:lnTo>
                <a:lnTo>
                  <a:pt x="99113" y="163303"/>
                </a:lnTo>
                <a:lnTo>
                  <a:pt x="114597" y="158497"/>
                </a:lnTo>
                <a:lnTo>
                  <a:pt x="128609" y="150891"/>
                </a:lnTo>
                <a:lnTo>
                  <a:pt x="140817" y="140818"/>
                </a:lnTo>
                <a:lnTo>
                  <a:pt x="150890" y="128610"/>
                </a:lnTo>
                <a:lnTo>
                  <a:pt x="158495" y="114598"/>
                </a:lnTo>
                <a:lnTo>
                  <a:pt x="163302" y="99114"/>
                </a:lnTo>
                <a:lnTo>
                  <a:pt x="164978" y="82490"/>
                </a:lnTo>
                <a:lnTo>
                  <a:pt x="163302" y="65865"/>
                </a:lnTo>
                <a:lnTo>
                  <a:pt x="158495" y="50381"/>
                </a:lnTo>
                <a:close/>
                <a:moveTo>
                  <a:pt x="124152" y="124154"/>
                </a:moveTo>
                <a:lnTo>
                  <a:pt x="112227" y="133367"/>
                </a:lnTo>
                <a:lnTo>
                  <a:pt x="98153" y="139306"/>
                </a:lnTo>
                <a:lnTo>
                  <a:pt x="82490" y="141411"/>
                </a:lnTo>
                <a:lnTo>
                  <a:pt x="66826" y="139306"/>
                </a:lnTo>
                <a:lnTo>
                  <a:pt x="52751" y="133367"/>
                </a:lnTo>
                <a:lnTo>
                  <a:pt x="40826" y="124154"/>
                </a:lnTo>
                <a:lnTo>
                  <a:pt x="31613" y="112229"/>
                </a:lnTo>
                <a:lnTo>
                  <a:pt x="25673" y="98154"/>
                </a:lnTo>
                <a:lnTo>
                  <a:pt x="23568" y="82490"/>
                </a:lnTo>
                <a:lnTo>
                  <a:pt x="25673" y="66826"/>
                </a:lnTo>
                <a:lnTo>
                  <a:pt x="31613" y="52751"/>
                </a:lnTo>
                <a:lnTo>
                  <a:pt x="40826" y="40826"/>
                </a:lnTo>
                <a:lnTo>
                  <a:pt x="52751" y="31613"/>
                </a:lnTo>
                <a:lnTo>
                  <a:pt x="66826" y="25673"/>
                </a:lnTo>
                <a:lnTo>
                  <a:pt x="82490" y="23568"/>
                </a:lnTo>
                <a:lnTo>
                  <a:pt x="98153" y="25673"/>
                </a:lnTo>
                <a:lnTo>
                  <a:pt x="112227" y="31613"/>
                </a:lnTo>
                <a:lnTo>
                  <a:pt x="124152" y="40826"/>
                </a:lnTo>
                <a:lnTo>
                  <a:pt x="133365" y="52751"/>
                </a:lnTo>
                <a:lnTo>
                  <a:pt x="139305" y="66826"/>
                </a:lnTo>
                <a:lnTo>
                  <a:pt x="141410" y="82490"/>
                </a:lnTo>
                <a:lnTo>
                  <a:pt x="139305" y="98154"/>
                </a:lnTo>
                <a:lnTo>
                  <a:pt x="133365" y="112229"/>
                </a:lnTo>
                <a:lnTo>
                  <a:pt x="124152" y="124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13F4202-1C93-433B-BCA7-DD954D161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eb50ab46a4041"/>
          <a:stretch xmlns:a="http://schemas.openxmlformats.org/drawingml/2006/main"/>
        </p:blipFill>
        <p:spPr>
          <a:xfrm xmlns:a="http://schemas.openxmlformats.org/drawingml/2006/main">
            <a:off x="9844120" y="1789497"/>
            <a:ext cx="2406770" cy="2419709"/>
          </a:xfrm>
          <a:prstGeom xmlns:a="http://schemas.openxmlformats.org/drawingml/2006/main" prst="rect">
            <a:avLst/>
          </a:prstGeom>
        </p:spPr>
      </p:pic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60EC275A-D929-422E-9D69-6A8BED18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123" y="2249561"/>
            <a:ext cx="537687" cy="729482"/>
          </a:xfrm>
          <a:custGeom xmlns:a="http://schemas.openxmlformats.org/drawingml/2006/main">
            <a:pathLst>
              <a:path w="395798" h="536980">
                <a:moveTo>
                  <a:pt x="9562" y="6885"/>
                </a:moveTo>
                <a:lnTo>
                  <a:pt x="0" y="13770"/>
                </a:lnTo>
                <a:lnTo>
                  <a:pt x="13452" y="32458"/>
                </a:lnTo>
                <a:lnTo>
                  <a:pt x="23016" y="25573"/>
                </a:lnTo>
                <a:lnTo>
                  <a:pt x="32580" y="18687"/>
                </a:lnTo>
                <a:lnTo>
                  <a:pt x="19126" y="0"/>
                </a:lnTo>
                <a:lnTo>
                  <a:pt x="9562" y="6885"/>
                </a:lnTo>
                <a:moveTo>
                  <a:pt x="49920" y="62945"/>
                </a:moveTo>
                <a:lnTo>
                  <a:pt x="40358" y="69830"/>
                </a:lnTo>
                <a:lnTo>
                  <a:pt x="67262" y="107202"/>
                </a:lnTo>
                <a:lnTo>
                  <a:pt x="76825" y="100317"/>
                </a:lnTo>
                <a:lnTo>
                  <a:pt x="86389" y="93432"/>
                </a:lnTo>
                <a:lnTo>
                  <a:pt x="59484" y="56060"/>
                </a:lnTo>
                <a:lnTo>
                  <a:pt x="49920" y="62945"/>
                </a:lnTo>
                <a:moveTo>
                  <a:pt x="103731" y="137689"/>
                </a:moveTo>
                <a:lnTo>
                  <a:pt x="94167" y="144574"/>
                </a:lnTo>
                <a:lnTo>
                  <a:pt x="121073" y="181946"/>
                </a:lnTo>
                <a:lnTo>
                  <a:pt x="130635" y="175061"/>
                </a:lnTo>
                <a:lnTo>
                  <a:pt x="140199" y="168176"/>
                </a:lnTo>
                <a:lnTo>
                  <a:pt x="113295" y="130804"/>
                </a:lnTo>
                <a:lnTo>
                  <a:pt x="103731" y="137689"/>
                </a:lnTo>
                <a:moveTo>
                  <a:pt x="157541" y="212433"/>
                </a:moveTo>
                <a:lnTo>
                  <a:pt x="147977" y="219318"/>
                </a:lnTo>
                <a:lnTo>
                  <a:pt x="174882" y="256690"/>
                </a:lnTo>
                <a:lnTo>
                  <a:pt x="184446" y="249805"/>
                </a:lnTo>
                <a:lnTo>
                  <a:pt x="194010" y="242920"/>
                </a:lnTo>
                <a:lnTo>
                  <a:pt x="167104" y="205548"/>
                </a:lnTo>
                <a:lnTo>
                  <a:pt x="157541" y="212433"/>
                </a:lnTo>
                <a:moveTo>
                  <a:pt x="211350" y="287178"/>
                </a:moveTo>
                <a:lnTo>
                  <a:pt x="201788" y="294063"/>
                </a:lnTo>
                <a:lnTo>
                  <a:pt x="228692" y="331432"/>
                </a:lnTo>
                <a:lnTo>
                  <a:pt x="238256" y="324547"/>
                </a:lnTo>
                <a:lnTo>
                  <a:pt x="247819" y="317662"/>
                </a:lnTo>
                <a:lnTo>
                  <a:pt x="220914" y="280290"/>
                </a:lnTo>
                <a:lnTo>
                  <a:pt x="211350" y="287178"/>
                </a:lnTo>
                <a:moveTo>
                  <a:pt x="265161" y="361919"/>
                </a:moveTo>
                <a:lnTo>
                  <a:pt x="255597" y="368804"/>
                </a:lnTo>
                <a:lnTo>
                  <a:pt x="282503" y="406176"/>
                </a:lnTo>
                <a:lnTo>
                  <a:pt x="292065" y="399291"/>
                </a:lnTo>
                <a:lnTo>
                  <a:pt x="301629" y="392406"/>
                </a:lnTo>
                <a:lnTo>
                  <a:pt x="274725" y="355034"/>
                </a:lnTo>
                <a:lnTo>
                  <a:pt x="265161" y="361919"/>
                </a:lnTo>
                <a:moveTo>
                  <a:pt x="318971" y="436663"/>
                </a:moveTo>
                <a:lnTo>
                  <a:pt x="309407" y="443548"/>
                </a:lnTo>
                <a:lnTo>
                  <a:pt x="336312" y="480920"/>
                </a:lnTo>
                <a:lnTo>
                  <a:pt x="345876" y="474035"/>
                </a:lnTo>
                <a:lnTo>
                  <a:pt x="355440" y="467150"/>
                </a:lnTo>
                <a:lnTo>
                  <a:pt x="328534" y="429778"/>
                </a:lnTo>
                <a:lnTo>
                  <a:pt x="318971" y="436663"/>
                </a:lnTo>
                <a:moveTo>
                  <a:pt x="372782" y="511408"/>
                </a:moveTo>
                <a:lnTo>
                  <a:pt x="363218" y="518293"/>
                </a:lnTo>
                <a:lnTo>
                  <a:pt x="376670" y="536980"/>
                </a:lnTo>
                <a:lnTo>
                  <a:pt x="386234" y="530095"/>
                </a:lnTo>
                <a:lnTo>
                  <a:pt x="395798" y="523210"/>
                </a:lnTo>
                <a:lnTo>
                  <a:pt x="382344" y="504523"/>
                </a:lnTo>
                <a:lnTo>
                  <a:pt x="372782" y="51140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7387C8ED-FC96-4F7A-B4CF-8834C8F5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18" y="2245523"/>
            <a:ext cx="349710" cy="477069"/>
          </a:xfrm>
          <a:custGeom xmlns:a="http://schemas.openxmlformats.org/drawingml/2006/main">
            <a:pathLst>
              <a:path w="257426" h="351176">
                <a:moveTo>
                  <a:pt x="257426" y="351176"/>
                </a:moveTo>
                <a:lnTo>
                  <a:pt x="243791" y="215789"/>
                </a:lnTo>
                <a:lnTo>
                  <a:pt x="133361" y="295289"/>
                </a:lnTo>
                <a:lnTo>
                  <a:pt x="257426" y="351176"/>
                </a:lnTo>
                <a:moveTo>
                  <a:pt x="9564" y="6885"/>
                </a:moveTo>
                <a:lnTo>
                  <a:pt x="0" y="13770"/>
                </a:lnTo>
                <a:lnTo>
                  <a:pt x="185897" y="271988"/>
                </a:lnTo>
                <a:lnTo>
                  <a:pt x="195461" y="265103"/>
                </a:lnTo>
                <a:lnTo>
                  <a:pt x="205024" y="258218"/>
                </a:lnTo>
                <a:lnTo>
                  <a:pt x="19128" y="0"/>
                </a:lnTo>
                <a:lnTo>
                  <a:pt x="9564" y="688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3EE5AE37-9968-40AB-A2FB-C856AA93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136" y="2382767"/>
            <a:ext cx="161221" cy="201636"/>
          </a:xfrm>
          <a:custGeom xmlns:a="http://schemas.openxmlformats.org/drawingml/2006/main">
            <a:pathLst>
              <a:path w="118676" h="148427">
                <a:moveTo>
                  <a:pt x="109621" y="8410"/>
                </a:moveTo>
                <a:cubicBezTo>
                  <a:pt x="109621" y="2266"/>
                  <a:pt x="109621" y="0"/>
                  <a:pt x="104771" y="0"/>
                </a:cubicBezTo>
                <a:cubicBezTo>
                  <a:pt x="102831" y="0"/>
                  <a:pt x="102184" y="0"/>
                  <a:pt x="97333" y="2910"/>
                </a:cubicBezTo>
                <a:cubicBezTo>
                  <a:pt x="96040" y="3881"/>
                  <a:pt x="92484" y="6144"/>
                  <a:pt x="90867" y="7115"/>
                </a:cubicBezTo>
                <a:cubicBezTo>
                  <a:pt x="81812" y="1942"/>
                  <a:pt x="69847" y="0"/>
                  <a:pt x="58206" y="0"/>
                </a:cubicBezTo>
                <a:cubicBezTo>
                  <a:pt x="48505" y="0"/>
                  <a:pt x="0" y="0"/>
                  <a:pt x="0" y="42040"/>
                </a:cubicBezTo>
                <a:cubicBezTo>
                  <a:pt x="0" y="75994"/>
                  <a:pt x="40098" y="83106"/>
                  <a:pt x="50121" y="84724"/>
                </a:cubicBezTo>
                <a:cubicBezTo>
                  <a:pt x="58853" y="86340"/>
                  <a:pt x="69524" y="88282"/>
                  <a:pt x="70818" y="88282"/>
                </a:cubicBezTo>
                <a:cubicBezTo>
                  <a:pt x="83752" y="91192"/>
                  <a:pt x="96687" y="99275"/>
                  <a:pt x="96687" y="112857"/>
                </a:cubicBezTo>
                <a:cubicBezTo>
                  <a:pt x="96687" y="137754"/>
                  <a:pt x="67260" y="137754"/>
                  <a:pt x="60470" y="137754"/>
                </a:cubicBezTo>
                <a:cubicBezTo>
                  <a:pt x="43978" y="137754"/>
                  <a:pt x="23606" y="132581"/>
                  <a:pt x="14552" y="101214"/>
                </a:cubicBezTo>
                <a:cubicBezTo>
                  <a:pt x="12612" y="94746"/>
                  <a:pt x="12288" y="94426"/>
                  <a:pt x="6791" y="94426"/>
                </a:cubicBezTo>
                <a:cubicBezTo>
                  <a:pt x="0" y="94426"/>
                  <a:pt x="0" y="95394"/>
                  <a:pt x="0" y="102832"/>
                </a:cubicBezTo>
                <a:lnTo>
                  <a:pt x="0" y="140020"/>
                </a:lnTo>
                <a:cubicBezTo>
                  <a:pt x="0" y="146164"/>
                  <a:pt x="0" y="148427"/>
                  <a:pt x="4851" y="148427"/>
                </a:cubicBezTo>
                <a:cubicBezTo>
                  <a:pt x="7114" y="148427"/>
                  <a:pt x="7761" y="148427"/>
                  <a:pt x="14229" y="143254"/>
                </a:cubicBezTo>
                <a:lnTo>
                  <a:pt x="22635" y="137110"/>
                </a:lnTo>
                <a:cubicBezTo>
                  <a:pt x="37188" y="148427"/>
                  <a:pt x="54649" y="148427"/>
                  <a:pt x="60470" y="148427"/>
                </a:cubicBezTo>
                <a:cubicBezTo>
                  <a:pt x="78255" y="148427"/>
                  <a:pt x="118676" y="144546"/>
                  <a:pt x="118676" y="101538"/>
                </a:cubicBezTo>
                <a:cubicBezTo>
                  <a:pt x="118676" y="86016"/>
                  <a:pt x="110268" y="75346"/>
                  <a:pt x="103800" y="69526"/>
                </a:cubicBezTo>
                <a:cubicBezTo>
                  <a:pt x="90543" y="58530"/>
                  <a:pt x="79548" y="56591"/>
                  <a:pt x="62086" y="53357"/>
                </a:cubicBezTo>
                <a:cubicBezTo>
                  <a:pt x="41391" y="49799"/>
                  <a:pt x="21989" y="46242"/>
                  <a:pt x="21989" y="30720"/>
                </a:cubicBezTo>
                <a:cubicBezTo>
                  <a:pt x="21989" y="9701"/>
                  <a:pt x="50769" y="9701"/>
                  <a:pt x="57559" y="9701"/>
                </a:cubicBezTo>
                <a:cubicBezTo>
                  <a:pt x="93453" y="9701"/>
                  <a:pt x="95394" y="32338"/>
                  <a:pt x="96040" y="40421"/>
                </a:cubicBezTo>
                <a:cubicBezTo>
                  <a:pt x="96363" y="44626"/>
                  <a:pt x="98950" y="44626"/>
                  <a:pt x="102831" y="44626"/>
                </a:cubicBezTo>
                <a:cubicBezTo>
                  <a:pt x="109621" y="44626"/>
                  <a:pt x="109621" y="43655"/>
                  <a:pt x="109621" y="36219"/>
                </a:cubicBezTo>
                <a:lnTo>
                  <a:pt x="109621" y="841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9632C476-2AA3-4E68-9ECF-B45E9F29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062" y="2504447"/>
            <a:ext cx="145845" cy="139400"/>
          </a:xfrm>
          <a:custGeom xmlns:a="http://schemas.openxmlformats.org/drawingml/2006/main">
            <a:pathLst>
              <a:path w="107358" h="102614">
                <a:moveTo>
                  <a:pt x="103262" y="43760"/>
                </a:moveTo>
                <a:cubicBezTo>
                  <a:pt x="106281" y="42253"/>
                  <a:pt x="107358" y="41821"/>
                  <a:pt x="107358" y="39882"/>
                </a:cubicBezTo>
                <a:cubicBezTo>
                  <a:pt x="107358" y="38587"/>
                  <a:pt x="106065" y="37080"/>
                  <a:pt x="104340" y="37080"/>
                </a:cubicBezTo>
                <a:cubicBezTo>
                  <a:pt x="103908" y="37080"/>
                  <a:pt x="98088" y="38156"/>
                  <a:pt x="94854" y="38803"/>
                </a:cubicBezTo>
                <a:lnTo>
                  <a:pt x="61871" y="45271"/>
                </a:lnTo>
                <a:lnTo>
                  <a:pt x="57129" y="5605"/>
                </a:lnTo>
                <a:cubicBezTo>
                  <a:pt x="56697" y="2155"/>
                  <a:pt x="56050" y="0"/>
                  <a:pt x="53679" y="0"/>
                </a:cubicBezTo>
                <a:cubicBezTo>
                  <a:pt x="51092" y="0"/>
                  <a:pt x="50877" y="1723"/>
                  <a:pt x="50445" y="5605"/>
                </a:cubicBezTo>
                <a:lnTo>
                  <a:pt x="45702" y="45271"/>
                </a:lnTo>
                <a:lnTo>
                  <a:pt x="6036" y="37508"/>
                </a:lnTo>
                <a:lnTo>
                  <a:pt x="3018" y="37080"/>
                </a:lnTo>
                <a:cubicBezTo>
                  <a:pt x="1293" y="37080"/>
                  <a:pt x="0" y="38587"/>
                  <a:pt x="0" y="39882"/>
                </a:cubicBezTo>
                <a:cubicBezTo>
                  <a:pt x="0" y="42037"/>
                  <a:pt x="1725" y="42900"/>
                  <a:pt x="3880" y="43760"/>
                </a:cubicBezTo>
                <a:lnTo>
                  <a:pt x="40744" y="60577"/>
                </a:lnTo>
                <a:lnTo>
                  <a:pt x="23714" y="90973"/>
                </a:lnTo>
                <a:cubicBezTo>
                  <a:pt x="22204" y="93775"/>
                  <a:pt x="19402" y="98948"/>
                  <a:pt x="19402" y="99596"/>
                </a:cubicBezTo>
                <a:cubicBezTo>
                  <a:pt x="19402" y="100890"/>
                  <a:pt x="20265" y="102614"/>
                  <a:pt x="22420" y="102614"/>
                </a:cubicBezTo>
                <a:cubicBezTo>
                  <a:pt x="22851" y="102614"/>
                  <a:pt x="23498" y="102614"/>
                  <a:pt x="24792" y="101535"/>
                </a:cubicBezTo>
                <a:cubicBezTo>
                  <a:pt x="26517" y="99811"/>
                  <a:pt x="30612" y="95070"/>
                  <a:pt x="32337" y="93344"/>
                </a:cubicBezTo>
                <a:lnTo>
                  <a:pt x="53679" y="70278"/>
                </a:lnTo>
                <a:lnTo>
                  <a:pt x="77392" y="95714"/>
                </a:lnTo>
                <a:cubicBezTo>
                  <a:pt x="78255" y="96793"/>
                  <a:pt x="80626" y="99380"/>
                  <a:pt x="81705" y="100243"/>
                </a:cubicBezTo>
                <a:cubicBezTo>
                  <a:pt x="83859" y="102398"/>
                  <a:pt x="84075" y="102614"/>
                  <a:pt x="84938" y="102614"/>
                </a:cubicBezTo>
                <a:cubicBezTo>
                  <a:pt x="87093" y="102614"/>
                  <a:pt x="87956" y="100890"/>
                  <a:pt x="87956" y="99596"/>
                </a:cubicBezTo>
                <a:cubicBezTo>
                  <a:pt x="87956" y="98088"/>
                  <a:pt x="69201" y="65102"/>
                  <a:pt x="66614" y="60793"/>
                </a:cubicBezTo>
                <a:lnTo>
                  <a:pt x="103262" y="4376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38F9DF30-D4A8-41DC-A1BA-1004BF8C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634" y="2850887"/>
            <a:ext cx="250217" cy="250215"/>
          </a:xfrm>
          <a:custGeom xmlns:a="http://schemas.openxmlformats.org/drawingml/2006/main">
            <a:pathLst>
              <a:path w="184188" h="184186">
                <a:moveTo>
                  <a:pt x="154213" y="146368"/>
                </a:moveTo>
                <a:cubicBezTo>
                  <a:pt x="124238" y="180674"/>
                  <a:pt x="72127" y="184186"/>
                  <a:pt x="37819" y="154213"/>
                </a:cubicBezTo>
                <a:cubicBezTo>
                  <a:pt x="3512" y="124237"/>
                  <a:pt x="0" y="72127"/>
                  <a:pt x="29975" y="37821"/>
                </a:cubicBezTo>
                <a:cubicBezTo>
                  <a:pt x="59951" y="3512"/>
                  <a:pt x="112061" y="0"/>
                  <a:pt x="146368" y="29976"/>
                </a:cubicBezTo>
                <a:cubicBezTo>
                  <a:pt x="180676" y="59949"/>
                  <a:pt x="184188" y="112060"/>
                  <a:pt x="154213" y="146368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B872729C-2BB4-496E-93E6-94EAA58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937" y="2864190"/>
            <a:ext cx="223613" cy="223614"/>
          </a:xfrm>
          <a:custGeom xmlns:a="http://schemas.openxmlformats.org/drawingml/2006/main">
            <a:pathLst>
              <a:path w="164604" h="164605">
                <a:moveTo>
                  <a:pt x="160665" y="108132"/>
                </a:moveTo>
                <a:lnTo>
                  <a:pt x="164157" y="92576"/>
                </a:lnTo>
                <a:lnTo>
                  <a:pt x="164604" y="76756"/>
                </a:lnTo>
                <a:lnTo>
                  <a:pt x="162038" y="61138"/>
                </a:lnTo>
                <a:lnTo>
                  <a:pt x="156490" y="46192"/>
                </a:lnTo>
                <a:lnTo>
                  <a:pt x="147993" y="32384"/>
                </a:lnTo>
                <a:lnTo>
                  <a:pt x="136576" y="20183"/>
                </a:lnTo>
                <a:lnTo>
                  <a:pt x="122954" y="10508"/>
                </a:lnTo>
                <a:lnTo>
                  <a:pt x="108132" y="3939"/>
                </a:lnTo>
                <a:lnTo>
                  <a:pt x="92576" y="447"/>
                </a:lnTo>
                <a:lnTo>
                  <a:pt x="76755" y="0"/>
                </a:lnTo>
                <a:lnTo>
                  <a:pt x="61138" y="2566"/>
                </a:lnTo>
                <a:lnTo>
                  <a:pt x="46191" y="8113"/>
                </a:lnTo>
                <a:lnTo>
                  <a:pt x="32384" y="16611"/>
                </a:lnTo>
                <a:lnTo>
                  <a:pt x="20184" y="28028"/>
                </a:lnTo>
                <a:lnTo>
                  <a:pt x="10507" y="41650"/>
                </a:lnTo>
                <a:lnTo>
                  <a:pt x="3939" y="56473"/>
                </a:lnTo>
                <a:lnTo>
                  <a:pt x="447" y="72029"/>
                </a:lnTo>
                <a:lnTo>
                  <a:pt x="0" y="87850"/>
                </a:lnTo>
                <a:lnTo>
                  <a:pt x="2566" y="103467"/>
                </a:lnTo>
                <a:lnTo>
                  <a:pt x="8114" y="118414"/>
                </a:lnTo>
                <a:lnTo>
                  <a:pt x="16612" y="132221"/>
                </a:lnTo>
                <a:lnTo>
                  <a:pt x="28029" y="144420"/>
                </a:lnTo>
                <a:lnTo>
                  <a:pt x="41650" y="154097"/>
                </a:lnTo>
                <a:lnTo>
                  <a:pt x="56473" y="160665"/>
                </a:lnTo>
                <a:lnTo>
                  <a:pt x="72029" y="164158"/>
                </a:lnTo>
                <a:lnTo>
                  <a:pt x="87849" y="164605"/>
                </a:lnTo>
                <a:lnTo>
                  <a:pt x="103467" y="162039"/>
                </a:lnTo>
                <a:lnTo>
                  <a:pt x="118413" y="156491"/>
                </a:lnTo>
                <a:lnTo>
                  <a:pt x="132221" y="147993"/>
                </a:lnTo>
                <a:lnTo>
                  <a:pt x="144421" y="136576"/>
                </a:lnTo>
                <a:lnTo>
                  <a:pt x="154097" y="122954"/>
                </a:lnTo>
                <a:lnTo>
                  <a:pt x="160665" y="108132"/>
                </a:lnTo>
                <a:close/>
                <a:moveTo>
                  <a:pt x="86264" y="141089"/>
                </a:moveTo>
                <a:lnTo>
                  <a:pt x="71222" y="140181"/>
                </a:lnTo>
                <a:lnTo>
                  <a:pt x="56715" y="135393"/>
                </a:lnTo>
                <a:lnTo>
                  <a:pt x="43535" y="126673"/>
                </a:lnTo>
                <a:lnTo>
                  <a:pt x="33124" y="114782"/>
                </a:lnTo>
                <a:lnTo>
                  <a:pt x="26433" y="101048"/>
                </a:lnTo>
                <a:lnTo>
                  <a:pt x="23515" y="86263"/>
                </a:lnTo>
                <a:lnTo>
                  <a:pt x="24423" y="71221"/>
                </a:lnTo>
                <a:lnTo>
                  <a:pt x="29211" y="56713"/>
                </a:lnTo>
                <a:lnTo>
                  <a:pt x="37932" y="43533"/>
                </a:lnTo>
                <a:lnTo>
                  <a:pt x="49822" y="33122"/>
                </a:lnTo>
                <a:lnTo>
                  <a:pt x="63556" y="26432"/>
                </a:lnTo>
                <a:lnTo>
                  <a:pt x="78340" y="23514"/>
                </a:lnTo>
                <a:lnTo>
                  <a:pt x="93382" y="24422"/>
                </a:lnTo>
                <a:lnTo>
                  <a:pt x="107889" y="29210"/>
                </a:lnTo>
                <a:lnTo>
                  <a:pt x="121070" y="37931"/>
                </a:lnTo>
                <a:lnTo>
                  <a:pt x="131481" y="49822"/>
                </a:lnTo>
                <a:lnTo>
                  <a:pt x="138172" y="63555"/>
                </a:lnTo>
                <a:lnTo>
                  <a:pt x="141090" y="78339"/>
                </a:lnTo>
                <a:lnTo>
                  <a:pt x="140182" y="93381"/>
                </a:lnTo>
                <a:lnTo>
                  <a:pt x="135394" y="107888"/>
                </a:lnTo>
                <a:lnTo>
                  <a:pt x="126673" y="121068"/>
                </a:lnTo>
                <a:lnTo>
                  <a:pt x="114782" y="131479"/>
                </a:lnTo>
                <a:lnTo>
                  <a:pt x="101048" y="138170"/>
                </a:lnTo>
                <a:lnTo>
                  <a:pt x="86264" y="1410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D5025B18-4D65-47CC-9A2A-AFDF9E84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1" y="2147370"/>
            <a:ext cx="253993" cy="253995"/>
          </a:xfrm>
          <a:custGeom xmlns:a="http://schemas.openxmlformats.org/drawingml/2006/main">
            <a:pathLst>
              <a:path w="186967" h="186969">
                <a:moveTo>
                  <a:pt x="142138" y="26873"/>
                </a:moveTo>
                <a:cubicBezTo>
                  <a:pt x="178928" y="53743"/>
                  <a:pt x="186967" y="105351"/>
                  <a:pt x="160096" y="142138"/>
                </a:cubicBezTo>
                <a:cubicBezTo>
                  <a:pt x="133224" y="178928"/>
                  <a:pt x="81618" y="186969"/>
                  <a:pt x="44829" y="160096"/>
                </a:cubicBezTo>
                <a:cubicBezTo>
                  <a:pt x="8041" y="133226"/>
                  <a:pt x="0" y="81618"/>
                  <a:pt x="26871" y="44831"/>
                </a:cubicBezTo>
                <a:cubicBezTo>
                  <a:pt x="53743" y="8041"/>
                  <a:pt x="105349" y="0"/>
                  <a:pt x="142138" y="26873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F922D27F-92DA-42F2-BD59-F83671AE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2326" y="2162376"/>
            <a:ext cx="223985" cy="223985"/>
          </a:xfrm>
          <a:custGeom xmlns:a="http://schemas.openxmlformats.org/drawingml/2006/main">
            <a:pathLst>
              <a:path w="164878" h="164878">
                <a:moveTo>
                  <a:pt x="101342" y="2123"/>
                </a:moveTo>
                <a:lnTo>
                  <a:pt x="85541" y="0"/>
                </a:lnTo>
                <a:lnTo>
                  <a:pt x="69742" y="933"/>
                </a:lnTo>
                <a:lnTo>
                  <a:pt x="54407" y="4850"/>
                </a:lnTo>
                <a:lnTo>
                  <a:pt x="40001" y="11679"/>
                </a:lnTo>
                <a:lnTo>
                  <a:pt x="26986" y="21348"/>
                </a:lnTo>
                <a:lnTo>
                  <a:pt x="15827" y="33784"/>
                </a:lnTo>
                <a:lnTo>
                  <a:pt x="7375" y="48197"/>
                </a:lnTo>
                <a:lnTo>
                  <a:pt x="2123" y="63536"/>
                </a:lnTo>
                <a:lnTo>
                  <a:pt x="0" y="79336"/>
                </a:lnTo>
                <a:lnTo>
                  <a:pt x="933" y="95136"/>
                </a:lnTo>
                <a:lnTo>
                  <a:pt x="4850" y="110471"/>
                </a:lnTo>
                <a:lnTo>
                  <a:pt x="11679" y="124877"/>
                </a:lnTo>
                <a:lnTo>
                  <a:pt x="21348" y="137891"/>
                </a:lnTo>
                <a:lnTo>
                  <a:pt x="33784" y="149050"/>
                </a:lnTo>
                <a:lnTo>
                  <a:pt x="48197" y="157502"/>
                </a:lnTo>
                <a:lnTo>
                  <a:pt x="63536" y="162754"/>
                </a:lnTo>
                <a:lnTo>
                  <a:pt x="79338" y="164878"/>
                </a:lnTo>
                <a:lnTo>
                  <a:pt x="95137" y="163945"/>
                </a:lnTo>
                <a:lnTo>
                  <a:pt x="110472" y="160028"/>
                </a:lnTo>
                <a:lnTo>
                  <a:pt x="124878" y="153199"/>
                </a:lnTo>
                <a:lnTo>
                  <a:pt x="137893" y="143530"/>
                </a:lnTo>
                <a:lnTo>
                  <a:pt x="149052" y="131095"/>
                </a:lnTo>
                <a:lnTo>
                  <a:pt x="157504" y="116681"/>
                </a:lnTo>
                <a:lnTo>
                  <a:pt x="162755" y="101342"/>
                </a:lnTo>
                <a:lnTo>
                  <a:pt x="164878" y="85540"/>
                </a:lnTo>
                <a:lnTo>
                  <a:pt x="163945" y="69741"/>
                </a:lnTo>
                <a:lnTo>
                  <a:pt x="160028" y="54406"/>
                </a:lnTo>
                <a:lnTo>
                  <a:pt x="153199" y="39999"/>
                </a:lnTo>
                <a:lnTo>
                  <a:pt x="143530" y="26985"/>
                </a:lnTo>
                <a:lnTo>
                  <a:pt x="131094" y="15827"/>
                </a:lnTo>
                <a:lnTo>
                  <a:pt x="116681" y="7375"/>
                </a:lnTo>
                <a:lnTo>
                  <a:pt x="101342" y="2123"/>
                </a:lnTo>
                <a:close/>
                <a:moveTo>
                  <a:pt x="140657" y="73368"/>
                </a:moveTo>
                <a:lnTo>
                  <a:pt x="141063" y="88432"/>
                </a:lnTo>
                <a:lnTo>
                  <a:pt x="137557" y="103301"/>
                </a:lnTo>
                <a:lnTo>
                  <a:pt x="130018" y="117191"/>
                </a:lnTo>
                <a:lnTo>
                  <a:pt x="119080" y="128598"/>
                </a:lnTo>
                <a:lnTo>
                  <a:pt x="105982" y="136460"/>
                </a:lnTo>
                <a:lnTo>
                  <a:pt x="91508" y="140656"/>
                </a:lnTo>
                <a:lnTo>
                  <a:pt x="76444" y="141062"/>
                </a:lnTo>
                <a:lnTo>
                  <a:pt x="61575" y="137557"/>
                </a:lnTo>
                <a:lnTo>
                  <a:pt x="47684" y="130019"/>
                </a:lnTo>
                <a:lnTo>
                  <a:pt x="36278" y="119079"/>
                </a:lnTo>
                <a:lnTo>
                  <a:pt x="28415" y="105981"/>
                </a:lnTo>
                <a:lnTo>
                  <a:pt x="24220" y="91507"/>
                </a:lnTo>
                <a:lnTo>
                  <a:pt x="23814" y="76444"/>
                </a:lnTo>
                <a:lnTo>
                  <a:pt x="27319" y="61575"/>
                </a:lnTo>
                <a:lnTo>
                  <a:pt x="34858" y="47685"/>
                </a:lnTo>
                <a:lnTo>
                  <a:pt x="45797" y="36277"/>
                </a:lnTo>
                <a:lnTo>
                  <a:pt x="58895" y="28415"/>
                </a:lnTo>
                <a:lnTo>
                  <a:pt x="73369" y="24219"/>
                </a:lnTo>
                <a:lnTo>
                  <a:pt x="88432" y="23813"/>
                </a:lnTo>
                <a:lnTo>
                  <a:pt x="103302" y="27319"/>
                </a:lnTo>
                <a:lnTo>
                  <a:pt x="117192" y="34858"/>
                </a:lnTo>
                <a:lnTo>
                  <a:pt x="128599" y="45796"/>
                </a:lnTo>
                <a:lnTo>
                  <a:pt x="136462" y="58894"/>
                </a:lnTo>
                <a:lnTo>
                  <a:pt x="140657" y="733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158E6FE-2922-4B92-95BE-0576CB00CA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a7fd30ea2446c"/>
          <a:stretch xmlns:a="http://schemas.openxmlformats.org/drawingml/2006/main"/>
        </p:blipFill>
        <p:spPr>
          <a:xfrm xmlns:a="http://schemas.openxmlformats.org/drawingml/2006/main">
            <a:off x="9080682" y="81467"/>
            <a:ext cx="2160917" cy="2044460"/>
          </a:xfrm>
          <a:prstGeom xmlns:a="http://schemas.openxmlformats.org/drawingml/2006/main" prst="rect">
            <a:avLst/>
          </a:prstGeom>
        </p:spPr>
      </p:pic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B68E797A-15A7-448B-9A18-06CFEDA9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545" y="1269929"/>
            <a:ext cx="216721" cy="570879"/>
          </a:xfrm>
          <a:custGeom xmlns:a="http://schemas.openxmlformats.org/drawingml/2006/main">
            <a:pathLst>
              <a:path w="159531" h="420230">
                <a:moveTo>
                  <a:pt x="124800" y="420230"/>
                </a:moveTo>
                <a:lnTo>
                  <a:pt x="159531" y="288665"/>
                </a:lnTo>
                <a:lnTo>
                  <a:pt x="28227" y="324371"/>
                </a:lnTo>
                <a:lnTo>
                  <a:pt x="124800" y="420230"/>
                </a:lnTo>
                <a:moveTo>
                  <a:pt x="11371" y="3092"/>
                </a:moveTo>
                <a:lnTo>
                  <a:pt x="0" y="6184"/>
                </a:lnTo>
                <a:lnTo>
                  <a:pt x="85600" y="320981"/>
                </a:lnTo>
                <a:lnTo>
                  <a:pt x="96971" y="317889"/>
                </a:lnTo>
                <a:lnTo>
                  <a:pt x="108342" y="314797"/>
                </a:lnTo>
                <a:lnTo>
                  <a:pt x="22742" y="0"/>
                </a:lnTo>
                <a:lnTo>
                  <a:pt x="11371" y="3092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38A4E7AB-69B2-422A-9DFF-42C653DC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411" y="1150929"/>
            <a:ext cx="230770" cy="230772"/>
          </a:xfrm>
          <a:custGeom xmlns:a="http://schemas.openxmlformats.org/drawingml/2006/main">
            <a:pathLst>
              <a:path w="169872" h="169874">
                <a:moveTo>
                  <a:pt x="89609" y="167293"/>
                </a:moveTo>
                <a:cubicBezTo>
                  <a:pt x="44124" y="169874"/>
                  <a:pt x="5160" y="135091"/>
                  <a:pt x="2579" y="89607"/>
                </a:cubicBezTo>
                <a:cubicBezTo>
                  <a:pt x="0" y="44124"/>
                  <a:pt x="34780" y="5159"/>
                  <a:pt x="80264" y="2578"/>
                </a:cubicBezTo>
                <a:cubicBezTo>
                  <a:pt x="125749" y="0"/>
                  <a:pt x="164712" y="34780"/>
                  <a:pt x="167293" y="80264"/>
                </a:cubicBezTo>
                <a:cubicBezTo>
                  <a:pt x="169872" y="125747"/>
                  <a:pt x="135093" y="164712"/>
                  <a:pt x="89609" y="167293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42236A0E-EBE0-4A37-AADE-B3D77FC1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915" y="1154431"/>
            <a:ext cx="223762" cy="223764"/>
          </a:xfrm>
          <a:custGeom xmlns:a="http://schemas.openxmlformats.org/drawingml/2006/main">
            <a:pathLst>
              <a:path w="164714" h="164715">
                <a:moveTo>
                  <a:pt x="118719" y="156424"/>
                </a:moveTo>
                <a:lnTo>
                  <a:pt x="132277" y="148037"/>
                </a:lnTo>
                <a:lnTo>
                  <a:pt x="143895" y="137289"/>
                </a:lnTo>
                <a:lnTo>
                  <a:pt x="153260" y="124530"/>
                </a:lnTo>
                <a:lnTo>
                  <a:pt x="160060" y="110110"/>
                </a:lnTo>
                <a:lnTo>
                  <a:pt x="163982" y="94378"/>
                </a:lnTo>
                <a:lnTo>
                  <a:pt x="164714" y="77686"/>
                </a:lnTo>
                <a:lnTo>
                  <a:pt x="162099" y="61183"/>
                </a:lnTo>
                <a:lnTo>
                  <a:pt x="156423" y="45996"/>
                </a:lnTo>
                <a:lnTo>
                  <a:pt x="148036" y="32438"/>
                </a:lnTo>
                <a:lnTo>
                  <a:pt x="137288" y="20820"/>
                </a:lnTo>
                <a:lnTo>
                  <a:pt x="124529" y="11455"/>
                </a:lnTo>
                <a:lnTo>
                  <a:pt x="110109" y="4655"/>
                </a:lnTo>
                <a:lnTo>
                  <a:pt x="94378" y="732"/>
                </a:lnTo>
                <a:lnTo>
                  <a:pt x="77686" y="0"/>
                </a:lnTo>
                <a:lnTo>
                  <a:pt x="61183" y="2615"/>
                </a:lnTo>
                <a:lnTo>
                  <a:pt x="45995" y="8291"/>
                </a:lnTo>
                <a:lnTo>
                  <a:pt x="32436" y="16678"/>
                </a:lnTo>
                <a:lnTo>
                  <a:pt x="20818" y="27426"/>
                </a:lnTo>
                <a:lnTo>
                  <a:pt x="11453" y="40185"/>
                </a:lnTo>
                <a:lnTo>
                  <a:pt x="4653" y="54606"/>
                </a:lnTo>
                <a:lnTo>
                  <a:pt x="731" y="70337"/>
                </a:lnTo>
                <a:lnTo>
                  <a:pt x="0" y="87029"/>
                </a:lnTo>
                <a:lnTo>
                  <a:pt x="2615" y="103532"/>
                </a:lnTo>
                <a:lnTo>
                  <a:pt x="8291" y="118719"/>
                </a:lnTo>
                <a:lnTo>
                  <a:pt x="16678" y="132277"/>
                </a:lnTo>
                <a:lnTo>
                  <a:pt x="27426" y="143895"/>
                </a:lnTo>
                <a:lnTo>
                  <a:pt x="40185" y="153261"/>
                </a:lnTo>
                <a:lnTo>
                  <a:pt x="54605" y="160060"/>
                </a:lnTo>
                <a:lnTo>
                  <a:pt x="70337" y="163983"/>
                </a:lnTo>
                <a:lnTo>
                  <a:pt x="87029" y="164715"/>
                </a:lnTo>
                <a:lnTo>
                  <a:pt x="103532" y="162100"/>
                </a:lnTo>
                <a:lnTo>
                  <a:pt x="118719" y="156424"/>
                </a:lnTo>
                <a:close/>
                <a:moveTo>
                  <a:pt x="43120" y="126314"/>
                </a:moveTo>
                <a:lnTo>
                  <a:pt x="33247" y="114930"/>
                </a:lnTo>
                <a:lnTo>
                  <a:pt x="26519" y="101214"/>
                </a:lnTo>
                <a:lnTo>
                  <a:pt x="23531" y="85695"/>
                </a:lnTo>
                <a:lnTo>
                  <a:pt x="24745" y="69937"/>
                </a:lnTo>
                <a:lnTo>
                  <a:pt x="29878" y="55548"/>
                </a:lnTo>
                <a:lnTo>
                  <a:pt x="38401" y="43121"/>
                </a:lnTo>
                <a:lnTo>
                  <a:pt x="49785" y="33247"/>
                </a:lnTo>
                <a:lnTo>
                  <a:pt x="63501" y="26520"/>
                </a:lnTo>
                <a:lnTo>
                  <a:pt x="79020" y="23531"/>
                </a:lnTo>
                <a:lnTo>
                  <a:pt x="94778" y="24745"/>
                </a:lnTo>
                <a:lnTo>
                  <a:pt x="109166" y="29878"/>
                </a:lnTo>
                <a:lnTo>
                  <a:pt x="121594" y="38401"/>
                </a:lnTo>
                <a:lnTo>
                  <a:pt x="131467" y="49785"/>
                </a:lnTo>
                <a:lnTo>
                  <a:pt x="138194" y="63501"/>
                </a:lnTo>
                <a:lnTo>
                  <a:pt x="141183" y="79020"/>
                </a:lnTo>
                <a:lnTo>
                  <a:pt x="139969" y="94778"/>
                </a:lnTo>
                <a:lnTo>
                  <a:pt x="134836" y="109167"/>
                </a:lnTo>
                <a:lnTo>
                  <a:pt x="126313" y="121594"/>
                </a:lnTo>
                <a:lnTo>
                  <a:pt x="114929" y="131468"/>
                </a:lnTo>
                <a:lnTo>
                  <a:pt x="101213" y="138196"/>
                </a:lnTo>
                <a:lnTo>
                  <a:pt x="85694" y="141184"/>
                </a:lnTo>
                <a:lnTo>
                  <a:pt x="69936" y="139970"/>
                </a:lnTo>
                <a:lnTo>
                  <a:pt x="55547" y="134837"/>
                </a:lnTo>
                <a:lnTo>
                  <a:pt x="43120" y="126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03B068-F01C-4E9A-851F-F18237B18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bb157c894474f"/>
          <a:stretch xmlns:a="http://schemas.openxmlformats.org/drawingml/2006/main"/>
        </p:blipFill>
        <p:spPr>
          <a:xfrm xmlns:a="http://schemas.openxmlformats.org/drawingml/2006/main">
            <a:off x="11163961" y="-9110"/>
            <a:ext cx="2160917" cy="1876245"/>
          </a:xfrm>
          <a:prstGeom xmlns:a="http://schemas.openxmlformats.org/drawingml/2006/main" prst="rect">
            <a:avLst/>
          </a:prstGeom>
        </p:spPr>
      </p:pic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407C9825-6D61-4525-802D-E432AEE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984" y="1646527"/>
            <a:ext cx="334227" cy="544740"/>
          </a:xfrm>
          <a:custGeom xmlns:a="http://schemas.openxmlformats.org/drawingml/2006/main">
            <a:pathLst>
              <a:path w="246028" h="400989">
                <a:moveTo>
                  <a:pt x="246028" y="400989"/>
                </a:moveTo>
                <a:lnTo>
                  <a:pt x="244006" y="264933"/>
                </a:lnTo>
                <a:lnTo>
                  <a:pt x="127188" y="334711"/>
                </a:lnTo>
                <a:lnTo>
                  <a:pt x="246028" y="400989"/>
                </a:lnTo>
                <a:moveTo>
                  <a:pt x="10116" y="6045"/>
                </a:moveTo>
                <a:lnTo>
                  <a:pt x="0" y="12086"/>
                </a:lnTo>
                <a:lnTo>
                  <a:pt x="181523" y="315981"/>
                </a:lnTo>
                <a:lnTo>
                  <a:pt x="191640" y="309939"/>
                </a:lnTo>
                <a:lnTo>
                  <a:pt x="201757" y="303897"/>
                </a:lnTo>
                <a:lnTo>
                  <a:pt x="20233" y="0"/>
                </a:lnTo>
                <a:lnTo>
                  <a:pt x="10116" y="604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4F911C56-3DF9-4D68-AFF8-692045FB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498" y="1521799"/>
            <a:ext cx="224391" cy="224389"/>
          </a:xfrm>
          <a:custGeom xmlns:a="http://schemas.openxmlformats.org/drawingml/2006/main">
            <a:pathLst>
              <a:path w="165176" h="165175">
                <a:moveTo>
                  <a:pt x="99" y="82768"/>
                </a:moveTo>
                <a:cubicBezTo>
                  <a:pt x="0" y="37210"/>
                  <a:pt x="36850" y="199"/>
                  <a:pt x="82407" y="99"/>
                </a:cubicBezTo>
                <a:cubicBezTo>
                  <a:pt x="127965" y="0"/>
                  <a:pt x="164978" y="36850"/>
                  <a:pt x="165077" y="82407"/>
                </a:cubicBezTo>
                <a:cubicBezTo>
                  <a:pt x="165176" y="127965"/>
                  <a:pt x="128327" y="164976"/>
                  <a:pt x="82769" y="165076"/>
                </a:cubicBezTo>
                <a:cubicBezTo>
                  <a:pt x="37212" y="165175"/>
                  <a:pt x="199" y="128325"/>
                  <a:pt x="99" y="82768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825218FC-2F36-4A80-A83D-B1FA625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633" y="1521934"/>
            <a:ext cx="224121" cy="224119"/>
          </a:xfrm>
          <a:custGeom xmlns:a="http://schemas.openxmlformats.org/drawingml/2006/main">
            <a:pathLst>
              <a:path w="164978" h="164976">
                <a:moveTo>
                  <a:pt x="6553" y="114763"/>
                </a:moveTo>
                <a:lnTo>
                  <a:pt x="14189" y="128758"/>
                </a:lnTo>
                <a:lnTo>
                  <a:pt x="24289" y="140944"/>
                </a:lnTo>
                <a:lnTo>
                  <a:pt x="36519" y="150990"/>
                </a:lnTo>
                <a:lnTo>
                  <a:pt x="50547" y="158564"/>
                </a:lnTo>
                <a:lnTo>
                  <a:pt x="66042" y="163337"/>
                </a:lnTo>
                <a:lnTo>
                  <a:pt x="82670" y="164976"/>
                </a:lnTo>
                <a:lnTo>
                  <a:pt x="99291" y="163264"/>
                </a:lnTo>
                <a:lnTo>
                  <a:pt x="114764" y="158424"/>
                </a:lnTo>
                <a:lnTo>
                  <a:pt x="128759" y="150788"/>
                </a:lnTo>
                <a:lnTo>
                  <a:pt x="140945" y="140689"/>
                </a:lnTo>
                <a:lnTo>
                  <a:pt x="150991" y="128459"/>
                </a:lnTo>
                <a:lnTo>
                  <a:pt x="158566" y="114430"/>
                </a:lnTo>
                <a:lnTo>
                  <a:pt x="163338" y="98936"/>
                </a:lnTo>
                <a:lnTo>
                  <a:pt x="164978" y="82308"/>
                </a:lnTo>
                <a:lnTo>
                  <a:pt x="163266" y="65687"/>
                </a:lnTo>
                <a:lnTo>
                  <a:pt x="158425" y="50214"/>
                </a:lnTo>
                <a:lnTo>
                  <a:pt x="150789" y="36219"/>
                </a:lnTo>
                <a:lnTo>
                  <a:pt x="140690" y="24033"/>
                </a:lnTo>
                <a:lnTo>
                  <a:pt x="128459" y="13987"/>
                </a:lnTo>
                <a:lnTo>
                  <a:pt x="114431" y="6412"/>
                </a:lnTo>
                <a:lnTo>
                  <a:pt x="98936" y="1640"/>
                </a:lnTo>
                <a:lnTo>
                  <a:pt x="82308" y="0"/>
                </a:lnTo>
                <a:lnTo>
                  <a:pt x="65688" y="1712"/>
                </a:lnTo>
                <a:lnTo>
                  <a:pt x="50214" y="6552"/>
                </a:lnTo>
                <a:lnTo>
                  <a:pt x="36219" y="14188"/>
                </a:lnTo>
                <a:lnTo>
                  <a:pt x="24033" y="24287"/>
                </a:lnTo>
                <a:lnTo>
                  <a:pt x="13987" y="36517"/>
                </a:lnTo>
                <a:lnTo>
                  <a:pt x="6412" y="50546"/>
                </a:lnTo>
                <a:lnTo>
                  <a:pt x="1640" y="66040"/>
                </a:lnTo>
                <a:lnTo>
                  <a:pt x="0" y="82668"/>
                </a:lnTo>
                <a:lnTo>
                  <a:pt x="1713" y="99289"/>
                </a:lnTo>
                <a:lnTo>
                  <a:pt x="6553" y="114763"/>
                </a:lnTo>
                <a:close/>
                <a:moveTo>
                  <a:pt x="40734" y="40917"/>
                </a:moveTo>
                <a:lnTo>
                  <a:pt x="52639" y="31678"/>
                </a:lnTo>
                <a:lnTo>
                  <a:pt x="66701" y="25707"/>
                </a:lnTo>
                <a:lnTo>
                  <a:pt x="82359" y="23568"/>
                </a:lnTo>
                <a:lnTo>
                  <a:pt x="98027" y="25639"/>
                </a:lnTo>
                <a:lnTo>
                  <a:pt x="112115" y="31548"/>
                </a:lnTo>
                <a:lnTo>
                  <a:pt x="124061" y="40734"/>
                </a:lnTo>
                <a:lnTo>
                  <a:pt x="133300" y="52639"/>
                </a:lnTo>
                <a:lnTo>
                  <a:pt x="139271" y="66701"/>
                </a:lnTo>
                <a:lnTo>
                  <a:pt x="141410" y="82359"/>
                </a:lnTo>
                <a:lnTo>
                  <a:pt x="139339" y="98027"/>
                </a:lnTo>
                <a:lnTo>
                  <a:pt x="133430" y="112114"/>
                </a:lnTo>
                <a:lnTo>
                  <a:pt x="124243" y="124059"/>
                </a:lnTo>
                <a:lnTo>
                  <a:pt x="112338" y="133299"/>
                </a:lnTo>
                <a:lnTo>
                  <a:pt x="98276" y="139269"/>
                </a:lnTo>
                <a:lnTo>
                  <a:pt x="82617" y="141408"/>
                </a:lnTo>
                <a:lnTo>
                  <a:pt x="66950" y="139338"/>
                </a:lnTo>
                <a:lnTo>
                  <a:pt x="52862" y="133429"/>
                </a:lnTo>
                <a:lnTo>
                  <a:pt x="40917" y="124242"/>
                </a:lnTo>
                <a:lnTo>
                  <a:pt x="31678" y="112337"/>
                </a:lnTo>
                <a:lnTo>
                  <a:pt x="25707" y="98276"/>
                </a:lnTo>
                <a:lnTo>
                  <a:pt x="23568" y="82617"/>
                </a:lnTo>
                <a:lnTo>
                  <a:pt x="25639" y="66950"/>
                </a:lnTo>
                <a:lnTo>
                  <a:pt x="31548" y="52862"/>
                </a:lnTo>
                <a:lnTo>
                  <a:pt x="40734" y="409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56C8F3F-8903-466C-BC21-674050E1AD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fd8b5e47941c8"/>
          <a:stretch xmlns:a="http://schemas.openxmlformats.org/drawingml/2006/main"/>
        </p:blipFill>
        <p:spPr>
          <a:xfrm xmlns:a="http://schemas.openxmlformats.org/drawingml/2006/main">
            <a:off x="13182542" y="210863"/>
            <a:ext cx="2290313" cy="1915064"/>
          </a:xfrm>
          <a:prstGeom xmlns:a="http://schemas.openxmlformats.org/drawingml/2006/main" prst="rect">
            <a:avLst/>
          </a:prstGeom>
        </p:spPr>
      </p:pic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24605ED5-2D14-490D-A72D-3ACD8643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529" y="1784596"/>
            <a:ext cx="184853" cy="619847"/>
          </a:xfrm>
          <a:custGeom xmlns:a="http://schemas.openxmlformats.org/drawingml/2006/main">
            <a:pathLst>
              <a:path w="136072" h="456276">
                <a:moveTo>
                  <a:pt x="68035" y="456276"/>
                </a:moveTo>
                <a:lnTo>
                  <a:pt x="136072" y="338433"/>
                </a:lnTo>
                <a:lnTo>
                  <a:pt x="0" y="338433"/>
                </a:lnTo>
                <a:lnTo>
                  <a:pt x="68035" y="456276"/>
                </a:lnTo>
                <a:moveTo>
                  <a:pt x="68037" y="0"/>
                </a:moveTo>
                <a:lnTo>
                  <a:pt x="56253" y="0"/>
                </a:lnTo>
                <a:lnTo>
                  <a:pt x="56251" y="350219"/>
                </a:lnTo>
                <a:lnTo>
                  <a:pt x="68037" y="350219"/>
                </a:lnTo>
                <a:lnTo>
                  <a:pt x="79821" y="350219"/>
                </a:lnTo>
                <a:lnTo>
                  <a:pt x="79821" y="0"/>
                </a:lnTo>
                <a:lnTo>
                  <a:pt x="68037" y="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D4D5B0CB-43A9-4975-B1C5-9F83EEA4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5505" y="1634952"/>
            <a:ext cx="254130" cy="254130"/>
          </a:xfrm>
          <a:custGeom xmlns:a="http://schemas.openxmlformats.org/drawingml/2006/main">
            <a:pathLst>
              <a:path w="187068" h="187068">
                <a:moveTo>
                  <a:pt x="17012" y="124336"/>
                </a:moveTo>
                <a:cubicBezTo>
                  <a:pt x="0" y="82075"/>
                  <a:pt x="20470" y="34025"/>
                  <a:pt x="62733" y="17012"/>
                </a:cubicBezTo>
                <a:cubicBezTo>
                  <a:pt x="104994" y="0"/>
                  <a:pt x="153046" y="20470"/>
                  <a:pt x="170057" y="62735"/>
                </a:cubicBezTo>
                <a:cubicBezTo>
                  <a:pt x="187068" y="104996"/>
                  <a:pt x="166599" y="153046"/>
                  <a:pt x="124336" y="170058"/>
                </a:cubicBezTo>
                <a:cubicBezTo>
                  <a:pt x="82074" y="187068"/>
                  <a:pt x="34023" y="166600"/>
                  <a:pt x="17012" y="124336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2FE73075-F04D-4025-A74B-85D973A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0497" y="1649944"/>
            <a:ext cx="224147" cy="224146"/>
          </a:xfrm>
          <a:custGeom xmlns:a="http://schemas.openxmlformats.org/drawingml/2006/main">
            <a:pathLst>
              <a:path w="164997" h="164996">
                <a:moveTo>
                  <a:pt x="23979" y="140665"/>
                </a:moveTo>
                <a:lnTo>
                  <a:pt x="36266" y="150824"/>
                </a:lnTo>
                <a:lnTo>
                  <a:pt x="50169" y="158388"/>
                </a:lnTo>
                <a:lnTo>
                  <a:pt x="65255" y="163173"/>
                </a:lnTo>
                <a:lnTo>
                  <a:pt x="81094" y="164996"/>
                </a:lnTo>
                <a:lnTo>
                  <a:pt x="97252" y="163673"/>
                </a:lnTo>
                <a:lnTo>
                  <a:pt x="113300" y="159020"/>
                </a:lnTo>
                <a:lnTo>
                  <a:pt x="128097" y="151258"/>
                </a:lnTo>
                <a:lnTo>
                  <a:pt x="140666" y="141018"/>
                </a:lnTo>
                <a:lnTo>
                  <a:pt x="150824" y="128731"/>
                </a:lnTo>
                <a:lnTo>
                  <a:pt x="158388" y="114828"/>
                </a:lnTo>
                <a:lnTo>
                  <a:pt x="163174" y="99742"/>
                </a:lnTo>
                <a:lnTo>
                  <a:pt x="164997" y="83903"/>
                </a:lnTo>
                <a:lnTo>
                  <a:pt x="163674" y="67744"/>
                </a:lnTo>
                <a:lnTo>
                  <a:pt x="159021" y="51696"/>
                </a:lnTo>
                <a:lnTo>
                  <a:pt x="151258" y="36900"/>
                </a:lnTo>
                <a:lnTo>
                  <a:pt x="141018" y="24331"/>
                </a:lnTo>
                <a:lnTo>
                  <a:pt x="128730" y="14172"/>
                </a:lnTo>
                <a:lnTo>
                  <a:pt x="114827" y="6609"/>
                </a:lnTo>
                <a:lnTo>
                  <a:pt x="99741" y="1823"/>
                </a:lnTo>
                <a:lnTo>
                  <a:pt x="83903" y="0"/>
                </a:lnTo>
                <a:lnTo>
                  <a:pt x="67745" y="1323"/>
                </a:lnTo>
                <a:lnTo>
                  <a:pt x="51697" y="5976"/>
                </a:lnTo>
                <a:lnTo>
                  <a:pt x="36901" y="13738"/>
                </a:lnTo>
                <a:lnTo>
                  <a:pt x="24331" y="23978"/>
                </a:lnTo>
                <a:lnTo>
                  <a:pt x="14173" y="36265"/>
                </a:lnTo>
                <a:lnTo>
                  <a:pt x="6609" y="50168"/>
                </a:lnTo>
                <a:lnTo>
                  <a:pt x="1823" y="65254"/>
                </a:lnTo>
                <a:lnTo>
                  <a:pt x="0" y="81093"/>
                </a:lnTo>
                <a:lnTo>
                  <a:pt x="1323" y="97252"/>
                </a:lnTo>
                <a:lnTo>
                  <a:pt x="5976" y="113300"/>
                </a:lnTo>
                <a:lnTo>
                  <a:pt x="13739" y="128096"/>
                </a:lnTo>
                <a:lnTo>
                  <a:pt x="23979" y="140665"/>
                </a:lnTo>
                <a:close/>
                <a:moveTo>
                  <a:pt x="28292" y="59406"/>
                </a:moveTo>
                <a:lnTo>
                  <a:pt x="35914" y="46407"/>
                </a:lnTo>
                <a:lnTo>
                  <a:pt x="46753" y="35641"/>
                </a:lnTo>
                <a:lnTo>
                  <a:pt x="60497" y="27841"/>
                </a:lnTo>
                <a:lnTo>
                  <a:pt x="75814" y="23944"/>
                </a:lnTo>
                <a:lnTo>
                  <a:pt x="91089" y="24199"/>
                </a:lnTo>
                <a:lnTo>
                  <a:pt x="105591" y="28292"/>
                </a:lnTo>
                <a:lnTo>
                  <a:pt x="118591" y="35914"/>
                </a:lnTo>
                <a:lnTo>
                  <a:pt x="129356" y="46753"/>
                </a:lnTo>
                <a:lnTo>
                  <a:pt x="137158" y="60497"/>
                </a:lnTo>
                <a:lnTo>
                  <a:pt x="141054" y="75814"/>
                </a:lnTo>
                <a:lnTo>
                  <a:pt x="140799" y="91089"/>
                </a:lnTo>
                <a:lnTo>
                  <a:pt x="136705" y="105592"/>
                </a:lnTo>
                <a:lnTo>
                  <a:pt x="129083" y="118591"/>
                </a:lnTo>
                <a:lnTo>
                  <a:pt x="118244" y="129357"/>
                </a:lnTo>
                <a:lnTo>
                  <a:pt x="104500" y="137158"/>
                </a:lnTo>
                <a:lnTo>
                  <a:pt x="89184" y="141055"/>
                </a:lnTo>
                <a:lnTo>
                  <a:pt x="73909" y="140800"/>
                </a:lnTo>
                <a:lnTo>
                  <a:pt x="59406" y="136707"/>
                </a:lnTo>
                <a:lnTo>
                  <a:pt x="46407" y="129085"/>
                </a:lnTo>
                <a:lnTo>
                  <a:pt x="35641" y="118246"/>
                </a:lnTo>
                <a:lnTo>
                  <a:pt x="27840" y="104502"/>
                </a:lnTo>
                <a:lnTo>
                  <a:pt x="23943" y="89185"/>
                </a:lnTo>
                <a:lnTo>
                  <a:pt x="24198" y="73909"/>
                </a:lnTo>
                <a:lnTo>
                  <a:pt x="28292" y="59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4D37571-8859-4D2D-BDFE-4D64B85E1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644e9fa224ef7"/>
          <a:stretch xmlns:a="http://schemas.openxmlformats.org/drawingml/2006/main"/>
        </p:blipFill>
        <p:spPr>
          <a:xfrm xmlns:a="http://schemas.openxmlformats.org/drawingml/2006/main">
            <a:off x="15214063" y="16769"/>
            <a:ext cx="2290313" cy="2173857"/>
          </a:xfrm>
          <a:prstGeom xmlns:a="http://schemas.openxmlformats.org/drawingml/2006/main" prst="rect">
            <a:avLst/>
          </a:prstGeom>
        </p:spPr>
      </p:pic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7C1AB8F1-0C47-47F7-BB1B-42F99A23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1633" y="1776697"/>
            <a:ext cx="552055" cy="450706"/>
          </a:xfrm>
          <a:custGeom xmlns:a="http://schemas.openxmlformats.org/drawingml/2006/main">
            <a:pathLst>
              <a:path w="406373" h="331770">
                <a:moveTo>
                  <a:pt x="0" y="331770"/>
                </a:moveTo>
                <a:lnTo>
                  <a:pt x="134411" y="310578"/>
                </a:lnTo>
                <a:lnTo>
                  <a:pt x="48854" y="204770"/>
                </a:lnTo>
                <a:lnTo>
                  <a:pt x="0" y="331770"/>
                </a:lnTo>
                <a:moveTo>
                  <a:pt x="398963" y="9165"/>
                </a:moveTo>
                <a:lnTo>
                  <a:pt x="391554" y="0"/>
                </a:lnTo>
                <a:lnTo>
                  <a:pt x="75059" y="255921"/>
                </a:lnTo>
                <a:lnTo>
                  <a:pt x="82470" y="265083"/>
                </a:lnTo>
                <a:lnTo>
                  <a:pt x="89879" y="274248"/>
                </a:lnTo>
                <a:lnTo>
                  <a:pt x="406373" y="18327"/>
                </a:lnTo>
                <a:lnTo>
                  <a:pt x="398963" y="916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5297999D-0332-47C0-9E10-2E6DFA58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2112" y="1644375"/>
            <a:ext cx="247209" cy="247211"/>
          </a:xfrm>
          <a:custGeom xmlns:a="http://schemas.openxmlformats.org/drawingml/2006/main">
            <a:pathLst>
              <a:path w="181973" h="181975">
                <a:moveTo>
                  <a:pt x="31644" y="148285"/>
                </a:moveTo>
                <a:cubicBezTo>
                  <a:pt x="0" y="115512"/>
                  <a:pt x="916" y="63291"/>
                  <a:pt x="33690" y="31646"/>
                </a:cubicBezTo>
                <a:cubicBezTo>
                  <a:pt x="66462" y="0"/>
                  <a:pt x="118683" y="917"/>
                  <a:pt x="150328" y="33690"/>
                </a:cubicBezTo>
                <a:cubicBezTo>
                  <a:pt x="181973" y="66462"/>
                  <a:pt x="181057" y="118683"/>
                  <a:pt x="148283" y="150329"/>
                </a:cubicBezTo>
                <a:cubicBezTo>
                  <a:pt x="115511" y="181975"/>
                  <a:pt x="63290" y="181057"/>
                  <a:pt x="31644" y="148285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0284C9F8-0964-4CC9-888D-A4810286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3672" y="1655937"/>
            <a:ext cx="224087" cy="224087"/>
          </a:xfrm>
          <a:custGeom xmlns:a="http://schemas.openxmlformats.org/drawingml/2006/main">
            <a:pathLst>
              <a:path w="164953" h="164953">
                <a:moveTo>
                  <a:pt x="50101" y="158370"/>
                </a:moveTo>
                <a:lnTo>
                  <a:pt x="65305" y="163167"/>
                </a:lnTo>
                <a:lnTo>
                  <a:pt x="81030" y="164953"/>
                </a:lnTo>
                <a:lnTo>
                  <a:pt x="96809" y="163719"/>
                </a:lnTo>
                <a:lnTo>
                  <a:pt x="112172" y="159458"/>
                </a:lnTo>
                <a:lnTo>
                  <a:pt x="126649" y="152160"/>
                </a:lnTo>
                <a:lnTo>
                  <a:pt x="139773" y="141818"/>
                </a:lnTo>
                <a:lnTo>
                  <a:pt x="150569" y="129065"/>
                </a:lnTo>
                <a:lnTo>
                  <a:pt x="158369" y="114852"/>
                </a:lnTo>
                <a:lnTo>
                  <a:pt x="163167" y="99648"/>
                </a:lnTo>
                <a:lnTo>
                  <a:pt x="164953" y="83922"/>
                </a:lnTo>
                <a:lnTo>
                  <a:pt x="163719" y="68144"/>
                </a:lnTo>
                <a:lnTo>
                  <a:pt x="159457" y="52781"/>
                </a:lnTo>
                <a:lnTo>
                  <a:pt x="152160" y="38303"/>
                </a:lnTo>
                <a:lnTo>
                  <a:pt x="141818" y="25179"/>
                </a:lnTo>
                <a:lnTo>
                  <a:pt x="129065" y="14384"/>
                </a:lnTo>
                <a:lnTo>
                  <a:pt x="114852" y="6583"/>
                </a:lnTo>
                <a:lnTo>
                  <a:pt x="99648" y="1786"/>
                </a:lnTo>
                <a:lnTo>
                  <a:pt x="83922" y="0"/>
                </a:lnTo>
                <a:lnTo>
                  <a:pt x="68143" y="1234"/>
                </a:lnTo>
                <a:lnTo>
                  <a:pt x="52780" y="5495"/>
                </a:lnTo>
                <a:lnTo>
                  <a:pt x="38303" y="12793"/>
                </a:lnTo>
                <a:lnTo>
                  <a:pt x="25179" y="23135"/>
                </a:lnTo>
                <a:lnTo>
                  <a:pt x="14383" y="35888"/>
                </a:lnTo>
                <a:lnTo>
                  <a:pt x="6583" y="50101"/>
                </a:lnTo>
                <a:lnTo>
                  <a:pt x="1786" y="65306"/>
                </a:lnTo>
                <a:lnTo>
                  <a:pt x="0" y="81032"/>
                </a:lnTo>
                <a:lnTo>
                  <a:pt x="1234" y="96811"/>
                </a:lnTo>
                <a:lnTo>
                  <a:pt x="5495" y="112173"/>
                </a:lnTo>
                <a:lnTo>
                  <a:pt x="12793" y="126651"/>
                </a:lnTo>
                <a:lnTo>
                  <a:pt x="23135" y="139774"/>
                </a:lnTo>
                <a:lnTo>
                  <a:pt x="35888" y="150569"/>
                </a:lnTo>
                <a:lnTo>
                  <a:pt x="50101" y="158370"/>
                </a:lnTo>
                <a:close/>
                <a:moveTo>
                  <a:pt x="23565" y="81444"/>
                </a:moveTo>
                <a:lnTo>
                  <a:pt x="25744" y="66534"/>
                </a:lnTo>
                <a:lnTo>
                  <a:pt x="31744" y="52484"/>
                </a:lnTo>
                <a:lnTo>
                  <a:pt x="41550" y="40090"/>
                </a:lnTo>
                <a:lnTo>
                  <a:pt x="54280" y="30725"/>
                </a:lnTo>
                <a:lnTo>
                  <a:pt x="68531" y="25221"/>
                </a:lnTo>
                <a:lnTo>
                  <a:pt x="83510" y="23566"/>
                </a:lnTo>
                <a:lnTo>
                  <a:pt x="98421" y="25744"/>
                </a:lnTo>
                <a:lnTo>
                  <a:pt x="112470" y="31744"/>
                </a:lnTo>
                <a:lnTo>
                  <a:pt x="124864" y="41550"/>
                </a:lnTo>
                <a:lnTo>
                  <a:pt x="134230" y="54279"/>
                </a:lnTo>
                <a:lnTo>
                  <a:pt x="139733" y="68530"/>
                </a:lnTo>
                <a:lnTo>
                  <a:pt x="141389" y="83508"/>
                </a:lnTo>
                <a:lnTo>
                  <a:pt x="139209" y="98419"/>
                </a:lnTo>
                <a:lnTo>
                  <a:pt x="133210" y="112469"/>
                </a:lnTo>
                <a:lnTo>
                  <a:pt x="123403" y="124863"/>
                </a:lnTo>
                <a:lnTo>
                  <a:pt x="110673" y="134228"/>
                </a:lnTo>
                <a:lnTo>
                  <a:pt x="96422" y="139732"/>
                </a:lnTo>
                <a:lnTo>
                  <a:pt x="81444" y="141387"/>
                </a:lnTo>
                <a:lnTo>
                  <a:pt x="66534" y="139208"/>
                </a:lnTo>
                <a:lnTo>
                  <a:pt x="52484" y="133209"/>
                </a:lnTo>
                <a:lnTo>
                  <a:pt x="40090" y="123403"/>
                </a:lnTo>
                <a:lnTo>
                  <a:pt x="30724" y="110673"/>
                </a:lnTo>
                <a:lnTo>
                  <a:pt x="25220" y="96422"/>
                </a:lnTo>
                <a:lnTo>
                  <a:pt x="23565" y="81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8D12A34-B2B7-4231-A9D3-69E2EF086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53c75922e4600"/>
          <a:stretch xmlns:a="http://schemas.openxmlformats.org/drawingml/2006/main"/>
        </p:blipFill>
        <p:spPr>
          <a:xfrm xmlns:a="http://schemas.openxmlformats.org/drawingml/2006/main">
            <a:off x="14450626" y="1918894"/>
            <a:ext cx="2096219" cy="2160917"/>
          </a:xfrm>
          <a:prstGeom xmlns:a="http://schemas.openxmlformats.org/drawingml/2006/main" prst="rect">
            <a:avLst/>
          </a:prstGeom>
        </p:spPr>
      </p:pic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90012071-DB9D-4073-A314-D3C7EE6B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1557" y="2683956"/>
            <a:ext cx="842398" cy="302578"/>
          </a:xfrm>
          <a:custGeom xmlns:a="http://schemas.openxmlformats.org/drawingml/2006/main">
            <a:pathLst>
              <a:path w="620099" h="222731">
                <a:moveTo>
                  <a:pt x="3661" y="11201"/>
                </a:moveTo>
                <a:lnTo>
                  <a:pt x="0" y="22401"/>
                </a:lnTo>
                <a:lnTo>
                  <a:pt x="21884" y="29556"/>
                </a:lnTo>
                <a:lnTo>
                  <a:pt x="25546" y="18355"/>
                </a:lnTo>
                <a:lnTo>
                  <a:pt x="29208" y="7155"/>
                </a:lnTo>
                <a:lnTo>
                  <a:pt x="7324" y="0"/>
                </a:lnTo>
                <a:lnTo>
                  <a:pt x="3661" y="11201"/>
                </a:lnTo>
                <a:moveTo>
                  <a:pt x="69316" y="32665"/>
                </a:moveTo>
                <a:lnTo>
                  <a:pt x="65655" y="43865"/>
                </a:lnTo>
                <a:lnTo>
                  <a:pt x="109423" y="58175"/>
                </a:lnTo>
                <a:lnTo>
                  <a:pt x="113086" y="46974"/>
                </a:lnTo>
                <a:lnTo>
                  <a:pt x="116747" y="35774"/>
                </a:lnTo>
                <a:lnTo>
                  <a:pt x="72978" y="21464"/>
                </a:lnTo>
                <a:lnTo>
                  <a:pt x="69316" y="32665"/>
                </a:lnTo>
                <a:moveTo>
                  <a:pt x="156855" y="61284"/>
                </a:moveTo>
                <a:lnTo>
                  <a:pt x="153194" y="72484"/>
                </a:lnTo>
                <a:lnTo>
                  <a:pt x="196963" y="86794"/>
                </a:lnTo>
                <a:lnTo>
                  <a:pt x="200625" y="75593"/>
                </a:lnTo>
                <a:lnTo>
                  <a:pt x="204286" y="64393"/>
                </a:lnTo>
                <a:lnTo>
                  <a:pt x="160517" y="50083"/>
                </a:lnTo>
                <a:lnTo>
                  <a:pt x="156855" y="61284"/>
                </a:lnTo>
                <a:moveTo>
                  <a:pt x="244395" y="89903"/>
                </a:moveTo>
                <a:lnTo>
                  <a:pt x="240733" y="101103"/>
                </a:lnTo>
                <a:lnTo>
                  <a:pt x="284503" y="115413"/>
                </a:lnTo>
                <a:lnTo>
                  <a:pt x="288164" y="104212"/>
                </a:lnTo>
                <a:lnTo>
                  <a:pt x="291827" y="93012"/>
                </a:lnTo>
                <a:lnTo>
                  <a:pt x="248056" y="78702"/>
                </a:lnTo>
                <a:lnTo>
                  <a:pt x="244395" y="89903"/>
                </a:lnTo>
                <a:moveTo>
                  <a:pt x="331934" y="118522"/>
                </a:moveTo>
                <a:lnTo>
                  <a:pt x="328272" y="129722"/>
                </a:lnTo>
                <a:lnTo>
                  <a:pt x="372042" y="144032"/>
                </a:lnTo>
                <a:lnTo>
                  <a:pt x="375703" y="132831"/>
                </a:lnTo>
                <a:lnTo>
                  <a:pt x="379366" y="121631"/>
                </a:lnTo>
                <a:lnTo>
                  <a:pt x="335596" y="107321"/>
                </a:lnTo>
                <a:lnTo>
                  <a:pt x="331934" y="118522"/>
                </a:lnTo>
                <a:moveTo>
                  <a:pt x="419473" y="147141"/>
                </a:moveTo>
                <a:lnTo>
                  <a:pt x="415812" y="158341"/>
                </a:lnTo>
                <a:lnTo>
                  <a:pt x="459581" y="172651"/>
                </a:lnTo>
                <a:lnTo>
                  <a:pt x="463244" y="161447"/>
                </a:lnTo>
                <a:lnTo>
                  <a:pt x="466905" y="150247"/>
                </a:lnTo>
                <a:lnTo>
                  <a:pt x="423136" y="135937"/>
                </a:lnTo>
                <a:lnTo>
                  <a:pt x="419473" y="147141"/>
                </a:lnTo>
                <a:moveTo>
                  <a:pt x="507013" y="175757"/>
                </a:moveTo>
                <a:lnTo>
                  <a:pt x="503351" y="186960"/>
                </a:lnTo>
                <a:lnTo>
                  <a:pt x="547120" y="201267"/>
                </a:lnTo>
                <a:lnTo>
                  <a:pt x="550783" y="190066"/>
                </a:lnTo>
                <a:lnTo>
                  <a:pt x="554444" y="178866"/>
                </a:lnTo>
                <a:lnTo>
                  <a:pt x="510675" y="164556"/>
                </a:lnTo>
                <a:lnTo>
                  <a:pt x="507013" y="175757"/>
                </a:lnTo>
                <a:moveTo>
                  <a:pt x="594553" y="204376"/>
                </a:moveTo>
                <a:lnTo>
                  <a:pt x="590890" y="215576"/>
                </a:lnTo>
                <a:lnTo>
                  <a:pt x="612775" y="222731"/>
                </a:lnTo>
                <a:lnTo>
                  <a:pt x="616437" y="211530"/>
                </a:lnTo>
                <a:lnTo>
                  <a:pt x="620099" y="200330"/>
                </a:lnTo>
                <a:lnTo>
                  <a:pt x="598214" y="193175"/>
                </a:lnTo>
                <a:lnTo>
                  <a:pt x="594553" y="204376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35EA50C9-32F4-4DC6-8D3E-37B8B4D7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568" y="2682587"/>
            <a:ext cx="552755" cy="232404"/>
          </a:xfrm>
          <a:custGeom xmlns:a="http://schemas.openxmlformats.org/drawingml/2006/main">
            <a:pathLst>
              <a:path w="406889" h="171075">
                <a:moveTo>
                  <a:pt x="406889" y="143024"/>
                </a:moveTo>
                <a:lnTo>
                  <a:pt x="316022" y="41739"/>
                </a:lnTo>
                <a:lnTo>
                  <a:pt x="273740" y="171075"/>
                </a:lnTo>
                <a:lnTo>
                  <a:pt x="406889" y="143024"/>
                </a:lnTo>
                <a:moveTo>
                  <a:pt x="3661" y="11201"/>
                </a:moveTo>
                <a:lnTo>
                  <a:pt x="0" y="22401"/>
                </a:lnTo>
                <a:lnTo>
                  <a:pt x="302421" y="121270"/>
                </a:lnTo>
                <a:lnTo>
                  <a:pt x="306082" y="110069"/>
                </a:lnTo>
                <a:lnTo>
                  <a:pt x="309743" y="98866"/>
                </a:lnTo>
                <a:lnTo>
                  <a:pt x="7324" y="0"/>
                </a:lnTo>
                <a:lnTo>
                  <a:pt x="3661" y="11201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31C63B0E-6F3A-40D2-8B71-435A23C1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6120" y="2846718"/>
            <a:ext cx="253984" cy="253984"/>
          </a:xfrm>
          <a:custGeom xmlns:a="http://schemas.openxmlformats.org/drawingml/2006/main">
            <a:pathLst>
              <a:path w="186960" h="186960">
                <a:moveTo>
                  <a:pt x="16816" y="123927"/>
                </a:moveTo>
                <a:cubicBezTo>
                  <a:pt x="0" y="81587"/>
                  <a:pt x="20692" y="33630"/>
                  <a:pt x="63031" y="16814"/>
                </a:cubicBezTo>
                <a:cubicBezTo>
                  <a:pt x="105372" y="0"/>
                  <a:pt x="153327" y="20689"/>
                  <a:pt x="170144" y="63030"/>
                </a:cubicBezTo>
                <a:cubicBezTo>
                  <a:pt x="186960" y="105371"/>
                  <a:pt x="166268" y="153327"/>
                  <a:pt x="123927" y="170144"/>
                </a:cubicBezTo>
                <a:cubicBezTo>
                  <a:pt x="81588" y="186960"/>
                  <a:pt x="33632" y="166268"/>
                  <a:pt x="16816" y="123927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1599ABC1-3CCF-4722-92C5-36C184E8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047" y="2861643"/>
            <a:ext cx="224127" cy="224126"/>
          </a:xfrm>
          <a:custGeom xmlns:a="http://schemas.openxmlformats.org/drawingml/2006/main">
            <a:pathLst>
              <a:path w="164983" h="164982">
                <a:moveTo>
                  <a:pt x="23704" y="140387"/>
                </a:moveTo>
                <a:lnTo>
                  <a:pt x="35945" y="150602"/>
                </a:lnTo>
                <a:lnTo>
                  <a:pt x="49812" y="158230"/>
                </a:lnTo>
                <a:lnTo>
                  <a:pt x="64877" y="163086"/>
                </a:lnTo>
                <a:lnTo>
                  <a:pt x="80706" y="164982"/>
                </a:lnTo>
                <a:lnTo>
                  <a:pt x="96871" y="163733"/>
                </a:lnTo>
                <a:lnTo>
                  <a:pt x="112940" y="159154"/>
                </a:lnTo>
                <a:lnTo>
                  <a:pt x="127772" y="151461"/>
                </a:lnTo>
                <a:lnTo>
                  <a:pt x="140388" y="141278"/>
                </a:lnTo>
                <a:lnTo>
                  <a:pt x="150603" y="129038"/>
                </a:lnTo>
                <a:lnTo>
                  <a:pt x="158231" y="115171"/>
                </a:lnTo>
                <a:lnTo>
                  <a:pt x="163086" y="100107"/>
                </a:lnTo>
                <a:lnTo>
                  <a:pt x="164983" y="84277"/>
                </a:lnTo>
                <a:lnTo>
                  <a:pt x="163734" y="68113"/>
                </a:lnTo>
                <a:lnTo>
                  <a:pt x="159156" y="52044"/>
                </a:lnTo>
                <a:lnTo>
                  <a:pt x="151462" y="37212"/>
                </a:lnTo>
                <a:lnTo>
                  <a:pt x="141279" y="24595"/>
                </a:lnTo>
                <a:lnTo>
                  <a:pt x="129039" y="14380"/>
                </a:lnTo>
                <a:lnTo>
                  <a:pt x="115171" y="6751"/>
                </a:lnTo>
                <a:lnTo>
                  <a:pt x="100107" y="1896"/>
                </a:lnTo>
                <a:lnTo>
                  <a:pt x="84278" y="0"/>
                </a:lnTo>
                <a:lnTo>
                  <a:pt x="68113" y="1248"/>
                </a:lnTo>
                <a:lnTo>
                  <a:pt x="52044" y="5827"/>
                </a:lnTo>
                <a:lnTo>
                  <a:pt x="37212" y="13521"/>
                </a:lnTo>
                <a:lnTo>
                  <a:pt x="24595" y="23704"/>
                </a:lnTo>
                <a:lnTo>
                  <a:pt x="14380" y="35944"/>
                </a:lnTo>
                <a:lnTo>
                  <a:pt x="6751" y="49811"/>
                </a:lnTo>
                <a:lnTo>
                  <a:pt x="1896" y="64875"/>
                </a:lnTo>
                <a:lnTo>
                  <a:pt x="0" y="80705"/>
                </a:lnTo>
                <a:lnTo>
                  <a:pt x="1248" y="96869"/>
                </a:lnTo>
                <a:lnTo>
                  <a:pt x="5827" y="112938"/>
                </a:lnTo>
                <a:lnTo>
                  <a:pt x="13521" y="127770"/>
                </a:lnTo>
                <a:lnTo>
                  <a:pt x="23704" y="140387"/>
                </a:lnTo>
                <a:close/>
                <a:moveTo>
                  <a:pt x="28392" y="59150"/>
                </a:moveTo>
                <a:lnTo>
                  <a:pt x="36074" y="46186"/>
                </a:lnTo>
                <a:lnTo>
                  <a:pt x="46963" y="35470"/>
                </a:lnTo>
                <a:lnTo>
                  <a:pt x="60744" y="27732"/>
                </a:lnTo>
                <a:lnTo>
                  <a:pt x="76078" y="23907"/>
                </a:lnTo>
                <a:lnTo>
                  <a:pt x="91352" y="24232"/>
                </a:lnTo>
                <a:lnTo>
                  <a:pt x="105835" y="28392"/>
                </a:lnTo>
                <a:lnTo>
                  <a:pt x="118799" y="36074"/>
                </a:lnTo>
                <a:lnTo>
                  <a:pt x="129514" y="46962"/>
                </a:lnTo>
                <a:lnTo>
                  <a:pt x="137252" y="60743"/>
                </a:lnTo>
                <a:lnTo>
                  <a:pt x="141078" y="76077"/>
                </a:lnTo>
                <a:lnTo>
                  <a:pt x="140753" y="91351"/>
                </a:lnTo>
                <a:lnTo>
                  <a:pt x="136592" y="105834"/>
                </a:lnTo>
                <a:lnTo>
                  <a:pt x="128910" y="118799"/>
                </a:lnTo>
                <a:lnTo>
                  <a:pt x="118021" y="129515"/>
                </a:lnTo>
                <a:lnTo>
                  <a:pt x="104240" y="137253"/>
                </a:lnTo>
                <a:lnTo>
                  <a:pt x="88906" y="141078"/>
                </a:lnTo>
                <a:lnTo>
                  <a:pt x="73633" y="140753"/>
                </a:lnTo>
                <a:lnTo>
                  <a:pt x="59150" y="136592"/>
                </a:lnTo>
                <a:lnTo>
                  <a:pt x="46186" y="128910"/>
                </a:lnTo>
                <a:lnTo>
                  <a:pt x="35470" y="118022"/>
                </a:lnTo>
                <a:lnTo>
                  <a:pt x="27732" y="104242"/>
                </a:lnTo>
                <a:lnTo>
                  <a:pt x="23906" y="88908"/>
                </a:lnTo>
                <a:lnTo>
                  <a:pt x="24231" y="73634"/>
                </a:lnTo>
                <a:lnTo>
                  <a:pt x="28392" y="591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4802DF4C-ABB5-441C-B1E7-E2E68600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9664" y="2596175"/>
            <a:ext cx="224121" cy="224123"/>
          </a:xfrm>
          <a:custGeom xmlns:a="http://schemas.openxmlformats.org/drawingml/2006/main">
            <a:pathLst>
              <a:path w="164978" h="164979">
                <a:moveTo>
                  <a:pt x="82488" y="0"/>
                </a:moveTo>
                <a:cubicBezTo>
                  <a:pt x="128046" y="0"/>
                  <a:pt x="164978" y="36932"/>
                  <a:pt x="164978" y="82490"/>
                </a:cubicBezTo>
                <a:cubicBezTo>
                  <a:pt x="164978" y="128047"/>
                  <a:pt x="128046" y="164979"/>
                  <a:pt x="82488" y="164979"/>
                </a:cubicBezTo>
                <a:cubicBezTo>
                  <a:pt x="36931" y="164979"/>
                  <a:pt x="0" y="128047"/>
                  <a:pt x="0" y="82490"/>
                </a:cubicBezTo>
                <a:cubicBezTo>
                  <a:pt x="0" y="36932"/>
                  <a:pt x="36931" y="0"/>
                  <a:pt x="82488" y="0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D2E6BC10-8E1D-4517-92F5-EDEBA31E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9664" y="2596178"/>
            <a:ext cx="224121" cy="224119"/>
          </a:xfrm>
          <a:custGeom xmlns:a="http://schemas.openxmlformats.org/drawingml/2006/main">
            <a:pathLst>
              <a:path w="164978" h="164976">
                <a:moveTo>
                  <a:pt x="50380" y="6482"/>
                </a:moveTo>
                <a:lnTo>
                  <a:pt x="36368" y="14087"/>
                </a:lnTo>
                <a:lnTo>
                  <a:pt x="24160" y="24160"/>
                </a:lnTo>
                <a:lnTo>
                  <a:pt x="14088" y="36368"/>
                </a:lnTo>
                <a:lnTo>
                  <a:pt x="6482" y="50380"/>
                </a:lnTo>
                <a:lnTo>
                  <a:pt x="1676" y="65864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09"/>
                </a:lnTo>
                <a:lnTo>
                  <a:pt x="24160" y="140817"/>
                </a:lnTo>
                <a:lnTo>
                  <a:pt x="36368" y="150889"/>
                </a:lnTo>
                <a:lnTo>
                  <a:pt x="50380" y="158494"/>
                </a:lnTo>
                <a:lnTo>
                  <a:pt x="65864" y="163301"/>
                </a:lnTo>
                <a:lnTo>
                  <a:pt x="82488" y="164976"/>
                </a:lnTo>
                <a:lnTo>
                  <a:pt x="99113" y="163301"/>
                </a:lnTo>
                <a:lnTo>
                  <a:pt x="114597" y="158494"/>
                </a:lnTo>
                <a:lnTo>
                  <a:pt x="128609" y="150889"/>
                </a:lnTo>
                <a:lnTo>
                  <a:pt x="140817" y="140817"/>
                </a:lnTo>
                <a:lnTo>
                  <a:pt x="150890" y="128609"/>
                </a:lnTo>
                <a:lnTo>
                  <a:pt x="158495" y="114598"/>
                </a:lnTo>
                <a:lnTo>
                  <a:pt x="163302" y="99114"/>
                </a:lnTo>
                <a:lnTo>
                  <a:pt x="164978" y="82490"/>
                </a:lnTo>
                <a:lnTo>
                  <a:pt x="163302" y="65864"/>
                </a:lnTo>
                <a:lnTo>
                  <a:pt x="158495" y="50380"/>
                </a:lnTo>
                <a:lnTo>
                  <a:pt x="150890" y="36368"/>
                </a:lnTo>
                <a:lnTo>
                  <a:pt x="140817" y="24160"/>
                </a:lnTo>
                <a:lnTo>
                  <a:pt x="128609" y="14087"/>
                </a:lnTo>
                <a:lnTo>
                  <a:pt x="114597" y="6482"/>
                </a:lnTo>
                <a:lnTo>
                  <a:pt x="99113" y="1676"/>
                </a:lnTo>
                <a:lnTo>
                  <a:pt x="82488" y="0"/>
                </a:lnTo>
                <a:lnTo>
                  <a:pt x="65864" y="1676"/>
                </a:lnTo>
                <a:lnTo>
                  <a:pt x="50380" y="6482"/>
                </a:lnTo>
                <a:close/>
                <a:moveTo>
                  <a:pt x="124152" y="40824"/>
                </a:moveTo>
                <a:lnTo>
                  <a:pt x="133365" y="52749"/>
                </a:lnTo>
                <a:lnTo>
                  <a:pt x="139305" y="66824"/>
                </a:lnTo>
                <a:lnTo>
                  <a:pt x="141410" y="82487"/>
                </a:lnTo>
                <a:lnTo>
                  <a:pt x="139305" y="98151"/>
                </a:lnTo>
                <a:lnTo>
                  <a:pt x="133365" y="112226"/>
                </a:lnTo>
                <a:lnTo>
                  <a:pt x="124152" y="124151"/>
                </a:lnTo>
                <a:lnTo>
                  <a:pt x="112227" y="133364"/>
                </a:lnTo>
                <a:lnTo>
                  <a:pt x="98152" y="139304"/>
                </a:lnTo>
                <a:lnTo>
                  <a:pt x="82488" y="141408"/>
                </a:lnTo>
                <a:lnTo>
                  <a:pt x="66825" y="139304"/>
                </a:lnTo>
                <a:lnTo>
                  <a:pt x="52750" y="133364"/>
                </a:lnTo>
                <a:lnTo>
                  <a:pt x="40826" y="124151"/>
                </a:lnTo>
                <a:lnTo>
                  <a:pt x="31613" y="112226"/>
                </a:lnTo>
                <a:lnTo>
                  <a:pt x="25673" y="98151"/>
                </a:lnTo>
                <a:lnTo>
                  <a:pt x="23568" y="82487"/>
                </a:lnTo>
                <a:lnTo>
                  <a:pt x="25673" y="66824"/>
                </a:lnTo>
                <a:lnTo>
                  <a:pt x="31613" y="52749"/>
                </a:lnTo>
                <a:lnTo>
                  <a:pt x="40826" y="40824"/>
                </a:lnTo>
                <a:lnTo>
                  <a:pt x="52750" y="31610"/>
                </a:lnTo>
                <a:lnTo>
                  <a:pt x="66825" y="25670"/>
                </a:lnTo>
                <a:lnTo>
                  <a:pt x="82488" y="23565"/>
                </a:lnTo>
                <a:lnTo>
                  <a:pt x="98152" y="25670"/>
                </a:lnTo>
                <a:lnTo>
                  <a:pt x="112227" y="31610"/>
                </a:lnTo>
                <a:lnTo>
                  <a:pt x="124152" y="40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F82212BE-EAA2-47BE-A07B-56C3E9D2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895" y="3243048"/>
            <a:ext cx="7818675" cy="910491"/>
          </a:xfrm>
          <a:custGeom xmlns:a="http://schemas.openxmlformats.org/drawingml/2006/main">
            <a:pathLst>
              <a:path w="5755414" h="670223">
                <a:moveTo>
                  <a:pt x="0" y="0"/>
                </a:moveTo>
                <a:lnTo>
                  <a:pt x="5755414" y="0"/>
                </a:lnTo>
                <a:lnTo>
                  <a:pt x="5755414" y="670223"/>
                </a:lnTo>
                <a:lnTo>
                  <a:pt x="0" y="67022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368D8B4A-AB7C-4BAA-9CDB-54DB769C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840" y="41505"/>
            <a:ext cx="8331730" cy="549187"/>
          </a:xfrm>
          <a:custGeom xmlns:a="http://schemas.openxmlformats.org/drawingml/2006/main">
            <a:pathLst>
              <a:path w="6133079" h="404263">
                <a:moveTo>
                  <a:pt x="0" y="0"/>
                </a:moveTo>
                <a:lnTo>
                  <a:pt x="6133079" y="0"/>
                </a:lnTo>
                <a:lnTo>
                  <a:pt x="6133079" y="404263"/>
                </a:lnTo>
                <a:lnTo>
                  <a:pt x="0" y="40426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C2322339-AD38-470D-AC95-40E406D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925" y="41505"/>
            <a:ext cx="765970" cy="3952694"/>
          </a:xfrm>
          <a:custGeom xmlns:a="http://schemas.openxmlformats.org/drawingml/2006/main">
            <a:pathLst>
              <a:path w="563839" h="2909622">
                <a:moveTo>
                  <a:pt x="0" y="0"/>
                </a:moveTo>
                <a:lnTo>
                  <a:pt x="563839" y="0"/>
                </a:lnTo>
                <a:lnTo>
                  <a:pt x="563839" y="2909622"/>
                </a:lnTo>
                <a:lnTo>
                  <a:pt x="0" y="29096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0099B3BA-DA24-4B3E-8AC2-2CF203F5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8716" y="41505"/>
            <a:ext cx="448020" cy="3952694"/>
          </a:xfrm>
          <a:custGeom xmlns:a="http://schemas.openxmlformats.org/drawingml/2006/main">
            <a:pathLst>
              <a:path w="329792" h="2909622">
                <a:moveTo>
                  <a:pt x="0" y="0"/>
                </a:moveTo>
                <a:lnTo>
                  <a:pt x="329792" y="0"/>
                </a:lnTo>
                <a:lnTo>
                  <a:pt x="329792" y="2909622"/>
                </a:lnTo>
                <a:lnTo>
                  <a:pt x="0" y="29096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3F0D72CE-1C99-4339-9056-04C19C34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140" y="3442536"/>
            <a:ext cx="1859827" cy="412113"/>
          </a:xfrm>
          <a:custGeom xmlns:a="http://schemas.openxmlformats.org/drawingml/2006/main">
            <a:pathLst>
              <a:path w="1369039" h="303361">
                <a:moveTo>
                  <a:pt x="206120" y="0"/>
                </a:moveTo>
                <a:lnTo>
                  <a:pt x="187338" y="76462"/>
                </a:lnTo>
                <a:lnTo>
                  <a:pt x="181851" y="76462"/>
                </a:lnTo>
                <a:cubicBezTo>
                  <a:pt x="180633" y="64495"/>
                  <a:pt x="178472" y="54910"/>
                  <a:pt x="175369" y="47707"/>
                </a:cubicBezTo>
                <a:cubicBezTo>
                  <a:pt x="170714" y="37290"/>
                  <a:pt x="164509" y="29255"/>
                  <a:pt x="156751" y="23602"/>
                </a:cubicBezTo>
                <a:cubicBezTo>
                  <a:pt x="149105" y="17952"/>
                  <a:pt x="140794" y="15124"/>
                  <a:pt x="131818" y="15124"/>
                </a:cubicBezTo>
                <a:cubicBezTo>
                  <a:pt x="123174" y="15124"/>
                  <a:pt x="115583" y="18449"/>
                  <a:pt x="109044" y="25098"/>
                </a:cubicBezTo>
                <a:cubicBezTo>
                  <a:pt x="102617" y="31637"/>
                  <a:pt x="99404" y="39061"/>
                  <a:pt x="99404" y="47372"/>
                </a:cubicBezTo>
                <a:cubicBezTo>
                  <a:pt x="99404" y="55574"/>
                  <a:pt x="101620" y="63663"/>
                  <a:pt x="106052" y="71641"/>
                </a:cubicBezTo>
                <a:cubicBezTo>
                  <a:pt x="110596" y="79511"/>
                  <a:pt x="121234" y="91422"/>
                  <a:pt x="137969" y="107381"/>
                </a:cubicBezTo>
                <a:cubicBezTo>
                  <a:pt x="151377" y="120126"/>
                  <a:pt x="160353" y="131096"/>
                  <a:pt x="164897" y="140292"/>
                </a:cubicBezTo>
                <a:cubicBezTo>
                  <a:pt x="169550" y="149491"/>
                  <a:pt x="171878" y="159465"/>
                  <a:pt x="171878" y="170215"/>
                </a:cubicBezTo>
                <a:cubicBezTo>
                  <a:pt x="171878" y="182292"/>
                  <a:pt x="168664" y="193431"/>
                  <a:pt x="162237" y="203626"/>
                </a:cubicBezTo>
                <a:cubicBezTo>
                  <a:pt x="155810" y="213822"/>
                  <a:pt x="146445" y="221743"/>
                  <a:pt x="134144" y="227396"/>
                </a:cubicBezTo>
                <a:cubicBezTo>
                  <a:pt x="121954" y="232938"/>
                  <a:pt x="108103" y="235706"/>
                  <a:pt x="92589" y="235706"/>
                </a:cubicBezTo>
                <a:cubicBezTo>
                  <a:pt x="83057" y="235706"/>
                  <a:pt x="71035" y="234267"/>
                  <a:pt x="56517" y="231385"/>
                </a:cubicBezTo>
                <a:cubicBezTo>
                  <a:pt x="42111" y="228614"/>
                  <a:pt x="32526" y="227231"/>
                  <a:pt x="27760" y="227231"/>
                </a:cubicBezTo>
                <a:cubicBezTo>
                  <a:pt x="23993" y="227231"/>
                  <a:pt x="20612" y="227839"/>
                  <a:pt x="17620" y="229059"/>
                </a:cubicBezTo>
                <a:cubicBezTo>
                  <a:pt x="14627" y="230167"/>
                  <a:pt x="10915" y="232381"/>
                  <a:pt x="6483" y="235706"/>
                </a:cubicBezTo>
                <a:lnTo>
                  <a:pt x="0" y="235706"/>
                </a:lnTo>
                <a:lnTo>
                  <a:pt x="20114" y="149770"/>
                </a:lnTo>
                <a:lnTo>
                  <a:pt x="26430" y="149770"/>
                </a:lnTo>
                <a:cubicBezTo>
                  <a:pt x="27871" y="164840"/>
                  <a:pt x="30919" y="177693"/>
                  <a:pt x="35572" y="188331"/>
                </a:cubicBezTo>
                <a:cubicBezTo>
                  <a:pt x="40227" y="198859"/>
                  <a:pt x="46876" y="207115"/>
                  <a:pt x="55520" y="213100"/>
                </a:cubicBezTo>
                <a:cubicBezTo>
                  <a:pt x="64164" y="218975"/>
                  <a:pt x="74026" y="221910"/>
                  <a:pt x="85109" y="221910"/>
                </a:cubicBezTo>
                <a:cubicBezTo>
                  <a:pt x="96079" y="221910"/>
                  <a:pt x="105221" y="218308"/>
                  <a:pt x="112535" y="211105"/>
                </a:cubicBezTo>
                <a:cubicBezTo>
                  <a:pt x="119960" y="203791"/>
                  <a:pt x="123672" y="195259"/>
                  <a:pt x="123672" y="185506"/>
                </a:cubicBezTo>
                <a:cubicBezTo>
                  <a:pt x="123672" y="177196"/>
                  <a:pt x="121567" y="169218"/>
                  <a:pt x="117356" y="161569"/>
                </a:cubicBezTo>
                <a:cubicBezTo>
                  <a:pt x="113255" y="153923"/>
                  <a:pt x="103781" y="142788"/>
                  <a:pt x="88932" y="128158"/>
                </a:cubicBezTo>
                <a:cubicBezTo>
                  <a:pt x="74192" y="113530"/>
                  <a:pt x="63998" y="100456"/>
                  <a:pt x="58345" y="88929"/>
                </a:cubicBezTo>
                <a:cubicBezTo>
                  <a:pt x="54245" y="80397"/>
                  <a:pt x="52196" y="71309"/>
                  <a:pt x="52196" y="61670"/>
                </a:cubicBezTo>
                <a:cubicBezTo>
                  <a:pt x="52196" y="44936"/>
                  <a:pt x="58790" y="30473"/>
                  <a:pt x="71976" y="18284"/>
                </a:cubicBezTo>
                <a:cubicBezTo>
                  <a:pt x="85164" y="6093"/>
                  <a:pt x="102395" y="0"/>
                  <a:pt x="123672" y="0"/>
                </a:cubicBezTo>
                <a:cubicBezTo>
                  <a:pt x="133314" y="0"/>
                  <a:pt x="146002" y="2161"/>
                  <a:pt x="161738" y="6482"/>
                </a:cubicBezTo>
                <a:cubicBezTo>
                  <a:pt x="170936" y="9031"/>
                  <a:pt x="177419" y="10303"/>
                  <a:pt x="181187" y="10303"/>
                </a:cubicBezTo>
                <a:cubicBezTo>
                  <a:pt x="184401" y="10303"/>
                  <a:pt x="187282" y="9639"/>
                  <a:pt x="189831" y="8310"/>
                </a:cubicBezTo>
                <a:cubicBezTo>
                  <a:pt x="192379" y="6868"/>
                  <a:pt x="195371" y="4100"/>
                  <a:pt x="198807" y="0"/>
                </a:cubicBezTo>
                <a:lnTo>
                  <a:pt x="206120" y="0"/>
                </a:lnTo>
                <a:moveTo>
                  <a:pt x="287405" y="76462"/>
                </a:moveTo>
                <a:lnTo>
                  <a:pt x="255157" y="189495"/>
                </a:lnTo>
                <a:cubicBezTo>
                  <a:pt x="253606" y="194705"/>
                  <a:pt x="252831" y="198305"/>
                  <a:pt x="252831" y="200301"/>
                </a:cubicBezTo>
                <a:cubicBezTo>
                  <a:pt x="252831" y="201298"/>
                  <a:pt x="253218" y="202073"/>
                  <a:pt x="253993" y="202630"/>
                </a:cubicBezTo>
                <a:cubicBezTo>
                  <a:pt x="254880" y="203515"/>
                  <a:pt x="255934" y="203958"/>
                  <a:pt x="257152" y="203958"/>
                </a:cubicBezTo>
                <a:cubicBezTo>
                  <a:pt x="262250" y="203958"/>
                  <a:pt x="269065" y="199416"/>
                  <a:pt x="277598" y="190327"/>
                </a:cubicBezTo>
                <a:cubicBezTo>
                  <a:pt x="289788" y="177139"/>
                  <a:pt x="302587" y="158191"/>
                  <a:pt x="315997" y="133478"/>
                </a:cubicBezTo>
                <a:lnTo>
                  <a:pt x="331122" y="82612"/>
                </a:lnTo>
                <a:lnTo>
                  <a:pt x="373178" y="81118"/>
                </a:lnTo>
                <a:lnTo>
                  <a:pt x="341263" y="190827"/>
                </a:lnTo>
                <a:cubicBezTo>
                  <a:pt x="338602" y="200134"/>
                  <a:pt x="337273" y="205455"/>
                  <a:pt x="337273" y="206783"/>
                </a:cubicBezTo>
                <a:cubicBezTo>
                  <a:pt x="337273" y="207669"/>
                  <a:pt x="337661" y="208612"/>
                  <a:pt x="338436" y="209611"/>
                </a:cubicBezTo>
                <a:cubicBezTo>
                  <a:pt x="339323" y="210497"/>
                  <a:pt x="340209" y="210940"/>
                  <a:pt x="341096" y="210940"/>
                </a:cubicBezTo>
                <a:cubicBezTo>
                  <a:pt x="342648" y="210940"/>
                  <a:pt x="344144" y="210275"/>
                  <a:pt x="345584" y="208944"/>
                </a:cubicBezTo>
                <a:cubicBezTo>
                  <a:pt x="349574" y="205730"/>
                  <a:pt x="354838" y="199248"/>
                  <a:pt x="361375" y="189495"/>
                </a:cubicBezTo>
                <a:lnTo>
                  <a:pt x="367028" y="193485"/>
                </a:lnTo>
                <a:cubicBezTo>
                  <a:pt x="351624" y="221300"/>
                  <a:pt x="334669" y="235209"/>
                  <a:pt x="316163" y="235209"/>
                </a:cubicBezTo>
                <a:cubicBezTo>
                  <a:pt x="309292" y="235209"/>
                  <a:pt x="303862" y="233491"/>
                  <a:pt x="299872" y="230056"/>
                </a:cubicBezTo>
                <a:cubicBezTo>
                  <a:pt x="295993" y="226510"/>
                  <a:pt x="294054" y="221910"/>
                  <a:pt x="294054" y="216258"/>
                </a:cubicBezTo>
                <a:cubicBezTo>
                  <a:pt x="294054" y="210275"/>
                  <a:pt x="295440" y="202683"/>
                  <a:pt x="298211" y="193485"/>
                </a:cubicBezTo>
                <a:lnTo>
                  <a:pt x="306355" y="165394"/>
                </a:lnTo>
                <a:cubicBezTo>
                  <a:pt x="291949" y="186338"/>
                  <a:pt x="281476" y="200466"/>
                  <a:pt x="274938" y="207783"/>
                </a:cubicBezTo>
                <a:cubicBezTo>
                  <a:pt x="264965" y="218753"/>
                  <a:pt x="256543" y="226067"/>
                  <a:pt x="249672" y="229724"/>
                </a:cubicBezTo>
                <a:cubicBezTo>
                  <a:pt x="242912" y="233381"/>
                  <a:pt x="236429" y="235209"/>
                  <a:pt x="230224" y="235209"/>
                </a:cubicBezTo>
                <a:cubicBezTo>
                  <a:pt x="224351" y="235209"/>
                  <a:pt x="219253" y="233049"/>
                  <a:pt x="214930" y="228724"/>
                </a:cubicBezTo>
                <a:cubicBezTo>
                  <a:pt x="210720" y="224403"/>
                  <a:pt x="208615" y="218918"/>
                  <a:pt x="208615" y="212269"/>
                </a:cubicBezTo>
                <a:cubicBezTo>
                  <a:pt x="208615" y="206619"/>
                  <a:pt x="209999" y="199027"/>
                  <a:pt x="212770" y="189495"/>
                </a:cubicBezTo>
                <a:lnTo>
                  <a:pt x="231554" y="123005"/>
                </a:lnTo>
                <a:cubicBezTo>
                  <a:pt x="234656" y="112145"/>
                  <a:pt x="236207" y="104831"/>
                  <a:pt x="236207" y="101064"/>
                </a:cubicBezTo>
                <a:cubicBezTo>
                  <a:pt x="236207" y="99403"/>
                  <a:pt x="235764" y="97960"/>
                  <a:pt x="234878" y="96742"/>
                </a:cubicBezTo>
                <a:cubicBezTo>
                  <a:pt x="233991" y="95414"/>
                  <a:pt x="232495" y="94414"/>
                  <a:pt x="230390" y="93750"/>
                </a:cubicBezTo>
                <a:cubicBezTo>
                  <a:pt x="228395" y="92975"/>
                  <a:pt x="224628" y="92586"/>
                  <a:pt x="219087" y="92586"/>
                </a:cubicBezTo>
                <a:lnTo>
                  <a:pt x="220749" y="86271"/>
                </a:lnTo>
                <a:lnTo>
                  <a:pt x="277432" y="76462"/>
                </a:lnTo>
                <a:lnTo>
                  <a:pt x="287405" y="76462"/>
                </a:lnTo>
                <a:moveTo>
                  <a:pt x="407088" y="85772"/>
                </a:moveTo>
                <a:lnTo>
                  <a:pt x="462109" y="76462"/>
                </a:lnTo>
                <a:lnTo>
                  <a:pt x="472082" y="76462"/>
                </a:lnTo>
                <a:lnTo>
                  <a:pt x="464602" y="103556"/>
                </a:lnTo>
                <a:cubicBezTo>
                  <a:pt x="476239" y="92918"/>
                  <a:pt x="485768" y="85772"/>
                  <a:pt x="493193" y="82115"/>
                </a:cubicBezTo>
                <a:cubicBezTo>
                  <a:pt x="500617" y="78347"/>
                  <a:pt x="507988" y="76462"/>
                  <a:pt x="515302" y="76462"/>
                </a:cubicBezTo>
                <a:cubicBezTo>
                  <a:pt x="525718" y="76462"/>
                  <a:pt x="533752" y="80508"/>
                  <a:pt x="539403" y="88597"/>
                </a:cubicBezTo>
                <a:cubicBezTo>
                  <a:pt x="545056" y="96575"/>
                  <a:pt x="547881" y="106384"/>
                  <a:pt x="547881" y="118019"/>
                </a:cubicBezTo>
                <a:cubicBezTo>
                  <a:pt x="547881" y="149824"/>
                  <a:pt x="536855" y="178028"/>
                  <a:pt x="514803" y="202630"/>
                </a:cubicBezTo>
                <a:cubicBezTo>
                  <a:pt x="495298" y="224349"/>
                  <a:pt x="474021" y="235209"/>
                  <a:pt x="450971" y="235209"/>
                </a:cubicBezTo>
                <a:cubicBezTo>
                  <a:pt x="446872" y="235209"/>
                  <a:pt x="443381" y="234820"/>
                  <a:pt x="440499" y="234045"/>
                </a:cubicBezTo>
                <a:cubicBezTo>
                  <a:pt x="437619" y="233270"/>
                  <a:pt x="433573" y="231552"/>
                  <a:pt x="428364" y="228892"/>
                </a:cubicBezTo>
                <a:lnTo>
                  <a:pt x="419722" y="258811"/>
                </a:lnTo>
                <a:cubicBezTo>
                  <a:pt x="416619" y="269674"/>
                  <a:pt x="415067" y="277927"/>
                  <a:pt x="415067" y="283580"/>
                </a:cubicBezTo>
                <a:cubicBezTo>
                  <a:pt x="415067" y="287126"/>
                  <a:pt x="416286" y="289897"/>
                  <a:pt x="418724" y="291891"/>
                </a:cubicBezTo>
                <a:cubicBezTo>
                  <a:pt x="421161" y="293997"/>
                  <a:pt x="426870" y="295769"/>
                  <a:pt x="435846" y="297211"/>
                </a:cubicBezTo>
                <a:lnTo>
                  <a:pt x="434349" y="303361"/>
                </a:lnTo>
                <a:lnTo>
                  <a:pt x="344919" y="303361"/>
                </a:lnTo>
                <a:lnTo>
                  <a:pt x="346582" y="297211"/>
                </a:lnTo>
                <a:cubicBezTo>
                  <a:pt x="353674" y="296990"/>
                  <a:pt x="359602" y="294718"/>
                  <a:pt x="364368" y="290394"/>
                </a:cubicBezTo>
                <a:cubicBezTo>
                  <a:pt x="369023" y="286073"/>
                  <a:pt x="373399" y="276766"/>
                  <a:pt x="377500" y="262471"/>
                </a:cubicBezTo>
                <a:lnTo>
                  <a:pt x="418060" y="122673"/>
                </a:lnTo>
                <a:cubicBezTo>
                  <a:pt x="421051" y="112256"/>
                  <a:pt x="422547" y="104888"/>
                  <a:pt x="422547" y="100567"/>
                </a:cubicBezTo>
                <a:cubicBezTo>
                  <a:pt x="422547" y="98681"/>
                  <a:pt x="422104" y="97131"/>
                  <a:pt x="421217" y="95910"/>
                </a:cubicBezTo>
                <a:cubicBezTo>
                  <a:pt x="420331" y="94582"/>
                  <a:pt x="419001" y="93639"/>
                  <a:pt x="417228" y="93085"/>
                </a:cubicBezTo>
                <a:cubicBezTo>
                  <a:pt x="415455" y="92532"/>
                  <a:pt x="411466" y="92254"/>
                  <a:pt x="405259" y="92254"/>
                </a:cubicBezTo>
                <a:lnTo>
                  <a:pt x="407088" y="85772"/>
                </a:lnTo>
                <a:moveTo>
                  <a:pt x="433019" y="213433"/>
                </a:moveTo>
                <a:cubicBezTo>
                  <a:pt x="436344" y="218864"/>
                  <a:pt x="439336" y="222521"/>
                  <a:pt x="441995" y="224403"/>
                </a:cubicBezTo>
                <a:cubicBezTo>
                  <a:pt x="444656" y="226178"/>
                  <a:pt x="447757" y="227064"/>
                  <a:pt x="451304" y="227064"/>
                </a:cubicBezTo>
                <a:cubicBezTo>
                  <a:pt x="454850" y="227064"/>
                  <a:pt x="458285" y="226121"/>
                  <a:pt x="461610" y="224239"/>
                </a:cubicBezTo>
                <a:cubicBezTo>
                  <a:pt x="465045" y="222243"/>
                  <a:pt x="469257" y="218308"/>
                  <a:pt x="474244" y="212436"/>
                </a:cubicBezTo>
                <a:cubicBezTo>
                  <a:pt x="479230" y="206562"/>
                  <a:pt x="483995" y="199027"/>
                  <a:pt x="488539" y="189828"/>
                </a:cubicBezTo>
                <a:cubicBezTo>
                  <a:pt x="493193" y="180632"/>
                  <a:pt x="496905" y="170215"/>
                  <a:pt x="499676" y="158580"/>
                </a:cubicBezTo>
                <a:cubicBezTo>
                  <a:pt x="502446" y="146831"/>
                  <a:pt x="503831" y="135639"/>
                  <a:pt x="503831" y="125001"/>
                </a:cubicBezTo>
                <a:cubicBezTo>
                  <a:pt x="503831" y="116469"/>
                  <a:pt x="502280" y="110262"/>
                  <a:pt x="499178" y="106384"/>
                </a:cubicBezTo>
                <a:cubicBezTo>
                  <a:pt x="496185" y="102506"/>
                  <a:pt x="492528" y="100567"/>
                  <a:pt x="488206" y="100567"/>
                </a:cubicBezTo>
                <a:cubicBezTo>
                  <a:pt x="484327" y="100567"/>
                  <a:pt x="480671" y="101563"/>
                  <a:pt x="477235" y="103556"/>
                </a:cubicBezTo>
                <a:cubicBezTo>
                  <a:pt x="472248" y="106438"/>
                  <a:pt x="466375" y="111813"/>
                  <a:pt x="459615" y="119680"/>
                </a:cubicBezTo>
                <a:lnTo>
                  <a:pt x="433019" y="213433"/>
                </a:lnTo>
                <a:moveTo>
                  <a:pt x="609885" y="168219"/>
                </a:moveTo>
                <a:cubicBezTo>
                  <a:pt x="608887" y="175422"/>
                  <a:pt x="608388" y="181353"/>
                  <a:pt x="608388" y="186006"/>
                </a:cubicBezTo>
                <a:cubicBezTo>
                  <a:pt x="608388" y="194316"/>
                  <a:pt x="610770" y="200966"/>
                  <a:pt x="615536" y="205951"/>
                </a:cubicBezTo>
                <a:cubicBezTo>
                  <a:pt x="620411" y="210940"/>
                  <a:pt x="626894" y="213433"/>
                  <a:pt x="634984" y="213433"/>
                </a:cubicBezTo>
                <a:cubicBezTo>
                  <a:pt x="642741" y="213433"/>
                  <a:pt x="650499" y="211550"/>
                  <a:pt x="658256" y="207783"/>
                </a:cubicBezTo>
                <a:cubicBezTo>
                  <a:pt x="666123" y="204012"/>
                  <a:pt x="675211" y="197420"/>
                  <a:pt x="685516" y="187999"/>
                </a:cubicBezTo>
                <a:lnTo>
                  <a:pt x="690503" y="192488"/>
                </a:lnTo>
                <a:cubicBezTo>
                  <a:pt x="677759" y="207893"/>
                  <a:pt x="665348" y="218864"/>
                  <a:pt x="653269" y="225403"/>
                </a:cubicBezTo>
                <a:cubicBezTo>
                  <a:pt x="641189" y="231938"/>
                  <a:pt x="627837" y="235209"/>
                  <a:pt x="613208" y="235209"/>
                </a:cubicBezTo>
                <a:cubicBezTo>
                  <a:pt x="594702" y="235209"/>
                  <a:pt x="581903" y="230777"/>
                  <a:pt x="574811" y="221910"/>
                </a:cubicBezTo>
                <a:cubicBezTo>
                  <a:pt x="567718" y="213044"/>
                  <a:pt x="564172" y="202794"/>
                  <a:pt x="564172" y="191159"/>
                </a:cubicBezTo>
                <a:cubicBezTo>
                  <a:pt x="564172" y="172986"/>
                  <a:pt x="569436" y="154809"/>
                  <a:pt x="579964" y="136636"/>
                </a:cubicBezTo>
                <a:cubicBezTo>
                  <a:pt x="590602" y="118462"/>
                  <a:pt x="605008" y="103891"/>
                  <a:pt x="623182" y="92918"/>
                </a:cubicBezTo>
                <a:cubicBezTo>
                  <a:pt x="641466" y="81947"/>
                  <a:pt x="659807" y="76462"/>
                  <a:pt x="678202" y="76462"/>
                </a:cubicBezTo>
                <a:cubicBezTo>
                  <a:pt x="687512" y="76462"/>
                  <a:pt x="694549" y="78679"/>
                  <a:pt x="699313" y="83111"/>
                </a:cubicBezTo>
                <a:cubicBezTo>
                  <a:pt x="704079" y="87543"/>
                  <a:pt x="706461" y="93139"/>
                  <a:pt x="706461" y="99899"/>
                </a:cubicBezTo>
                <a:cubicBezTo>
                  <a:pt x="706461" y="107991"/>
                  <a:pt x="704134" y="115858"/>
                  <a:pt x="699479" y="123504"/>
                </a:cubicBezTo>
                <a:cubicBezTo>
                  <a:pt x="693053" y="133921"/>
                  <a:pt x="684962" y="142342"/>
                  <a:pt x="675211" y="148770"/>
                </a:cubicBezTo>
                <a:cubicBezTo>
                  <a:pt x="665459" y="155087"/>
                  <a:pt x="654544" y="159908"/>
                  <a:pt x="642464" y="163233"/>
                </a:cubicBezTo>
                <a:cubicBezTo>
                  <a:pt x="634374" y="165448"/>
                  <a:pt x="623514" y="167111"/>
                  <a:pt x="609885" y="168219"/>
                </a:cubicBezTo>
                <a:moveTo>
                  <a:pt x="611379" y="159576"/>
                </a:moveTo>
                <a:cubicBezTo>
                  <a:pt x="621132" y="158134"/>
                  <a:pt x="628667" y="156195"/>
                  <a:pt x="633986" y="153759"/>
                </a:cubicBezTo>
                <a:cubicBezTo>
                  <a:pt x="639416" y="151209"/>
                  <a:pt x="644680" y="147220"/>
                  <a:pt x="649778" y="141789"/>
                </a:cubicBezTo>
                <a:cubicBezTo>
                  <a:pt x="654986" y="136249"/>
                  <a:pt x="659475" y="129322"/>
                  <a:pt x="663243" y="121012"/>
                </a:cubicBezTo>
                <a:cubicBezTo>
                  <a:pt x="667010" y="112588"/>
                  <a:pt x="668894" y="104720"/>
                  <a:pt x="668894" y="97407"/>
                </a:cubicBezTo>
                <a:cubicBezTo>
                  <a:pt x="668894" y="94303"/>
                  <a:pt x="668008" y="91867"/>
                  <a:pt x="666235" y="90093"/>
                </a:cubicBezTo>
                <a:cubicBezTo>
                  <a:pt x="664573" y="88321"/>
                  <a:pt x="662411" y="87433"/>
                  <a:pt x="659752" y="87433"/>
                </a:cubicBezTo>
                <a:cubicBezTo>
                  <a:pt x="654433" y="87433"/>
                  <a:pt x="648448" y="91146"/>
                  <a:pt x="641800" y="98571"/>
                </a:cubicBezTo>
                <a:cubicBezTo>
                  <a:pt x="629610" y="112091"/>
                  <a:pt x="619470" y="132425"/>
                  <a:pt x="611379" y="159576"/>
                </a:cubicBezTo>
                <a:moveTo>
                  <a:pt x="788577" y="76462"/>
                </a:moveTo>
                <a:lnTo>
                  <a:pt x="763477" y="169882"/>
                </a:lnTo>
                <a:cubicBezTo>
                  <a:pt x="784088" y="124336"/>
                  <a:pt x="799603" y="96299"/>
                  <a:pt x="810020" y="85772"/>
                </a:cubicBezTo>
                <a:cubicBezTo>
                  <a:pt x="816116" y="79565"/>
                  <a:pt x="822542" y="76462"/>
                  <a:pt x="829302" y="76462"/>
                </a:cubicBezTo>
                <a:cubicBezTo>
                  <a:pt x="833957" y="76462"/>
                  <a:pt x="837725" y="78180"/>
                  <a:pt x="840606" y="81615"/>
                </a:cubicBezTo>
                <a:cubicBezTo>
                  <a:pt x="843487" y="84940"/>
                  <a:pt x="844928" y="89704"/>
                  <a:pt x="844928" y="95910"/>
                </a:cubicBezTo>
                <a:cubicBezTo>
                  <a:pt x="844928" y="106660"/>
                  <a:pt x="842324" y="115691"/>
                  <a:pt x="837116" y="123005"/>
                </a:cubicBezTo>
                <a:cubicBezTo>
                  <a:pt x="833791" y="127661"/>
                  <a:pt x="830079" y="129986"/>
                  <a:pt x="825978" y="129986"/>
                </a:cubicBezTo>
                <a:cubicBezTo>
                  <a:pt x="821546" y="129986"/>
                  <a:pt x="818221" y="127936"/>
                  <a:pt x="816005" y="123837"/>
                </a:cubicBezTo>
                <a:cubicBezTo>
                  <a:pt x="813788" y="119737"/>
                  <a:pt x="812236" y="117355"/>
                  <a:pt x="811350" y="116690"/>
                </a:cubicBezTo>
                <a:cubicBezTo>
                  <a:pt x="810463" y="115912"/>
                  <a:pt x="809522" y="115526"/>
                  <a:pt x="808524" y="115526"/>
                </a:cubicBezTo>
                <a:cubicBezTo>
                  <a:pt x="807416" y="115526"/>
                  <a:pt x="806252" y="115858"/>
                  <a:pt x="805033" y="116523"/>
                </a:cubicBezTo>
                <a:cubicBezTo>
                  <a:pt x="802595" y="117852"/>
                  <a:pt x="799382" y="121122"/>
                  <a:pt x="795392" y="126329"/>
                </a:cubicBezTo>
                <a:cubicBezTo>
                  <a:pt x="791514" y="131429"/>
                  <a:pt x="786693" y="140017"/>
                  <a:pt x="780931" y="152095"/>
                </a:cubicBezTo>
                <a:cubicBezTo>
                  <a:pt x="775168" y="164176"/>
                  <a:pt x="770680" y="174425"/>
                  <a:pt x="767466" y="182846"/>
                </a:cubicBezTo>
                <a:cubicBezTo>
                  <a:pt x="764252" y="191159"/>
                  <a:pt x="759765" y="207062"/>
                  <a:pt x="754001" y="230553"/>
                </a:cubicBezTo>
                <a:lnTo>
                  <a:pt x="713775" y="230553"/>
                </a:lnTo>
                <a:lnTo>
                  <a:pt x="741202" y="120347"/>
                </a:lnTo>
                <a:cubicBezTo>
                  <a:pt x="743197" y="112145"/>
                  <a:pt x="744195" y="106716"/>
                  <a:pt x="744195" y="104056"/>
                </a:cubicBezTo>
                <a:cubicBezTo>
                  <a:pt x="744195" y="101064"/>
                  <a:pt x="743640" y="98738"/>
                  <a:pt x="742533" y="97074"/>
                </a:cubicBezTo>
                <a:cubicBezTo>
                  <a:pt x="741535" y="95414"/>
                  <a:pt x="740094" y="94193"/>
                  <a:pt x="738210" y="93418"/>
                </a:cubicBezTo>
                <a:cubicBezTo>
                  <a:pt x="736437" y="92642"/>
                  <a:pt x="732669" y="92254"/>
                  <a:pt x="726907" y="92254"/>
                </a:cubicBezTo>
                <a:lnTo>
                  <a:pt x="728403" y="87433"/>
                </a:lnTo>
                <a:lnTo>
                  <a:pt x="778603" y="76462"/>
                </a:lnTo>
                <a:lnTo>
                  <a:pt x="788577" y="76462"/>
                </a:lnTo>
                <a:moveTo>
                  <a:pt x="887481" y="235209"/>
                </a:moveTo>
                <a:lnTo>
                  <a:pt x="881498" y="235209"/>
                </a:lnTo>
                <a:cubicBezTo>
                  <a:pt x="881830" y="226121"/>
                  <a:pt x="881996" y="219250"/>
                  <a:pt x="881996" y="214597"/>
                </a:cubicBezTo>
                <a:cubicBezTo>
                  <a:pt x="881996" y="201962"/>
                  <a:pt x="880999" y="183735"/>
                  <a:pt x="879004" y="159908"/>
                </a:cubicBezTo>
                <a:cubicBezTo>
                  <a:pt x="877120" y="135971"/>
                  <a:pt x="874959" y="120015"/>
                  <a:pt x="872522" y="112034"/>
                </a:cubicBezTo>
                <a:cubicBezTo>
                  <a:pt x="870638" y="106163"/>
                  <a:pt x="868144" y="101895"/>
                  <a:pt x="865040" y="99235"/>
                </a:cubicBezTo>
                <a:cubicBezTo>
                  <a:pt x="862935" y="97463"/>
                  <a:pt x="860221" y="96575"/>
                  <a:pt x="856896" y="96575"/>
                </a:cubicBezTo>
                <a:cubicBezTo>
                  <a:pt x="855012" y="96575"/>
                  <a:pt x="852740" y="96796"/>
                  <a:pt x="850081" y="97242"/>
                </a:cubicBezTo>
                <a:lnTo>
                  <a:pt x="850081" y="91257"/>
                </a:lnTo>
                <a:lnTo>
                  <a:pt x="905433" y="76462"/>
                </a:lnTo>
                <a:cubicBezTo>
                  <a:pt x="916516" y="106716"/>
                  <a:pt x="921891" y="145446"/>
                  <a:pt x="921557" y="192656"/>
                </a:cubicBezTo>
                <a:cubicBezTo>
                  <a:pt x="937848" y="177139"/>
                  <a:pt x="949040" y="164562"/>
                  <a:pt x="955136" y="154920"/>
                </a:cubicBezTo>
                <a:cubicBezTo>
                  <a:pt x="961341" y="145281"/>
                  <a:pt x="964444" y="137246"/>
                  <a:pt x="964444" y="130818"/>
                </a:cubicBezTo>
                <a:cubicBezTo>
                  <a:pt x="964444" y="125722"/>
                  <a:pt x="962505" y="120569"/>
                  <a:pt x="958627" y="115359"/>
                </a:cubicBezTo>
                <a:cubicBezTo>
                  <a:pt x="954858" y="110041"/>
                  <a:pt x="952476" y="106273"/>
                  <a:pt x="951479" y="104056"/>
                </a:cubicBezTo>
                <a:cubicBezTo>
                  <a:pt x="950592" y="101839"/>
                  <a:pt x="950149" y="99403"/>
                  <a:pt x="950149" y="96742"/>
                </a:cubicBezTo>
                <a:cubicBezTo>
                  <a:pt x="950149" y="90979"/>
                  <a:pt x="952033" y="86158"/>
                  <a:pt x="955801" y="82279"/>
                </a:cubicBezTo>
                <a:cubicBezTo>
                  <a:pt x="959568" y="78401"/>
                  <a:pt x="964334" y="76462"/>
                  <a:pt x="970096" y="76462"/>
                </a:cubicBezTo>
                <a:cubicBezTo>
                  <a:pt x="976192" y="76462"/>
                  <a:pt x="980900" y="78401"/>
                  <a:pt x="984225" y="82279"/>
                </a:cubicBezTo>
                <a:cubicBezTo>
                  <a:pt x="988880" y="87711"/>
                  <a:pt x="991207" y="94139"/>
                  <a:pt x="991207" y="101563"/>
                </a:cubicBezTo>
                <a:cubicBezTo>
                  <a:pt x="991207" y="109209"/>
                  <a:pt x="989821" y="116744"/>
                  <a:pt x="987051" y="124169"/>
                </a:cubicBezTo>
                <a:cubicBezTo>
                  <a:pt x="984391" y="131482"/>
                  <a:pt x="979738" y="140182"/>
                  <a:pt x="973088" y="150267"/>
                </a:cubicBezTo>
                <a:cubicBezTo>
                  <a:pt x="966550" y="160241"/>
                  <a:pt x="959236" y="169329"/>
                  <a:pt x="951146" y="177528"/>
                </a:cubicBezTo>
                <a:cubicBezTo>
                  <a:pt x="936297" y="192599"/>
                  <a:pt x="915075" y="211826"/>
                  <a:pt x="887481" y="235209"/>
                </a:cubicBezTo>
                <a:moveTo>
                  <a:pt x="1068336" y="0"/>
                </a:moveTo>
                <a:cubicBezTo>
                  <a:pt x="1075207" y="0"/>
                  <a:pt x="1080969" y="2382"/>
                  <a:pt x="1085624" y="7146"/>
                </a:cubicBezTo>
                <a:cubicBezTo>
                  <a:pt x="1090388" y="11910"/>
                  <a:pt x="1092771" y="17674"/>
                  <a:pt x="1092771" y="24434"/>
                </a:cubicBezTo>
                <a:cubicBezTo>
                  <a:pt x="1092771" y="31194"/>
                  <a:pt x="1090388" y="36955"/>
                  <a:pt x="1085624" y="41722"/>
                </a:cubicBezTo>
                <a:cubicBezTo>
                  <a:pt x="1080858" y="46486"/>
                  <a:pt x="1075096" y="48868"/>
                  <a:pt x="1068336" y="48868"/>
                </a:cubicBezTo>
                <a:cubicBezTo>
                  <a:pt x="1061686" y="48868"/>
                  <a:pt x="1055980" y="46486"/>
                  <a:pt x="1051214" y="41722"/>
                </a:cubicBezTo>
                <a:cubicBezTo>
                  <a:pt x="1046449" y="36955"/>
                  <a:pt x="1044066" y="31194"/>
                  <a:pt x="1044066" y="24434"/>
                </a:cubicBezTo>
                <a:cubicBezTo>
                  <a:pt x="1044066" y="17674"/>
                  <a:pt x="1046393" y="11910"/>
                  <a:pt x="1051048" y="7146"/>
                </a:cubicBezTo>
                <a:cubicBezTo>
                  <a:pt x="1055814" y="2382"/>
                  <a:pt x="1061576" y="0"/>
                  <a:pt x="1068336" y="0"/>
                </a:cubicBezTo>
                <a:moveTo>
                  <a:pt x="1078642" y="76462"/>
                </a:moveTo>
                <a:lnTo>
                  <a:pt x="1044565" y="194649"/>
                </a:lnTo>
                <a:cubicBezTo>
                  <a:pt x="1042681" y="201409"/>
                  <a:pt x="1041740" y="205841"/>
                  <a:pt x="1041740" y="207947"/>
                </a:cubicBezTo>
                <a:cubicBezTo>
                  <a:pt x="1041740" y="209165"/>
                  <a:pt x="1042238" y="210329"/>
                  <a:pt x="1043236" y="211440"/>
                </a:cubicBezTo>
                <a:cubicBezTo>
                  <a:pt x="1044233" y="212436"/>
                  <a:pt x="1045286" y="212933"/>
                  <a:pt x="1046393" y="212933"/>
                </a:cubicBezTo>
                <a:cubicBezTo>
                  <a:pt x="1048278" y="212933"/>
                  <a:pt x="1050161" y="212104"/>
                  <a:pt x="1052046" y="210440"/>
                </a:cubicBezTo>
                <a:cubicBezTo>
                  <a:pt x="1057032" y="206340"/>
                  <a:pt x="1063017" y="198916"/>
                  <a:pt x="1069998" y="188167"/>
                </a:cubicBezTo>
                <a:lnTo>
                  <a:pt x="1075649" y="191491"/>
                </a:lnTo>
                <a:cubicBezTo>
                  <a:pt x="1058917" y="220636"/>
                  <a:pt x="1041129" y="235209"/>
                  <a:pt x="1022291" y="235209"/>
                </a:cubicBezTo>
                <a:cubicBezTo>
                  <a:pt x="1015088" y="235209"/>
                  <a:pt x="1009325" y="233213"/>
                  <a:pt x="1005004" y="229224"/>
                </a:cubicBezTo>
                <a:cubicBezTo>
                  <a:pt x="1000793" y="225124"/>
                  <a:pt x="998686" y="219971"/>
                  <a:pt x="998686" y="213765"/>
                </a:cubicBezTo>
                <a:cubicBezTo>
                  <a:pt x="998686" y="209665"/>
                  <a:pt x="999629" y="204458"/>
                  <a:pt x="1001513" y="198141"/>
                </a:cubicBezTo>
                <a:lnTo>
                  <a:pt x="1024618" y="118683"/>
                </a:lnTo>
                <a:cubicBezTo>
                  <a:pt x="1026834" y="111038"/>
                  <a:pt x="1027943" y="105274"/>
                  <a:pt x="1027943" y="101396"/>
                </a:cubicBezTo>
                <a:cubicBezTo>
                  <a:pt x="1027943" y="98960"/>
                  <a:pt x="1026889" y="96796"/>
                  <a:pt x="1024784" y="94914"/>
                </a:cubicBezTo>
                <a:cubicBezTo>
                  <a:pt x="1022679" y="93029"/>
                  <a:pt x="1019797" y="92089"/>
                  <a:pt x="1016140" y="92089"/>
                </a:cubicBezTo>
                <a:cubicBezTo>
                  <a:pt x="1014478" y="92089"/>
                  <a:pt x="1012483" y="92143"/>
                  <a:pt x="1010157" y="92254"/>
                </a:cubicBezTo>
                <a:lnTo>
                  <a:pt x="1012317" y="85604"/>
                </a:lnTo>
                <a:lnTo>
                  <a:pt x="1068668" y="76462"/>
                </a:lnTo>
                <a:lnTo>
                  <a:pt x="1078642" y="76462"/>
                </a:lnTo>
                <a:moveTo>
                  <a:pt x="1213284" y="76462"/>
                </a:moveTo>
                <a:lnTo>
                  <a:pt x="1205971" y="127826"/>
                </a:lnTo>
                <a:lnTo>
                  <a:pt x="1199821" y="127826"/>
                </a:lnTo>
                <a:cubicBezTo>
                  <a:pt x="1198934" y="114530"/>
                  <a:pt x="1194834" y="104056"/>
                  <a:pt x="1187520" y="96410"/>
                </a:cubicBezTo>
                <a:cubicBezTo>
                  <a:pt x="1180316" y="88764"/>
                  <a:pt x="1172559" y="84940"/>
                  <a:pt x="1164248" y="84940"/>
                </a:cubicBezTo>
                <a:cubicBezTo>
                  <a:pt x="1159150" y="84940"/>
                  <a:pt x="1154939" y="86436"/>
                  <a:pt x="1151615" y="89429"/>
                </a:cubicBezTo>
                <a:cubicBezTo>
                  <a:pt x="1148290" y="92421"/>
                  <a:pt x="1146628" y="96021"/>
                  <a:pt x="1146628" y="100232"/>
                </a:cubicBezTo>
                <a:cubicBezTo>
                  <a:pt x="1146628" y="103778"/>
                  <a:pt x="1147349" y="107102"/>
                  <a:pt x="1148790" y="110206"/>
                </a:cubicBezTo>
                <a:cubicBezTo>
                  <a:pt x="1150229" y="113309"/>
                  <a:pt x="1153443" y="117519"/>
                  <a:pt x="1158430" y="122840"/>
                </a:cubicBezTo>
                <a:cubicBezTo>
                  <a:pt x="1175939" y="141678"/>
                  <a:pt x="1186578" y="154645"/>
                  <a:pt x="1190345" y="161737"/>
                </a:cubicBezTo>
                <a:cubicBezTo>
                  <a:pt x="1194113" y="168829"/>
                  <a:pt x="1195997" y="176421"/>
                  <a:pt x="1195997" y="184510"/>
                </a:cubicBezTo>
                <a:cubicBezTo>
                  <a:pt x="1195997" y="193263"/>
                  <a:pt x="1193781" y="201576"/>
                  <a:pt x="1189349" y="209444"/>
                </a:cubicBezTo>
                <a:cubicBezTo>
                  <a:pt x="1184915" y="217200"/>
                  <a:pt x="1178266" y="223461"/>
                  <a:pt x="1169401" y="228228"/>
                </a:cubicBezTo>
                <a:cubicBezTo>
                  <a:pt x="1160646" y="232881"/>
                  <a:pt x="1151504" y="235209"/>
                  <a:pt x="1141974" y="235209"/>
                </a:cubicBezTo>
                <a:cubicBezTo>
                  <a:pt x="1135546" y="235209"/>
                  <a:pt x="1127622" y="233934"/>
                  <a:pt x="1118203" y="231385"/>
                </a:cubicBezTo>
                <a:cubicBezTo>
                  <a:pt x="1111998" y="229613"/>
                  <a:pt x="1107343" y="228724"/>
                  <a:pt x="1104240" y="228724"/>
                </a:cubicBezTo>
                <a:cubicBezTo>
                  <a:pt x="1101470" y="228724"/>
                  <a:pt x="1099310" y="229170"/>
                  <a:pt x="1097758" y="230056"/>
                </a:cubicBezTo>
                <a:cubicBezTo>
                  <a:pt x="1096207" y="230831"/>
                  <a:pt x="1094489" y="232549"/>
                  <a:pt x="1092605" y="235209"/>
                </a:cubicBezTo>
                <a:lnTo>
                  <a:pt x="1086454" y="235209"/>
                </a:lnTo>
                <a:lnTo>
                  <a:pt x="1094600" y="179856"/>
                </a:lnTo>
                <a:lnTo>
                  <a:pt x="1099919" y="179856"/>
                </a:lnTo>
                <a:cubicBezTo>
                  <a:pt x="1103797" y="193263"/>
                  <a:pt x="1107399" y="202851"/>
                  <a:pt x="1110723" y="208612"/>
                </a:cubicBezTo>
                <a:cubicBezTo>
                  <a:pt x="1114159" y="214265"/>
                  <a:pt x="1118701" y="218807"/>
                  <a:pt x="1124354" y="222243"/>
                </a:cubicBezTo>
                <a:cubicBezTo>
                  <a:pt x="1130006" y="225567"/>
                  <a:pt x="1135436" y="227231"/>
                  <a:pt x="1140644" y="227231"/>
                </a:cubicBezTo>
                <a:cubicBezTo>
                  <a:pt x="1146738" y="227231"/>
                  <a:pt x="1151781" y="225346"/>
                  <a:pt x="1155770" y="221578"/>
                </a:cubicBezTo>
                <a:cubicBezTo>
                  <a:pt x="1159760" y="217700"/>
                  <a:pt x="1161755" y="213100"/>
                  <a:pt x="1161755" y="207783"/>
                </a:cubicBezTo>
                <a:cubicBezTo>
                  <a:pt x="1161755" y="202573"/>
                  <a:pt x="1160425" y="197530"/>
                  <a:pt x="1157766" y="192656"/>
                </a:cubicBezTo>
                <a:cubicBezTo>
                  <a:pt x="1155216" y="187778"/>
                  <a:pt x="1149233" y="180189"/>
                  <a:pt x="1139812" y="169882"/>
                </a:cubicBezTo>
                <a:cubicBezTo>
                  <a:pt x="1126847" y="155809"/>
                  <a:pt x="1118314" y="144949"/>
                  <a:pt x="1114214" y="137300"/>
                </a:cubicBezTo>
                <a:cubicBezTo>
                  <a:pt x="1111332" y="131761"/>
                  <a:pt x="1109891" y="125444"/>
                  <a:pt x="1109891" y="118351"/>
                </a:cubicBezTo>
                <a:cubicBezTo>
                  <a:pt x="1109891" y="106384"/>
                  <a:pt x="1114214" y="96410"/>
                  <a:pt x="1122858" y="88432"/>
                </a:cubicBezTo>
                <a:cubicBezTo>
                  <a:pt x="1131613" y="80451"/>
                  <a:pt x="1143858" y="76462"/>
                  <a:pt x="1159594" y="76462"/>
                </a:cubicBezTo>
                <a:cubicBezTo>
                  <a:pt x="1166465" y="76462"/>
                  <a:pt x="1174886" y="77683"/>
                  <a:pt x="1184860" y="80119"/>
                </a:cubicBezTo>
                <a:cubicBezTo>
                  <a:pt x="1189847" y="81340"/>
                  <a:pt x="1193836" y="81947"/>
                  <a:pt x="1196829" y="81947"/>
                </a:cubicBezTo>
                <a:cubicBezTo>
                  <a:pt x="1201150" y="81947"/>
                  <a:pt x="1204641" y="80119"/>
                  <a:pt x="1207301" y="76462"/>
                </a:cubicBezTo>
                <a:lnTo>
                  <a:pt x="1213284" y="76462"/>
                </a:lnTo>
                <a:moveTo>
                  <a:pt x="1272462" y="168219"/>
                </a:moveTo>
                <a:cubicBezTo>
                  <a:pt x="1271464" y="175422"/>
                  <a:pt x="1270965" y="181353"/>
                  <a:pt x="1270965" y="186006"/>
                </a:cubicBezTo>
                <a:cubicBezTo>
                  <a:pt x="1270965" y="194316"/>
                  <a:pt x="1273347" y="200966"/>
                  <a:pt x="1278113" y="205951"/>
                </a:cubicBezTo>
                <a:cubicBezTo>
                  <a:pt x="1282989" y="210940"/>
                  <a:pt x="1289471" y="213433"/>
                  <a:pt x="1297561" y="213433"/>
                </a:cubicBezTo>
                <a:cubicBezTo>
                  <a:pt x="1305318" y="213433"/>
                  <a:pt x="1313076" y="211550"/>
                  <a:pt x="1320833" y="207783"/>
                </a:cubicBezTo>
                <a:cubicBezTo>
                  <a:pt x="1328701" y="204012"/>
                  <a:pt x="1337788" y="197420"/>
                  <a:pt x="1348095" y="187999"/>
                </a:cubicBezTo>
                <a:lnTo>
                  <a:pt x="1353082" y="192488"/>
                </a:lnTo>
                <a:cubicBezTo>
                  <a:pt x="1340336" y="207893"/>
                  <a:pt x="1327925" y="218864"/>
                  <a:pt x="1315846" y="225403"/>
                </a:cubicBezTo>
                <a:cubicBezTo>
                  <a:pt x="1303768" y="231938"/>
                  <a:pt x="1290414" y="235209"/>
                  <a:pt x="1275786" y="235209"/>
                </a:cubicBezTo>
                <a:cubicBezTo>
                  <a:pt x="1257279" y="235209"/>
                  <a:pt x="1244480" y="230777"/>
                  <a:pt x="1237388" y="221910"/>
                </a:cubicBezTo>
                <a:cubicBezTo>
                  <a:pt x="1230295" y="213044"/>
                  <a:pt x="1226749" y="202794"/>
                  <a:pt x="1226749" y="191159"/>
                </a:cubicBezTo>
                <a:cubicBezTo>
                  <a:pt x="1226749" y="172986"/>
                  <a:pt x="1232013" y="154809"/>
                  <a:pt x="1242541" y="136636"/>
                </a:cubicBezTo>
                <a:cubicBezTo>
                  <a:pt x="1253179" y="118462"/>
                  <a:pt x="1267585" y="103891"/>
                  <a:pt x="1285759" y="92918"/>
                </a:cubicBezTo>
                <a:cubicBezTo>
                  <a:pt x="1304045" y="81947"/>
                  <a:pt x="1322384" y="76462"/>
                  <a:pt x="1340781" y="76462"/>
                </a:cubicBezTo>
                <a:cubicBezTo>
                  <a:pt x="1350089" y="76462"/>
                  <a:pt x="1357126" y="78679"/>
                  <a:pt x="1361892" y="83111"/>
                </a:cubicBezTo>
                <a:cubicBezTo>
                  <a:pt x="1366656" y="87543"/>
                  <a:pt x="1369039" y="93139"/>
                  <a:pt x="1369039" y="99899"/>
                </a:cubicBezTo>
                <a:cubicBezTo>
                  <a:pt x="1369039" y="107991"/>
                  <a:pt x="1366711" y="115858"/>
                  <a:pt x="1362058" y="123504"/>
                </a:cubicBezTo>
                <a:cubicBezTo>
                  <a:pt x="1355630" y="133921"/>
                  <a:pt x="1347539" y="142342"/>
                  <a:pt x="1337788" y="148770"/>
                </a:cubicBezTo>
                <a:cubicBezTo>
                  <a:pt x="1328036" y="155087"/>
                  <a:pt x="1317120" y="159908"/>
                  <a:pt x="1305041" y="163233"/>
                </a:cubicBezTo>
                <a:cubicBezTo>
                  <a:pt x="1296952" y="165448"/>
                  <a:pt x="1286091" y="167111"/>
                  <a:pt x="1272462" y="168219"/>
                </a:cubicBezTo>
                <a:moveTo>
                  <a:pt x="1273958" y="159576"/>
                </a:moveTo>
                <a:cubicBezTo>
                  <a:pt x="1283709" y="158134"/>
                  <a:pt x="1291244" y="156195"/>
                  <a:pt x="1296565" y="153759"/>
                </a:cubicBezTo>
                <a:cubicBezTo>
                  <a:pt x="1301995" y="151209"/>
                  <a:pt x="1307259" y="147220"/>
                  <a:pt x="1312355" y="141789"/>
                </a:cubicBezTo>
                <a:cubicBezTo>
                  <a:pt x="1317563" y="136249"/>
                  <a:pt x="1322052" y="129322"/>
                  <a:pt x="1325820" y="121012"/>
                </a:cubicBezTo>
                <a:cubicBezTo>
                  <a:pt x="1329587" y="112588"/>
                  <a:pt x="1331471" y="104720"/>
                  <a:pt x="1331471" y="97407"/>
                </a:cubicBezTo>
                <a:cubicBezTo>
                  <a:pt x="1331471" y="94303"/>
                  <a:pt x="1330585" y="91867"/>
                  <a:pt x="1328812" y="90093"/>
                </a:cubicBezTo>
                <a:cubicBezTo>
                  <a:pt x="1327150" y="88321"/>
                  <a:pt x="1324989" y="87433"/>
                  <a:pt x="1322329" y="87433"/>
                </a:cubicBezTo>
                <a:cubicBezTo>
                  <a:pt x="1317010" y="87433"/>
                  <a:pt x="1311026" y="91146"/>
                  <a:pt x="1304377" y="98571"/>
                </a:cubicBezTo>
                <a:cubicBezTo>
                  <a:pt x="1292187" y="112091"/>
                  <a:pt x="1282047" y="132425"/>
                  <a:pt x="1273958" y="15957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30">
            <a:extLst xmlns:a="http://schemas.openxmlformats.org/drawingml/2006/main">
              <a:ext uri="{FF2B5EF4-FFF2-40B4-BE49-F238E27FC236}">
                <a16:creationId xmlns:a16="http://schemas.microsoft.com/office/drawing/2014/main" id="{94D3D892-6BD7-462C-B092-8EE0FD5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617" y="3434629"/>
            <a:ext cx="357918" cy="321111"/>
          </a:xfrm>
          <a:custGeom xmlns:a="http://schemas.openxmlformats.org/drawingml/2006/main">
            <a:pathLst>
              <a:path w="263468" h="236373">
                <a:moveTo>
                  <a:pt x="49369" y="0"/>
                </a:moveTo>
                <a:cubicBezTo>
                  <a:pt x="54023" y="0"/>
                  <a:pt x="57958" y="1661"/>
                  <a:pt x="61172" y="4986"/>
                </a:cubicBezTo>
                <a:cubicBezTo>
                  <a:pt x="64496" y="8200"/>
                  <a:pt x="66157" y="12135"/>
                  <a:pt x="66157" y="16788"/>
                </a:cubicBezTo>
                <a:cubicBezTo>
                  <a:pt x="66157" y="21441"/>
                  <a:pt x="64496" y="25433"/>
                  <a:pt x="61172" y="28758"/>
                </a:cubicBezTo>
                <a:cubicBezTo>
                  <a:pt x="57958" y="32080"/>
                  <a:pt x="54023" y="33744"/>
                  <a:pt x="49369" y="33744"/>
                </a:cubicBezTo>
                <a:cubicBezTo>
                  <a:pt x="44714" y="33744"/>
                  <a:pt x="40725" y="32080"/>
                  <a:pt x="37401" y="28758"/>
                </a:cubicBezTo>
                <a:cubicBezTo>
                  <a:pt x="34076" y="25433"/>
                  <a:pt x="32414" y="21441"/>
                  <a:pt x="32414" y="16788"/>
                </a:cubicBezTo>
                <a:cubicBezTo>
                  <a:pt x="32414" y="12135"/>
                  <a:pt x="34020" y="8200"/>
                  <a:pt x="37234" y="4986"/>
                </a:cubicBezTo>
                <a:cubicBezTo>
                  <a:pt x="40559" y="1661"/>
                  <a:pt x="44604" y="0"/>
                  <a:pt x="49369" y="0"/>
                </a:cubicBezTo>
                <a:moveTo>
                  <a:pt x="63166" y="79622"/>
                </a:moveTo>
                <a:lnTo>
                  <a:pt x="63166" y="201965"/>
                </a:lnTo>
                <a:cubicBezTo>
                  <a:pt x="63166" y="211493"/>
                  <a:pt x="63830" y="217867"/>
                  <a:pt x="65161" y="221081"/>
                </a:cubicBezTo>
                <a:cubicBezTo>
                  <a:pt x="66602" y="224185"/>
                  <a:pt x="68651" y="226510"/>
                  <a:pt x="71310" y="228063"/>
                </a:cubicBezTo>
                <a:cubicBezTo>
                  <a:pt x="74081" y="229613"/>
                  <a:pt x="79068" y="230388"/>
                  <a:pt x="86271" y="230388"/>
                </a:cubicBezTo>
                <a:lnTo>
                  <a:pt x="86271" y="236373"/>
                </a:lnTo>
                <a:lnTo>
                  <a:pt x="12301" y="236373"/>
                </a:lnTo>
                <a:lnTo>
                  <a:pt x="12301" y="230388"/>
                </a:lnTo>
                <a:cubicBezTo>
                  <a:pt x="19725" y="230388"/>
                  <a:pt x="24712" y="229670"/>
                  <a:pt x="27260" y="228228"/>
                </a:cubicBezTo>
                <a:cubicBezTo>
                  <a:pt x="29810" y="226788"/>
                  <a:pt x="31805" y="224406"/>
                  <a:pt x="33245" y="221081"/>
                </a:cubicBezTo>
                <a:cubicBezTo>
                  <a:pt x="34797" y="217757"/>
                  <a:pt x="35572" y="211383"/>
                  <a:pt x="35572" y="201965"/>
                </a:cubicBezTo>
                <a:lnTo>
                  <a:pt x="35572" y="143288"/>
                </a:lnTo>
                <a:cubicBezTo>
                  <a:pt x="35572" y="126775"/>
                  <a:pt x="35074" y="116080"/>
                  <a:pt x="34076" y="111205"/>
                </a:cubicBezTo>
                <a:cubicBezTo>
                  <a:pt x="33301" y="107659"/>
                  <a:pt x="32081" y="105220"/>
                  <a:pt x="30419" y="103891"/>
                </a:cubicBezTo>
                <a:cubicBezTo>
                  <a:pt x="28757" y="102449"/>
                  <a:pt x="26485" y="101731"/>
                  <a:pt x="23604" y="101731"/>
                </a:cubicBezTo>
                <a:cubicBezTo>
                  <a:pt x="20500" y="101731"/>
                  <a:pt x="16733" y="102560"/>
                  <a:pt x="12301" y="104224"/>
                </a:cubicBezTo>
                <a:lnTo>
                  <a:pt x="9973" y="98239"/>
                </a:lnTo>
                <a:lnTo>
                  <a:pt x="55851" y="79622"/>
                </a:lnTo>
                <a:lnTo>
                  <a:pt x="63166" y="79622"/>
                </a:lnTo>
                <a:moveTo>
                  <a:pt x="149770" y="111869"/>
                </a:moveTo>
                <a:cubicBezTo>
                  <a:pt x="167611" y="90371"/>
                  <a:pt x="184622" y="79622"/>
                  <a:pt x="200801" y="79622"/>
                </a:cubicBezTo>
                <a:cubicBezTo>
                  <a:pt x="209113" y="79622"/>
                  <a:pt x="216260" y="81729"/>
                  <a:pt x="222244" y="85939"/>
                </a:cubicBezTo>
                <a:cubicBezTo>
                  <a:pt x="228228" y="90039"/>
                  <a:pt x="232993" y="96853"/>
                  <a:pt x="236539" y="106384"/>
                </a:cubicBezTo>
                <a:cubicBezTo>
                  <a:pt x="238978" y="113033"/>
                  <a:pt x="240196" y="123229"/>
                  <a:pt x="240196" y="136971"/>
                </a:cubicBezTo>
                <a:lnTo>
                  <a:pt x="240196" y="201965"/>
                </a:lnTo>
                <a:cubicBezTo>
                  <a:pt x="240196" y="211604"/>
                  <a:pt x="240973" y="218143"/>
                  <a:pt x="242524" y="221578"/>
                </a:cubicBezTo>
                <a:cubicBezTo>
                  <a:pt x="243742" y="224349"/>
                  <a:pt x="245681" y="226510"/>
                  <a:pt x="248342" y="228063"/>
                </a:cubicBezTo>
                <a:cubicBezTo>
                  <a:pt x="251113" y="229613"/>
                  <a:pt x="256154" y="230388"/>
                  <a:pt x="263468" y="230388"/>
                </a:cubicBezTo>
                <a:lnTo>
                  <a:pt x="263468" y="236373"/>
                </a:lnTo>
                <a:lnTo>
                  <a:pt x="188168" y="236373"/>
                </a:lnTo>
                <a:lnTo>
                  <a:pt x="188168" y="230388"/>
                </a:lnTo>
                <a:lnTo>
                  <a:pt x="191325" y="230388"/>
                </a:lnTo>
                <a:cubicBezTo>
                  <a:pt x="198418" y="230388"/>
                  <a:pt x="203349" y="229335"/>
                  <a:pt x="206120" y="227231"/>
                </a:cubicBezTo>
                <a:cubicBezTo>
                  <a:pt x="209002" y="225014"/>
                  <a:pt x="210997" y="221800"/>
                  <a:pt x="212104" y="217589"/>
                </a:cubicBezTo>
                <a:cubicBezTo>
                  <a:pt x="212548" y="215928"/>
                  <a:pt x="212770" y="210718"/>
                  <a:pt x="212770" y="201965"/>
                </a:cubicBezTo>
                <a:lnTo>
                  <a:pt x="212770" y="139631"/>
                </a:lnTo>
                <a:cubicBezTo>
                  <a:pt x="212770" y="125779"/>
                  <a:pt x="210941" y="115748"/>
                  <a:pt x="207284" y="109541"/>
                </a:cubicBezTo>
                <a:cubicBezTo>
                  <a:pt x="203738" y="103227"/>
                  <a:pt x="197698" y="100067"/>
                  <a:pt x="189165" y="100067"/>
                </a:cubicBezTo>
                <a:cubicBezTo>
                  <a:pt x="175978" y="100067"/>
                  <a:pt x="162846" y="107270"/>
                  <a:pt x="149770" y="121676"/>
                </a:cubicBezTo>
                <a:lnTo>
                  <a:pt x="149770" y="201965"/>
                </a:lnTo>
                <a:cubicBezTo>
                  <a:pt x="149770" y="212271"/>
                  <a:pt x="150379" y="218643"/>
                  <a:pt x="151598" y="221081"/>
                </a:cubicBezTo>
                <a:cubicBezTo>
                  <a:pt x="153150" y="224295"/>
                  <a:pt x="155255" y="226677"/>
                  <a:pt x="157914" y="228228"/>
                </a:cubicBezTo>
                <a:cubicBezTo>
                  <a:pt x="160685" y="229670"/>
                  <a:pt x="166226" y="230388"/>
                  <a:pt x="174537" y="230388"/>
                </a:cubicBezTo>
                <a:lnTo>
                  <a:pt x="174537" y="236373"/>
                </a:lnTo>
                <a:lnTo>
                  <a:pt x="99236" y="236373"/>
                </a:lnTo>
                <a:lnTo>
                  <a:pt x="99236" y="230388"/>
                </a:lnTo>
                <a:lnTo>
                  <a:pt x="102561" y="230388"/>
                </a:lnTo>
                <a:cubicBezTo>
                  <a:pt x="110318" y="230388"/>
                  <a:pt x="115526" y="228449"/>
                  <a:pt x="118187" y="224571"/>
                </a:cubicBezTo>
                <a:cubicBezTo>
                  <a:pt x="120956" y="220582"/>
                  <a:pt x="122342" y="213047"/>
                  <a:pt x="122342" y="201965"/>
                </a:cubicBezTo>
                <a:lnTo>
                  <a:pt x="122342" y="145448"/>
                </a:lnTo>
                <a:cubicBezTo>
                  <a:pt x="122342" y="127161"/>
                  <a:pt x="121899" y="116026"/>
                  <a:pt x="121013" y="112037"/>
                </a:cubicBezTo>
                <a:cubicBezTo>
                  <a:pt x="120237" y="108048"/>
                  <a:pt x="118962" y="105331"/>
                  <a:pt x="117189" y="103891"/>
                </a:cubicBezTo>
                <a:cubicBezTo>
                  <a:pt x="115526" y="102449"/>
                  <a:pt x="113255" y="101731"/>
                  <a:pt x="110375" y="101731"/>
                </a:cubicBezTo>
                <a:cubicBezTo>
                  <a:pt x="107271" y="101731"/>
                  <a:pt x="103559" y="102560"/>
                  <a:pt x="99236" y="104224"/>
                </a:cubicBezTo>
                <a:lnTo>
                  <a:pt x="96744" y="98239"/>
                </a:lnTo>
                <a:lnTo>
                  <a:pt x="142622" y="79622"/>
                </a:lnTo>
                <a:lnTo>
                  <a:pt x="149770" y="79622"/>
                </a:lnTo>
                <a:lnTo>
                  <a:pt x="149770" y="1118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2">
            <a:extLst xmlns:a="http://schemas.openxmlformats.org/drawingml/2006/main">
              <a:ext uri="{FF2B5EF4-FFF2-40B4-BE49-F238E27FC236}">
                <a16:creationId xmlns:a16="http://schemas.microsoft.com/office/drawing/2014/main" id="{B9E481D3-300A-4DA6-B48E-2D35535F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74" y="3434629"/>
            <a:ext cx="2682928" cy="420922"/>
          </a:xfrm>
          <a:custGeom xmlns:a="http://schemas.openxmlformats.org/drawingml/2006/main">
            <a:pathLst>
              <a:path w="1974933" h="309846">
                <a:moveTo>
                  <a:pt x="195150" y="174039"/>
                </a:moveTo>
                <a:lnTo>
                  <a:pt x="200635" y="175203"/>
                </a:lnTo>
                <a:lnTo>
                  <a:pt x="181353" y="236373"/>
                </a:lnTo>
                <a:lnTo>
                  <a:pt x="6815" y="236373"/>
                </a:lnTo>
                <a:lnTo>
                  <a:pt x="6815" y="230224"/>
                </a:lnTo>
                <a:lnTo>
                  <a:pt x="15293" y="230224"/>
                </a:lnTo>
                <a:cubicBezTo>
                  <a:pt x="24823" y="230224"/>
                  <a:pt x="31638" y="227120"/>
                  <a:pt x="35740" y="220914"/>
                </a:cubicBezTo>
                <a:cubicBezTo>
                  <a:pt x="38066" y="217368"/>
                  <a:pt x="39230" y="209168"/>
                  <a:pt x="39230" y="196312"/>
                </a:cubicBezTo>
                <a:lnTo>
                  <a:pt x="39230" y="50864"/>
                </a:lnTo>
                <a:cubicBezTo>
                  <a:pt x="39230" y="36790"/>
                  <a:pt x="37679" y="27980"/>
                  <a:pt x="34576" y="24434"/>
                </a:cubicBezTo>
                <a:cubicBezTo>
                  <a:pt x="30254" y="19559"/>
                  <a:pt x="23826" y="17120"/>
                  <a:pt x="15293" y="17120"/>
                </a:cubicBezTo>
                <a:lnTo>
                  <a:pt x="6815" y="17120"/>
                </a:lnTo>
                <a:lnTo>
                  <a:pt x="6815" y="10971"/>
                </a:lnTo>
                <a:lnTo>
                  <a:pt x="108878" y="10971"/>
                </a:lnTo>
                <a:lnTo>
                  <a:pt x="108878" y="17120"/>
                </a:lnTo>
                <a:cubicBezTo>
                  <a:pt x="96910" y="17010"/>
                  <a:pt x="88489" y="18120"/>
                  <a:pt x="83612" y="20445"/>
                </a:cubicBezTo>
                <a:cubicBezTo>
                  <a:pt x="78847" y="22773"/>
                  <a:pt x="75578" y="25709"/>
                  <a:pt x="73805" y="29255"/>
                </a:cubicBezTo>
                <a:cubicBezTo>
                  <a:pt x="72031" y="32801"/>
                  <a:pt x="71146" y="41279"/>
                  <a:pt x="71146" y="54688"/>
                </a:cubicBezTo>
                <a:lnTo>
                  <a:pt x="71146" y="196312"/>
                </a:lnTo>
                <a:cubicBezTo>
                  <a:pt x="71146" y="205511"/>
                  <a:pt x="72031" y="211828"/>
                  <a:pt x="73805" y="215264"/>
                </a:cubicBezTo>
                <a:cubicBezTo>
                  <a:pt x="75135" y="217589"/>
                  <a:pt x="77185" y="219307"/>
                  <a:pt x="79956" y="220417"/>
                </a:cubicBezTo>
                <a:cubicBezTo>
                  <a:pt x="82725" y="221524"/>
                  <a:pt x="91369" y="222078"/>
                  <a:pt x="105886" y="222078"/>
                </a:cubicBezTo>
                <a:lnTo>
                  <a:pt x="122343" y="222078"/>
                </a:lnTo>
                <a:cubicBezTo>
                  <a:pt x="139631" y="222078"/>
                  <a:pt x="151766" y="220803"/>
                  <a:pt x="158746" y="218254"/>
                </a:cubicBezTo>
                <a:cubicBezTo>
                  <a:pt x="165727" y="215707"/>
                  <a:pt x="172100" y="211218"/>
                  <a:pt x="177862" y="204790"/>
                </a:cubicBezTo>
                <a:cubicBezTo>
                  <a:pt x="183625" y="198252"/>
                  <a:pt x="189388" y="188002"/>
                  <a:pt x="195150" y="174039"/>
                </a:cubicBezTo>
                <a:moveTo>
                  <a:pt x="305026" y="214432"/>
                </a:moveTo>
                <a:cubicBezTo>
                  <a:pt x="289401" y="226510"/>
                  <a:pt x="279593" y="233491"/>
                  <a:pt x="275604" y="235377"/>
                </a:cubicBezTo>
                <a:cubicBezTo>
                  <a:pt x="269619" y="238148"/>
                  <a:pt x="263247" y="239533"/>
                  <a:pt x="256487" y="239533"/>
                </a:cubicBezTo>
                <a:cubicBezTo>
                  <a:pt x="245960" y="239533"/>
                  <a:pt x="237260" y="235930"/>
                  <a:pt x="230390" y="228727"/>
                </a:cubicBezTo>
                <a:cubicBezTo>
                  <a:pt x="223630" y="221524"/>
                  <a:pt x="220250" y="212050"/>
                  <a:pt x="220250" y="200301"/>
                </a:cubicBezTo>
                <a:cubicBezTo>
                  <a:pt x="220250" y="192877"/>
                  <a:pt x="221912" y="186449"/>
                  <a:pt x="225237" y="181021"/>
                </a:cubicBezTo>
                <a:cubicBezTo>
                  <a:pt x="229781" y="173485"/>
                  <a:pt x="237648" y="166393"/>
                  <a:pt x="248841" y="159744"/>
                </a:cubicBezTo>
                <a:cubicBezTo>
                  <a:pt x="260144" y="153094"/>
                  <a:pt x="278873" y="145006"/>
                  <a:pt x="305026" y="135474"/>
                </a:cubicBezTo>
                <a:lnTo>
                  <a:pt x="305026" y="129489"/>
                </a:lnTo>
                <a:cubicBezTo>
                  <a:pt x="305026" y="114308"/>
                  <a:pt x="302587" y="103891"/>
                  <a:pt x="297711" y="98239"/>
                </a:cubicBezTo>
                <a:cubicBezTo>
                  <a:pt x="292947" y="92589"/>
                  <a:pt x="285965" y="89764"/>
                  <a:pt x="276766" y="89764"/>
                </a:cubicBezTo>
                <a:cubicBezTo>
                  <a:pt x="269786" y="89764"/>
                  <a:pt x="264244" y="91646"/>
                  <a:pt x="260144" y="95414"/>
                </a:cubicBezTo>
                <a:cubicBezTo>
                  <a:pt x="255934" y="99181"/>
                  <a:pt x="253827" y="103502"/>
                  <a:pt x="253827" y="108380"/>
                </a:cubicBezTo>
                <a:lnTo>
                  <a:pt x="254161" y="118022"/>
                </a:lnTo>
                <a:cubicBezTo>
                  <a:pt x="254161" y="123118"/>
                  <a:pt x="252831" y="127053"/>
                  <a:pt x="250170" y="129822"/>
                </a:cubicBezTo>
                <a:cubicBezTo>
                  <a:pt x="247622" y="132593"/>
                  <a:pt x="244242" y="133978"/>
                  <a:pt x="240032" y="133978"/>
                </a:cubicBezTo>
                <a:cubicBezTo>
                  <a:pt x="235930" y="133978"/>
                  <a:pt x="232550" y="132539"/>
                  <a:pt x="229891" y="129657"/>
                </a:cubicBezTo>
                <a:cubicBezTo>
                  <a:pt x="227342" y="126775"/>
                  <a:pt x="226068" y="122840"/>
                  <a:pt x="226068" y="117854"/>
                </a:cubicBezTo>
                <a:cubicBezTo>
                  <a:pt x="226068" y="108323"/>
                  <a:pt x="230943" y="99570"/>
                  <a:pt x="240696" y="91592"/>
                </a:cubicBezTo>
                <a:cubicBezTo>
                  <a:pt x="250448" y="83611"/>
                  <a:pt x="264133" y="79622"/>
                  <a:pt x="281753" y="79622"/>
                </a:cubicBezTo>
                <a:cubicBezTo>
                  <a:pt x="295273" y="79622"/>
                  <a:pt x="306355" y="81893"/>
                  <a:pt x="314999" y="86439"/>
                </a:cubicBezTo>
                <a:cubicBezTo>
                  <a:pt x="321537" y="89874"/>
                  <a:pt x="326358" y="95249"/>
                  <a:pt x="329460" y="102563"/>
                </a:cubicBezTo>
                <a:cubicBezTo>
                  <a:pt x="331456" y="107327"/>
                  <a:pt x="332453" y="117079"/>
                  <a:pt x="332453" y="131818"/>
                </a:cubicBezTo>
                <a:lnTo>
                  <a:pt x="332453" y="183513"/>
                </a:lnTo>
                <a:cubicBezTo>
                  <a:pt x="332453" y="198030"/>
                  <a:pt x="332729" y="206951"/>
                  <a:pt x="333284" y="210275"/>
                </a:cubicBezTo>
                <a:cubicBezTo>
                  <a:pt x="333838" y="213489"/>
                  <a:pt x="334724" y="215650"/>
                  <a:pt x="335943" y="216760"/>
                </a:cubicBezTo>
                <a:cubicBezTo>
                  <a:pt x="337273" y="217867"/>
                  <a:pt x="338770" y="218421"/>
                  <a:pt x="340432" y="218421"/>
                </a:cubicBezTo>
                <a:cubicBezTo>
                  <a:pt x="342205" y="218421"/>
                  <a:pt x="343757" y="218032"/>
                  <a:pt x="345085" y="217257"/>
                </a:cubicBezTo>
                <a:cubicBezTo>
                  <a:pt x="347414" y="215818"/>
                  <a:pt x="351901" y="211772"/>
                  <a:pt x="358550" y="205122"/>
                </a:cubicBezTo>
                <a:lnTo>
                  <a:pt x="358550" y="214432"/>
                </a:lnTo>
                <a:cubicBezTo>
                  <a:pt x="346139" y="231055"/>
                  <a:pt x="334281" y="239366"/>
                  <a:pt x="322978" y="239366"/>
                </a:cubicBezTo>
                <a:cubicBezTo>
                  <a:pt x="317548" y="239366"/>
                  <a:pt x="313226" y="237481"/>
                  <a:pt x="310012" y="233713"/>
                </a:cubicBezTo>
                <a:cubicBezTo>
                  <a:pt x="306799" y="229945"/>
                  <a:pt x="305137" y="223517"/>
                  <a:pt x="305026" y="214432"/>
                </a:cubicBezTo>
                <a:moveTo>
                  <a:pt x="305026" y="203626"/>
                </a:moveTo>
                <a:lnTo>
                  <a:pt x="305026" y="145613"/>
                </a:lnTo>
                <a:cubicBezTo>
                  <a:pt x="288292" y="152262"/>
                  <a:pt x="277487" y="156973"/>
                  <a:pt x="272611" y="159744"/>
                </a:cubicBezTo>
                <a:cubicBezTo>
                  <a:pt x="263857" y="164619"/>
                  <a:pt x="257596" y="169718"/>
                  <a:pt x="253827" y="175036"/>
                </a:cubicBezTo>
                <a:cubicBezTo>
                  <a:pt x="250059" y="180356"/>
                  <a:pt x="248176" y="186174"/>
                  <a:pt x="248176" y="192491"/>
                </a:cubicBezTo>
                <a:cubicBezTo>
                  <a:pt x="248176" y="200469"/>
                  <a:pt x="250559" y="207118"/>
                  <a:pt x="255323" y="212436"/>
                </a:cubicBezTo>
                <a:cubicBezTo>
                  <a:pt x="260089" y="217646"/>
                  <a:pt x="265574" y="220250"/>
                  <a:pt x="271781" y="220250"/>
                </a:cubicBezTo>
                <a:cubicBezTo>
                  <a:pt x="280202" y="220250"/>
                  <a:pt x="291284" y="214707"/>
                  <a:pt x="305026" y="203626"/>
                </a:cubicBezTo>
                <a:moveTo>
                  <a:pt x="414569" y="79622"/>
                </a:moveTo>
                <a:lnTo>
                  <a:pt x="414569" y="113865"/>
                </a:lnTo>
                <a:cubicBezTo>
                  <a:pt x="427312" y="91036"/>
                  <a:pt x="440388" y="79622"/>
                  <a:pt x="453798" y="79622"/>
                </a:cubicBezTo>
                <a:cubicBezTo>
                  <a:pt x="459893" y="79622"/>
                  <a:pt x="464934" y="81507"/>
                  <a:pt x="468925" y="85275"/>
                </a:cubicBezTo>
                <a:cubicBezTo>
                  <a:pt x="472914" y="88932"/>
                  <a:pt x="474908" y="93196"/>
                  <a:pt x="474908" y="98074"/>
                </a:cubicBezTo>
                <a:cubicBezTo>
                  <a:pt x="474908" y="102395"/>
                  <a:pt x="473468" y="106052"/>
                  <a:pt x="470587" y="109044"/>
                </a:cubicBezTo>
                <a:cubicBezTo>
                  <a:pt x="467705" y="112037"/>
                  <a:pt x="464270" y="113533"/>
                  <a:pt x="460281" y="113533"/>
                </a:cubicBezTo>
                <a:cubicBezTo>
                  <a:pt x="456403" y="113533"/>
                  <a:pt x="452025" y="111648"/>
                  <a:pt x="447148" y="107880"/>
                </a:cubicBezTo>
                <a:cubicBezTo>
                  <a:pt x="442384" y="104002"/>
                  <a:pt x="438838" y="102063"/>
                  <a:pt x="436510" y="102063"/>
                </a:cubicBezTo>
                <a:cubicBezTo>
                  <a:pt x="434515" y="102063"/>
                  <a:pt x="432355" y="103170"/>
                  <a:pt x="430028" y="105388"/>
                </a:cubicBezTo>
                <a:cubicBezTo>
                  <a:pt x="425041" y="109930"/>
                  <a:pt x="419888" y="117412"/>
                  <a:pt x="414569" y="127828"/>
                </a:cubicBezTo>
                <a:lnTo>
                  <a:pt x="414569" y="200801"/>
                </a:lnTo>
                <a:cubicBezTo>
                  <a:pt x="414569" y="209222"/>
                  <a:pt x="415621" y="215596"/>
                  <a:pt x="417727" y="219917"/>
                </a:cubicBezTo>
                <a:cubicBezTo>
                  <a:pt x="419167" y="222910"/>
                  <a:pt x="421716" y="225403"/>
                  <a:pt x="425373" y="227399"/>
                </a:cubicBezTo>
                <a:cubicBezTo>
                  <a:pt x="429030" y="229392"/>
                  <a:pt x="434294" y="230388"/>
                  <a:pt x="441165" y="230388"/>
                </a:cubicBezTo>
                <a:lnTo>
                  <a:pt x="441165" y="236373"/>
                </a:lnTo>
                <a:lnTo>
                  <a:pt x="363205" y="236373"/>
                </a:lnTo>
                <a:lnTo>
                  <a:pt x="363205" y="230388"/>
                </a:lnTo>
                <a:cubicBezTo>
                  <a:pt x="370962" y="230388"/>
                  <a:pt x="376724" y="229170"/>
                  <a:pt x="380491" y="226731"/>
                </a:cubicBezTo>
                <a:cubicBezTo>
                  <a:pt x="383263" y="224960"/>
                  <a:pt x="385202" y="222135"/>
                  <a:pt x="386310" y="218254"/>
                </a:cubicBezTo>
                <a:cubicBezTo>
                  <a:pt x="386864" y="216371"/>
                  <a:pt x="387141" y="210997"/>
                  <a:pt x="387141" y="202130"/>
                </a:cubicBezTo>
                <a:lnTo>
                  <a:pt x="387141" y="143120"/>
                </a:lnTo>
                <a:cubicBezTo>
                  <a:pt x="387141" y="125390"/>
                  <a:pt x="386753" y="114862"/>
                  <a:pt x="385978" y="111537"/>
                </a:cubicBezTo>
                <a:cubicBezTo>
                  <a:pt x="385312" y="108102"/>
                  <a:pt x="383982" y="105609"/>
                  <a:pt x="381988" y="104059"/>
                </a:cubicBezTo>
                <a:cubicBezTo>
                  <a:pt x="380104" y="102506"/>
                  <a:pt x="377722" y="101731"/>
                  <a:pt x="374840" y="101731"/>
                </a:cubicBezTo>
                <a:cubicBezTo>
                  <a:pt x="371405" y="101731"/>
                  <a:pt x="367526" y="102563"/>
                  <a:pt x="363205" y="104224"/>
                </a:cubicBezTo>
                <a:lnTo>
                  <a:pt x="361543" y="98239"/>
                </a:lnTo>
                <a:lnTo>
                  <a:pt x="407587" y="79622"/>
                </a:lnTo>
                <a:lnTo>
                  <a:pt x="414569" y="79622"/>
                </a:lnTo>
                <a:moveTo>
                  <a:pt x="524111" y="180853"/>
                </a:moveTo>
                <a:cubicBezTo>
                  <a:pt x="514803" y="176310"/>
                  <a:pt x="507656" y="169993"/>
                  <a:pt x="502669" y="161904"/>
                </a:cubicBezTo>
                <a:cubicBezTo>
                  <a:pt x="497682" y="153705"/>
                  <a:pt x="495189" y="144673"/>
                  <a:pt x="495189" y="134810"/>
                </a:cubicBezTo>
                <a:cubicBezTo>
                  <a:pt x="495189" y="119740"/>
                  <a:pt x="500840" y="106773"/>
                  <a:pt x="512143" y="95913"/>
                </a:cubicBezTo>
                <a:cubicBezTo>
                  <a:pt x="523558" y="85053"/>
                  <a:pt x="538130" y="79622"/>
                  <a:pt x="555861" y="79622"/>
                </a:cubicBezTo>
                <a:cubicBezTo>
                  <a:pt x="570377" y="79622"/>
                  <a:pt x="582955" y="83168"/>
                  <a:pt x="593593" y="90260"/>
                </a:cubicBezTo>
                <a:lnTo>
                  <a:pt x="625842" y="90260"/>
                </a:lnTo>
                <a:cubicBezTo>
                  <a:pt x="630606" y="90260"/>
                  <a:pt x="633377" y="90428"/>
                  <a:pt x="634152" y="90760"/>
                </a:cubicBezTo>
                <a:cubicBezTo>
                  <a:pt x="634929" y="90982"/>
                  <a:pt x="635483" y="91424"/>
                  <a:pt x="635815" y="92089"/>
                </a:cubicBezTo>
                <a:cubicBezTo>
                  <a:pt x="636481" y="93085"/>
                  <a:pt x="636813" y="94860"/>
                  <a:pt x="636813" y="97409"/>
                </a:cubicBezTo>
                <a:cubicBezTo>
                  <a:pt x="636813" y="100288"/>
                  <a:pt x="636536" y="102284"/>
                  <a:pt x="635982" y="103392"/>
                </a:cubicBezTo>
                <a:cubicBezTo>
                  <a:pt x="635649" y="103948"/>
                  <a:pt x="635040" y="104391"/>
                  <a:pt x="634152" y="104723"/>
                </a:cubicBezTo>
                <a:cubicBezTo>
                  <a:pt x="633377" y="105055"/>
                  <a:pt x="630606" y="105220"/>
                  <a:pt x="625842" y="105220"/>
                </a:cubicBezTo>
                <a:lnTo>
                  <a:pt x="606060" y="105220"/>
                </a:lnTo>
                <a:cubicBezTo>
                  <a:pt x="612267" y="113201"/>
                  <a:pt x="615370" y="123397"/>
                  <a:pt x="615370" y="135807"/>
                </a:cubicBezTo>
                <a:cubicBezTo>
                  <a:pt x="615370" y="149991"/>
                  <a:pt x="609940" y="162126"/>
                  <a:pt x="599080" y="172211"/>
                </a:cubicBezTo>
                <a:cubicBezTo>
                  <a:pt x="588219" y="182295"/>
                  <a:pt x="573647" y="187338"/>
                  <a:pt x="555362" y="187338"/>
                </a:cubicBezTo>
                <a:cubicBezTo>
                  <a:pt x="547826" y="187338"/>
                  <a:pt x="540124" y="186228"/>
                  <a:pt x="532257" y="184013"/>
                </a:cubicBezTo>
                <a:cubicBezTo>
                  <a:pt x="527381" y="188224"/>
                  <a:pt x="524056" y="191937"/>
                  <a:pt x="522283" y="195148"/>
                </a:cubicBezTo>
                <a:cubicBezTo>
                  <a:pt x="520621" y="198252"/>
                  <a:pt x="519790" y="200912"/>
                  <a:pt x="519790" y="203129"/>
                </a:cubicBezTo>
                <a:cubicBezTo>
                  <a:pt x="519790" y="205012"/>
                  <a:pt x="520676" y="206840"/>
                  <a:pt x="522449" y="208615"/>
                </a:cubicBezTo>
                <a:cubicBezTo>
                  <a:pt x="524333" y="210386"/>
                  <a:pt x="527934" y="211661"/>
                  <a:pt x="533254" y="212436"/>
                </a:cubicBezTo>
                <a:cubicBezTo>
                  <a:pt x="536357" y="212879"/>
                  <a:pt x="544114" y="213268"/>
                  <a:pt x="556525" y="213600"/>
                </a:cubicBezTo>
                <a:cubicBezTo>
                  <a:pt x="579353" y="214154"/>
                  <a:pt x="594148" y="214932"/>
                  <a:pt x="600909" y="215928"/>
                </a:cubicBezTo>
                <a:cubicBezTo>
                  <a:pt x="611213" y="217368"/>
                  <a:pt x="619414" y="221192"/>
                  <a:pt x="625510" y="227399"/>
                </a:cubicBezTo>
                <a:cubicBezTo>
                  <a:pt x="631715" y="233602"/>
                  <a:pt x="634818" y="241251"/>
                  <a:pt x="634818" y="250336"/>
                </a:cubicBezTo>
                <a:cubicBezTo>
                  <a:pt x="634818" y="262860"/>
                  <a:pt x="628944" y="274606"/>
                  <a:pt x="617198" y="285576"/>
                </a:cubicBezTo>
                <a:cubicBezTo>
                  <a:pt x="599911" y="301757"/>
                  <a:pt x="577359" y="309846"/>
                  <a:pt x="549543" y="309846"/>
                </a:cubicBezTo>
                <a:cubicBezTo>
                  <a:pt x="528156" y="309846"/>
                  <a:pt x="510093" y="305025"/>
                  <a:pt x="495355" y="295383"/>
                </a:cubicBezTo>
                <a:cubicBezTo>
                  <a:pt x="487043" y="289844"/>
                  <a:pt x="482888" y="284080"/>
                  <a:pt x="482888" y="278095"/>
                </a:cubicBezTo>
                <a:cubicBezTo>
                  <a:pt x="482888" y="275438"/>
                  <a:pt x="483497" y="272777"/>
                  <a:pt x="484716" y="270117"/>
                </a:cubicBezTo>
                <a:cubicBezTo>
                  <a:pt x="486600" y="266017"/>
                  <a:pt x="490479" y="260310"/>
                  <a:pt x="496351" y="252997"/>
                </a:cubicBezTo>
                <a:cubicBezTo>
                  <a:pt x="497128" y="252000"/>
                  <a:pt x="502779" y="246015"/>
                  <a:pt x="513307" y="235044"/>
                </a:cubicBezTo>
                <a:cubicBezTo>
                  <a:pt x="507545" y="231609"/>
                  <a:pt x="503444" y="228560"/>
                  <a:pt x="501006" y="225902"/>
                </a:cubicBezTo>
                <a:cubicBezTo>
                  <a:pt x="498680" y="223131"/>
                  <a:pt x="497515" y="220028"/>
                  <a:pt x="497515" y="216593"/>
                </a:cubicBezTo>
                <a:cubicBezTo>
                  <a:pt x="497515" y="212714"/>
                  <a:pt x="499067" y="208172"/>
                  <a:pt x="502169" y="202962"/>
                </a:cubicBezTo>
                <a:cubicBezTo>
                  <a:pt x="505383" y="197755"/>
                  <a:pt x="512697" y="190384"/>
                  <a:pt x="524111" y="180853"/>
                </a:cubicBezTo>
                <a:moveTo>
                  <a:pt x="553034" y="87600"/>
                </a:moveTo>
                <a:cubicBezTo>
                  <a:pt x="544835" y="87600"/>
                  <a:pt x="537964" y="90871"/>
                  <a:pt x="532423" y="97409"/>
                </a:cubicBezTo>
                <a:cubicBezTo>
                  <a:pt x="526883" y="103948"/>
                  <a:pt x="524111" y="113976"/>
                  <a:pt x="524111" y="127496"/>
                </a:cubicBezTo>
                <a:cubicBezTo>
                  <a:pt x="524111" y="145006"/>
                  <a:pt x="527879" y="158580"/>
                  <a:pt x="535414" y="168222"/>
                </a:cubicBezTo>
                <a:cubicBezTo>
                  <a:pt x="541178" y="175535"/>
                  <a:pt x="548492" y="179192"/>
                  <a:pt x="557357" y="179192"/>
                </a:cubicBezTo>
                <a:cubicBezTo>
                  <a:pt x="565779" y="179192"/>
                  <a:pt x="572706" y="176032"/>
                  <a:pt x="578135" y="169718"/>
                </a:cubicBezTo>
                <a:cubicBezTo>
                  <a:pt x="583565" y="163401"/>
                  <a:pt x="586280" y="153483"/>
                  <a:pt x="586280" y="139963"/>
                </a:cubicBezTo>
                <a:cubicBezTo>
                  <a:pt x="586280" y="122343"/>
                  <a:pt x="582457" y="108545"/>
                  <a:pt x="574811" y="98574"/>
                </a:cubicBezTo>
                <a:cubicBezTo>
                  <a:pt x="569159" y="91257"/>
                  <a:pt x="561900" y="87600"/>
                  <a:pt x="553034" y="87600"/>
                </a:cubicBezTo>
                <a:moveTo>
                  <a:pt x="522449" y="236373"/>
                </a:moveTo>
                <a:cubicBezTo>
                  <a:pt x="517241" y="242026"/>
                  <a:pt x="513307" y="247290"/>
                  <a:pt x="510647" y="252165"/>
                </a:cubicBezTo>
                <a:cubicBezTo>
                  <a:pt x="507988" y="257042"/>
                  <a:pt x="506658" y="261528"/>
                  <a:pt x="506658" y="265628"/>
                </a:cubicBezTo>
                <a:cubicBezTo>
                  <a:pt x="506658" y="270949"/>
                  <a:pt x="509872" y="275602"/>
                  <a:pt x="516299" y="279591"/>
                </a:cubicBezTo>
                <a:cubicBezTo>
                  <a:pt x="527381" y="286462"/>
                  <a:pt x="543394" y="289897"/>
                  <a:pt x="564338" y="289897"/>
                </a:cubicBezTo>
                <a:cubicBezTo>
                  <a:pt x="584285" y="289897"/>
                  <a:pt x="598968" y="286351"/>
                  <a:pt x="608388" y="279259"/>
                </a:cubicBezTo>
                <a:cubicBezTo>
                  <a:pt x="617918" y="272278"/>
                  <a:pt x="622684" y="264799"/>
                  <a:pt x="622684" y="256818"/>
                </a:cubicBezTo>
                <a:cubicBezTo>
                  <a:pt x="622684" y="251057"/>
                  <a:pt x="619857" y="246958"/>
                  <a:pt x="614206" y="244519"/>
                </a:cubicBezTo>
                <a:cubicBezTo>
                  <a:pt x="608444" y="242080"/>
                  <a:pt x="597029" y="240641"/>
                  <a:pt x="579964" y="240198"/>
                </a:cubicBezTo>
                <a:cubicBezTo>
                  <a:pt x="555030" y="239533"/>
                  <a:pt x="535859" y="238258"/>
                  <a:pt x="522449" y="236373"/>
                </a:cubicBezTo>
                <a:moveTo>
                  <a:pt x="679200" y="141459"/>
                </a:moveTo>
                <a:cubicBezTo>
                  <a:pt x="679090" y="164065"/>
                  <a:pt x="684575" y="181796"/>
                  <a:pt x="695656" y="194651"/>
                </a:cubicBezTo>
                <a:cubicBezTo>
                  <a:pt x="706739" y="207504"/>
                  <a:pt x="719760" y="213932"/>
                  <a:pt x="734721" y="213932"/>
                </a:cubicBezTo>
                <a:cubicBezTo>
                  <a:pt x="744693" y="213932"/>
                  <a:pt x="753337" y="211218"/>
                  <a:pt x="760651" y="205787"/>
                </a:cubicBezTo>
                <a:cubicBezTo>
                  <a:pt x="768075" y="200247"/>
                  <a:pt x="774282" y="190827"/>
                  <a:pt x="779269" y="177528"/>
                </a:cubicBezTo>
                <a:lnTo>
                  <a:pt x="784422" y="180853"/>
                </a:lnTo>
                <a:cubicBezTo>
                  <a:pt x="782095" y="196037"/>
                  <a:pt x="775335" y="209889"/>
                  <a:pt x="764142" y="222410"/>
                </a:cubicBezTo>
                <a:cubicBezTo>
                  <a:pt x="752950" y="234823"/>
                  <a:pt x="738931" y="241027"/>
                  <a:pt x="722086" y="241027"/>
                </a:cubicBezTo>
                <a:cubicBezTo>
                  <a:pt x="703802" y="241027"/>
                  <a:pt x="688121" y="233934"/>
                  <a:pt x="675045" y="219750"/>
                </a:cubicBezTo>
                <a:cubicBezTo>
                  <a:pt x="662079" y="205455"/>
                  <a:pt x="655597" y="186284"/>
                  <a:pt x="655597" y="162237"/>
                </a:cubicBezTo>
                <a:cubicBezTo>
                  <a:pt x="655597" y="136196"/>
                  <a:pt x="662245" y="115915"/>
                  <a:pt x="675544" y="101399"/>
                </a:cubicBezTo>
                <a:cubicBezTo>
                  <a:pt x="688953" y="86771"/>
                  <a:pt x="705741" y="79457"/>
                  <a:pt x="725911" y="79457"/>
                </a:cubicBezTo>
                <a:cubicBezTo>
                  <a:pt x="742975" y="79457"/>
                  <a:pt x="756994" y="85107"/>
                  <a:pt x="767965" y="96410"/>
                </a:cubicBezTo>
                <a:cubicBezTo>
                  <a:pt x="778937" y="107605"/>
                  <a:pt x="784422" y="122619"/>
                  <a:pt x="784422" y="141459"/>
                </a:cubicBezTo>
                <a:lnTo>
                  <a:pt x="679200" y="141459"/>
                </a:lnTo>
                <a:moveTo>
                  <a:pt x="679200" y="131818"/>
                </a:moveTo>
                <a:lnTo>
                  <a:pt x="749680" y="131818"/>
                </a:lnTo>
                <a:cubicBezTo>
                  <a:pt x="749127" y="122065"/>
                  <a:pt x="747963" y="115194"/>
                  <a:pt x="746189" y="111205"/>
                </a:cubicBezTo>
                <a:cubicBezTo>
                  <a:pt x="743420" y="104999"/>
                  <a:pt x="739263" y="100124"/>
                  <a:pt x="733723" y="96578"/>
                </a:cubicBezTo>
                <a:cubicBezTo>
                  <a:pt x="728293" y="93031"/>
                  <a:pt x="722586" y="91257"/>
                  <a:pt x="716601" y="91257"/>
                </a:cubicBezTo>
                <a:cubicBezTo>
                  <a:pt x="707403" y="91257"/>
                  <a:pt x="699147" y="94860"/>
                  <a:pt x="691833" y="102063"/>
                </a:cubicBezTo>
                <a:cubicBezTo>
                  <a:pt x="684630" y="109155"/>
                  <a:pt x="680420" y="119072"/>
                  <a:pt x="679200" y="131818"/>
                </a:cubicBezTo>
                <a:moveTo>
                  <a:pt x="849416" y="79622"/>
                </a:moveTo>
                <a:lnTo>
                  <a:pt x="849416" y="113865"/>
                </a:lnTo>
                <a:cubicBezTo>
                  <a:pt x="862160" y="91036"/>
                  <a:pt x="875236" y="79622"/>
                  <a:pt x="888645" y="79622"/>
                </a:cubicBezTo>
                <a:cubicBezTo>
                  <a:pt x="894740" y="79622"/>
                  <a:pt x="899782" y="81507"/>
                  <a:pt x="903773" y="85275"/>
                </a:cubicBezTo>
                <a:cubicBezTo>
                  <a:pt x="907762" y="88932"/>
                  <a:pt x="909756" y="93196"/>
                  <a:pt x="909756" y="98074"/>
                </a:cubicBezTo>
                <a:cubicBezTo>
                  <a:pt x="909756" y="102395"/>
                  <a:pt x="908315" y="106052"/>
                  <a:pt x="905435" y="109044"/>
                </a:cubicBezTo>
                <a:cubicBezTo>
                  <a:pt x="902553" y="112037"/>
                  <a:pt x="899118" y="113533"/>
                  <a:pt x="895129" y="113533"/>
                </a:cubicBezTo>
                <a:cubicBezTo>
                  <a:pt x="891249" y="113533"/>
                  <a:pt x="886872" y="111648"/>
                  <a:pt x="881996" y="107880"/>
                </a:cubicBezTo>
                <a:cubicBezTo>
                  <a:pt x="877230" y="104002"/>
                  <a:pt x="873684" y="102063"/>
                  <a:pt x="871358" y="102063"/>
                </a:cubicBezTo>
                <a:cubicBezTo>
                  <a:pt x="869363" y="102063"/>
                  <a:pt x="867202" y="103170"/>
                  <a:pt x="864874" y="105388"/>
                </a:cubicBezTo>
                <a:cubicBezTo>
                  <a:pt x="859889" y="109930"/>
                  <a:pt x="854736" y="117412"/>
                  <a:pt x="849416" y="127828"/>
                </a:cubicBezTo>
                <a:lnTo>
                  <a:pt x="849416" y="200801"/>
                </a:lnTo>
                <a:cubicBezTo>
                  <a:pt x="849416" y="209222"/>
                  <a:pt x="850468" y="215596"/>
                  <a:pt x="852575" y="219917"/>
                </a:cubicBezTo>
                <a:cubicBezTo>
                  <a:pt x="854014" y="222910"/>
                  <a:pt x="856564" y="225403"/>
                  <a:pt x="860221" y="227399"/>
                </a:cubicBezTo>
                <a:cubicBezTo>
                  <a:pt x="863878" y="229392"/>
                  <a:pt x="869142" y="230388"/>
                  <a:pt x="876012" y="230388"/>
                </a:cubicBezTo>
                <a:lnTo>
                  <a:pt x="876012" y="236373"/>
                </a:lnTo>
                <a:lnTo>
                  <a:pt x="798053" y="236373"/>
                </a:lnTo>
                <a:lnTo>
                  <a:pt x="798053" y="230388"/>
                </a:lnTo>
                <a:cubicBezTo>
                  <a:pt x="805809" y="230388"/>
                  <a:pt x="811572" y="229170"/>
                  <a:pt x="815339" y="226731"/>
                </a:cubicBezTo>
                <a:cubicBezTo>
                  <a:pt x="818110" y="224960"/>
                  <a:pt x="820049" y="222135"/>
                  <a:pt x="821158" y="218254"/>
                </a:cubicBezTo>
                <a:cubicBezTo>
                  <a:pt x="821712" y="216371"/>
                  <a:pt x="821988" y="210997"/>
                  <a:pt x="821988" y="202130"/>
                </a:cubicBezTo>
                <a:lnTo>
                  <a:pt x="821988" y="143120"/>
                </a:lnTo>
                <a:cubicBezTo>
                  <a:pt x="821988" y="125390"/>
                  <a:pt x="821601" y="114862"/>
                  <a:pt x="820824" y="111537"/>
                </a:cubicBezTo>
                <a:cubicBezTo>
                  <a:pt x="820160" y="108102"/>
                  <a:pt x="818830" y="105609"/>
                  <a:pt x="816835" y="104059"/>
                </a:cubicBezTo>
                <a:cubicBezTo>
                  <a:pt x="814952" y="102506"/>
                  <a:pt x="812570" y="101731"/>
                  <a:pt x="809688" y="101731"/>
                </a:cubicBezTo>
                <a:cubicBezTo>
                  <a:pt x="806252" y="101731"/>
                  <a:pt x="802374" y="102563"/>
                  <a:pt x="798053" y="104224"/>
                </a:cubicBezTo>
                <a:lnTo>
                  <a:pt x="796390" y="98239"/>
                </a:lnTo>
                <a:lnTo>
                  <a:pt x="842435" y="79622"/>
                </a:lnTo>
                <a:lnTo>
                  <a:pt x="849416" y="79622"/>
                </a:lnTo>
                <a:moveTo>
                  <a:pt x="1222760" y="236373"/>
                </a:moveTo>
                <a:lnTo>
                  <a:pt x="1162587" y="236373"/>
                </a:lnTo>
                <a:lnTo>
                  <a:pt x="1086288" y="130986"/>
                </a:lnTo>
                <a:cubicBezTo>
                  <a:pt x="1080637" y="131207"/>
                  <a:pt x="1076037" y="131318"/>
                  <a:pt x="1072491" y="131318"/>
                </a:cubicBezTo>
                <a:cubicBezTo>
                  <a:pt x="1071051" y="131318"/>
                  <a:pt x="1069500" y="131318"/>
                  <a:pt x="1067837" y="131318"/>
                </a:cubicBezTo>
                <a:cubicBezTo>
                  <a:pt x="1066175" y="131207"/>
                  <a:pt x="1064457" y="131096"/>
                  <a:pt x="1062684" y="130986"/>
                </a:cubicBezTo>
                <a:lnTo>
                  <a:pt x="1062684" y="196480"/>
                </a:lnTo>
                <a:cubicBezTo>
                  <a:pt x="1062684" y="210664"/>
                  <a:pt x="1064236" y="219474"/>
                  <a:pt x="1067338" y="222910"/>
                </a:cubicBezTo>
                <a:cubicBezTo>
                  <a:pt x="1071550" y="227785"/>
                  <a:pt x="1077865" y="230224"/>
                  <a:pt x="1086288" y="230224"/>
                </a:cubicBezTo>
                <a:lnTo>
                  <a:pt x="1095098" y="230224"/>
                </a:lnTo>
                <a:lnTo>
                  <a:pt x="1095098" y="236373"/>
                </a:lnTo>
                <a:lnTo>
                  <a:pt x="998520" y="236373"/>
                </a:lnTo>
                <a:lnTo>
                  <a:pt x="998520" y="230224"/>
                </a:lnTo>
                <a:lnTo>
                  <a:pt x="1006998" y="230224"/>
                </a:lnTo>
                <a:cubicBezTo>
                  <a:pt x="1016529" y="230224"/>
                  <a:pt x="1023343" y="227120"/>
                  <a:pt x="1027444" y="220914"/>
                </a:cubicBezTo>
                <a:cubicBezTo>
                  <a:pt x="1029771" y="217478"/>
                  <a:pt x="1030935" y="209333"/>
                  <a:pt x="1030935" y="196480"/>
                </a:cubicBezTo>
                <a:lnTo>
                  <a:pt x="1030935" y="50864"/>
                </a:lnTo>
                <a:cubicBezTo>
                  <a:pt x="1030935" y="36679"/>
                  <a:pt x="1029384" y="27869"/>
                  <a:pt x="1026280" y="24434"/>
                </a:cubicBezTo>
                <a:cubicBezTo>
                  <a:pt x="1021959" y="19559"/>
                  <a:pt x="1015531" y="17120"/>
                  <a:pt x="1006998" y="17120"/>
                </a:cubicBezTo>
                <a:lnTo>
                  <a:pt x="998520" y="17120"/>
                </a:lnTo>
                <a:lnTo>
                  <a:pt x="998520" y="10971"/>
                </a:lnTo>
                <a:lnTo>
                  <a:pt x="1080637" y="10971"/>
                </a:lnTo>
                <a:cubicBezTo>
                  <a:pt x="1104574" y="10971"/>
                  <a:pt x="1122194" y="12745"/>
                  <a:pt x="1133496" y="16291"/>
                </a:cubicBezTo>
                <a:cubicBezTo>
                  <a:pt x="1144911" y="19727"/>
                  <a:pt x="1154552" y="26152"/>
                  <a:pt x="1162419" y="35572"/>
                </a:cubicBezTo>
                <a:cubicBezTo>
                  <a:pt x="1170399" y="44882"/>
                  <a:pt x="1174388" y="56017"/>
                  <a:pt x="1174388" y="68984"/>
                </a:cubicBezTo>
                <a:cubicBezTo>
                  <a:pt x="1174388" y="82836"/>
                  <a:pt x="1169845" y="94860"/>
                  <a:pt x="1160757" y="105055"/>
                </a:cubicBezTo>
                <a:cubicBezTo>
                  <a:pt x="1151781" y="115251"/>
                  <a:pt x="1137819" y="122454"/>
                  <a:pt x="1118869" y="126664"/>
                </a:cubicBezTo>
                <a:lnTo>
                  <a:pt x="1165412" y="191327"/>
                </a:lnTo>
                <a:cubicBezTo>
                  <a:pt x="1176050" y="206176"/>
                  <a:pt x="1185192" y="216039"/>
                  <a:pt x="1192840" y="220914"/>
                </a:cubicBezTo>
                <a:cubicBezTo>
                  <a:pt x="1200485" y="225792"/>
                  <a:pt x="1210460" y="228895"/>
                  <a:pt x="1222760" y="230224"/>
                </a:cubicBezTo>
                <a:lnTo>
                  <a:pt x="1222760" y="236373"/>
                </a:lnTo>
                <a:moveTo>
                  <a:pt x="1062684" y="120515"/>
                </a:moveTo>
                <a:cubicBezTo>
                  <a:pt x="1064790" y="120515"/>
                  <a:pt x="1066618" y="120569"/>
                  <a:pt x="1068170" y="120679"/>
                </a:cubicBezTo>
                <a:cubicBezTo>
                  <a:pt x="1069721" y="120679"/>
                  <a:pt x="1070996" y="120679"/>
                  <a:pt x="1071993" y="120679"/>
                </a:cubicBezTo>
                <a:cubicBezTo>
                  <a:pt x="1093491" y="120679"/>
                  <a:pt x="1109671" y="116026"/>
                  <a:pt x="1120531" y="106716"/>
                </a:cubicBezTo>
                <a:cubicBezTo>
                  <a:pt x="1131502" y="97409"/>
                  <a:pt x="1136987" y="85550"/>
                  <a:pt x="1136987" y="71144"/>
                </a:cubicBezTo>
                <a:cubicBezTo>
                  <a:pt x="1136987" y="57070"/>
                  <a:pt x="1132555" y="45657"/>
                  <a:pt x="1123688" y="36901"/>
                </a:cubicBezTo>
                <a:cubicBezTo>
                  <a:pt x="1114935" y="28037"/>
                  <a:pt x="1103299" y="23605"/>
                  <a:pt x="1088782" y="23605"/>
                </a:cubicBezTo>
                <a:cubicBezTo>
                  <a:pt x="1082354" y="23605"/>
                  <a:pt x="1073655" y="24658"/>
                  <a:pt x="1062684" y="26762"/>
                </a:cubicBezTo>
                <a:lnTo>
                  <a:pt x="1062684" y="120515"/>
                </a:lnTo>
                <a:moveTo>
                  <a:pt x="1256006" y="141459"/>
                </a:moveTo>
                <a:cubicBezTo>
                  <a:pt x="1255895" y="164065"/>
                  <a:pt x="1261380" y="181796"/>
                  <a:pt x="1272462" y="194651"/>
                </a:cubicBezTo>
                <a:cubicBezTo>
                  <a:pt x="1283543" y="207504"/>
                  <a:pt x="1296565" y="213932"/>
                  <a:pt x="1311524" y="213932"/>
                </a:cubicBezTo>
                <a:cubicBezTo>
                  <a:pt x="1321498" y="213932"/>
                  <a:pt x="1330142" y="211218"/>
                  <a:pt x="1337456" y="205787"/>
                </a:cubicBezTo>
                <a:cubicBezTo>
                  <a:pt x="1344881" y="200247"/>
                  <a:pt x="1351087" y="190827"/>
                  <a:pt x="1356073" y="177528"/>
                </a:cubicBezTo>
                <a:lnTo>
                  <a:pt x="1361226" y="180853"/>
                </a:lnTo>
                <a:cubicBezTo>
                  <a:pt x="1358899" y="196037"/>
                  <a:pt x="1352139" y="209889"/>
                  <a:pt x="1340947" y="222410"/>
                </a:cubicBezTo>
                <a:cubicBezTo>
                  <a:pt x="1329753" y="234823"/>
                  <a:pt x="1315736" y="241027"/>
                  <a:pt x="1298892" y="241027"/>
                </a:cubicBezTo>
                <a:cubicBezTo>
                  <a:pt x="1280607" y="241027"/>
                  <a:pt x="1264926" y="233934"/>
                  <a:pt x="1251849" y="219750"/>
                </a:cubicBezTo>
                <a:cubicBezTo>
                  <a:pt x="1238884" y="205455"/>
                  <a:pt x="1232401" y="186284"/>
                  <a:pt x="1232401" y="162237"/>
                </a:cubicBezTo>
                <a:cubicBezTo>
                  <a:pt x="1232401" y="136196"/>
                  <a:pt x="1239050" y="115915"/>
                  <a:pt x="1252349" y="101399"/>
                </a:cubicBezTo>
                <a:cubicBezTo>
                  <a:pt x="1265757" y="86771"/>
                  <a:pt x="1282546" y="79457"/>
                  <a:pt x="1302714" y="79457"/>
                </a:cubicBezTo>
                <a:cubicBezTo>
                  <a:pt x="1319781" y="79457"/>
                  <a:pt x="1333799" y="85107"/>
                  <a:pt x="1344770" y="96410"/>
                </a:cubicBezTo>
                <a:cubicBezTo>
                  <a:pt x="1355740" y="107605"/>
                  <a:pt x="1361226" y="122619"/>
                  <a:pt x="1361226" y="141459"/>
                </a:cubicBezTo>
                <a:lnTo>
                  <a:pt x="1256006" y="141459"/>
                </a:lnTo>
                <a:moveTo>
                  <a:pt x="1256006" y="131818"/>
                </a:moveTo>
                <a:lnTo>
                  <a:pt x="1326486" y="131818"/>
                </a:lnTo>
                <a:cubicBezTo>
                  <a:pt x="1325930" y="122065"/>
                  <a:pt x="1324768" y="115194"/>
                  <a:pt x="1322995" y="111205"/>
                </a:cubicBezTo>
                <a:cubicBezTo>
                  <a:pt x="1320224" y="104999"/>
                  <a:pt x="1316069" y="100124"/>
                  <a:pt x="1310528" y="96578"/>
                </a:cubicBezTo>
                <a:cubicBezTo>
                  <a:pt x="1305097" y="93031"/>
                  <a:pt x="1299390" y="91257"/>
                  <a:pt x="1293406" y="91257"/>
                </a:cubicBezTo>
                <a:cubicBezTo>
                  <a:pt x="1284209" y="91257"/>
                  <a:pt x="1275952" y="94860"/>
                  <a:pt x="1268639" y="102063"/>
                </a:cubicBezTo>
                <a:cubicBezTo>
                  <a:pt x="1261436" y="109155"/>
                  <a:pt x="1257224" y="119072"/>
                  <a:pt x="1256006" y="131818"/>
                </a:cubicBezTo>
                <a:moveTo>
                  <a:pt x="1422397" y="180853"/>
                </a:moveTo>
                <a:cubicBezTo>
                  <a:pt x="1413089" y="176310"/>
                  <a:pt x="1405941" y="169993"/>
                  <a:pt x="1400954" y="161904"/>
                </a:cubicBezTo>
                <a:cubicBezTo>
                  <a:pt x="1395967" y="153705"/>
                  <a:pt x="1393475" y="144673"/>
                  <a:pt x="1393475" y="134810"/>
                </a:cubicBezTo>
                <a:cubicBezTo>
                  <a:pt x="1393475" y="119740"/>
                  <a:pt x="1399126" y="106773"/>
                  <a:pt x="1410429" y="95913"/>
                </a:cubicBezTo>
                <a:cubicBezTo>
                  <a:pt x="1421844" y="85053"/>
                  <a:pt x="1436416" y="79622"/>
                  <a:pt x="1454146" y="79622"/>
                </a:cubicBezTo>
                <a:cubicBezTo>
                  <a:pt x="1468663" y="79622"/>
                  <a:pt x="1481241" y="83168"/>
                  <a:pt x="1491879" y="90260"/>
                </a:cubicBezTo>
                <a:lnTo>
                  <a:pt x="1524128" y="90260"/>
                </a:lnTo>
                <a:cubicBezTo>
                  <a:pt x="1528894" y="90260"/>
                  <a:pt x="1531663" y="90428"/>
                  <a:pt x="1532440" y="90760"/>
                </a:cubicBezTo>
                <a:cubicBezTo>
                  <a:pt x="1533215" y="90982"/>
                  <a:pt x="1533768" y="91424"/>
                  <a:pt x="1534101" y="92089"/>
                </a:cubicBezTo>
                <a:cubicBezTo>
                  <a:pt x="1534766" y="93085"/>
                  <a:pt x="1535099" y="94860"/>
                  <a:pt x="1535099" y="97409"/>
                </a:cubicBezTo>
                <a:cubicBezTo>
                  <a:pt x="1535099" y="100288"/>
                  <a:pt x="1534822" y="102284"/>
                  <a:pt x="1534268" y="103392"/>
                </a:cubicBezTo>
                <a:cubicBezTo>
                  <a:pt x="1533936" y="103948"/>
                  <a:pt x="1533326" y="104391"/>
                  <a:pt x="1532440" y="104723"/>
                </a:cubicBezTo>
                <a:cubicBezTo>
                  <a:pt x="1531663" y="105055"/>
                  <a:pt x="1528894" y="105220"/>
                  <a:pt x="1524128" y="105220"/>
                </a:cubicBezTo>
                <a:lnTo>
                  <a:pt x="1504347" y="105220"/>
                </a:lnTo>
                <a:cubicBezTo>
                  <a:pt x="1510552" y="113201"/>
                  <a:pt x="1513656" y="123397"/>
                  <a:pt x="1513656" y="135807"/>
                </a:cubicBezTo>
                <a:cubicBezTo>
                  <a:pt x="1513656" y="149991"/>
                  <a:pt x="1508226" y="162126"/>
                  <a:pt x="1497366" y="172211"/>
                </a:cubicBezTo>
                <a:cubicBezTo>
                  <a:pt x="1486505" y="182295"/>
                  <a:pt x="1471933" y="187338"/>
                  <a:pt x="1453648" y="187338"/>
                </a:cubicBezTo>
                <a:cubicBezTo>
                  <a:pt x="1446113" y="187338"/>
                  <a:pt x="1438410" y="186228"/>
                  <a:pt x="1430543" y="184013"/>
                </a:cubicBezTo>
                <a:cubicBezTo>
                  <a:pt x="1425667" y="188224"/>
                  <a:pt x="1422342" y="191937"/>
                  <a:pt x="1420569" y="195148"/>
                </a:cubicBezTo>
                <a:cubicBezTo>
                  <a:pt x="1418907" y="198252"/>
                  <a:pt x="1418076" y="200912"/>
                  <a:pt x="1418076" y="203129"/>
                </a:cubicBezTo>
                <a:cubicBezTo>
                  <a:pt x="1418076" y="205012"/>
                  <a:pt x="1418962" y="206840"/>
                  <a:pt x="1420735" y="208615"/>
                </a:cubicBezTo>
                <a:cubicBezTo>
                  <a:pt x="1422619" y="210386"/>
                  <a:pt x="1426220" y="211661"/>
                  <a:pt x="1431539" y="212436"/>
                </a:cubicBezTo>
                <a:cubicBezTo>
                  <a:pt x="1434643" y="212879"/>
                  <a:pt x="1442399" y="213268"/>
                  <a:pt x="1454811" y="213600"/>
                </a:cubicBezTo>
                <a:cubicBezTo>
                  <a:pt x="1477639" y="214154"/>
                  <a:pt x="1492434" y="214932"/>
                  <a:pt x="1499194" y="215928"/>
                </a:cubicBezTo>
                <a:cubicBezTo>
                  <a:pt x="1509501" y="217368"/>
                  <a:pt x="1517700" y="221192"/>
                  <a:pt x="1523796" y="227399"/>
                </a:cubicBezTo>
                <a:cubicBezTo>
                  <a:pt x="1530001" y="233602"/>
                  <a:pt x="1533104" y="241251"/>
                  <a:pt x="1533104" y="250336"/>
                </a:cubicBezTo>
                <a:cubicBezTo>
                  <a:pt x="1533104" y="262860"/>
                  <a:pt x="1527231" y="274606"/>
                  <a:pt x="1515484" y="285576"/>
                </a:cubicBezTo>
                <a:cubicBezTo>
                  <a:pt x="1498196" y="301757"/>
                  <a:pt x="1475645" y="309846"/>
                  <a:pt x="1447829" y="309846"/>
                </a:cubicBezTo>
                <a:cubicBezTo>
                  <a:pt x="1426442" y="309846"/>
                  <a:pt x="1408379" y="305025"/>
                  <a:pt x="1393641" y="295383"/>
                </a:cubicBezTo>
                <a:cubicBezTo>
                  <a:pt x="1385329" y="289844"/>
                  <a:pt x="1381174" y="284080"/>
                  <a:pt x="1381174" y="278095"/>
                </a:cubicBezTo>
                <a:cubicBezTo>
                  <a:pt x="1381174" y="275438"/>
                  <a:pt x="1381783" y="272777"/>
                  <a:pt x="1383002" y="270117"/>
                </a:cubicBezTo>
                <a:cubicBezTo>
                  <a:pt x="1384886" y="266017"/>
                  <a:pt x="1388764" y="260310"/>
                  <a:pt x="1394637" y="252997"/>
                </a:cubicBezTo>
                <a:cubicBezTo>
                  <a:pt x="1395414" y="252000"/>
                  <a:pt x="1401065" y="246015"/>
                  <a:pt x="1411593" y="235044"/>
                </a:cubicBezTo>
                <a:cubicBezTo>
                  <a:pt x="1405831" y="231609"/>
                  <a:pt x="1401729" y="228560"/>
                  <a:pt x="1399292" y="225902"/>
                </a:cubicBezTo>
                <a:cubicBezTo>
                  <a:pt x="1396965" y="223131"/>
                  <a:pt x="1395801" y="220028"/>
                  <a:pt x="1395801" y="216593"/>
                </a:cubicBezTo>
                <a:cubicBezTo>
                  <a:pt x="1395801" y="212714"/>
                  <a:pt x="1397353" y="208172"/>
                  <a:pt x="1400456" y="202962"/>
                </a:cubicBezTo>
                <a:cubicBezTo>
                  <a:pt x="1403669" y="197755"/>
                  <a:pt x="1410984" y="190384"/>
                  <a:pt x="1422397" y="180853"/>
                </a:cubicBezTo>
                <a:moveTo>
                  <a:pt x="1451321" y="87600"/>
                </a:moveTo>
                <a:cubicBezTo>
                  <a:pt x="1443121" y="87600"/>
                  <a:pt x="1436250" y="90871"/>
                  <a:pt x="1430709" y="97409"/>
                </a:cubicBezTo>
                <a:cubicBezTo>
                  <a:pt x="1425168" y="103948"/>
                  <a:pt x="1422397" y="113976"/>
                  <a:pt x="1422397" y="127496"/>
                </a:cubicBezTo>
                <a:cubicBezTo>
                  <a:pt x="1422397" y="145006"/>
                  <a:pt x="1426165" y="158580"/>
                  <a:pt x="1433702" y="168222"/>
                </a:cubicBezTo>
                <a:cubicBezTo>
                  <a:pt x="1439464" y="175535"/>
                  <a:pt x="1446777" y="179192"/>
                  <a:pt x="1455643" y="179192"/>
                </a:cubicBezTo>
                <a:cubicBezTo>
                  <a:pt x="1464065" y="179192"/>
                  <a:pt x="1470991" y="176032"/>
                  <a:pt x="1476421" y="169718"/>
                </a:cubicBezTo>
                <a:cubicBezTo>
                  <a:pt x="1481851" y="163401"/>
                  <a:pt x="1484565" y="153483"/>
                  <a:pt x="1484565" y="139963"/>
                </a:cubicBezTo>
                <a:cubicBezTo>
                  <a:pt x="1484565" y="122343"/>
                  <a:pt x="1480743" y="108545"/>
                  <a:pt x="1473097" y="98574"/>
                </a:cubicBezTo>
                <a:cubicBezTo>
                  <a:pt x="1467445" y="91257"/>
                  <a:pt x="1460185" y="87600"/>
                  <a:pt x="1451321" y="87600"/>
                </a:cubicBezTo>
                <a:moveTo>
                  <a:pt x="1420735" y="236373"/>
                </a:moveTo>
                <a:cubicBezTo>
                  <a:pt x="1415527" y="242026"/>
                  <a:pt x="1411593" y="247290"/>
                  <a:pt x="1408933" y="252165"/>
                </a:cubicBezTo>
                <a:cubicBezTo>
                  <a:pt x="1406274" y="257042"/>
                  <a:pt x="1404943" y="261528"/>
                  <a:pt x="1404943" y="265628"/>
                </a:cubicBezTo>
                <a:cubicBezTo>
                  <a:pt x="1404943" y="270949"/>
                  <a:pt x="1408157" y="275602"/>
                  <a:pt x="1414585" y="279591"/>
                </a:cubicBezTo>
                <a:cubicBezTo>
                  <a:pt x="1425667" y="286462"/>
                  <a:pt x="1441680" y="289897"/>
                  <a:pt x="1462624" y="289897"/>
                </a:cubicBezTo>
                <a:cubicBezTo>
                  <a:pt x="1482571" y="289897"/>
                  <a:pt x="1497255" y="286351"/>
                  <a:pt x="1506674" y="279259"/>
                </a:cubicBezTo>
                <a:cubicBezTo>
                  <a:pt x="1516204" y="272278"/>
                  <a:pt x="1520969" y="264799"/>
                  <a:pt x="1520969" y="256818"/>
                </a:cubicBezTo>
                <a:cubicBezTo>
                  <a:pt x="1520969" y="251057"/>
                  <a:pt x="1518144" y="246958"/>
                  <a:pt x="1512492" y="244519"/>
                </a:cubicBezTo>
                <a:cubicBezTo>
                  <a:pt x="1506730" y="242080"/>
                  <a:pt x="1495315" y="240641"/>
                  <a:pt x="1478250" y="240198"/>
                </a:cubicBezTo>
                <a:cubicBezTo>
                  <a:pt x="1453316" y="239533"/>
                  <a:pt x="1434144" y="238258"/>
                  <a:pt x="1420735" y="236373"/>
                </a:cubicBezTo>
                <a:moveTo>
                  <a:pt x="1590619" y="0"/>
                </a:moveTo>
                <a:cubicBezTo>
                  <a:pt x="1595272" y="0"/>
                  <a:pt x="1599206" y="1661"/>
                  <a:pt x="1602420" y="4986"/>
                </a:cubicBezTo>
                <a:cubicBezTo>
                  <a:pt x="1605745" y="8200"/>
                  <a:pt x="1607407" y="12135"/>
                  <a:pt x="1607407" y="16788"/>
                </a:cubicBezTo>
                <a:cubicBezTo>
                  <a:pt x="1607407" y="21444"/>
                  <a:pt x="1605745" y="25433"/>
                  <a:pt x="1602420" y="28758"/>
                </a:cubicBezTo>
                <a:cubicBezTo>
                  <a:pt x="1599206" y="32083"/>
                  <a:pt x="1595272" y="33744"/>
                  <a:pt x="1590619" y="33744"/>
                </a:cubicBezTo>
                <a:cubicBezTo>
                  <a:pt x="1585964" y="33744"/>
                  <a:pt x="1581975" y="32083"/>
                  <a:pt x="1578650" y="28758"/>
                </a:cubicBezTo>
                <a:cubicBezTo>
                  <a:pt x="1575326" y="25433"/>
                  <a:pt x="1573663" y="21444"/>
                  <a:pt x="1573663" y="16788"/>
                </a:cubicBezTo>
                <a:cubicBezTo>
                  <a:pt x="1573663" y="12135"/>
                  <a:pt x="1575270" y="8200"/>
                  <a:pt x="1578484" y="4986"/>
                </a:cubicBezTo>
                <a:cubicBezTo>
                  <a:pt x="1581809" y="1661"/>
                  <a:pt x="1585853" y="0"/>
                  <a:pt x="1590619" y="0"/>
                </a:cubicBezTo>
                <a:moveTo>
                  <a:pt x="1604416" y="79622"/>
                </a:moveTo>
                <a:lnTo>
                  <a:pt x="1604416" y="201965"/>
                </a:lnTo>
                <a:cubicBezTo>
                  <a:pt x="1604416" y="211496"/>
                  <a:pt x="1605080" y="217867"/>
                  <a:pt x="1606410" y="221081"/>
                </a:cubicBezTo>
                <a:cubicBezTo>
                  <a:pt x="1607851" y="224185"/>
                  <a:pt x="1609901" y="226510"/>
                  <a:pt x="1612560" y="228063"/>
                </a:cubicBezTo>
                <a:cubicBezTo>
                  <a:pt x="1615331" y="229613"/>
                  <a:pt x="1620318" y="230388"/>
                  <a:pt x="1627521" y="230388"/>
                </a:cubicBezTo>
                <a:lnTo>
                  <a:pt x="1627521" y="236373"/>
                </a:lnTo>
                <a:lnTo>
                  <a:pt x="1553550" y="236373"/>
                </a:lnTo>
                <a:lnTo>
                  <a:pt x="1553550" y="230388"/>
                </a:lnTo>
                <a:cubicBezTo>
                  <a:pt x="1560975" y="230388"/>
                  <a:pt x="1565962" y="229670"/>
                  <a:pt x="1568510" y="228228"/>
                </a:cubicBezTo>
                <a:cubicBezTo>
                  <a:pt x="1571058" y="226788"/>
                  <a:pt x="1573054" y="224406"/>
                  <a:pt x="1574494" y="221081"/>
                </a:cubicBezTo>
                <a:cubicBezTo>
                  <a:pt x="1576045" y="217757"/>
                  <a:pt x="1576822" y="211386"/>
                  <a:pt x="1576822" y="201965"/>
                </a:cubicBezTo>
                <a:lnTo>
                  <a:pt x="1576822" y="143288"/>
                </a:lnTo>
                <a:cubicBezTo>
                  <a:pt x="1576822" y="126775"/>
                  <a:pt x="1576322" y="116080"/>
                  <a:pt x="1575326" y="111205"/>
                </a:cubicBezTo>
                <a:cubicBezTo>
                  <a:pt x="1574550" y="107659"/>
                  <a:pt x="1573331" y="105220"/>
                  <a:pt x="1571669" y="103891"/>
                </a:cubicBezTo>
                <a:cubicBezTo>
                  <a:pt x="1570006" y="102452"/>
                  <a:pt x="1567735" y="101731"/>
                  <a:pt x="1564853" y="101731"/>
                </a:cubicBezTo>
                <a:cubicBezTo>
                  <a:pt x="1561750" y="101731"/>
                  <a:pt x="1557982" y="102563"/>
                  <a:pt x="1553550" y="104224"/>
                </a:cubicBezTo>
                <a:lnTo>
                  <a:pt x="1551222" y="98239"/>
                </a:lnTo>
                <a:lnTo>
                  <a:pt x="1597101" y="79622"/>
                </a:lnTo>
                <a:lnTo>
                  <a:pt x="1604416" y="79622"/>
                </a:lnTo>
                <a:moveTo>
                  <a:pt x="1721106" y="79622"/>
                </a:moveTo>
                <a:cubicBezTo>
                  <a:pt x="1744156" y="79622"/>
                  <a:pt x="1762662" y="88378"/>
                  <a:pt x="1776625" y="105887"/>
                </a:cubicBezTo>
                <a:cubicBezTo>
                  <a:pt x="1788483" y="120847"/>
                  <a:pt x="1794411" y="138024"/>
                  <a:pt x="1794411" y="157416"/>
                </a:cubicBezTo>
                <a:cubicBezTo>
                  <a:pt x="1794411" y="171046"/>
                  <a:pt x="1791143" y="184845"/>
                  <a:pt x="1784604" y="198805"/>
                </a:cubicBezTo>
                <a:cubicBezTo>
                  <a:pt x="1778066" y="212768"/>
                  <a:pt x="1769034" y="223296"/>
                  <a:pt x="1757509" y="230388"/>
                </a:cubicBezTo>
                <a:cubicBezTo>
                  <a:pt x="1746095" y="237481"/>
                  <a:pt x="1733352" y="241027"/>
                  <a:pt x="1719278" y="241027"/>
                </a:cubicBezTo>
                <a:cubicBezTo>
                  <a:pt x="1696339" y="241027"/>
                  <a:pt x="1678108" y="231884"/>
                  <a:pt x="1664589" y="213600"/>
                </a:cubicBezTo>
                <a:cubicBezTo>
                  <a:pt x="1653175" y="198198"/>
                  <a:pt x="1647468" y="180910"/>
                  <a:pt x="1647468" y="161737"/>
                </a:cubicBezTo>
                <a:cubicBezTo>
                  <a:pt x="1647468" y="147774"/>
                  <a:pt x="1650903" y="133924"/>
                  <a:pt x="1657774" y="120183"/>
                </a:cubicBezTo>
                <a:cubicBezTo>
                  <a:pt x="1664756" y="106330"/>
                  <a:pt x="1673898" y="96135"/>
                  <a:pt x="1685200" y="89596"/>
                </a:cubicBezTo>
                <a:cubicBezTo>
                  <a:pt x="1696505" y="82947"/>
                  <a:pt x="1708472" y="79622"/>
                  <a:pt x="1721106" y="79622"/>
                </a:cubicBezTo>
                <a:moveTo>
                  <a:pt x="1715953" y="90428"/>
                </a:moveTo>
                <a:cubicBezTo>
                  <a:pt x="1710079" y="90428"/>
                  <a:pt x="1704151" y="92200"/>
                  <a:pt x="1698167" y="95746"/>
                </a:cubicBezTo>
                <a:cubicBezTo>
                  <a:pt x="1692293" y="99181"/>
                  <a:pt x="1687529" y="105277"/>
                  <a:pt x="1683872" y="114030"/>
                </a:cubicBezTo>
                <a:cubicBezTo>
                  <a:pt x="1680213" y="122786"/>
                  <a:pt x="1678385" y="134035"/>
                  <a:pt x="1678385" y="147774"/>
                </a:cubicBezTo>
                <a:cubicBezTo>
                  <a:pt x="1678385" y="169939"/>
                  <a:pt x="1682763" y="189055"/>
                  <a:pt x="1691518" y="205122"/>
                </a:cubicBezTo>
                <a:cubicBezTo>
                  <a:pt x="1700383" y="221192"/>
                  <a:pt x="1712018" y="229227"/>
                  <a:pt x="1726425" y="229227"/>
                </a:cubicBezTo>
                <a:cubicBezTo>
                  <a:pt x="1737175" y="229227"/>
                  <a:pt x="1746040" y="224792"/>
                  <a:pt x="1753021" y="215928"/>
                </a:cubicBezTo>
                <a:cubicBezTo>
                  <a:pt x="1760003" y="207062"/>
                  <a:pt x="1763494" y="191824"/>
                  <a:pt x="1763494" y="170215"/>
                </a:cubicBezTo>
                <a:cubicBezTo>
                  <a:pt x="1763494" y="143177"/>
                  <a:pt x="1757675" y="121900"/>
                  <a:pt x="1746040" y="106384"/>
                </a:cubicBezTo>
                <a:cubicBezTo>
                  <a:pt x="1738173" y="95746"/>
                  <a:pt x="1728143" y="90428"/>
                  <a:pt x="1715953" y="90428"/>
                </a:cubicBezTo>
                <a:moveTo>
                  <a:pt x="1861234" y="111869"/>
                </a:moveTo>
                <a:cubicBezTo>
                  <a:pt x="1879075" y="90371"/>
                  <a:pt x="1896086" y="79622"/>
                  <a:pt x="1912265" y="79622"/>
                </a:cubicBezTo>
                <a:cubicBezTo>
                  <a:pt x="1920577" y="79622"/>
                  <a:pt x="1927725" y="81729"/>
                  <a:pt x="1933710" y="85939"/>
                </a:cubicBezTo>
                <a:cubicBezTo>
                  <a:pt x="1939693" y="90039"/>
                  <a:pt x="1944459" y="96856"/>
                  <a:pt x="1948005" y="106384"/>
                </a:cubicBezTo>
                <a:cubicBezTo>
                  <a:pt x="1950443" y="113033"/>
                  <a:pt x="1951662" y="123229"/>
                  <a:pt x="1951662" y="136971"/>
                </a:cubicBezTo>
                <a:lnTo>
                  <a:pt x="1951662" y="201965"/>
                </a:lnTo>
                <a:cubicBezTo>
                  <a:pt x="1951662" y="211607"/>
                  <a:pt x="1952437" y="218143"/>
                  <a:pt x="1953989" y="221578"/>
                </a:cubicBezTo>
                <a:cubicBezTo>
                  <a:pt x="1955208" y="224349"/>
                  <a:pt x="1957147" y="226510"/>
                  <a:pt x="1959806" y="228063"/>
                </a:cubicBezTo>
                <a:cubicBezTo>
                  <a:pt x="1962577" y="229613"/>
                  <a:pt x="1967620" y="230388"/>
                  <a:pt x="1974933" y="230388"/>
                </a:cubicBezTo>
                <a:lnTo>
                  <a:pt x="1974933" y="236373"/>
                </a:lnTo>
                <a:lnTo>
                  <a:pt x="1899633" y="236373"/>
                </a:lnTo>
                <a:lnTo>
                  <a:pt x="1899633" y="230388"/>
                </a:lnTo>
                <a:lnTo>
                  <a:pt x="1902791" y="230388"/>
                </a:lnTo>
                <a:cubicBezTo>
                  <a:pt x="1909883" y="230388"/>
                  <a:pt x="1914815" y="229338"/>
                  <a:pt x="1917585" y="227231"/>
                </a:cubicBezTo>
                <a:cubicBezTo>
                  <a:pt x="1920466" y="225014"/>
                  <a:pt x="1922461" y="221800"/>
                  <a:pt x="1923570" y="217589"/>
                </a:cubicBezTo>
                <a:cubicBezTo>
                  <a:pt x="1924013" y="215928"/>
                  <a:pt x="1924234" y="210718"/>
                  <a:pt x="1924234" y="201965"/>
                </a:cubicBezTo>
                <a:lnTo>
                  <a:pt x="1924234" y="139631"/>
                </a:lnTo>
                <a:cubicBezTo>
                  <a:pt x="1924234" y="125779"/>
                  <a:pt x="1922406" y="115748"/>
                  <a:pt x="1918749" y="109544"/>
                </a:cubicBezTo>
                <a:cubicBezTo>
                  <a:pt x="1915203" y="103227"/>
                  <a:pt x="1909162" y="100067"/>
                  <a:pt x="1900630" y="100067"/>
                </a:cubicBezTo>
                <a:cubicBezTo>
                  <a:pt x="1887442" y="100067"/>
                  <a:pt x="1874311" y="107270"/>
                  <a:pt x="1861234" y="121679"/>
                </a:cubicBezTo>
                <a:lnTo>
                  <a:pt x="1861234" y="201965"/>
                </a:lnTo>
                <a:cubicBezTo>
                  <a:pt x="1861234" y="212271"/>
                  <a:pt x="1861844" y="218643"/>
                  <a:pt x="1863062" y="221081"/>
                </a:cubicBezTo>
                <a:cubicBezTo>
                  <a:pt x="1864614" y="224295"/>
                  <a:pt x="1866719" y="226677"/>
                  <a:pt x="1869380" y="228228"/>
                </a:cubicBezTo>
                <a:cubicBezTo>
                  <a:pt x="1872151" y="229670"/>
                  <a:pt x="1877691" y="230388"/>
                  <a:pt x="1886002" y="230388"/>
                </a:cubicBezTo>
                <a:lnTo>
                  <a:pt x="1886002" y="236373"/>
                </a:lnTo>
                <a:lnTo>
                  <a:pt x="1810702" y="236373"/>
                </a:lnTo>
                <a:lnTo>
                  <a:pt x="1810702" y="230388"/>
                </a:lnTo>
                <a:lnTo>
                  <a:pt x="1814027" y="230388"/>
                </a:lnTo>
                <a:cubicBezTo>
                  <a:pt x="1821784" y="230388"/>
                  <a:pt x="1826992" y="228449"/>
                  <a:pt x="1829651" y="224571"/>
                </a:cubicBezTo>
                <a:cubicBezTo>
                  <a:pt x="1832422" y="220582"/>
                  <a:pt x="1833808" y="213047"/>
                  <a:pt x="1833808" y="201965"/>
                </a:cubicBezTo>
                <a:lnTo>
                  <a:pt x="1833808" y="145448"/>
                </a:lnTo>
                <a:cubicBezTo>
                  <a:pt x="1833808" y="127164"/>
                  <a:pt x="1833365" y="116026"/>
                  <a:pt x="1832477" y="112037"/>
                </a:cubicBezTo>
                <a:cubicBezTo>
                  <a:pt x="1831701" y="108048"/>
                  <a:pt x="1830427" y="105331"/>
                  <a:pt x="1828654" y="103891"/>
                </a:cubicBezTo>
                <a:cubicBezTo>
                  <a:pt x="1826992" y="102452"/>
                  <a:pt x="1824719" y="101731"/>
                  <a:pt x="1821839" y="101731"/>
                </a:cubicBezTo>
                <a:cubicBezTo>
                  <a:pt x="1818736" y="101731"/>
                  <a:pt x="1815023" y="102563"/>
                  <a:pt x="1810702" y="104224"/>
                </a:cubicBezTo>
                <a:lnTo>
                  <a:pt x="1808208" y="98239"/>
                </a:lnTo>
                <a:lnTo>
                  <a:pt x="1854086" y="79622"/>
                </a:lnTo>
                <a:lnTo>
                  <a:pt x="1861234" y="79622"/>
                </a:lnTo>
                <a:lnTo>
                  <a:pt x="1861234" y="111869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4">
            <a:extLst xmlns:a="http://schemas.openxmlformats.org/drawingml/2006/main">
              <a:ext uri="{FF2B5EF4-FFF2-40B4-BE49-F238E27FC236}">
                <a16:creationId xmlns:a16="http://schemas.microsoft.com/office/drawing/2014/main" id="{A50901D2-28E3-4172-9ABB-F2A92367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367" y="74475"/>
            <a:ext cx="6546312" cy="420020"/>
          </a:xfrm>
          <a:custGeom xmlns:a="http://schemas.openxmlformats.org/drawingml/2006/main">
            <a:pathLst>
              <a:path w="4818813" h="309181">
                <a:moveTo>
                  <a:pt x="39411" y="242827"/>
                </a:moveTo>
                <a:cubicBezTo>
                  <a:pt x="37728" y="241237"/>
                  <a:pt x="36606" y="239366"/>
                  <a:pt x="36045" y="237216"/>
                </a:cubicBezTo>
                <a:cubicBezTo>
                  <a:pt x="35578" y="235064"/>
                  <a:pt x="35625" y="232915"/>
                  <a:pt x="36185" y="230763"/>
                </a:cubicBezTo>
                <a:cubicBezTo>
                  <a:pt x="36746" y="228614"/>
                  <a:pt x="37821" y="226743"/>
                  <a:pt x="39411" y="225153"/>
                </a:cubicBezTo>
                <a:lnTo>
                  <a:pt x="129174" y="135253"/>
                </a:lnTo>
                <a:lnTo>
                  <a:pt x="39411" y="45489"/>
                </a:lnTo>
                <a:cubicBezTo>
                  <a:pt x="37821" y="43899"/>
                  <a:pt x="36746" y="42031"/>
                  <a:pt x="36185" y="39879"/>
                </a:cubicBezTo>
                <a:cubicBezTo>
                  <a:pt x="35718" y="37730"/>
                  <a:pt x="35718" y="35578"/>
                  <a:pt x="36185" y="33429"/>
                </a:cubicBezTo>
                <a:cubicBezTo>
                  <a:pt x="36746" y="31276"/>
                  <a:pt x="37821" y="29408"/>
                  <a:pt x="39411" y="27818"/>
                </a:cubicBezTo>
                <a:cubicBezTo>
                  <a:pt x="41001" y="26135"/>
                  <a:pt x="42871" y="25059"/>
                  <a:pt x="45022" y="24593"/>
                </a:cubicBezTo>
                <a:cubicBezTo>
                  <a:pt x="47172" y="24031"/>
                  <a:pt x="49322" y="24031"/>
                  <a:pt x="51473" y="24593"/>
                </a:cubicBezTo>
                <a:cubicBezTo>
                  <a:pt x="53717" y="25059"/>
                  <a:pt x="55634" y="26135"/>
                  <a:pt x="57223" y="27818"/>
                </a:cubicBezTo>
                <a:lnTo>
                  <a:pt x="146985" y="117579"/>
                </a:lnTo>
                <a:lnTo>
                  <a:pt x="236747" y="27818"/>
                </a:lnTo>
                <a:cubicBezTo>
                  <a:pt x="238337" y="26135"/>
                  <a:pt x="240207" y="25059"/>
                  <a:pt x="242358" y="24593"/>
                </a:cubicBezTo>
                <a:cubicBezTo>
                  <a:pt x="244508" y="24031"/>
                  <a:pt x="246659" y="24031"/>
                  <a:pt x="248810" y="24593"/>
                </a:cubicBezTo>
                <a:cubicBezTo>
                  <a:pt x="250960" y="25059"/>
                  <a:pt x="252877" y="26135"/>
                  <a:pt x="254560" y="27818"/>
                </a:cubicBezTo>
                <a:cubicBezTo>
                  <a:pt x="256149" y="29408"/>
                  <a:pt x="257225" y="31276"/>
                  <a:pt x="257786" y="33429"/>
                </a:cubicBezTo>
                <a:cubicBezTo>
                  <a:pt x="258346" y="35578"/>
                  <a:pt x="258346" y="37730"/>
                  <a:pt x="257786" y="39879"/>
                </a:cubicBezTo>
                <a:cubicBezTo>
                  <a:pt x="257225" y="42031"/>
                  <a:pt x="256149" y="43899"/>
                  <a:pt x="254560" y="45489"/>
                </a:cubicBezTo>
                <a:lnTo>
                  <a:pt x="164797" y="135253"/>
                </a:lnTo>
                <a:lnTo>
                  <a:pt x="254560" y="225153"/>
                </a:lnTo>
                <a:cubicBezTo>
                  <a:pt x="256149" y="226743"/>
                  <a:pt x="257178" y="228614"/>
                  <a:pt x="257645" y="230763"/>
                </a:cubicBezTo>
                <a:cubicBezTo>
                  <a:pt x="258206" y="232915"/>
                  <a:pt x="258206" y="235064"/>
                  <a:pt x="257645" y="237216"/>
                </a:cubicBezTo>
                <a:cubicBezTo>
                  <a:pt x="257178" y="239366"/>
                  <a:pt x="256149" y="241237"/>
                  <a:pt x="254560" y="242827"/>
                </a:cubicBezTo>
                <a:cubicBezTo>
                  <a:pt x="252970" y="244507"/>
                  <a:pt x="251053" y="245584"/>
                  <a:pt x="248810" y="246052"/>
                </a:cubicBezTo>
                <a:cubicBezTo>
                  <a:pt x="246659" y="246611"/>
                  <a:pt x="244508" y="246611"/>
                  <a:pt x="242358" y="246052"/>
                </a:cubicBezTo>
                <a:cubicBezTo>
                  <a:pt x="240207" y="245490"/>
                  <a:pt x="238337" y="244417"/>
                  <a:pt x="236747" y="242827"/>
                </a:cubicBezTo>
                <a:lnTo>
                  <a:pt x="146985" y="153063"/>
                </a:lnTo>
                <a:lnTo>
                  <a:pt x="57223" y="242827"/>
                </a:lnTo>
                <a:cubicBezTo>
                  <a:pt x="55634" y="244417"/>
                  <a:pt x="53763" y="245490"/>
                  <a:pt x="51613" y="246052"/>
                </a:cubicBezTo>
                <a:cubicBezTo>
                  <a:pt x="49463" y="246611"/>
                  <a:pt x="47312" y="246611"/>
                  <a:pt x="45161" y="246052"/>
                </a:cubicBezTo>
                <a:cubicBezTo>
                  <a:pt x="43011" y="245490"/>
                  <a:pt x="41094" y="244417"/>
                  <a:pt x="39411" y="242827"/>
                </a:cubicBezTo>
                <a:moveTo>
                  <a:pt x="552951" y="174039"/>
                </a:moveTo>
                <a:lnTo>
                  <a:pt x="558436" y="175203"/>
                </a:lnTo>
                <a:lnTo>
                  <a:pt x="539154" y="236373"/>
                </a:lnTo>
                <a:lnTo>
                  <a:pt x="364617" y="236373"/>
                </a:lnTo>
                <a:lnTo>
                  <a:pt x="364617" y="230224"/>
                </a:lnTo>
                <a:lnTo>
                  <a:pt x="373095" y="230224"/>
                </a:lnTo>
                <a:cubicBezTo>
                  <a:pt x="382624" y="230224"/>
                  <a:pt x="389440" y="227120"/>
                  <a:pt x="393540" y="220914"/>
                </a:cubicBezTo>
                <a:cubicBezTo>
                  <a:pt x="395868" y="217368"/>
                  <a:pt x="397030" y="209168"/>
                  <a:pt x="397030" y="196312"/>
                </a:cubicBezTo>
                <a:lnTo>
                  <a:pt x="397030" y="50867"/>
                </a:lnTo>
                <a:cubicBezTo>
                  <a:pt x="397030" y="36793"/>
                  <a:pt x="395480" y="27983"/>
                  <a:pt x="392377" y="24437"/>
                </a:cubicBezTo>
                <a:cubicBezTo>
                  <a:pt x="388054" y="19559"/>
                  <a:pt x="381628" y="17123"/>
                  <a:pt x="373095" y="17123"/>
                </a:cubicBezTo>
                <a:lnTo>
                  <a:pt x="364617" y="17123"/>
                </a:lnTo>
                <a:lnTo>
                  <a:pt x="364617" y="10971"/>
                </a:lnTo>
                <a:lnTo>
                  <a:pt x="466680" y="10971"/>
                </a:lnTo>
                <a:lnTo>
                  <a:pt x="466680" y="17123"/>
                </a:lnTo>
                <a:cubicBezTo>
                  <a:pt x="454711" y="17012"/>
                  <a:pt x="446289" y="18120"/>
                  <a:pt x="441414" y="20448"/>
                </a:cubicBezTo>
                <a:cubicBezTo>
                  <a:pt x="436648" y="22773"/>
                  <a:pt x="433379" y="25712"/>
                  <a:pt x="431606" y="29258"/>
                </a:cubicBezTo>
                <a:cubicBezTo>
                  <a:pt x="429833" y="32804"/>
                  <a:pt x="428947" y="41279"/>
                  <a:pt x="428947" y="54688"/>
                </a:cubicBezTo>
                <a:lnTo>
                  <a:pt x="428947" y="196312"/>
                </a:lnTo>
                <a:cubicBezTo>
                  <a:pt x="428947" y="205511"/>
                  <a:pt x="429833" y="211828"/>
                  <a:pt x="431606" y="215264"/>
                </a:cubicBezTo>
                <a:cubicBezTo>
                  <a:pt x="432936" y="217589"/>
                  <a:pt x="434986" y="219307"/>
                  <a:pt x="437757" y="220417"/>
                </a:cubicBezTo>
                <a:cubicBezTo>
                  <a:pt x="440527" y="221524"/>
                  <a:pt x="449171" y="222078"/>
                  <a:pt x="463687" y="222078"/>
                </a:cubicBezTo>
                <a:lnTo>
                  <a:pt x="480145" y="222078"/>
                </a:lnTo>
                <a:cubicBezTo>
                  <a:pt x="497431" y="222078"/>
                  <a:pt x="509566" y="220803"/>
                  <a:pt x="516547" y="218256"/>
                </a:cubicBezTo>
                <a:cubicBezTo>
                  <a:pt x="523529" y="215707"/>
                  <a:pt x="529901" y="211218"/>
                  <a:pt x="535663" y="204790"/>
                </a:cubicBezTo>
                <a:cubicBezTo>
                  <a:pt x="541426" y="198252"/>
                  <a:pt x="547189" y="188002"/>
                  <a:pt x="552951" y="174039"/>
                </a:cubicBezTo>
                <a:moveTo>
                  <a:pt x="615285" y="0"/>
                </a:moveTo>
                <a:cubicBezTo>
                  <a:pt x="619940" y="0"/>
                  <a:pt x="623874" y="1664"/>
                  <a:pt x="627088" y="4988"/>
                </a:cubicBezTo>
                <a:cubicBezTo>
                  <a:pt x="630413" y="8202"/>
                  <a:pt x="632075" y="12135"/>
                  <a:pt x="632075" y="16788"/>
                </a:cubicBezTo>
                <a:cubicBezTo>
                  <a:pt x="632075" y="21444"/>
                  <a:pt x="630413" y="25433"/>
                  <a:pt x="627088" y="28758"/>
                </a:cubicBezTo>
                <a:cubicBezTo>
                  <a:pt x="623874" y="32083"/>
                  <a:pt x="619940" y="33744"/>
                  <a:pt x="615285" y="33744"/>
                </a:cubicBezTo>
                <a:cubicBezTo>
                  <a:pt x="610632" y="33744"/>
                  <a:pt x="606643" y="32083"/>
                  <a:pt x="603318" y="28758"/>
                </a:cubicBezTo>
                <a:cubicBezTo>
                  <a:pt x="599994" y="25433"/>
                  <a:pt x="598331" y="21444"/>
                  <a:pt x="598331" y="16788"/>
                </a:cubicBezTo>
                <a:cubicBezTo>
                  <a:pt x="598331" y="12135"/>
                  <a:pt x="599938" y="8202"/>
                  <a:pt x="603152" y="4988"/>
                </a:cubicBezTo>
                <a:cubicBezTo>
                  <a:pt x="606475" y="1664"/>
                  <a:pt x="610521" y="0"/>
                  <a:pt x="615285" y="0"/>
                </a:cubicBezTo>
                <a:moveTo>
                  <a:pt x="629082" y="79622"/>
                </a:moveTo>
                <a:lnTo>
                  <a:pt x="629082" y="201965"/>
                </a:lnTo>
                <a:cubicBezTo>
                  <a:pt x="629082" y="211496"/>
                  <a:pt x="629748" y="217867"/>
                  <a:pt x="631077" y="221081"/>
                </a:cubicBezTo>
                <a:cubicBezTo>
                  <a:pt x="632518" y="224185"/>
                  <a:pt x="634568" y="226513"/>
                  <a:pt x="637228" y="228063"/>
                </a:cubicBezTo>
                <a:cubicBezTo>
                  <a:pt x="639998" y="229613"/>
                  <a:pt x="644985" y="230391"/>
                  <a:pt x="652188" y="230391"/>
                </a:cubicBezTo>
                <a:lnTo>
                  <a:pt x="652188" y="236373"/>
                </a:lnTo>
                <a:lnTo>
                  <a:pt x="578217" y="236373"/>
                </a:lnTo>
                <a:lnTo>
                  <a:pt x="578217" y="230391"/>
                </a:lnTo>
                <a:cubicBezTo>
                  <a:pt x="585643" y="230391"/>
                  <a:pt x="590629" y="229670"/>
                  <a:pt x="593178" y="228230"/>
                </a:cubicBezTo>
                <a:cubicBezTo>
                  <a:pt x="595726" y="226788"/>
                  <a:pt x="597721" y="224406"/>
                  <a:pt x="599162" y="221081"/>
                </a:cubicBezTo>
                <a:cubicBezTo>
                  <a:pt x="600713" y="217757"/>
                  <a:pt x="601490" y="211386"/>
                  <a:pt x="601490" y="201965"/>
                </a:cubicBezTo>
                <a:lnTo>
                  <a:pt x="601490" y="143288"/>
                </a:lnTo>
                <a:cubicBezTo>
                  <a:pt x="601490" y="126775"/>
                  <a:pt x="600990" y="116083"/>
                  <a:pt x="599994" y="111205"/>
                </a:cubicBezTo>
                <a:cubicBezTo>
                  <a:pt x="599217" y="107659"/>
                  <a:pt x="597999" y="105223"/>
                  <a:pt x="596337" y="103891"/>
                </a:cubicBezTo>
                <a:cubicBezTo>
                  <a:pt x="594674" y="102452"/>
                  <a:pt x="592402" y="101731"/>
                  <a:pt x="589521" y="101731"/>
                </a:cubicBezTo>
                <a:cubicBezTo>
                  <a:pt x="586418" y="101731"/>
                  <a:pt x="582650" y="102563"/>
                  <a:pt x="578217" y="104224"/>
                </a:cubicBezTo>
                <a:lnTo>
                  <a:pt x="575890" y="98241"/>
                </a:lnTo>
                <a:lnTo>
                  <a:pt x="621769" y="79622"/>
                </a:lnTo>
                <a:lnTo>
                  <a:pt x="629082" y="79622"/>
                </a:lnTo>
                <a:moveTo>
                  <a:pt x="716518" y="112037"/>
                </a:moveTo>
                <a:cubicBezTo>
                  <a:pt x="727599" y="100956"/>
                  <a:pt x="734138" y="94584"/>
                  <a:pt x="736132" y="92921"/>
                </a:cubicBezTo>
                <a:cubicBezTo>
                  <a:pt x="741119" y="88710"/>
                  <a:pt x="746494" y="85439"/>
                  <a:pt x="752256" y="83114"/>
                </a:cubicBezTo>
                <a:cubicBezTo>
                  <a:pt x="758018" y="80786"/>
                  <a:pt x="763726" y="79622"/>
                  <a:pt x="769378" y="79622"/>
                </a:cubicBezTo>
                <a:cubicBezTo>
                  <a:pt x="778907" y="79622"/>
                  <a:pt x="787108" y="82393"/>
                  <a:pt x="793979" y="87935"/>
                </a:cubicBezTo>
                <a:cubicBezTo>
                  <a:pt x="800850" y="93474"/>
                  <a:pt x="805448" y="101509"/>
                  <a:pt x="807776" y="112037"/>
                </a:cubicBezTo>
                <a:cubicBezTo>
                  <a:pt x="819190" y="98738"/>
                  <a:pt x="828832" y="90039"/>
                  <a:pt x="836699" y="85939"/>
                </a:cubicBezTo>
                <a:cubicBezTo>
                  <a:pt x="844568" y="81729"/>
                  <a:pt x="852657" y="79622"/>
                  <a:pt x="860968" y="79622"/>
                </a:cubicBezTo>
                <a:cubicBezTo>
                  <a:pt x="869057" y="79622"/>
                  <a:pt x="876206" y="81729"/>
                  <a:pt x="882411" y="85939"/>
                </a:cubicBezTo>
                <a:cubicBezTo>
                  <a:pt x="888728" y="90039"/>
                  <a:pt x="893715" y="96799"/>
                  <a:pt x="897372" y="106219"/>
                </a:cubicBezTo>
                <a:cubicBezTo>
                  <a:pt x="899810" y="112647"/>
                  <a:pt x="901029" y="122732"/>
                  <a:pt x="901029" y="136471"/>
                </a:cubicBezTo>
                <a:lnTo>
                  <a:pt x="901029" y="201965"/>
                </a:lnTo>
                <a:cubicBezTo>
                  <a:pt x="901029" y="211496"/>
                  <a:pt x="901749" y="218035"/>
                  <a:pt x="903190" y="221581"/>
                </a:cubicBezTo>
                <a:cubicBezTo>
                  <a:pt x="904297" y="224017"/>
                  <a:pt x="906348" y="226124"/>
                  <a:pt x="909339" y="227895"/>
                </a:cubicBezTo>
                <a:cubicBezTo>
                  <a:pt x="912332" y="229559"/>
                  <a:pt x="917208" y="230391"/>
                  <a:pt x="923968" y="230391"/>
                </a:cubicBezTo>
                <a:lnTo>
                  <a:pt x="923968" y="236373"/>
                </a:lnTo>
                <a:lnTo>
                  <a:pt x="848834" y="236373"/>
                </a:lnTo>
                <a:lnTo>
                  <a:pt x="848834" y="230391"/>
                </a:lnTo>
                <a:lnTo>
                  <a:pt x="851992" y="230391"/>
                </a:lnTo>
                <a:cubicBezTo>
                  <a:pt x="858531" y="230391"/>
                  <a:pt x="863627" y="229116"/>
                  <a:pt x="867286" y="226567"/>
                </a:cubicBezTo>
                <a:cubicBezTo>
                  <a:pt x="869834" y="224795"/>
                  <a:pt x="871662" y="221967"/>
                  <a:pt x="872771" y="218089"/>
                </a:cubicBezTo>
                <a:cubicBezTo>
                  <a:pt x="873214" y="216207"/>
                  <a:pt x="873435" y="210832"/>
                  <a:pt x="873435" y="201965"/>
                </a:cubicBezTo>
                <a:lnTo>
                  <a:pt x="873435" y="136471"/>
                </a:lnTo>
                <a:cubicBezTo>
                  <a:pt x="873435" y="124061"/>
                  <a:pt x="871939" y="115305"/>
                  <a:pt x="868946" y="110209"/>
                </a:cubicBezTo>
                <a:cubicBezTo>
                  <a:pt x="864625" y="103116"/>
                  <a:pt x="857699" y="99570"/>
                  <a:pt x="848169" y="99570"/>
                </a:cubicBezTo>
                <a:cubicBezTo>
                  <a:pt x="842295" y="99570"/>
                  <a:pt x="836367" y="101066"/>
                  <a:pt x="830383" y="104059"/>
                </a:cubicBezTo>
                <a:cubicBezTo>
                  <a:pt x="824509" y="106941"/>
                  <a:pt x="817361" y="112369"/>
                  <a:pt x="808939" y="120347"/>
                </a:cubicBezTo>
                <a:lnTo>
                  <a:pt x="808607" y="122176"/>
                </a:lnTo>
                <a:lnTo>
                  <a:pt x="808939" y="129325"/>
                </a:lnTo>
                <a:lnTo>
                  <a:pt x="808939" y="201965"/>
                </a:lnTo>
                <a:cubicBezTo>
                  <a:pt x="808939" y="212382"/>
                  <a:pt x="809494" y="218864"/>
                  <a:pt x="810601" y="221414"/>
                </a:cubicBezTo>
                <a:cubicBezTo>
                  <a:pt x="811821" y="223963"/>
                  <a:pt x="814037" y="226124"/>
                  <a:pt x="817251" y="227895"/>
                </a:cubicBezTo>
                <a:cubicBezTo>
                  <a:pt x="820465" y="229559"/>
                  <a:pt x="825950" y="230391"/>
                  <a:pt x="833707" y="230391"/>
                </a:cubicBezTo>
                <a:lnTo>
                  <a:pt x="833707" y="236373"/>
                </a:lnTo>
                <a:lnTo>
                  <a:pt x="756745" y="236373"/>
                </a:lnTo>
                <a:lnTo>
                  <a:pt x="756745" y="230391"/>
                </a:lnTo>
                <a:cubicBezTo>
                  <a:pt x="765166" y="230391"/>
                  <a:pt x="770929" y="229392"/>
                  <a:pt x="774033" y="227399"/>
                </a:cubicBezTo>
                <a:cubicBezTo>
                  <a:pt x="777245" y="225403"/>
                  <a:pt x="779463" y="222410"/>
                  <a:pt x="780681" y="218421"/>
                </a:cubicBezTo>
                <a:cubicBezTo>
                  <a:pt x="781236" y="216539"/>
                  <a:pt x="781512" y="211053"/>
                  <a:pt x="781512" y="201965"/>
                </a:cubicBezTo>
                <a:lnTo>
                  <a:pt x="781512" y="136471"/>
                </a:lnTo>
                <a:cubicBezTo>
                  <a:pt x="781512" y="124061"/>
                  <a:pt x="779684" y="115140"/>
                  <a:pt x="776027" y="109709"/>
                </a:cubicBezTo>
                <a:cubicBezTo>
                  <a:pt x="771151" y="102617"/>
                  <a:pt x="764335" y="99070"/>
                  <a:pt x="755581" y="99070"/>
                </a:cubicBezTo>
                <a:cubicBezTo>
                  <a:pt x="749597" y="99070"/>
                  <a:pt x="743668" y="100677"/>
                  <a:pt x="737795" y="103891"/>
                </a:cubicBezTo>
                <a:cubicBezTo>
                  <a:pt x="728597" y="108769"/>
                  <a:pt x="721505" y="114254"/>
                  <a:pt x="716518" y="120347"/>
                </a:cubicBezTo>
                <a:lnTo>
                  <a:pt x="716518" y="201965"/>
                </a:lnTo>
                <a:cubicBezTo>
                  <a:pt x="716518" y="211939"/>
                  <a:pt x="717182" y="218421"/>
                  <a:pt x="718512" y="221414"/>
                </a:cubicBezTo>
                <a:cubicBezTo>
                  <a:pt x="719953" y="224406"/>
                  <a:pt x="722003" y="226677"/>
                  <a:pt x="724663" y="228230"/>
                </a:cubicBezTo>
                <a:cubicBezTo>
                  <a:pt x="727433" y="229670"/>
                  <a:pt x="732974" y="230391"/>
                  <a:pt x="741285" y="230391"/>
                </a:cubicBezTo>
                <a:lnTo>
                  <a:pt x="741285" y="236373"/>
                </a:lnTo>
                <a:lnTo>
                  <a:pt x="665985" y="236373"/>
                </a:lnTo>
                <a:lnTo>
                  <a:pt x="665985" y="230391"/>
                </a:lnTo>
                <a:cubicBezTo>
                  <a:pt x="672966" y="230391"/>
                  <a:pt x="677843" y="229670"/>
                  <a:pt x="680612" y="228230"/>
                </a:cubicBezTo>
                <a:cubicBezTo>
                  <a:pt x="683383" y="226677"/>
                  <a:pt x="685488" y="224295"/>
                  <a:pt x="686929" y="221081"/>
                </a:cubicBezTo>
                <a:cubicBezTo>
                  <a:pt x="688370" y="217757"/>
                  <a:pt x="689090" y="211386"/>
                  <a:pt x="689090" y="201965"/>
                </a:cubicBezTo>
                <a:lnTo>
                  <a:pt x="689090" y="143788"/>
                </a:lnTo>
                <a:cubicBezTo>
                  <a:pt x="689090" y="127053"/>
                  <a:pt x="688592" y="116247"/>
                  <a:pt x="687594" y="111373"/>
                </a:cubicBezTo>
                <a:cubicBezTo>
                  <a:pt x="686819" y="107716"/>
                  <a:pt x="685599" y="105223"/>
                  <a:pt x="683937" y="103891"/>
                </a:cubicBezTo>
                <a:cubicBezTo>
                  <a:pt x="682274" y="102452"/>
                  <a:pt x="680003" y="101731"/>
                  <a:pt x="677123" y="101731"/>
                </a:cubicBezTo>
                <a:cubicBezTo>
                  <a:pt x="674020" y="101731"/>
                  <a:pt x="670307" y="102563"/>
                  <a:pt x="665985" y="104224"/>
                </a:cubicBezTo>
                <a:lnTo>
                  <a:pt x="663492" y="98241"/>
                </a:lnTo>
                <a:lnTo>
                  <a:pt x="709370" y="79622"/>
                </a:lnTo>
                <a:lnTo>
                  <a:pt x="716518" y="79622"/>
                </a:lnTo>
                <a:lnTo>
                  <a:pt x="716518" y="112037"/>
                </a:lnTo>
                <a:moveTo>
                  <a:pt x="975000" y="0"/>
                </a:moveTo>
                <a:cubicBezTo>
                  <a:pt x="979653" y="0"/>
                  <a:pt x="983588" y="1664"/>
                  <a:pt x="986801" y="4988"/>
                </a:cubicBezTo>
                <a:cubicBezTo>
                  <a:pt x="990126" y="8202"/>
                  <a:pt x="991788" y="12135"/>
                  <a:pt x="991788" y="16788"/>
                </a:cubicBezTo>
                <a:cubicBezTo>
                  <a:pt x="991788" y="21444"/>
                  <a:pt x="990126" y="25433"/>
                  <a:pt x="986801" y="28758"/>
                </a:cubicBezTo>
                <a:cubicBezTo>
                  <a:pt x="983588" y="32083"/>
                  <a:pt x="979653" y="33744"/>
                  <a:pt x="975000" y="33744"/>
                </a:cubicBezTo>
                <a:cubicBezTo>
                  <a:pt x="970345" y="33744"/>
                  <a:pt x="966356" y="32083"/>
                  <a:pt x="963031" y="28758"/>
                </a:cubicBezTo>
                <a:cubicBezTo>
                  <a:pt x="959707" y="25433"/>
                  <a:pt x="958044" y="21444"/>
                  <a:pt x="958044" y="16788"/>
                </a:cubicBezTo>
                <a:cubicBezTo>
                  <a:pt x="958044" y="12135"/>
                  <a:pt x="959651" y="8202"/>
                  <a:pt x="962865" y="4988"/>
                </a:cubicBezTo>
                <a:cubicBezTo>
                  <a:pt x="966190" y="1664"/>
                  <a:pt x="970234" y="0"/>
                  <a:pt x="975000" y="0"/>
                </a:cubicBezTo>
                <a:moveTo>
                  <a:pt x="988797" y="79622"/>
                </a:moveTo>
                <a:lnTo>
                  <a:pt x="988797" y="201965"/>
                </a:lnTo>
                <a:cubicBezTo>
                  <a:pt x="988797" y="211496"/>
                  <a:pt x="989461" y="217867"/>
                  <a:pt x="990791" y="221081"/>
                </a:cubicBezTo>
                <a:cubicBezTo>
                  <a:pt x="992231" y="224185"/>
                  <a:pt x="994282" y="226513"/>
                  <a:pt x="996941" y="228063"/>
                </a:cubicBezTo>
                <a:cubicBezTo>
                  <a:pt x="999712" y="229613"/>
                  <a:pt x="1004699" y="230391"/>
                  <a:pt x="1011902" y="230391"/>
                </a:cubicBezTo>
                <a:lnTo>
                  <a:pt x="1011902" y="236373"/>
                </a:lnTo>
                <a:lnTo>
                  <a:pt x="937931" y="236373"/>
                </a:lnTo>
                <a:lnTo>
                  <a:pt x="937931" y="230391"/>
                </a:lnTo>
                <a:cubicBezTo>
                  <a:pt x="945356" y="230391"/>
                  <a:pt x="950343" y="229670"/>
                  <a:pt x="952891" y="228230"/>
                </a:cubicBezTo>
                <a:cubicBezTo>
                  <a:pt x="955441" y="226788"/>
                  <a:pt x="957435" y="224406"/>
                  <a:pt x="958876" y="221081"/>
                </a:cubicBezTo>
                <a:cubicBezTo>
                  <a:pt x="960426" y="217757"/>
                  <a:pt x="961203" y="211386"/>
                  <a:pt x="961203" y="201965"/>
                </a:cubicBezTo>
                <a:lnTo>
                  <a:pt x="961203" y="143288"/>
                </a:lnTo>
                <a:cubicBezTo>
                  <a:pt x="961203" y="126775"/>
                  <a:pt x="960705" y="116083"/>
                  <a:pt x="959707" y="111205"/>
                </a:cubicBezTo>
                <a:cubicBezTo>
                  <a:pt x="958931" y="107659"/>
                  <a:pt x="957712" y="105223"/>
                  <a:pt x="956050" y="103891"/>
                </a:cubicBezTo>
                <a:cubicBezTo>
                  <a:pt x="954387" y="102452"/>
                  <a:pt x="952116" y="101731"/>
                  <a:pt x="949234" y="101731"/>
                </a:cubicBezTo>
                <a:cubicBezTo>
                  <a:pt x="946131" y="101731"/>
                  <a:pt x="942363" y="102563"/>
                  <a:pt x="937931" y="104224"/>
                </a:cubicBezTo>
                <a:lnTo>
                  <a:pt x="935603" y="98241"/>
                </a:lnTo>
                <a:lnTo>
                  <a:pt x="981482" y="79622"/>
                </a:lnTo>
                <a:lnTo>
                  <a:pt x="988797" y="79622"/>
                </a:lnTo>
                <a:moveTo>
                  <a:pt x="1075234" y="34076"/>
                </a:moveTo>
                <a:lnTo>
                  <a:pt x="1075234" y="84111"/>
                </a:lnTo>
                <a:lnTo>
                  <a:pt x="1110806" y="84111"/>
                </a:lnTo>
                <a:lnTo>
                  <a:pt x="1110806" y="95746"/>
                </a:lnTo>
                <a:lnTo>
                  <a:pt x="1075234" y="95746"/>
                </a:lnTo>
                <a:lnTo>
                  <a:pt x="1075234" y="194484"/>
                </a:lnTo>
                <a:cubicBezTo>
                  <a:pt x="1075234" y="204347"/>
                  <a:pt x="1076618" y="210997"/>
                  <a:pt x="1079389" y="214432"/>
                </a:cubicBezTo>
                <a:cubicBezTo>
                  <a:pt x="1082271" y="217867"/>
                  <a:pt x="1085928" y="219585"/>
                  <a:pt x="1090360" y="219585"/>
                </a:cubicBezTo>
                <a:cubicBezTo>
                  <a:pt x="1094017" y="219585"/>
                  <a:pt x="1097563" y="218478"/>
                  <a:pt x="1100998" y="216260"/>
                </a:cubicBezTo>
                <a:cubicBezTo>
                  <a:pt x="1104434" y="213932"/>
                  <a:pt x="1107094" y="210554"/>
                  <a:pt x="1108978" y="206122"/>
                </a:cubicBezTo>
                <a:lnTo>
                  <a:pt x="1115460" y="206122"/>
                </a:lnTo>
                <a:cubicBezTo>
                  <a:pt x="1111581" y="216982"/>
                  <a:pt x="1106096" y="225181"/>
                  <a:pt x="1099004" y="230723"/>
                </a:cubicBezTo>
                <a:cubicBezTo>
                  <a:pt x="1091912" y="236152"/>
                  <a:pt x="1084598" y="238869"/>
                  <a:pt x="1077063" y="238869"/>
                </a:cubicBezTo>
                <a:cubicBezTo>
                  <a:pt x="1071965" y="238869"/>
                  <a:pt x="1066978" y="237483"/>
                  <a:pt x="1062102" y="234712"/>
                </a:cubicBezTo>
                <a:cubicBezTo>
                  <a:pt x="1057225" y="231831"/>
                  <a:pt x="1053624" y="227785"/>
                  <a:pt x="1051297" y="222578"/>
                </a:cubicBezTo>
                <a:cubicBezTo>
                  <a:pt x="1048970" y="217257"/>
                  <a:pt x="1047806" y="209114"/>
                  <a:pt x="1047806" y="198141"/>
                </a:cubicBezTo>
                <a:lnTo>
                  <a:pt x="1047806" y="95746"/>
                </a:lnTo>
                <a:lnTo>
                  <a:pt x="1023703" y="95746"/>
                </a:lnTo>
                <a:lnTo>
                  <a:pt x="1023703" y="90260"/>
                </a:lnTo>
                <a:cubicBezTo>
                  <a:pt x="1029799" y="87824"/>
                  <a:pt x="1036004" y="83722"/>
                  <a:pt x="1042321" y="77961"/>
                </a:cubicBezTo>
                <a:cubicBezTo>
                  <a:pt x="1048749" y="72087"/>
                  <a:pt x="1054456" y="65162"/>
                  <a:pt x="1059443" y="57181"/>
                </a:cubicBezTo>
                <a:cubicBezTo>
                  <a:pt x="1061991" y="52971"/>
                  <a:pt x="1065537" y="45271"/>
                  <a:pt x="1070081" y="34076"/>
                </a:cubicBezTo>
                <a:lnTo>
                  <a:pt x="1075234" y="34076"/>
                </a:lnTo>
                <a:moveTo>
                  <a:pt x="1151365" y="141459"/>
                </a:moveTo>
                <a:cubicBezTo>
                  <a:pt x="1151255" y="164065"/>
                  <a:pt x="1156740" y="181796"/>
                  <a:pt x="1167821" y="194651"/>
                </a:cubicBezTo>
                <a:cubicBezTo>
                  <a:pt x="1178903" y="207507"/>
                  <a:pt x="1191925" y="213932"/>
                  <a:pt x="1206884" y="213932"/>
                </a:cubicBezTo>
                <a:cubicBezTo>
                  <a:pt x="1216858" y="213932"/>
                  <a:pt x="1225502" y="211218"/>
                  <a:pt x="1232816" y="205790"/>
                </a:cubicBezTo>
                <a:cubicBezTo>
                  <a:pt x="1240240" y="200247"/>
                  <a:pt x="1246447" y="190827"/>
                  <a:pt x="1251434" y="177531"/>
                </a:cubicBezTo>
                <a:lnTo>
                  <a:pt x="1256587" y="180856"/>
                </a:lnTo>
                <a:cubicBezTo>
                  <a:pt x="1254259" y="196037"/>
                  <a:pt x="1247499" y="209889"/>
                  <a:pt x="1236307" y="222410"/>
                </a:cubicBezTo>
                <a:cubicBezTo>
                  <a:pt x="1225115" y="234823"/>
                  <a:pt x="1211096" y="241029"/>
                  <a:pt x="1194251" y="241029"/>
                </a:cubicBezTo>
                <a:cubicBezTo>
                  <a:pt x="1175967" y="241029"/>
                  <a:pt x="1160286" y="233937"/>
                  <a:pt x="1147209" y="219753"/>
                </a:cubicBezTo>
                <a:cubicBezTo>
                  <a:pt x="1134244" y="205457"/>
                  <a:pt x="1127761" y="186284"/>
                  <a:pt x="1127761" y="162237"/>
                </a:cubicBezTo>
                <a:cubicBezTo>
                  <a:pt x="1127761" y="136196"/>
                  <a:pt x="1134410" y="115915"/>
                  <a:pt x="1147709" y="101399"/>
                </a:cubicBezTo>
                <a:cubicBezTo>
                  <a:pt x="1161117" y="86771"/>
                  <a:pt x="1177906" y="79457"/>
                  <a:pt x="1198074" y="79457"/>
                </a:cubicBezTo>
                <a:cubicBezTo>
                  <a:pt x="1215141" y="79457"/>
                  <a:pt x="1229159" y="85107"/>
                  <a:pt x="1240130" y="96413"/>
                </a:cubicBezTo>
                <a:cubicBezTo>
                  <a:pt x="1251100" y="107605"/>
                  <a:pt x="1256587" y="122621"/>
                  <a:pt x="1256587" y="141459"/>
                </a:cubicBezTo>
                <a:lnTo>
                  <a:pt x="1151365" y="141459"/>
                </a:lnTo>
                <a:moveTo>
                  <a:pt x="1151365" y="131818"/>
                </a:moveTo>
                <a:lnTo>
                  <a:pt x="1221845" y="131818"/>
                </a:lnTo>
                <a:cubicBezTo>
                  <a:pt x="1221292" y="122065"/>
                  <a:pt x="1220128" y="115194"/>
                  <a:pt x="1218355" y="111205"/>
                </a:cubicBezTo>
                <a:cubicBezTo>
                  <a:pt x="1215584" y="105001"/>
                  <a:pt x="1211428" y="100124"/>
                  <a:pt x="1205888" y="96578"/>
                </a:cubicBezTo>
                <a:cubicBezTo>
                  <a:pt x="1200458" y="93031"/>
                  <a:pt x="1194751" y="91260"/>
                  <a:pt x="1188766" y="91260"/>
                </a:cubicBezTo>
                <a:cubicBezTo>
                  <a:pt x="1179569" y="91260"/>
                  <a:pt x="1171312" y="94860"/>
                  <a:pt x="1163998" y="102063"/>
                </a:cubicBezTo>
                <a:cubicBezTo>
                  <a:pt x="1156795" y="109155"/>
                  <a:pt x="1152585" y="119075"/>
                  <a:pt x="1151365" y="131818"/>
                </a:cubicBezTo>
                <a:moveTo>
                  <a:pt x="1384580" y="219253"/>
                </a:moveTo>
                <a:cubicBezTo>
                  <a:pt x="1377156" y="227010"/>
                  <a:pt x="1369897" y="232606"/>
                  <a:pt x="1362805" y="236041"/>
                </a:cubicBezTo>
                <a:cubicBezTo>
                  <a:pt x="1355713" y="239366"/>
                  <a:pt x="1348067" y="241029"/>
                  <a:pt x="1339866" y="241029"/>
                </a:cubicBezTo>
                <a:cubicBezTo>
                  <a:pt x="1323242" y="241029"/>
                  <a:pt x="1308726" y="234102"/>
                  <a:pt x="1296314" y="220250"/>
                </a:cubicBezTo>
                <a:cubicBezTo>
                  <a:pt x="1283903" y="206286"/>
                  <a:pt x="1277698" y="188391"/>
                  <a:pt x="1277698" y="166558"/>
                </a:cubicBezTo>
                <a:cubicBezTo>
                  <a:pt x="1277698" y="144727"/>
                  <a:pt x="1284569" y="124782"/>
                  <a:pt x="1298309" y="106719"/>
                </a:cubicBezTo>
                <a:cubicBezTo>
                  <a:pt x="1312050" y="88543"/>
                  <a:pt x="1329726" y="79457"/>
                  <a:pt x="1351335" y="79457"/>
                </a:cubicBezTo>
                <a:cubicBezTo>
                  <a:pt x="1364744" y="79457"/>
                  <a:pt x="1375826" y="83722"/>
                  <a:pt x="1384580" y="92256"/>
                </a:cubicBezTo>
                <a:lnTo>
                  <a:pt x="1384580" y="64163"/>
                </a:lnTo>
                <a:cubicBezTo>
                  <a:pt x="1384580" y="46764"/>
                  <a:pt x="1384137" y="36072"/>
                  <a:pt x="1383251" y="32083"/>
                </a:cubicBezTo>
                <a:cubicBezTo>
                  <a:pt x="1382475" y="28094"/>
                  <a:pt x="1381200" y="25377"/>
                  <a:pt x="1379427" y="23937"/>
                </a:cubicBezTo>
                <a:cubicBezTo>
                  <a:pt x="1377654" y="22498"/>
                  <a:pt x="1375438" y="21777"/>
                  <a:pt x="1372779" y="21777"/>
                </a:cubicBezTo>
                <a:cubicBezTo>
                  <a:pt x="1369897" y="21777"/>
                  <a:pt x="1366074" y="22662"/>
                  <a:pt x="1361309" y="24437"/>
                </a:cubicBezTo>
                <a:lnTo>
                  <a:pt x="1359148" y="18617"/>
                </a:lnTo>
                <a:lnTo>
                  <a:pt x="1404528" y="0"/>
                </a:lnTo>
                <a:lnTo>
                  <a:pt x="1412008" y="0"/>
                </a:lnTo>
                <a:lnTo>
                  <a:pt x="1412008" y="176035"/>
                </a:lnTo>
                <a:cubicBezTo>
                  <a:pt x="1412008" y="193876"/>
                  <a:pt x="1412396" y="204790"/>
                  <a:pt x="1413172" y="208779"/>
                </a:cubicBezTo>
                <a:cubicBezTo>
                  <a:pt x="1414058" y="212660"/>
                  <a:pt x="1415388" y="215375"/>
                  <a:pt x="1417161" y="216925"/>
                </a:cubicBezTo>
                <a:cubicBezTo>
                  <a:pt x="1419045" y="218478"/>
                  <a:pt x="1421206" y="219253"/>
                  <a:pt x="1423643" y="219253"/>
                </a:cubicBezTo>
                <a:cubicBezTo>
                  <a:pt x="1426636" y="219253"/>
                  <a:pt x="1430625" y="218310"/>
                  <a:pt x="1435612" y="216428"/>
                </a:cubicBezTo>
                <a:lnTo>
                  <a:pt x="1437440" y="222245"/>
                </a:lnTo>
                <a:lnTo>
                  <a:pt x="1392227" y="241029"/>
                </a:lnTo>
                <a:lnTo>
                  <a:pt x="1384580" y="241029"/>
                </a:lnTo>
                <a:lnTo>
                  <a:pt x="1384580" y="219253"/>
                </a:lnTo>
                <a:moveTo>
                  <a:pt x="1384580" y="207618"/>
                </a:moveTo>
                <a:lnTo>
                  <a:pt x="1384580" y="129157"/>
                </a:lnTo>
                <a:cubicBezTo>
                  <a:pt x="1383916" y="121622"/>
                  <a:pt x="1381921" y="114751"/>
                  <a:pt x="1378597" y="108548"/>
                </a:cubicBezTo>
                <a:cubicBezTo>
                  <a:pt x="1375272" y="102341"/>
                  <a:pt x="1370838" y="97685"/>
                  <a:pt x="1365298" y="94584"/>
                </a:cubicBezTo>
                <a:cubicBezTo>
                  <a:pt x="1359868" y="91371"/>
                  <a:pt x="1354549" y="89764"/>
                  <a:pt x="1349340" y="89764"/>
                </a:cubicBezTo>
                <a:cubicBezTo>
                  <a:pt x="1339589" y="89764"/>
                  <a:pt x="1330890" y="94139"/>
                  <a:pt x="1323242" y="102895"/>
                </a:cubicBezTo>
                <a:cubicBezTo>
                  <a:pt x="1313159" y="114419"/>
                  <a:pt x="1308117" y="131264"/>
                  <a:pt x="1308117" y="153427"/>
                </a:cubicBezTo>
                <a:cubicBezTo>
                  <a:pt x="1308117" y="175813"/>
                  <a:pt x="1312993" y="192991"/>
                  <a:pt x="1322744" y="204958"/>
                </a:cubicBezTo>
                <a:cubicBezTo>
                  <a:pt x="1332497" y="216814"/>
                  <a:pt x="1343357" y="222742"/>
                  <a:pt x="1355325" y="222742"/>
                </a:cubicBezTo>
                <a:cubicBezTo>
                  <a:pt x="1365409" y="222742"/>
                  <a:pt x="1375161" y="217703"/>
                  <a:pt x="1384580" y="207618"/>
                </a:cubicBezTo>
                <a:moveTo>
                  <a:pt x="1632424" y="22941"/>
                </a:moveTo>
                <a:lnTo>
                  <a:pt x="1605828" y="112204"/>
                </a:lnTo>
                <a:lnTo>
                  <a:pt x="1635416" y="112204"/>
                </a:lnTo>
                <a:cubicBezTo>
                  <a:pt x="1648713" y="112204"/>
                  <a:pt x="1658632" y="110152"/>
                  <a:pt x="1665171" y="106052"/>
                </a:cubicBezTo>
                <a:cubicBezTo>
                  <a:pt x="1671819" y="101952"/>
                  <a:pt x="1678634" y="93199"/>
                  <a:pt x="1685616" y="79790"/>
                </a:cubicBezTo>
                <a:lnTo>
                  <a:pt x="1691933" y="79790"/>
                </a:lnTo>
                <a:lnTo>
                  <a:pt x="1668494" y="161904"/>
                </a:lnTo>
                <a:lnTo>
                  <a:pt x="1661846" y="161904"/>
                </a:lnTo>
                <a:cubicBezTo>
                  <a:pt x="1663508" y="155255"/>
                  <a:pt x="1664339" y="149770"/>
                  <a:pt x="1664339" y="145448"/>
                </a:cubicBezTo>
                <a:cubicBezTo>
                  <a:pt x="1664339" y="138688"/>
                  <a:pt x="1662068" y="133481"/>
                  <a:pt x="1657523" y="129824"/>
                </a:cubicBezTo>
                <a:cubicBezTo>
                  <a:pt x="1653091" y="126054"/>
                  <a:pt x="1644724" y="124172"/>
                  <a:pt x="1632424" y="124172"/>
                </a:cubicBezTo>
                <a:lnTo>
                  <a:pt x="1602503" y="124172"/>
                </a:lnTo>
                <a:lnTo>
                  <a:pt x="1582888" y="192159"/>
                </a:lnTo>
                <a:cubicBezTo>
                  <a:pt x="1579342" y="204237"/>
                  <a:pt x="1577569" y="212271"/>
                  <a:pt x="1577569" y="216260"/>
                </a:cubicBezTo>
                <a:cubicBezTo>
                  <a:pt x="1577569" y="220360"/>
                  <a:pt x="1579065" y="223520"/>
                  <a:pt x="1582058" y="225735"/>
                </a:cubicBezTo>
                <a:cubicBezTo>
                  <a:pt x="1585160" y="227952"/>
                  <a:pt x="1592640" y="229448"/>
                  <a:pt x="1604497" y="230224"/>
                </a:cubicBezTo>
                <a:lnTo>
                  <a:pt x="1602503" y="236373"/>
                </a:lnTo>
                <a:lnTo>
                  <a:pt x="1513407" y="236373"/>
                </a:lnTo>
                <a:lnTo>
                  <a:pt x="1515567" y="230224"/>
                </a:lnTo>
                <a:cubicBezTo>
                  <a:pt x="1524211" y="230002"/>
                  <a:pt x="1529973" y="229227"/>
                  <a:pt x="1532855" y="227895"/>
                </a:cubicBezTo>
                <a:cubicBezTo>
                  <a:pt x="1537287" y="226013"/>
                  <a:pt x="1540556" y="223463"/>
                  <a:pt x="1542662" y="220250"/>
                </a:cubicBezTo>
                <a:cubicBezTo>
                  <a:pt x="1545654" y="215707"/>
                  <a:pt x="1549200" y="206343"/>
                  <a:pt x="1553300" y="192159"/>
                </a:cubicBezTo>
                <a:lnTo>
                  <a:pt x="1593029" y="56352"/>
                </a:lnTo>
                <a:cubicBezTo>
                  <a:pt x="1596243" y="45381"/>
                  <a:pt x="1597848" y="36793"/>
                  <a:pt x="1597848" y="30587"/>
                </a:cubicBezTo>
                <a:cubicBezTo>
                  <a:pt x="1597848" y="27705"/>
                  <a:pt x="1597128" y="25266"/>
                  <a:pt x="1595687" y="23273"/>
                </a:cubicBezTo>
                <a:cubicBezTo>
                  <a:pt x="1594247" y="21166"/>
                  <a:pt x="1592086" y="19616"/>
                  <a:pt x="1589204" y="18617"/>
                </a:cubicBezTo>
                <a:cubicBezTo>
                  <a:pt x="1586435" y="17620"/>
                  <a:pt x="1580839" y="17123"/>
                  <a:pt x="1572416" y="17123"/>
                </a:cubicBezTo>
                <a:lnTo>
                  <a:pt x="1574411" y="10971"/>
                </a:lnTo>
                <a:lnTo>
                  <a:pt x="1749280" y="10971"/>
                </a:lnTo>
                <a:lnTo>
                  <a:pt x="1732658" y="67987"/>
                </a:lnTo>
                <a:lnTo>
                  <a:pt x="1726341" y="67987"/>
                </a:lnTo>
                <a:cubicBezTo>
                  <a:pt x="1727560" y="61116"/>
                  <a:pt x="1728169" y="55463"/>
                  <a:pt x="1728169" y="51031"/>
                </a:cubicBezTo>
                <a:cubicBezTo>
                  <a:pt x="1728169" y="43718"/>
                  <a:pt x="1726119" y="37954"/>
                  <a:pt x="1722020" y="33744"/>
                </a:cubicBezTo>
                <a:cubicBezTo>
                  <a:pt x="1718031" y="29422"/>
                  <a:pt x="1712878" y="26376"/>
                  <a:pt x="1706560" y="24602"/>
                </a:cubicBezTo>
                <a:cubicBezTo>
                  <a:pt x="1702128" y="23494"/>
                  <a:pt x="1692210" y="22941"/>
                  <a:pt x="1676806" y="22941"/>
                </a:cubicBezTo>
                <a:lnTo>
                  <a:pt x="1632424" y="22941"/>
                </a:lnTo>
                <a:moveTo>
                  <a:pt x="1747619" y="95249"/>
                </a:moveTo>
                <a:lnTo>
                  <a:pt x="1804966" y="85939"/>
                </a:lnTo>
                <a:lnTo>
                  <a:pt x="1781029" y="166725"/>
                </a:lnTo>
                <a:cubicBezTo>
                  <a:pt x="1800422" y="133592"/>
                  <a:pt x="1818042" y="110430"/>
                  <a:pt x="1833891" y="97242"/>
                </a:cubicBezTo>
                <a:cubicBezTo>
                  <a:pt x="1842865" y="89707"/>
                  <a:pt x="1850180" y="85939"/>
                  <a:pt x="1855832" y="85939"/>
                </a:cubicBezTo>
                <a:cubicBezTo>
                  <a:pt x="1859489" y="85939"/>
                  <a:pt x="1862370" y="87046"/>
                  <a:pt x="1864476" y="89264"/>
                </a:cubicBezTo>
                <a:cubicBezTo>
                  <a:pt x="1866581" y="91371"/>
                  <a:pt x="1867634" y="94474"/>
                  <a:pt x="1867634" y="98574"/>
                </a:cubicBezTo>
                <a:cubicBezTo>
                  <a:pt x="1867634" y="105887"/>
                  <a:pt x="1865750" y="112869"/>
                  <a:pt x="1861981" y="119518"/>
                </a:cubicBezTo>
                <a:cubicBezTo>
                  <a:pt x="1859323" y="124504"/>
                  <a:pt x="1855500" y="126997"/>
                  <a:pt x="1850513" y="126997"/>
                </a:cubicBezTo>
                <a:cubicBezTo>
                  <a:pt x="1847964" y="126997"/>
                  <a:pt x="1845747" y="126168"/>
                  <a:pt x="1843863" y="124504"/>
                </a:cubicBezTo>
                <a:cubicBezTo>
                  <a:pt x="1842090" y="122843"/>
                  <a:pt x="1840983" y="120293"/>
                  <a:pt x="1840538" y="116858"/>
                </a:cubicBezTo>
                <a:cubicBezTo>
                  <a:pt x="1840317" y="114751"/>
                  <a:pt x="1839819" y="113366"/>
                  <a:pt x="1839042" y="112701"/>
                </a:cubicBezTo>
                <a:cubicBezTo>
                  <a:pt x="1838156" y="111815"/>
                  <a:pt x="1837103" y="111373"/>
                  <a:pt x="1835885" y="111373"/>
                </a:cubicBezTo>
                <a:cubicBezTo>
                  <a:pt x="1834001" y="111373"/>
                  <a:pt x="1832227" y="111815"/>
                  <a:pt x="1830566" y="112701"/>
                </a:cubicBezTo>
                <a:cubicBezTo>
                  <a:pt x="1827684" y="114254"/>
                  <a:pt x="1823306" y="118576"/>
                  <a:pt x="1817433" y="125668"/>
                </a:cubicBezTo>
                <a:cubicBezTo>
                  <a:pt x="1808236" y="136528"/>
                  <a:pt x="1798262" y="150602"/>
                  <a:pt x="1787513" y="167889"/>
                </a:cubicBezTo>
                <a:cubicBezTo>
                  <a:pt x="1782859" y="175203"/>
                  <a:pt x="1778869" y="183459"/>
                  <a:pt x="1775544" y="192656"/>
                </a:cubicBezTo>
                <a:cubicBezTo>
                  <a:pt x="1770891" y="205290"/>
                  <a:pt x="1768230" y="212882"/>
                  <a:pt x="1767566" y="215429"/>
                </a:cubicBezTo>
                <a:lnTo>
                  <a:pt x="1762247" y="236373"/>
                </a:lnTo>
                <a:lnTo>
                  <a:pt x="1736813" y="236373"/>
                </a:lnTo>
                <a:lnTo>
                  <a:pt x="1767566" y="133149"/>
                </a:lnTo>
                <a:cubicBezTo>
                  <a:pt x="1771112" y="121179"/>
                  <a:pt x="1772885" y="112647"/>
                  <a:pt x="1772885" y="107548"/>
                </a:cubicBezTo>
                <a:cubicBezTo>
                  <a:pt x="1772885" y="105555"/>
                  <a:pt x="1772053" y="103891"/>
                  <a:pt x="1770391" y="102563"/>
                </a:cubicBezTo>
                <a:cubicBezTo>
                  <a:pt x="1768175" y="100788"/>
                  <a:pt x="1765239" y="99902"/>
                  <a:pt x="1761581" y="99902"/>
                </a:cubicBezTo>
                <a:cubicBezTo>
                  <a:pt x="1759254" y="99902"/>
                  <a:pt x="1754988" y="100402"/>
                  <a:pt x="1748782" y="101399"/>
                </a:cubicBezTo>
                <a:lnTo>
                  <a:pt x="1747619" y="95249"/>
                </a:lnTo>
                <a:moveTo>
                  <a:pt x="1890407" y="173707"/>
                </a:moveTo>
                <a:cubicBezTo>
                  <a:pt x="1889631" y="179249"/>
                  <a:pt x="1889243" y="183846"/>
                  <a:pt x="1889243" y="187502"/>
                </a:cubicBezTo>
                <a:cubicBezTo>
                  <a:pt x="1889243" y="197366"/>
                  <a:pt x="1892734" y="205790"/>
                  <a:pt x="1899716" y="212771"/>
                </a:cubicBezTo>
                <a:cubicBezTo>
                  <a:pt x="1906697" y="219642"/>
                  <a:pt x="1915175" y="223077"/>
                  <a:pt x="1925148" y="223077"/>
                </a:cubicBezTo>
                <a:cubicBezTo>
                  <a:pt x="1933127" y="223077"/>
                  <a:pt x="1940773" y="221470"/>
                  <a:pt x="1948087" y="218256"/>
                </a:cubicBezTo>
                <a:cubicBezTo>
                  <a:pt x="1955513" y="214932"/>
                  <a:pt x="1966483" y="207672"/>
                  <a:pt x="1981000" y="196480"/>
                </a:cubicBezTo>
                <a:lnTo>
                  <a:pt x="1984491" y="201301"/>
                </a:lnTo>
                <a:cubicBezTo>
                  <a:pt x="1958227" y="227342"/>
                  <a:pt x="1933182" y="240362"/>
                  <a:pt x="1909356" y="240362"/>
                </a:cubicBezTo>
                <a:cubicBezTo>
                  <a:pt x="1893177" y="240362"/>
                  <a:pt x="1880987" y="235266"/>
                  <a:pt x="1872787" y="225070"/>
                </a:cubicBezTo>
                <a:cubicBezTo>
                  <a:pt x="1864586" y="214875"/>
                  <a:pt x="1860485" y="203629"/>
                  <a:pt x="1860485" y="191327"/>
                </a:cubicBezTo>
                <a:cubicBezTo>
                  <a:pt x="1860485" y="174814"/>
                  <a:pt x="1865584" y="157915"/>
                  <a:pt x="1875778" y="140628"/>
                </a:cubicBezTo>
                <a:cubicBezTo>
                  <a:pt x="1885974" y="123340"/>
                  <a:pt x="1898773" y="109930"/>
                  <a:pt x="1914177" y="100402"/>
                </a:cubicBezTo>
                <a:cubicBezTo>
                  <a:pt x="1929581" y="90760"/>
                  <a:pt x="1945428" y="85939"/>
                  <a:pt x="1961718" y="85939"/>
                </a:cubicBezTo>
                <a:cubicBezTo>
                  <a:pt x="1973465" y="85939"/>
                  <a:pt x="1982164" y="88321"/>
                  <a:pt x="1987815" y="93088"/>
                </a:cubicBezTo>
                <a:cubicBezTo>
                  <a:pt x="1993467" y="97852"/>
                  <a:pt x="1996293" y="103505"/>
                  <a:pt x="1996293" y="110041"/>
                </a:cubicBezTo>
                <a:cubicBezTo>
                  <a:pt x="1996293" y="119240"/>
                  <a:pt x="1992636" y="128050"/>
                  <a:pt x="1985321" y="136471"/>
                </a:cubicBezTo>
                <a:cubicBezTo>
                  <a:pt x="1975681" y="147444"/>
                  <a:pt x="1961496" y="156308"/>
                  <a:pt x="1942767" y="163068"/>
                </a:cubicBezTo>
                <a:cubicBezTo>
                  <a:pt x="1930356" y="167611"/>
                  <a:pt x="1912902" y="171157"/>
                  <a:pt x="1890407" y="173707"/>
                </a:cubicBezTo>
                <a:moveTo>
                  <a:pt x="1891570" y="165561"/>
                </a:moveTo>
                <a:cubicBezTo>
                  <a:pt x="1907970" y="163679"/>
                  <a:pt x="1921325" y="160465"/>
                  <a:pt x="1931631" y="155919"/>
                </a:cubicBezTo>
                <a:cubicBezTo>
                  <a:pt x="1945262" y="149826"/>
                  <a:pt x="1955456" y="142567"/>
                  <a:pt x="1962216" y="134146"/>
                </a:cubicBezTo>
                <a:cubicBezTo>
                  <a:pt x="1969087" y="125611"/>
                  <a:pt x="1972522" y="117522"/>
                  <a:pt x="1972522" y="109876"/>
                </a:cubicBezTo>
                <a:cubicBezTo>
                  <a:pt x="1972522" y="105223"/>
                  <a:pt x="1971026" y="101455"/>
                  <a:pt x="1968035" y="98574"/>
                </a:cubicBezTo>
                <a:cubicBezTo>
                  <a:pt x="1965153" y="95692"/>
                  <a:pt x="1960998" y="94249"/>
                  <a:pt x="1955567" y="94249"/>
                </a:cubicBezTo>
                <a:cubicBezTo>
                  <a:pt x="1944264" y="94249"/>
                  <a:pt x="1932240" y="100291"/>
                  <a:pt x="1919496" y="112369"/>
                </a:cubicBezTo>
                <a:cubicBezTo>
                  <a:pt x="1906863" y="124339"/>
                  <a:pt x="1897555" y="142070"/>
                  <a:pt x="1891570" y="165561"/>
                </a:cubicBezTo>
                <a:moveTo>
                  <a:pt x="2041673" y="173707"/>
                </a:moveTo>
                <a:cubicBezTo>
                  <a:pt x="2040897" y="179249"/>
                  <a:pt x="2040509" y="183846"/>
                  <a:pt x="2040509" y="187502"/>
                </a:cubicBezTo>
                <a:cubicBezTo>
                  <a:pt x="2040509" y="197366"/>
                  <a:pt x="2044000" y="205790"/>
                  <a:pt x="2050981" y="212771"/>
                </a:cubicBezTo>
                <a:cubicBezTo>
                  <a:pt x="2057963" y="219642"/>
                  <a:pt x="2066439" y="223077"/>
                  <a:pt x="2076413" y="223077"/>
                </a:cubicBezTo>
                <a:cubicBezTo>
                  <a:pt x="2084393" y="223077"/>
                  <a:pt x="2092039" y="221470"/>
                  <a:pt x="2099353" y="218256"/>
                </a:cubicBezTo>
                <a:cubicBezTo>
                  <a:pt x="2106778" y="214932"/>
                  <a:pt x="2117749" y="207672"/>
                  <a:pt x="2132266" y="196480"/>
                </a:cubicBezTo>
                <a:lnTo>
                  <a:pt x="2135757" y="201301"/>
                </a:lnTo>
                <a:cubicBezTo>
                  <a:pt x="2109493" y="227342"/>
                  <a:pt x="2084448" y="240362"/>
                  <a:pt x="2060622" y="240362"/>
                </a:cubicBezTo>
                <a:cubicBezTo>
                  <a:pt x="2044443" y="240362"/>
                  <a:pt x="2032253" y="235266"/>
                  <a:pt x="2024053" y="225070"/>
                </a:cubicBezTo>
                <a:cubicBezTo>
                  <a:pt x="2015852" y="214875"/>
                  <a:pt x="2011751" y="203629"/>
                  <a:pt x="2011751" y="191327"/>
                </a:cubicBezTo>
                <a:cubicBezTo>
                  <a:pt x="2011751" y="174814"/>
                  <a:pt x="2016849" y="157915"/>
                  <a:pt x="2027044" y="140628"/>
                </a:cubicBezTo>
                <a:cubicBezTo>
                  <a:pt x="2037240" y="123340"/>
                  <a:pt x="2050039" y="109930"/>
                  <a:pt x="2065443" y="100402"/>
                </a:cubicBezTo>
                <a:cubicBezTo>
                  <a:pt x="2080847" y="90760"/>
                  <a:pt x="2096694" y="85939"/>
                  <a:pt x="2112984" y="85939"/>
                </a:cubicBezTo>
                <a:cubicBezTo>
                  <a:pt x="2124731" y="85939"/>
                  <a:pt x="2133430" y="88321"/>
                  <a:pt x="2139081" y="93088"/>
                </a:cubicBezTo>
                <a:cubicBezTo>
                  <a:pt x="2144733" y="97852"/>
                  <a:pt x="2147559" y="103505"/>
                  <a:pt x="2147559" y="110041"/>
                </a:cubicBezTo>
                <a:cubicBezTo>
                  <a:pt x="2147559" y="119240"/>
                  <a:pt x="2143901" y="128050"/>
                  <a:pt x="2136587" y="136471"/>
                </a:cubicBezTo>
                <a:cubicBezTo>
                  <a:pt x="2126947" y="147444"/>
                  <a:pt x="2112762" y="156308"/>
                  <a:pt x="2094033" y="163068"/>
                </a:cubicBezTo>
                <a:cubicBezTo>
                  <a:pt x="2081622" y="167611"/>
                  <a:pt x="2064168" y="171157"/>
                  <a:pt x="2041673" y="173707"/>
                </a:cubicBezTo>
                <a:moveTo>
                  <a:pt x="2042836" y="165561"/>
                </a:moveTo>
                <a:cubicBezTo>
                  <a:pt x="2059236" y="163679"/>
                  <a:pt x="2072590" y="160465"/>
                  <a:pt x="2082897" y="155919"/>
                </a:cubicBezTo>
                <a:cubicBezTo>
                  <a:pt x="2096528" y="149826"/>
                  <a:pt x="2106722" y="142567"/>
                  <a:pt x="2113482" y="134146"/>
                </a:cubicBezTo>
                <a:cubicBezTo>
                  <a:pt x="2120353" y="125611"/>
                  <a:pt x="2123788" y="117522"/>
                  <a:pt x="2123788" y="109876"/>
                </a:cubicBezTo>
                <a:cubicBezTo>
                  <a:pt x="2123788" y="105223"/>
                  <a:pt x="2122292" y="101455"/>
                  <a:pt x="2119299" y="98574"/>
                </a:cubicBezTo>
                <a:cubicBezTo>
                  <a:pt x="2116419" y="95692"/>
                  <a:pt x="2112264" y="94249"/>
                  <a:pt x="2106832" y="94249"/>
                </a:cubicBezTo>
                <a:cubicBezTo>
                  <a:pt x="2095530" y="94249"/>
                  <a:pt x="2083506" y="100291"/>
                  <a:pt x="2070762" y="112369"/>
                </a:cubicBezTo>
                <a:cubicBezTo>
                  <a:pt x="2058129" y="124339"/>
                  <a:pt x="2048819" y="142070"/>
                  <a:pt x="2042836" y="165561"/>
                </a:cubicBezTo>
                <a:moveTo>
                  <a:pt x="2336558" y="0"/>
                </a:moveTo>
                <a:lnTo>
                  <a:pt x="2279375" y="196148"/>
                </a:lnTo>
                <a:cubicBezTo>
                  <a:pt x="2276273" y="206786"/>
                  <a:pt x="2274722" y="213768"/>
                  <a:pt x="2274722" y="217092"/>
                </a:cubicBezTo>
                <a:cubicBezTo>
                  <a:pt x="2274722" y="218200"/>
                  <a:pt x="2275165" y="219253"/>
                  <a:pt x="2276050" y="220250"/>
                </a:cubicBezTo>
                <a:cubicBezTo>
                  <a:pt x="2277048" y="221249"/>
                  <a:pt x="2278046" y="221746"/>
                  <a:pt x="2279043" y="221746"/>
                </a:cubicBezTo>
                <a:cubicBezTo>
                  <a:pt x="2280484" y="221746"/>
                  <a:pt x="2282202" y="221025"/>
                  <a:pt x="2284196" y="219585"/>
                </a:cubicBezTo>
                <a:cubicBezTo>
                  <a:pt x="2287964" y="216925"/>
                  <a:pt x="2294281" y="210275"/>
                  <a:pt x="2303146" y="199637"/>
                </a:cubicBezTo>
                <a:lnTo>
                  <a:pt x="2308798" y="203129"/>
                </a:lnTo>
                <a:cubicBezTo>
                  <a:pt x="2300820" y="214211"/>
                  <a:pt x="2292729" y="223188"/>
                  <a:pt x="2284528" y="230059"/>
                </a:cubicBezTo>
                <a:cubicBezTo>
                  <a:pt x="2276439" y="236927"/>
                  <a:pt x="2268847" y="240362"/>
                  <a:pt x="2261755" y="240362"/>
                </a:cubicBezTo>
                <a:cubicBezTo>
                  <a:pt x="2257988" y="240362"/>
                  <a:pt x="2254886" y="239034"/>
                  <a:pt x="2252447" y="236373"/>
                </a:cubicBezTo>
                <a:cubicBezTo>
                  <a:pt x="2250010" y="233716"/>
                  <a:pt x="2248790" y="229945"/>
                  <a:pt x="2248790" y="225070"/>
                </a:cubicBezTo>
                <a:cubicBezTo>
                  <a:pt x="2248790" y="218753"/>
                  <a:pt x="2250452" y="210275"/>
                  <a:pt x="2253777" y="199637"/>
                </a:cubicBezTo>
                <a:lnTo>
                  <a:pt x="2260260" y="179027"/>
                </a:lnTo>
                <a:cubicBezTo>
                  <a:pt x="2244191" y="203850"/>
                  <a:pt x="2229563" y="221025"/>
                  <a:pt x="2216377" y="230556"/>
                </a:cubicBezTo>
                <a:cubicBezTo>
                  <a:pt x="2207288" y="237094"/>
                  <a:pt x="2198589" y="240362"/>
                  <a:pt x="2190279" y="240362"/>
                </a:cubicBezTo>
                <a:cubicBezTo>
                  <a:pt x="2181856" y="240362"/>
                  <a:pt x="2174487" y="236651"/>
                  <a:pt x="2168170" y="229227"/>
                </a:cubicBezTo>
                <a:cubicBezTo>
                  <a:pt x="2161965" y="221692"/>
                  <a:pt x="2158862" y="211496"/>
                  <a:pt x="2158862" y="198640"/>
                </a:cubicBezTo>
                <a:cubicBezTo>
                  <a:pt x="2158862" y="182128"/>
                  <a:pt x="2164126" y="164508"/>
                  <a:pt x="2174653" y="145781"/>
                </a:cubicBezTo>
                <a:cubicBezTo>
                  <a:pt x="2185181" y="127053"/>
                  <a:pt x="2199089" y="111815"/>
                  <a:pt x="2216377" y="100070"/>
                </a:cubicBezTo>
                <a:cubicBezTo>
                  <a:pt x="2230006" y="90649"/>
                  <a:pt x="2242528" y="85939"/>
                  <a:pt x="2253943" y="85939"/>
                </a:cubicBezTo>
                <a:cubicBezTo>
                  <a:pt x="2259927" y="85939"/>
                  <a:pt x="2265080" y="87157"/>
                  <a:pt x="2269403" y="89596"/>
                </a:cubicBezTo>
                <a:cubicBezTo>
                  <a:pt x="2273724" y="92035"/>
                  <a:pt x="2277991" y="96078"/>
                  <a:pt x="2282202" y="101731"/>
                </a:cubicBezTo>
                <a:lnTo>
                  <a:pt x="2298491" y="43885"/>
                </a:lnTo>
                <a:cubicBezTo>
                  <a:pt x="2299711" y="39783"/>
                  <a:pt x="2300709" y="36515"/>
                  <a:pt x="2301484" y="34076"/>
                </a:cubicBezTo>
                <a:cubicBezTo>
                  <a:pt x="2302814" y="29644"/>
                  <a:pt x="2303478" y="25987"/>
                  <a:pt x="2303478" y="23105"/>
                </a:cubicBezTo>
                <a:cubicBezTo>
                  <a:pt x="2303478" y="20780"/>
                  <a:pt x="2302648" y="18841"/>
                  <a:pt x="2300986" y="17288"/>
                </a:cubicBezTo>
                <a:cubicBezTo>
                  <a:pt x="2298657" y="15405"/>
                  <a:pt x="2295666" y="14463"/>
                  <a:pt x="2292010" y="14463"/>
                </a:cubicBezTo>
                <a:cubicBezTo>
                  <a:pt x="2289460" y="14463"/>
                  <a:pt x="2285249" y="14849"/>
                  <a:pt x="2279375" y="15627"/>
                </a:cubicBezTo>
                <a:lnTo>
                  <a:pt x="2279375" y="9474"/>
                </a:lnTo>
                <a:lnTo>
                  <a:pt x="2336558" y="0"/>
                </a:lnTo>
                <a:moveTo>
                  <a:pt x="2274888" y="118022"/>
                </a:moveTo>
                <a:cubicBezTo>
                  <a:pt x="2274888" y="110930"/>
                  <a:pt x="2272838" y="105223"/>
                  <a:pt x="2268737" y="100899"/>
                </a:cubicBezTo>
                <a:cubicBezTo>
                  <a:pt x="2264637" y="96578"/>
                  <a:pt x="2259429" y="94417"/>
                  <a:pt x="2253113" y="94417"/>
                </a:cubicBezTo>
                <a:cubicBezTo>
                  <a:pt x="2239150" y="94417"/>
                  <a:pt x="2224576" y="105941"/>
                  <a:pt x="2209395" y="128993"/>
                </a:cubicBezTo>
                <a:cubicBezTo>
                  <a:pt x="2194323" y="152041"/>
                  <a:pt x="2186788" y="174096"/>
                  <a:pt x="2186788" y="195151"/>
                </a:cubicBezTo>
                <a:cubicBezTo>
                  <a:pt x="2186788" y="203461"/>
                  <a:pt x="2188616" y="209833"/>
                  <a:pt x="2192273" y="214267"/>
                </a:cubicBezTo>
                <a:cubicBezTo>
                  <a:pt x="2195930" y="218589"/>
                  <a:pt x="2200307" y="220749"/>
                  <a:pt x="2205405" y="220749"/>
                </a:cubicBezTo>
                <a:cubicBezTo>
                  <a:pt x="2216930" y="220749"/>
                  <a:pt x="2231392" y="208282"/>
                  <a:pt x="2248790" y="183349"/>
                </a:cubicBezTo>
                <a:cubicBezTo>
                  <a:pt x="2266189" y="158415"/>
                  <a:pt x="2274888" y="136638"/>
                  <a:pt x="2274888" y="118022"/>
                </a:cubicBezTo>
                <a:moveTo>
                  <a:pt x="2480010" y="137967"/>
                </a:moveTo>
                <a:cubicBezTo>
                  <a:pt x="2480010" y="154591"/>
                  <a:pt x="2475578" y="171046"/>
                  <a:pt x="2466713" y="187338"/>
                </a:cubicBezTo>
                <a:cubicBezTo>
                  <a:pt x="2457958" y="203629"/>
                  <a:pt x="2445713" y="216539"/>
                  <a:pt x="2429977" y="226067"/>
                </a:cubicBezTo>
                <a:cubicBezTo>
                  <a:pt x="2414241" y="235598"/>
                  <a:pt x="2398947" y="240362"/>
                  <a:pt x="2384098" y="240362"/>
                </a:cubicBezTo>
                <a:cubicBezTo>
                  <a:pt x="2368916" y="240362"/>
                  <a:pt x="2356504" y="235544"/>
                  <a:pt x="2346864" y="225902"/>
                </a:cubicBezTo>
                <a:cubicBezTo>
                  <a:pt x="2337333" y="216150"/>
                  <a:pt x="2332569" y="203572"/>
                  <a:pt x="2332569" y="188170"/>
                </a:cubicBezTo>
                <a:cubicBezTo>
                  <a:pt x="2332569" y="171878"/>
                  <a:pt x="2337222" y="155533"/>
                  <a:pt x="2346532" y="139131"/>
                </a:cubicBezTo>
                <a:cubicBezTo>
                  <a:pt x="2355951" y="122732"/>
                  <a:pt x="2368473" y="109766"/>
                  <a:pt x="2384098" y="100234"/>
                </a:cubicBezTo>
                <a:cubicBezTo>
                  <a:pt x="2399835" y="90703"/>
                  <a:pt x="2415017" y="85939"/>
                  <a:pt x="2429645" y="85939"/>
                </a:cubicBezTo>
                <a:cubicBezTo>
                  <a:pt x="2444272" y="85939"/>
                  <a:pt x="2456296" y="90760"/>
                  <a:pt x="2465715" y="100402"/>
                </a:cubicBezTo>
                <a:cubicBezTo>
                  <a:pt x="2475246" y="110041"/>
                  <a:pt x="2480010" y="122565"/>
                  <a:pt x="2480010" y="137967"/>
                </a:cubicBezTo>
                <a:moveTo>
                  <a:pt x="2452418" y="126500"/>
                </a:moveTo>
                <a:cubicBezTo>
                  <a:pt x="2452418" y="116194"/>
                  <a:pt x="2449868" y="108323"/>
                  <a:pt x="2444770" y="102895"/>
                </a:cubicBezTo>
                <a:cubicBezTo>
                  <a:pt x="2439783" y="97353"/>
                  <a:pt x="2433301" y="94584"/>
                  <a:pt x="2425322" y="94584"/>
                </a:cubicBezTo>
                <a:cubicBezTo>
                  <a:pt x="2409032" y="94584"/>
                  <a:pt x="2394017" y="106273"/>
                  <a:pt x="2380275" y="129657"/>
                </a:cubicBezTo>
                <a:cubicBezTo>
                  <a:pt x="2366645" y="152930"/>
                  <a:pt x="2359829" y="176089"/>
                  <a:pt x="2359829" y="199140"/>
                </a:cubicBezTo>
                <a:cubicBezTo>
                  <a:pt x="2359829" y="209668"/>
                  <a:pt x="2362489" y="217813"/>
                  <a:pt x="2367809" y="223574"/>
                </a:cubicBezTo>
                <a:cubicBezTo>
                  <a:pt x="2373128" y="229227"/>
                  <a:pt x="2379831" y="232052"/>
                  <a:pt x="2387921" y="232052"/>
                </a:cubicBezTo>
                <a:cubicBezTo>
                  <a:pt x="2403547" y="232052"/>
                  <a:pt x="2418174" y="220471"/>
                  <a:pt x="2431805" y="197312"/>
                </a:cubicBezTo>
                <a:cubicBezTo>
                  <a:pt x="2445547" y="174039"/>
                  <a:pt x="2452418" y="150434"/>
                  <a:pt x="2452418" y="126500"/>
                </a:cubicBezTo>
                <a:moveTo>
                  <a:pt x="2566615" y="85939"/>
                </a:moveTo>
                <a:lnTo>
                  <a:pt x="2545005" y="160908"/>
                </a:lnTo>
                <a:cubicBezTo>
                  <a:pt x="2554647" y="143288"/>
                  <a:pt x="2562846" y="130046"/>
                  <a:pt x="2569606" y="121179"/>
                </a:cubicBezTo>
                <a:cubicBezTo>
                  <a:pt x="2580134" y="107437"/>
                  <a:pt x="2590385" y="97463"/>
                  <a:pt x="2600359" y="91260"/>
                </a:cubicBezTo>
                <a:cubicBezTo>
                  <a:pt x="2606232" y="87714"/>
                  <a:pt x="2612383" y="85939"/>
                  <a:pt x="2618809" y="85939"/>
                </a:cubicBezTo>
                <a:cubicBezTo>
                  <a:pt x="2624350" y="85939"/>
                  <a:pt x="2628949" y="87714"/>
                  <a:pt x="2632606" y="91260"/>
                </a:cubicBezTo>
                <a:cubicBezTo>
                  <a:pt x="2636263" y="94806"/>
                  <a:pt x="2638092" y="99349"/>
                  <a:pt x="2638092" y="104888"/>
                </a:cubicBezTo>
                <a:cubicBezTo>
                  <a:pt x="2638092" y="110319"/>
                  <a:pt x="2636817" y="117412"/>
                  <a:pt x="2634269" y="126168"/>
                </a:cubicBezTo>
                <a:lnTo>
                  <a:pt x="2622466" y="168389"/>
                </a:lnTo>
                <a:cubicBezTo>
                  <a:pt x="2640530" y="134589"/>
                  <a:pt x="2657651" y="110873"/>
                  <a:pt x="2673831" y="97242"/>
                </a:cubicBezTo>
                <a:cubicBezTo>
                  <a:pt x="2682806" y="89707"/>
                  <a:pt x="2691673" y="85939"/>
                  <a:pt x="2700426" y="85939"/>
                </a:cubicBezTo>
                <a:cubicBezTo>
                  <a:pt x="2705525" y="85939"/>
                  <a:pt x="2709680" y="87714"/>
                  <a:pt x="2712894" y="91260"/>
                </a:cubicBezTo>
                <a:cubicBezTo>
                  <a:pt x="2716217" y="94695"/>
                  <a:pt x="2717881" y="100070"/>
                  <a:pt x="2717881" y="107384"/>
                </a:cubicBezTo>
                <a:cubicBezTo>
                  <a:pt x="2717881" y="113811"/>
                  <a:pt x="2716883" y="120625"/>
                  <a:pt x="2714889" y="127828"/>
                </a:cubicBezTo>
                <a:lnTo>
                  <a:pt x="2696603" y="192491"/>
                </a:lnTo>
                <a:cubicBezTo>
                  <a:pt x="2692614" y="206565"/>
                  <a:pt x="2690619" y="214378"/>
                  <a:pt x="2690619" y="215928"/>
                </a:cubicBezTo>
                <a:cubicBezTo>
                  <a:pt x="2690619" y="217478"/>
                  <a:pt x="2691118" y="218810"/>
                  <a:pt x="2692116" y="219917"/>
                </a:cubicBezTo>
                <a:cubicBezTo>
                  <a:pt x="2692780" y="220692"/>
                  <a:pt x="2693667" y="221081"/>
                  <a:pt x="2694774" y="221081"/>
                </a:cubicBezTo>
                <a:cubicBezTo>
                  <a:pt x="2695883" y="221081"/>
                  <a:pt x="2697822" y="220028"/>
                  <a:pt x="2700593" y="217924"/>
                </a:cubicBezTo>
                <a:cubicBezTo>
                  <a:pt x="2706909" y="213047"/>
                  <a:pt x="2712839" y="206619"/>
                  <a:pt x="2718379" y="198640"/>
                </a:cubicBezTo>
                <a:lnTo>
                  <a:pt x="2723865" y="202133"/>
                </a:lnTo>
                <a:cubicBezTo>
                  <a:pt x="2721094" y="206565"/>
                  <a:pt x="2716163" y="212660"/>
                  <a:pt x="2709071" y="220417"/>
                </a:cubicBezTo>
                <a:cubicBezTo>
                  <a:pt x="2702090" y="228174"/>
                  <a:pt x="2696105" y="233438"/>
                  <a:pt x="2691118" y="236209"/>
                </a:cubicBezTo>
                <a:cubicBezTo>
                  <a:pt x="2686131" y="238980"/>
                  <a:pt x="2681532" y="240362"/>
                  <a:pt x="2677321" y="240362"/>
                </a:cubicBezTo>
                <a:cubicBezTo>
                  <a:pt x="2673442" y="240362"/>
                  <a:pt x="2670173" y="239034"/>
                  <a:pt x="2667514" y="236373"/>
                </a:cubicBezTo>
                <a:cubicBezTo>
                  <a:pt x="2664964" y="233716"/>
                  <a:pt x="2663691" y="230445"/>
                  <a:pt x="2663691" y="226567"/>
                </a:cubicBezTo>
                <a:cubicBezTo>
                  <a:pt x="2663691" y="221249"/>
                  <a:pt x="2665962" y="210554"/>
                  <a:pt x="2670507" y="194484"/>
                </a:cubicBezTo>
                <a:lnTo>
                  <a:pt x="2685632" y="141127"/>
                </a:lnTo>
                <a:cubicBezTo>
                  <a:pt x="2689068" y="128825"/>
                  <a:pt x="2690896" y="122011"/>
                  <a:pt x="2691118" y="120679"/>
                </a:cubicBezTo>
                <a:cubicBezTo>
                  <a:pt x="2691451" y="118576"/>
                  <a:pt x="2691616" y="116526"/>
                  <a:pt x="2691616" y="114530"/>
                </a:cubicBezTo>
                <a:cubicBezTo>
                  <a:pt x="2691616" y="111759"/>
                  <a:pt x="2691007" y="109598"/>
                  <a:pt x="2689787" y="108048"/>
                </a:cubicBezTo>
                <a:cubicBezTo>
                  <a:pt x="2688459" y="106495"/>
                  <a:pt x="2686962" y="105720"/>
                  <a:pt x="2685300" y="105720"/>
                </a:cubicBezTo>
                <a:cubicBezTo>
                  <a:pt x="2680645" y="105720"/>
                  <a:pt x="2675714" y="108102"/>
                  <a:pt x="2670507" y="112869"/>
                </a:cubicBezTo>
                <a:cubicBezTo>
                  <a:pt x="2655213" y="126943"/>
                  <a:pt x="2640918" y="146666"/>
                  <a:pt x="2627619" y="172046"/>
                </a:cubicBezTo>
                <a:cubicBezTo>
                  <a:pt x="2618865" y="188777"/>
                  <a:pt x="2610665" y="210222"/>
                  <a:pt x="2603018" y="236373"/>
                </a:cubicBezTo>
                <a:lnTo>
                  <a:pt x="2577918" y="236373"/>
                </a:lnTo>
                <a:lnTo>
                  <a:pt x="2606342" y="135807"/>
                </a:lnTo>
                <a:cubicBezTo>
                  <a:pt x="2609446" y="124947"/>
                  <a:pt x="2610997" y="117690"/>
                  <a:pt x="2610997" y="114033"/>
                </a:cubicBezTo>
                <a:cubicBezTo>
                  <a:pt x="2610997" y="111040"/>
                  <a:pt x="2610387" y="108823"/>
                  <a:pt x="2609169" y="107384"/>
                </a:cubicBezTo>
                <a:cubicBezTo>
                  <a:pt x="2607949" y="105941"/>
                  <a:pt x="2606453" y="105223"/>
                  <a:pt x="2604680" y="105223"/>
                </a:cubicBezTo>
                <a:cubicBezTo>
                  <a:pt x="2601023" y="105223"/>
                  <a:pt x="2597145" y="106552"/>
                  <a:pt x="2593045" y="109212"/>
                </a:cubicBezTo>
                <a:cubicBezTo>
                  <a:pt x="2586396" y="113533"/>
                  <a:pt x="2577807" y="122786"/>
                  <a:pt x="2567280" y="136971"/>
                </a:cubicBezTo>
                <a:cubicBezTo>
                  <a:pt x="2556863" y="151155"/>
                  <a:pt x="2548774" y="164729"/>
                  <a:pt x="2543010" y="177696"/>
                </a:cubicBezTo>
                <a:cubicBezTo>
                  <a:pt x="2540239" y="183792"/>
                  <a:pt x="2533647" y="203351"/>
                  <a:pt x="2523230" y="236373"/>
                </a:cubicBezTo>
                <a:lnTo>
                  <a:pt x="2498628" y="236373"/>
                </a:lnTo>
                <a:lnTo>
                  <a:pt x="2529379" y="128660"/>
                </a:lnTo>
                <a:lnTo>
                  <a:pt x="2533370" y="114697"/>
                </a:lnTo>
                <a:cubicBezTo>
                  <a:pt x="2534145" y="112591"/>
                  <a:pt x="2534532" y="111040"/>
                  <a:pt x="2534532" y="110041"/>
                </a:cubicBezTo>
                <a:cubicBezTo>
                  <a:pt x="2534532" y="107605"/>
                  <a:pt x="2533425" y="105444"/>
                  <a:pt x="2531208" y="103559"/>
                </a:cubicBezTo>
                <a:cubicBezTo>
                  <a:pt x="2528992" y="101566"/>
                  <a:pt x="2526167" y="100567"/>
                  <a:pt x="2522731" y="100567"/>
                </a:cubicBezTo>
                <a:cubicBezTo>
                  <a:pt x="2521290" y="100567"/>
                  <a:pt x="2517301" y="101231"/>
                  <a:pt x="2510763" y="102563"/>
                </a:cubicBezTo>
                <a:lnTo>
                  <a:pt x="2509267" y="96413"/>
                </a:lnTo>
                <a:lnTo>
                  <a:pt x="2566615" y="85939"/>
                </a:lnTo>
                <a:moveTo>
                  <a:pt x="2912365" y="44714"/>
                </a:moveTo>
                <a:lnTo>
                  <a:pt x="2899398" y="89928"/>
                </a:lnTo>
                <a:lnTo>
                  <a:pt x="2925496" y="89928"/>
                </a:lnTo>
                <a:lnTo>
                  <a:pt x="2922671" y="100402"/>
                </a:lnTo>
                <a:lnTo>
                  <a:pt x="2896740" y="100402"/>
                </a:lnTo>
                <a:lnTo>
                  <a:pt x="2868149" y="198476"/>
                </a:lnTo>
                <a:cubicBezTo>
                  <a:pt x="2865046" y="209004"/>
                  <a:pt x="2863494" y="215818"/>
                  <a:pt x="2863494" y="218921"/>
                </a:cubicBezTo>
                <a:cubicBezTo>
                  <a:pt x="2863494" y="220803"/>
                  <a:pt x="2863937" y="222245"/>
                  <a:pt x="2864824" y="223242"/>
                </a:cubicBezTo>
                <a:cubicBezTo>
                  <a:pt x="2865712" y="224239"/>
                  <a:pt x="2866764" y="224738"/>
                  <a:pt x="2867983" y="224738"/>
                </a:cubicBezTo>
                <a:cubicBezTo>
                  <a:pt x="2870753" y="224738"/>
                  <a:pt x="2874409" y="222799"/>
                  <a:pt x="2878954" y="218921"/>
                </a:cubicBezTo>
                <a:cubicBezTo>
                  <a:pt x="2881614" y="216703"/>
                  <a:pt x="2887542" y="209889"/>
                  <a:pt x="2896740" y="198476"/>
                </a:cubicBezTo>
                <a:lnTo>
                  <a:pt x="2902225" y="202630"/>
                </a:lnTo>
                <a:cubicBezTo>
                  <a:pt x="2892029" y="217478"/>
                  <a:pt x="2882389" y="227952"/>
                  <a:pt x="2873302" y="234048"/>
                </a:cubicBezTo>
                <a:cubicBezTo>
                  <a:pt x="2867096" y="238258"/>
                  <a:pt x="2860835" y="240362"/>
                  <a:pt x="2854518" y="240362"/>
                </a:cubicBezTo>
                <a:cubicBezTo>
                  <a:pt x="2849642" y="240362"/>
                  <a:pt x="2845653" y="238869"/>
                  <a:pt x="2842550" y="235876"/>
                </a:cubicBezTo>
                <a:cubicBezTo>
                  <a:pt x="2839448" y="232773"/>
                  <a:pt x="2837896" y="228838"/>
                  <a:pt x="2837896" y="224074"/>
                </a:cubicBezTo>
                <a:cubicBezTo>
                  <a:pt x="2837896" y="218089"/>
                  <a:pt x="2839668" y="208947"/>
                  <a:pt x="2843215" y="196647"/>
                </a:cubicBezTo>
                <a:lnTo>
                  <a:pt x="2870974" y="100402"/>
                </a:lnTo>
                <a:lnTo>
                  <a:pt x="2845874" y="100402"/>
                </a:lnTo>
                <a:lnTo>
                  <a:pt x="2847537" y="93917"/>
                </a:lnTo>
                <a:cubicBezTo>
                  <a:pt x="2859727" y="90593"/>
                  <a:pt x="2869867" y="85664"/>
                  <a:pt x="2877956" y="79125"/>
                </a:cubicBezTo>
                <a:cubicBezTo>
                  <a:pt x="2886046" y="72476"/>
                  <a:pt x="2895077" y="61005"/>
                  <a:pt x="2905051" y="44714"/>
                </a:cubicBezTo>
                <a:lnTo>
                  <a:pt x="2912365" y="44714"/>
                </a:lnTo>
                <a:moveTo>
                  <a:pt x="3076098" y="137967"/>
                </a:moveTo>
                <a:cubicBezTo>
                  <a:pt x="3076098" y="154591"/>
                  <a:pt x="3071666" y="171046"/>
                  <a:pt x="3062799" y="187338"/>
                </a:cubicBezTo>
                <a:cubicBezTo>
                  <a:pt x="3054046" y="203629"/>
                  <a:pt x="3041799" y="216539"/>
                  <a:pt x="3026063" y="226067"/>
                </a:cubicBezTo>
                <a:cubicBezTo>
                  <a:pt x="3010328" y="235598"/>
                  <a:pt x="2995035" y="240362"/>
                  <a:pt x="2980185" y="240362"/>
                </a:cubicBezTo>
                <a:cubicBezTo>
                  <a:pt x="2965003" y="240362"/>
                  <a:pt x="2952592" y="235544"/>
                  <a:pt x="2942950" y="225902"/>
                </a:cubicBezTo>
                <a:cubicBezTo>
                  <a:pt x="2933420" y="216150"/>
                  <a:pt x="2928655" y="203572"/>
                  <a:pt x="2928655" y="188170"/>
                </a:cubicBezTo>
                <a:cubicBezTo>
                  <a:pt x="2928655" y="171878"/>
                  <a:pt x="2933310" y="155533"/>
                  <a:pt x="2942618" y="139131"/>
                </a:cubicBezTo>
                <a:cubicBezTo>
                  <a:pt x="2952037" y="122732"/>
                  <a:pt x="2964561" y="109766"/>
                  <a:pt x="2980185" y="100234"/>
                </a:cubicBezTo>
                <a:cubicBezTo>
                  <a:pt x="2995921" y="90703"/>
                  <a:pt x="3011103" y="85939"/>
                  <a:pt x="3025731" y="85939"/>
                </a:cubicBezTo>
                <a:cubicBezTo>
                  <a:pt x="3040358" y="85939"/>
                  <a:pt x="3052382" y="90760"/>
                  <a:pt x="3061803" y="100402"/>
                </a:cubicBezTo>
                <a:cubicBezTo>
                  <a:pt x="3071332" y="110041"/>
                  <a:pt x="3076098" y="122565"/>
                  <a:pt x="3076098" y="137967"/>
                </a:cubicBezTo>
                <a:moveTo>
                  <a:pt x="3048504" y="126500"/>
                </a:moveTo>
                <a:cubicBezTo>
                  <a:pt x="3048504" y="116194"/>
                  <a:pt x="3045956" y="108323"/>
                  <a:pt x="3040858" y="102895"/>
                </a:cubicBezTo>
                <a:cubicBezTo>
                  <a:pt x="3035871" y="97353"/>
                  <a:pt x="3029388" y="94584"/>
                  <a:pt x="3021409" y="94584"/>
                </a:cubicBezTo>
                <a:cubicBezTo>
                  <a:pt x="3005118" y="94584"/>
                  <a:pt x="2990103" y="106273"/>
                  <a:pt x="2976362" y="129657"/>
                </a:cubicBezTo>
                <a:cubicBezTo>
                  <a:pt x="2962732" y="152930"/>
                  <a:pt x="2955917" y="176089"/>
                  <a:pt x="2955917" y="199140"/>
                </a:cubicBezTo>
                <a:cubicBezTo>
                  <a:pt x="2955917" y="209668"/>
                  <a:pt x="2958576" y="217813"/>
                  <a:pt x="2963895" y="223574"/>
                </a:cubicBezTo>
                <a:cubicBezTo>
                  <a:pt x="2969214" y="229227"/>
                  <a:pt x="2975919" y="232052"/>
                  <a:pt x="2984009" y="232052"/>
                </a:cubicBezTo>
                <a:cubicBezTo>
                  <a:pt x="2999633" y="232052"/>
                  <a:pt x="3014262" y="220471"/>
                  <a:pt x="3027891" y="197312"/>
                </a:cubicBezTo>
                <a:cubicBezTo>
                  <a:pt x="3041633" y="174039"/>
                  <a:pt x="3048504" y="150434"/>
                  <a:pt x="3048504" y="126500"/>
                </a:cubicBezTo>
                <a:moveTo>
                  <a:pt x="3302664" y="23437"/>
                </a:moveTo>
                <a:lnTo>
                  <a:pt x="3277563" y="110873"/>
                </a:lnTo>
                <a:lnTo>
                  <a:pt x="3285211" y="110873"/>
                </a:lnTo>
                <a:cubicBezTo>
                  <a:pt x="3305379" y="110873"/>
                  <a:pt x="3320062" y="108213"/>
                  <a:pt x="3329261" y="102895"/>
                </a:cubicBezTo>
                <a:cubicBezTo>
                  <a:pt x="3338569" y="97574"/>
                  <a:pt x="3346436" y="88157"/>
                  <a:pt x="3352864" y="74636"/>
                </a:cubicBezTo>
                <a:lnTo>
                  <a:pt x="3359014" y="74636"/>
                </a:lnTo>
                <a:lnTo>
                  <a:pt x="3333748" y="162404"/>
                </a:lnTo>
                <a:lnTo>
                  <a:pt x="3327930" y="162404"/>
                </a:lnTo>
                <a:cubicBezTo>
                  <a:pt x="3328927" y="156530"/>
                  <a:pt x="3329427" y="151766"/>
                  <a:pt x="3329427" y="148109"/>
                </a:cubicBezTo>
                <a:cubicBezTo>
                  <a:pt x="3329427" y="142013"/>
                  <a:pt x="3327598" y="137027"/>
                  <a:pt x="3323941" y="133149"/>
                </a:cubicBezTo>
                <a:cubicBezTo>
                  <a:pt x="3320395" y="129268"/>
                  <a:pt x="3315740" y="126500"/>
                  <a:pt x="3309978" y="124836"/>
                </a:cubicBezTo>
                <a:cubicBezTo>
                  <a:pt x="3306211" y="123729"/>
                  <a:pt x="3298397" y="123175"/>
                  <a:pt x="3286541" y="123175"/>
                </a:cubicBezTo>
                <a:lnTo>
                  <a:pt x="3273574" y="123175"/>
                </a:lnTo>
                <a:lnTo>
                  <a:pt x="3251965" y="198808"/>
                </a:lnTo>
                <a:cubicBezTo>
                  <a:pt x="3250080" y="205457"/>
                  <a:pt x="3249139" y="210386"/>
                  <a:pt x="3249139" y="213600"/>
                </a:cubicBezTo>
                <a:cubicBezTo>
                  <a:pt x="3249139" y="216150"/>
                  <a:pt x="3250358" y="218200"/>
                  <a:pt x="3252796" y="219753"/>
                </a:cubicBezTo>
                <a:cubicBezTo>
                  <a:pt x="3256342" y="221967"/>
                  <a:pt x="3263047" y="223077"/>
                  <a:pt x="3272910" y="223077"/>
                </a:cubicBezTo>
                <a:cubicBezTo>
                  <a:pt x="3291859" y="223077"/>
                  <a:pt x="3309701" y="219085"/>
                  <a:pt x="3326434" y="211107"/>
                </a:cubicBezTo>
                <a:cubicBezTo>
                  <a:pt x="3343168" y="203019"/>
                  <a:pt x="3358183" y="190827"/>
                  <a:pt x="3371482" y="174539"/>
                </a:cubicBezTo>
                <a:lnTo>
                  <a:pt x="3378297" y="174539"/>
                </a:lnTo>
                <a:lnTo>
                  <a:pt x="3354859" y="236373"/>
                </a:lnTo>
                <a:lnTo>
                  <a:pt x="3162037" y="236373"/>
                </a:lnTo>
                <a:lnTo>
                  <a:pt x="3164032" y="230224"/>
                </a:lnTo>
                <a:cubicBezTo>
                  <a:pt x="3175334" y="230224"/>
                  <a:pt x="3183591" y="228117"/>
                  <a:pt x="3188799" y="223906"/>
                </a:cubicBezTo>
                <a:cubicBezTo>
                  <a:pt x="3194008" y="219585"/>
                  <a:pt x="3198716" y="210165"/>
                  <a:pt x="3202928" y="195648"/>
                </a:cubicBezTo>
                <a:lnTo>
                  <a:pt x="3245316" y="50535"/>
                </a:lnTo>
                <a:cubicBezTo>
                  <a:pt x="3247643" y="42443"/>
                  <a:pt x="3248807" y="36072"/>
                  <a:pt x="3248807" y="31418"/>
                </a:cubicBezTo>
                <a:cubicBezTo>
                  <a:pt x="3248807" y="27205"/>
                  <a:pt x="3247310" y="23994"/>
                  <a:pt x="3244319" y="21777"/>
                </a:cubicBezTo>
                <a:cubicBezTo>
                  <a:pt x="3241327" y="19448"/>
                  <a:pt x="3234511" y="17898"/>
                  <a:pt x="3223873" y="17123"/>
                </a:cubicBezTo>
                <a:lnTo>
                  <a:pt x="3225701" y="10971"/>
                </a:lnTo>
                <a:lnTo>
                  <a:pt x="3405392" y="10971"/>
                </a:lnTo>
                <a:lnTo>
                  <a:pt x="3390930" y="67323"/>
                </a:lnTo>
                <a:lnTo>
                  <a:pt x="3384945" y="67323"/>
                </a:lnTo>
                <a:cubicBezTo>
                  <a:pt x="3384502" y="56241"/>
                  <a:pt x="3382785" y="48428"/>
                  <a:pt x="3379792" y="43885"/>
                </a:cubicBezTo>
                <a:cubicBezTo>
                  <a:pt x="3375139" y="36793"/>
                  <a:pt x="3368932" y="31640"/>
                  <a:pt x="3361176" y="28426"/>
                </a:cubicBezTo>
                <a:cubicBezTo>
                  <a:pt x="3353528" y="25101"/>
                  <a:pt x="3341062" y="23437"/>
                  <a:pt x="3323774" y="23437"/>
                </a:cubicBezTo>
                <a:lnTo>
                  <a:pt x="3302664" y="23437"/>
                </a:lnTo>
                <a:moveTo>
                  <a:pt x="3416528" y="92256"/>
                </a:moveTo>
                <a:lnTo>
                  <a:pt x="3474541" y="82282"/>
                </a:lnTo>
                <a:cubicBezTo>
                  <a:pt x="3485069" y="98795"/>
                  <a:pt x="3492494" y="116969"/>
                  <a:pt x="3496816" y="136806"/>
                </a:cubicBezTo>
                <a:cubicBezTo>
                  <a:pt x="3507676" y="120736"/>
                  <a:pt x="3515876" y="109487"/>
                  <a:pt x="3521418" y="103059"/>
                </a:cubicBezTo>
                <a:cubicBezTo>
                  <a:pt x="3528842" y="94417"/>
                  <a:pt x="3534938" y="88821"/>
                  <a:pt x="3539702" y="86271"/>
                </a:cubicBezTo>
                <a:cubicBezTo>
                  <a:pt x="3544578" y="83611"/>
                  <a:pt x="3549731" y="82282"/>
                  <a:pt x="3555161" y="82282"/>
                </a:cubicBezTo>
                <a:cubicBezTo>
                  <a:pt x="3561256" y="82282"/>
                  <a:pt x="3565911" y="83946"/>
                  <a:pt x="3569125" y="87268"/>
                </a:cubicBezTo>
                <a:cubicBezTo>
                  <a:pt x="3572449" y="90593"/>
                  <a:pt x="3574112" y="95081"/>
                  <a:pt x="3574112" y="100734"/>
                </a:cubicBezTo>
                <a:cubicBezTo>
                  <a:pt x="3574112" y="106052"/>
                  <a:pt x="3572449" y="110430"/>
                  <a:pt x="3569125" y="113865"/>
                </a:cubicBezTo>
                <a:cubicBezTo>
                  <a:pt x="3565911" y="117190"/>
                  <a:pt x="3561866" y="118851"/>
                  <a:pt x="3556990" y="118851"/>
                </a:cubicBezTo>
                <a:cubicBezTo>
                  <a:pt x="3553444" y="118851"/>
                  <a:pt x="3549344" y="118243"/>
                  <a:pt x="3544689" y="117023"/>
                </a:cubicBezTo>
                <a:cubicBezTo>
                  <a:pt x="3540145" y="115694"/>
                  <a:pt x="3536988" y="115029"/>
                  <a:pt x="3535213" y="115029"/>
                </a:cubicBezTo>
                <a:cubicBezTo>
                  <a:pt x="3530560" y="115029"/>
                  <a:pt x="3526128" y="116690"/>
                  <a:pt x="3521916" y="120015"/>
                </a:cubicBezTo>
                <a:cubicBezTo>
                  <a:pt x="3516154" y="124561"/>
                  <a:pt x="3509062" y="134256"/>
                  <a:pt x="3500639" y="149105"/>
                </a:cubicBezTo>
                <a:cubicBezTo>
                  <a:pt x="3510058" y="182349"/>
                  <a:pt x="3517593" y="202630"/>
                  <a:pt x="3523246" y="209943"/>
                </a:cubicBezTo>
                <a:cubicBezTo>
                  <a:pt x="3526571" y="214267"/>
                  <a:pt x="3529951" y="216428"/>
                  <a:pt x="3533385" y="216428"/>
                </a:cubicBezTo>
                <a:cubicBezTo>
                  <a:pt x="3536267" y="216428"/>
                  <a:pt x="3538761" y="215707"/>
                  <a:pt x="3540866" y="214267"/>
                </a:cubicBezTo>
                <a:cubicBezTo>
                  <a:pt x="3544080" y="211939"/>
                  <a:pt x="3549012" y="206122"/>
                  <a:pt x="3555660" y="196812"/>
                </a:cubicBezTo>
                <a:lnTo>
                  <a:pt x="3561645" y="200304"/>
                </a:lnTo>
                <a:cubicBezTo>
                  <a:pt x="3551892" y="216039"/>
                  <a:pt x="3542362" y="227120"/>
                  <a:pt x="3533053" y="233548"/>
                </a:cubicBezTo>
                <a:cubicBezTo>
                  <a:pt x="3525960" y="238534"/>
                  <a:pt x="3518979" y="241029"/>
                  <a:pt x="3512108" y="241029"/>
                </a:cubicBezTo>
                <a:cubicBezTo>
                  <a:pt x="3505016" y="241029"/>
                  <a:pt x="3499088" y="239476"/>
                  <a:pt x="3494323" y="236373"/>
                </a:cubicBezTo>
                <a:cubicBezTo>
                  <a:pt x="3489669" y="233159"/>
                  <a:pt x="3485513" y="228006"/>
                  <a:pt x="3481855" y="220914"/>
                </a:cubicBezTo>
                <a:cubicBezTo>
                  <a:pt x="3478198" y="213711"/>
                  <a:pt x="3473877" y="202243"/>
                  <a:pt x="3468890" y="186506"/>
                </a:cubicBezTo>
                <a:cubicBezTo>
                  <a:pt x="3455924" y="203019"/>
                  <a:pt x="3445729" y="215096"/>
                  <a:pt x="3438304" y="222742"/>
                </a:cubicBezTo>
                <a:cubicBezTo>
                  <a:pt x="3430990" y="230280"/>
                  <a:pt x="3424896" y="235209"/>
                  <a:pt x="3420019" y="237537"/>
                </a:cubicBezTo>
                <a:cubicBezTo>
                  <a:pt x="3415143" y="239865"/>
                  <a:pt x="3409934" y="241029"/>
                  <a:pt x="3404394" y="241029"/>
                </a:cubicBezTo>
                <a:cubicBezTo>
                  <a:pt x="3398632" y="241029"/>
                  <a:pt x="3394089" y="239366"/>
                  <a:pt x="3390764" y="236041"/>
                </a:cubicBezTo>
                <a:cubicBezTo>
                  <a:pt x="3387329" y="232716"/>
                  <a:pt x="3385611" y="228395"/>
                  <a:pt x="3385611" y="223077"/>
                </a:cubicBezTo>
                <a:cubicBezTo>
                  <a:pt x="3385611" y="217425"/>
                  <a:pt x="3387440" y="212771"/>
                  <a:pt x="3391096" y="209114"/>
                </a:cubicBezTo>
                <a:cubicBezTo>
                  <a:pt x="3394753" y="205457"/>
                  <a:pt x="3399407" y="203629"/>
                  <a:pt x="3405060" y="203629"/>
                </a:cubicBezTo>
                <a:cubicBezTo>
                  <a:pt x="3408052" y="203629"/>
                  <a:pt x="3411431" y="204515"/>
                  <a:pt x="3415198" y="206286"/>
                </a:cubicBezTo>
                <a:cubicBezTo>
                  <a:pt x="3420740" y="208947"/>
                  <a:pt x="3424729" y="210275"/>
                  <a:pt x="3427167" y="210275"/>
                </a:cubicBezTo>
                <a:cubicBezTo>
                  <a:pt x="3430381" y="210275"/>
                  <a:pt x="3433263" y="209611"/>
                  <a:pt x="3435811" y="208282"/>
                </a:cubicBezTo>
                <a:cubicBezTo>
                  <a:pt x="3439135" y="206619"/>
                  <a:pt x="3443346" y="203019"/>
                  <a:pt x="3448444" y="197476"/>
                </a:cubicBezTo>
                <a:cubicBezTo>
                  <a:pt x="3451547" y="194041"/>
                  <a:pt x="3457254" y="186727"/>
                  <a:pt x="3465565" y="175535"/>
                </a:cubicBezTo>
                <a:cubicBezTo>
                  <a:pt x="3454927" y="136085"/>
                  <a:pt x="3446615" y="112480"/>
                  <a:pt x="3440632" y="104723"/>
                </a:cubicBezTo>
                <a:cubicBezTo>
                  <a:pt x="3436864" y="99738"/>
                  <a:pt x="3432099" y="97242"/>
                  <a:pt x="3426336" y="97242"/>
                </a:cubicBezTo>
                <a:cubicBezTo>
                  <a:pt x="3423344" y="97242"/>
                  <a:pt x="3419687" y="97685"/>
                  <a:pt x="3415366" y="98574"/>
                </a:cubicBezTo>
                <a:lnTo>
                  <a:pt x="3416528" y="92256"/>
                </a:lnTo>
                <a:moveTo>
                  <a:pt x="3668859" y="41725"/>
                </a:moveTo>
                <a:lnTo>
                  <a:pt x="3655562" y="86936"/>
                </a:lnTo>
                <a:lnTo>
                  <a:pt x="3677337" y="86936"/>
                </a:lnTo>
                <a:lnTo>
                  <a:pt x="3671520" y="106052"/>
                </a:lnTo>
                <a:lnTo>
                  <a:pt x="3650077" y="106052"/>
                </a:lnTo>
                <a:lnTo>
                  <a:pt x="3622317" y="202465"/>
                </a:lnTo>
                <a:cubicBezTo>
                  <a:pt x="3620544" y="208447"/>
                  <a:pt x="3619656" y="212993"/>
                  <a:pt x="3619656" y="216096"/>
                </a:cubicBezTo>
                <a:cubicBezTo>
                  <a:pt x="3619656" y="217535"/>
                  <a:pt x="3620156" y="218810"/>
                  <a:pt x="3621153" y="219917"/>
                </a:cubicBezTo>
                <a:cubicBezTo>
                  <a:pt x="3622150" y="220914"/>
                  <a:pt x="3623259" y="221414"/>
                  <a:pt x="3624477" y="221414"/>
                </a:cubicBezTo>
                <a:cubicBezTo>
                  <a:pt x="3626362" y="221414"/>
                  <a:pt x="3628302" y="220638"/>
                  <a:pt x="3630295" y="219085"/>
                </a:cubicBezTo>
                <a:cubicBezTo>
                  <a:pt x="3635394" y="215207"/>
                  <a:pt x="3641322" y="208447"/>
                  <a:pt x="3648082" y="198808"/>
                </a:cubicBezTo>
                <a:lnTo>
                  <a:pt x="3653900" y="202465"/>
                </a:lnTo>
                <a:cubicBezTo>
                  <a:pt x="3646254" y="215761"/>
                  <a:pt x="3637831" y="225513"/>
                  <a:pt x="3628634" y="231720"/>
                </a:cubicBezTo>
                <a:cubicBezTo>
                  <a:pt x="3619435" y="237926"/>
                  <a:pt x="3610403" y="241029"/>
                  <a:pt x="3601538" y="241029"/>
                </a:cubicBezTo>
                <a:cubicBezTo>
                  <a:pt x="3594003" y="241029"/>
                  <a:pt x="3588130" y="239144"/>
                  <a:pt x="3583918" y="235377"/>
                </a:cubicBezTo>
                <a:cubicBezTo>
                  <a:pt x="3579818" y="231498"/>
                  <a:pt x="3577768" y="226623"/>
                  <a:pt x="3577768" y="220749"/>
                </a:cubicBezTo>
                <a:cubicBezTo>
                  <a:pt x="3577768" y="214321"/>
                  <a:pt x="3579209" y="206065"/>
                  <a:pt x="3582090" y="195980"/>
                </a:cubicBezTo>
                <a:lnTo>
                  <a:pt x="3608353" y="106052"/>
                </a:lnTo>
                <a:lnTo>
                  <a:pt x="3585747" y="106052"/>
                </a:lnTo>
                <a:lnTo>
                  <a:pt x="3589071" y="93753"/>
                </a:lnTo>
                <a:cubicBezTo>
                  <a:pt x="3603256" y="88543"/>
                  <a:pt x="3615224" y="82450"/>
                  <a:pt x="3624977" y="75468"/>
                </a:cubicBezTo>
                <a:cubicBezTo>
                  <a:pt x="3634728" y="68487"/>
                  <a:pt x="3646475" y="57238"/>
                  <a:pt x="3660217" y="41725"/>
                </a:cubicBezTo>
                <a:lnTo>
                  <a:pt x="3668859" y="41725"/>
                </a:lnTo>
                <a:moveTo>
                  <a:pt x="3746654" y="82282"/>
                </a:moveTo>
                <a:lnTo>
                  <a:pt x="3721554" y="175703"/>
                </a:lnTo>
                <a:cubicBezTo>
                  <a:pt x="3742166" y="130157"/>
                  <a:pt x="3757680" y="102120"/>
                  <a:pt x="3768097" y="91592"/>
                </a:cubicBezTo>
                <a:cubicBezTo>
                  <a:pt x="3774192" y="85386"/>
                  <a:pt x="3780619" y="82282"/>
                  <a:pt x="3787380" y="82282"/>
                </a:cubicBezTo>
                <a:cubicBezTo>
                  <a:pt x="3792034" y="82282"/>
                  <a:pt x="3795802" y="84000"/>
                  <a:pt x="3798682" y="87435"/>
                </a:cubicBezTo>
                <a:cubicBezTo>
                  <a:pt x="3801564" y="90760"/>
                  <a:pt x="3803005" y="95524"/>
                  <a:pt x="3803005" y="101731"/>
                </a:cubicBezTo>
                <a:cubicBezTo>
                  <a:pt x="3803005" y="112480"/>
                  <a:pt x="3800400" y="121511"/>
                  <a:pt x="3795192" y="128825"/>
                </a:cubicBezTo>
                <a:cubicBezTo>
                  <a:pt x="3791867" y="133481"/>
                  <a:pt x="3788155" y="135807"/>
                  <a:pt x="3784055" y="135807"/>
                </a:cubicBezTo>
                <a:cubicBezTo>
                  <a:pt x="3779621" y="135807"/>
                  <a:pt x="3776297" y="133757"/>
                  <a:pt x="3774081" y="129657"/>
                </a:cubicBezTo>
                <a:cubicBezTo>
                  <a:pt x="3771865" y="125557"/>
                  <a:pt x="3770313" y="123175"/>
                  <a:pt x="3769427" y="122508"/>
                </a:cubicBezTo>
                <a:cubicBezTo>
                  <a:pt x="3768540" y="121733"/>
                  <a:pt x="3767598" y="121347"/>
                  <a:pt x="3766601" y="121347"/>
                </a:cubicBezTo>
                <a:cubicBezTo>
                  <a:pt x="3765494" y="121347"/>
                  <a:pt x="3764330" y="121679"/>
                  <a:pt x="3763110" y="122343"/>
                </a:cubicBezTo>
                <a:cubicBezTo>
                  <a:pt x="3760673" y="123672"/>
                  <a:pt x="3757459" y="126943"/>
                  <a:pt x="3753470" y="132150"/>
                </a:cubicBezTo>
                <a:cubicBezTo>
                  <a:pt x="3749590" y="137249"/>
                  <a:pt x="3744770" y="145837"/>
                  <a:pt x="3739007" y="157915"/>
                </a:cubicBezTo>
                <a:cubicBezTo>
                  <a:pt x="3733245" y="169993"/>
                  <a:pt x="3728757" y="180245"/>
                  <a:pt x="3725544" y="188666"/>
                </a:cubicBezTo>
                <a:cubicBezTo>
                  <a:pt x="3722330" y="196980"/>
                  <a:pt x="3717841" y="212882"/>
                  <a:pt x="3712079" y="236373"/>
                </a:cubicBezTo>
                <a:lnTo>
                  <a:pt x="3671852" y="236373"/>
                </a:lnTo>
                <a:lnTo>
                  <a:pt x="3699280" y="126168"/>
                </a:lnTo>
                <a:cubicBezTo>
                  <a:pt x="3701274" y="117965"/>
                  <a:pt x="3702271" y="112537"/>
                  <a:pt x="3702271" y="109876"/>
                </a:cubicBezTo>
                <a:cubicBezTo>
                  <a:pt x="3702271" y="106884"/>
                  <a:pt x="3701717" y="104556"/>
                  <a:pt x="3700610" y="102895"/>
                </a:cubicBezTo>
                <a:cubicBezTo>
                  <a:pt x="3699612" y="101231"/>
                  <a:pt x="3698171" y="100013"/>
                  <a:pt x="3696287" y="99238"/>
                </a:cubicBezTo>
                <a:cubicBezTo>
                  <a:pt x="3694514" y="98463"/>
                  <a:pt x="3690747" y="98074"/>
                  <a:pt x="3684984" y="98074"/>
                </a:cubicBezTo>
                <a:lnTo>
                  <a:pt x="3686479" y="93253"/>
                </a:lnTo>
                <a:lnTo>
                  <a:pt x="3736680" y="82282"/>
                </a:lnTo>
                <a:lnTo>
                  <a:pt x="3746654" y="82282"/>
                </a:lnTo>
                <a:moveTo>
                  <a:pt x="3961751" y="84610"/>
                </a:moveTo>
                <a:lnTo>
                  <a:pt x="3929502" y="195151"/>
                </a:lnTo>
                <a:lnTo>
                  <a:pt x="3926179" y="208615"/>
                </a:lnTo>
                <a:cubicBezTo>
                  <a:pt x="3925845" y="210275"/>
                  <a:pt x="3925679" y="211496"/>
                  <a:pt x="3925679" y="212271"/>
                </a:cubicBezTo>
                <a:cubicBezTo>
                  <a:pt x="3925679" y="213600"/>
                  <a:pt x="3926123" y="214764"/>
                  <a:pt x="3927009" y="215761"/>
                </a:cubicBezTo>
                <a:cubicBezTo>
                  <a:pt x="3928007" y="216760"/>
                  <a:pt x="3929004" y="217257"/>
                  <a:pt x="3930002" y="217257"/>
                </a:cubicBezTo>
                <a:cubicBezTo>
                  <a:pt x="3932328" y="217257"/>
                  <a:pt x="3935542" y="215485"/>
                  <a:pt x="3939642" y="211939"/>
                </a:cubicBezTo>
                <a:cubicBezTo>
                  <a:pt x="3941304" y="210497"/>
                  <a:pt x="3945293" y="205401"/>
                  <a:pt x="3951611" y="196647"/>
                </a:cubicBezTo>
                <a:lnTo>
                  <a:pt x="3957428" y="199637"/>
                </a:lnTo>
                <a:cubicBezTo>
                  <a:pt x="3949561" y="214043"/>
                  <a:pt x="3941138" y="224571"/>
                  <a:pt x="3932162" y="231220"/>
                </a:cubicBezTo>
                <a:cubicBezTo>
                  <a:pt x="3923297" y="237759"/>
                  <a:pt x="3913710" y="241029"/>
                  <a:pt x="3903405" y="241029"/>
                </a:cubicBezTo>
                <a:cubicBezTo>
                  <a:pt x="3897088" y="241029"/>
                  <a:pt x="3892269" y="239423"/>
                  <a:pt x="3888944" y="236209"/>
                </a:cubicBezTo>
                <a:cubicBezTo>
                  <a:pt x="3885619" y="232884"/>
                  <a:pt x="3883957" y="228727"/>
                  <a:pt x="3883957" y="223742"/>
                </a:cubicBezTo>
                <a:cubicBezTo>
                  <a:pt x="3883957" y="219420"/>
                  <a:pt x="3885730" y="211386"/>
                  <a:pt x="3889276" y="199637"/>
                </a:cubicBezTo>
                <a:lnTo>
                  <a:pt x="3893265" y="186174"/>
                </a:lnTo>
                <a:cubicBezTo>
                  <a:pt x="3880410" y="208226"/>
                  <a:pt x="3868055" y="223852"/>
                  <a:pt x="3856197" y="233049"/>
                </a:cubicBezTo>
                <a:cubicBezTo>
                  <a:pt x="3849326" y="238369"/>
                  <a:pt x="3842012" y="241029"/>
                  <a:pt x="3834256" y="241029"/>
                </a:cubicBezTo>
                <a:cubicBezTo>
                  <a:pt x="3824060" y="241029"/>
                  <a:pt x="3816690" y="236873"/>
                  <a:pt x="3812147" y="228563"/>
                </a:cubicBezTo>
                <a:cubicBezTo>
                  <a:pt x="3807603" y="220139"/>
                  <a:pt x="3805332" y="210664"/>
                  <a:pt x="3805332" y="200137"/>
                </a:cubicBezTo>
                <a:cubicBezTo>
                  <a:pt x="3805332" y="184513"/>
                  <a:pt x="3810097" y="166615"/>
                  <a:pt x="3819627" y="146445"/>
                </a:cubicBezTo>
                <a:cubicBezTo>
                  <a:pt x="3829157" y="126168"/>
                  <a:pt x="3841680" y="109876"/>
                  <a:pt x="3857194" y="97574"/>
                </a:cubicBezTo>
                <a:cubicBezTo>
                  <a:pt x="3869939" y="87381"/>
                  <a:pt x="3881906" y="82282"/>
                  <a:pt x="3893099" y="82282"/>
                </a:cubicBezTo>
                <a:cubicBezTo>
                  <a:pt x="3899304" y="82282"/>
                  <a:pt x="3904291" y="84111"/>
                  <a:pt x="3908059" y="87768"/>
                </a:cubicBezTo>
                <a:cubicBezTo>
                  <a:pt x="3911828" y="91314"/>
                  <a:pt x="3914598" y="97852"/>
                  <a:pt x="3916371" y="107384"/>
                </a:cubicBezTo>
                <a:lnTo>
                  <a:pt x="3922356" y="86936"/>
                </a:lnTo>
                <a:lnTo>
                  <a:pt x="3961751" y="84610"/>
                </a:lnTo>
                <a:moveTo>
                  <a:pt x="3908559" y="116194"/>
                </a:moveTo>
                <a:cubicBezTo>
                  <a:pt x="3908559" y="107216"/>
                  <a:pt x="3907173" y="100734"/>
                  <a:pt x="3904402" y="96745"/>
                </a:cubicBezTo>
                <a:cubicBezTo>
                  <a:pt x="3902408" y="93974"/>
                  <a:pt x="3899693" y="92589"/>
                  <a:pt x="3896258" y="92589"/>
                </a:cubicBezTo>
                <a:cubicBezTo>
                  <a:pt x="3892822" y="92589"/>
                  <a:pt x="3889276" y="94249"/>
                  <a:pt x="3885619" y="97574"/>
                </a:cubicBezTo>
                <a:cubicBezTo>
                  <a:pt x="3878195" y="104445"/>
                  <a:pt x="3870160" y="118408"/>
                  <a:pt x="3861516" y="139463"/>
                </a:cubicBezTo>
                <a:cubicBezTo>
                  <a:pt x="3852983" y="160408"/>
                  <a:pt x="3848717" y="178528"/>
                  <a:pt x="3848717" y="193820"/>
                </a:cubicBezTo>
                <a:cubicBezTo>
                  <a:pt x="3848717" y="199694"/>
                  <a:pt x="3849658" y="203961"/>
                  <a:pt x="3851542" y="206619"/>
                </a:cubicBezTo>
                <a:cubicBezTo>
                  <a:pt x="3853537" y="209168"/>
                  <a:pt x="3855697" y="210443"/>
                  <a:pt x="3858025" y="210443"/>
                </a:cubicBezTo>
                <a:cubicBezTo>
                  <a:pt x="3863012" y="210443"/>
                  <a:pt x="3868055" y="207561"/>
                  <a:pt x="3873153" y="201801"/>
                </a:cubicBezTo>
                <a:cubicBezTo>
                  <a:pt x="3880466" y="193598"/>
                  <a:pt x="3887059" y="183570"/>
                  <a:pt x="3892933" y="171711"/>
                </a:cubicBezTo>
                <a:cubicBezTo>
                  <a:pt x="3903350" y="150880"/>
                  <a:pt x="3908559" y="132371"/>
                  <a:pt x="3908559" y="116194"/>
                </a:cubicBezTo>
                <a:moveTo>
                  <a:pt x="3989511" y="91592"/>
                </a:moveTo>
                <a:lnTo>
                  <a:pt x="4044531" y="82282"/>
                </a:lnTo>
                <a:lnTo>
                  <a:pt x="4054505" y="82282"/>
                </a:lnTo>
                <a:lnTo>
                  <a:pt x="4047024" y="109377"/>
                </a:lnTo>
                <a:cubicBezTo>
                  <a:pt x="4058660" y="98738"/>
                  <a:pt x="4068190" y="91592"/>
                  <a:pt x="4075615" y="87935"/>
                </a:cubicBezTo>
                <a:cubicBezTo>
                  <a:pt x="4083041" y="84168"/>
                  <a:pt x="4090410" y="82282"/>
                  <a:pt x="4097723" y="82282"/>
                </a:cubicBezTo>
                <a:cubicBezTo>
                  <a:pt x="4108140" y="82282"/>
                  <a:pt x="4116175" y="86328"/>
                  <a:pt x="4121827" y="94417"/>
                </a:cubicBezTo>
                <a:cubicBezTo>
                  <a:pt x="4127478" y="102395"/>
                  <a:pt x="4130303" y="112204"/>
                  <a:pt x="4130303" y="123839"/>
                </a:cubicBezTo>
                <a:cubicBezTo>
                  <a:pt x="4130303" y="155644"/>
                  <a:pt x="4119277" y="183846"/>
                  <a:pt x="4097225" y="208447"/>
                </a:cubicBezTo>
                <a:cubicBezTo>
                  <a:pt x="4077721" y="230170"/>
                  <a:pt x="4056444" y="241029"/>
                  <a:pt x="4033393" y="241029"/>
                </a:cubicBezTo>
                <a:cubicBezTo>
                  <a:pt x="4029293" y="241029"/>
                  <a:pt x="4025803" y="240641"/>
                  <a:pt x="4022922" y="239865"/>
                </a:cubicBezTo>
                <a:cubicBezTo>
                  <a:pt x="4020040" y="239090"/>
                  <a:pt x="4015996" y="237373"/>
                  <a:pt x="4010788" y="234712"/>
                </a:cubicBezTo>
                <a:lnTo>
                  <a:pt x="4002144" y="264632"/>
                </a:lnTo>
                <a:cubicBezTo>
                  <a:pt x="3999040" y="275491"/>
                  <a:pt x="3997489" y="283748"/>
                  <a:pt x="3997489" y="289401"/>
                </a:cubicBezTo>
                <a:cubicBezTo>
                  <a:pt x="3997489" y="292947"/>
                  <a:pt x="3998708" y="295718"/>
                  <a:pt x="4001146" y="297711"/>
                </a:cubicBezTo>
                <a:cubicBezTo>
                  <a:pt x="4003585" y="299818"/>
                  <a:pt x="4009291" y="301589"/>
                  <a:pt x="4018267" y="303032"/>
                </a:cubicBezTo>
                <a:lnTo>
                  <a:pt x="4016771" y="309181"/>
                </a:lnTo>
                <a:lnTo>
                  <a:pt x="3927341" y="309181"/>
                </a:lnTo>
                <a:lnTo>
                  <a:pt x="3929004" y="303032"/>
                </a:lnTo>
                <a:cubicBezTo>
                  <a:pt x="3936096" y="302810"/>
                  <a:pt x="3942025" y="300539"/>
                  <a:pt x="3946790" y="296215"/>
                </a:cubicBezTo>
                <a:cubicBezTo>
                  <a:pt x="3951444" y="291893"/>
                  <a:pt x="3955821" y="282584"/>
                  <a:pt x="3959922" y="268288"/>
                </a:cubicBezTo>
                <a:lnTo>
                  <a:pt x="4000481" y="128493"/>
                </a:lnTo>
                <a:cubicBezTo>
                  <a:pt x="4003474" y="118076"/>
                  <a:pt x="4004970" y="110708"/>
                  <a:pt x="4004970" y="106384"/>
                </a:cubicBezTo>
                <a:cubicBezTo>
                  <a:pt x="4004970" y="104502"/>
                  <a:pt x="4004526" y="102949"/>
                  <a:pt x="4003640" y="101731"/>
                </a:cubicBezTo>
                <a:cubicBezTo>
                  <a:pt x="4002753" y="100402"/>
                  <a:pt x="4001423" y="99459"/>
                  <a:pt x="3999649" y="98906"/>
                </a:cubicBezTo>
                <a:cubicBezTo>
                  <a:pt x="3997878" y="98352"/>
                  <a:pt x="3993887" y="98074"/>
                  <a:pt x="3987682" y="98074"/>
                </a:cubicBezTo>
                <a:lnTo>
                  <a:pt x="3989511" y="91592"/>
                </a:lnTo>
                <a:moveTo>
                  <a:pt x="4015441" y="219253"/>
                </a:moveTo>
                <a:cubicBezTo>
                  <a:pt x="4018766" y="224681"/>
                  <a:pt x="4021758" y="228341"/>
                  <a:pt x="4024419" y="230224"/>
                </a:cubicBezTo>
                <a:cubicBezTo>
                  <a:pt x="4027077" y="231998"/>
                  <a:pt x="4030181" y="232884"/>
                  <a:pt x="4033727" y="232884"/>
                </a:cubicBezTo>
                <a:cubicBezTo>
                  <a:pt x="4037273" y="232884"/>
                  <a:pt x="4040708" y="231941"/>
                  <a:pt x="4044032" y="230059"/>
                </a:cubicBezTo>
                <a:cubicBezTo>
                  <a:pt x="4047467" y="228063"/>
                  <a:pt x="4051679" y="224128"/>
                  <a:pt x="4056666" y="218256"/>
                </a:cubicBezTo>
                <a:cubicBezTo>
                  <a:pt x="4061652" y="212382"/>
                  <a:pt x="4066417" y="204847"/>
                  <a:pt x="4070961" y="195648"/>
                </a:cubicBezTo>
                <a:cubicBezTo>
                  <a:pt x="4075615" y="186452"/>
                  <a:pt x="4079328" y="176035"/>
                  <a:pt x="4082098" y="164397"/>
                </a:cubicBezTo>
                <a:cubicBezTo>
                  <a:pt x="4084869" y="152651"/>
                  <a:pt x="4086253" y="141459"/>
                  <a:pt x="4086253" y="130821"/>
                </a:cubicBezTo>
                <a:cubicBezTo>
                  <a:pt x="4086253" y="122286"/>
                  <a:pt x="4084703" y="116083"/>
                  <a:pt x="4081600" y="112204"/>
                </a:cubicBezTo>
                <a:cubicBezTo>
                  <a:pt x="4078607" y="108323"/>
                  <a:pt x="4074950" y="106384"/>
                  <a:pt x="4070629" y="106384"/>
                </a:cubicBezTo>
                <a:cubicBezTo>
                  <a:pt x="4066751" y="106384"/>
                  <a:pt x="4063092" y="107384"/>
                  <a:pt x="4059658" y="109377"/>
                </a:cubicBezTo>
                <a:cubicBezTo>
                  <a:pt x="4054670" y="112258"/>
                  <a:pt x="4048797" y="117633"/>
                  <a:pt x="4042038" y="125500"/>
                </a:cubicBezTo>
                <a:lnTo>
                  <a:pt x="4015441" y="219253"/>
                </a:lnTo>
                <a:moveTo>
                  <a:pt x="4250984" y="82282"/>
                </a:moveTo>
                <a:cubicBezTo>
                  <a:pt x="4259738" y="82282"/>
                  <a:pt x="4267939" y="84332"/>
                  <a:pt x="4275585" y="88432"/>
                </a:cubicBezTo>
                <a:cubicBezTo>
                  <a:pt x="4283343" y="92421"/>
                  <a:pt x="4289161" y="98020"/>
                  <a:pt x="4293039" y="105223"/>
                </a:cubicBezTo>
                <a:cubicBezTo>
                  <a:pt x="4297028" y="112426"/>
                  <a:pt x="4299024" y="120404"/>
                  <a:pt x="4299024" y="129157"/>
                </a:cubicBezTo>
                <a:cubicBezTo>
                  <a:pt x="4299024" y="147109"/>
                  <a:pt x="4293982" y="165064"/>
                  <a:pt x="4283897" y="183016"/>
                </a:cubicBezTo>
                <a:cubicBezTo>
                  <a:pt x="4273923" y="200969"/>
                  <a:pt x="4260735" y="215153"/>
                  <a:pt x="4244334" y="225570"/>
                </a:cubicBezTo>
                <a:cubicBezTo>
                  <a:pt x="4227934" y="235876"/>
                  <a:pt x="4211423" y="241029"/>
                  <a:pt x="4194799" y="241029"/>
                </a:cubicBezTo>
                <a:cubicBezTo>
                  <a:pt x="4179729" y="241029"/>
                  <a:pt x="4168037" y="236541"/>
                  <a:pt x="4159725" y="227563"/>
                </a:cubicBezTo>
                <a:cubicBezTo>
                  <a:pt x="4151526" y="218589"/>
                  <a:pt x="4147425" y="207618"/>
                  <a:pt x="4147425" y="194651"/>
                </a:cubicBezTo>
                <a:cubicBezTo>
                  <a:pt x="4147425" y="179249"/>
                  <a:pt x="4150472" y="164843"/>
                  <a:pt x="4156568" y="151433"/>
                </a:cubicBezTo>
                <a:cubicBezTo>
                  <a:pt x="4162773" y="137913"/>
                  <a:pt x="4170585" y="126168"/>
                  <a:pt x="4180006" y="116194"/>
                </a:cubicBezTo>
                <a:cubicBezTo>
                  <a:pt x="4189535" y="106109"/>
                  <a:pt x="4200451" y="97963"/>
                  <a:pt x="4212753" y="91757"/>
                </a:cubicBezTo>
                <a:cubicBezTo>
                  <a:pt x="4225052" y="85439"/>
                  <a:pt x="4237797" y="82282"/>
                  <a:pt x="4250984" y="82282"/>
                </a:cubicBezTo>
                <a:moveTo>
                  <a:pt x="4244168" y="91092"/>
                </a:moveTo>
                <a:cubicBezTo>
                  <a:pt x="4238295" y="91092"/>
                  <a:pt x="4233419" y="92810"/>
                  <a:pt x="4229541" y="96245"/>
                </a:cubicBezTo>
                <a:cubicBezTo>
                  <a:pt x="4221784" y="103227"/>
                  <a:pt x="4213028" y="119572"/>
                  <a:pt x="4203277" y="145281"/>
                </a:cubicBezTo>
                <a:cubicBezTo>
                  <a:pt x="4193526" y="170882"/>
                  <a:pt x="4188650" y="193987"/>
                  <a:pt x="4188650" y="214600"/>
                </a:cubicBezTo>
                <a:cubicBezTo>
                  <a:pt x="4188650" y="219696"/>
                  <a:pt x="4190201" y="223906"/>
                  <a:pt x="4193303" y="227231"/>
                </a:cubicBezTo>
                <a:cubicBezTo>
                  <a:pt x="4196406" y="230556"/>
                  <a:pt x="4200063" y="232220"/>
                  <a:pt x="4204275" y="232220"/>
                </a:cubicBezTo>
                <a:cubicBezTo>
                  <a:pt x="4208596" y="232220"/>
                  <a:pt x="4212419" y="230888"/>
                  <a:pt x="4215744" y="228230"/>
                </a:cubicBezTo>
                <a:cubicBezTo>
                  <a:pt x="4220620" y="224239"/>
                  <a:pt x="4226604" y="215318"/>
                  <a:pt x="4233696" y="201465"/>
                </a:cubicBezTo>
                <a:cubicBezTo>
                  <a:pt x="4240788" y="187502"/>
                  <a:pt x="4246607" y="172157"/>
                  <a:pt x="4251150" y="155422"/>
                </a:cubicBezTo>
                <a:cubicBezTo>
                  <a:pt x="4255694" y="138578"/>
                  <a:pt x="4257965" y="123175"/>
                  <a:pt x="4257965" y="109212"/>
                </a:cubicBezTo>
                <a:cubicBezTo>
                  <a:pt x="4257965" y="103448"/>
                  <a:pt x="4256580" y="99016"/>
                  <a:pt x="4253810" y="95913"/>
                </a:cubicBezTo>
                <a:cubicBezTo>
                  <a:pt x="4251039" y="92699"/>
                  <a:pt x="4247825" y="91092"/>
                  <a:pt x="4244168" y="91092"/>
                </a:cubicBezTo>
                <a:moveTo>
                  <a:pt x="4417043" y="5817"/>
                </a:moveTo>
                <a:lnTo>
                  <a:pt x="4362023" y="192991"/>
                </a:lnTo>
                <a:cubicBezTo>
                  <a:pt x="4358809" y="204072"/>
                  <a:pt x="4357202" y="210997"/>
                  <a:pt x="4357202" y="213768"/>
                </a:cubicBezTo>
                <a:cubicBezTo>
                  <a:pt x="4357202" y="215207"/>
                  <a:pt x="4357645" y="216428"/>
                  <a:pt x="4358532" y="217425"/>
                </a:cubicBezTo>
                <a:cubicBezTo>
                  <a:pt x="4359530" y="218421"/>
                  <a:pt x="4360583" y="218921"/>
                  <a:pt x="4361691" y="218921"/>
                </a:cubicBezTo>
                <a:cubicBezTo>
                  <a:pt x="4363685" y="218921"/>
                  <a:pt x="4365569" y="218146"/>
                  <a:pt x="4367342" y="216593"/>
                </a:cubicBezTo>
                <a:cubicBezTo>
                  <a:pt x="4372661" y="212271"/>
                  <a:pt x="4378589" y="204958"/>
                  <a:pt x="4385128" y="194651"/>
                </a:cubicBezTo>
                <a:lnTo>
                  <a:pt x="4391611" y="197644"/>
                </a:lnTo>
                <a:cubicBezTo>
                  <a:pt x="4381084" y="214489"/>
                  <a:pt x="4370722" y="226513"/>
                  <a:pt x="4360527" y="233716"/>
                </a:cubicBezTo>
                <a:cubicBezTo>
                  <a:pt x="4353545" y="238591"/>
                  <a:pt x="4346120" y="241029"/>
                  <a:pt x="4338253" y="241029"/>
                </a:cubicBezTo>
                <a:cubicBezTo>
                  <a:pt x="4330939" y="241029"/>
                  <a:pt x="4325120" y="239090"/>
                  <a:pt x="4320799" y="235209"/>
                </a:cubicBezTo>
                <a:cubicBezTo>
                  <a:pt x="4316477" y="231220"/>
                  <a:pt x="4314316" y="226456"/>
                  <a:pt x="4314316" y="220914"/>
                </a:cubicBezTo>
                <a:cubicBezTo>
                  <a:pt x="4314316" y="216814"/>
                  <a:pt x="4315646" y="210222"/>
                  <a:pt x="4318305" y="201133"/>
                </a:cubicBezTo>
                <a:lnTo>
                  <a:pt x="4363187" y="47874"/>
                </a:lnTo>
                <a:cubicBezTo>
                  <a:pt x="4365624" y="39450"/>
                  <a:pt x="4366844" y="33854"/>
                  <a:pt x="4366844" y="31086"/>
                </a:cubicBezTo>
                <a:cubicBezTo>
                  <a:pt x="4366844" y="28426"/>
                  <a:pt x="4365680" y="26319"/>
                  <a:pt x="4363353" y="24769"/>
                </a:cubicBezTo>
                <a:cubicBezTo>
                  <a:pt x="4360250" y="22552"/>
                  <a:pt x="4355541" y="21609"/>
                  <a:pt x="4349224" y="21941"/>
                </a:cubicBezTo>
                <a:lnTo>
                  <a:pt x="4351052" y="15627"/>
                </a:lnTo>
                <a:lnTo>
                  <a:pt x="4407071" y="5817"/>
                </a:lnTo>
                <a:lnTo>
                  <a:pt x="4417043" y="5817"/>
                </a:lnTo>
                <a:moveTo>
                  <a:pt x="4567147" y="84610"/>
                </a:moveTo>
                <a:lnTo>
                  <a:pt x="4534898" y="195151"/>
                </a:lnTo>
                <a:lnTo>
                  <a:pt x="4531573" y="208615"/>
                </a:lnTo>
                <a:cubicBezTo>
                  <a:pt x="4531241" y="210275"/>
                  <a:pt x="4531075" y="211496"/>
                  <a:pt x="4531075" y="212271"/>
                </a:cubicBezTo>
                <a:cubicBezTo>
                  <a:pt x="4531075" y="213600"/>
                  <a:pt x="4531518" y="214764"/>
                  <a:pt x="4532405" y="215761"/>
                </a:cubicBezTo>
                <a:cubicBezTo>
                  <a:pt x="4533401" y="216760"/>
                  <a:pt x="4534399" y="217257"/>
                  <a:pt x="4535397" y="217257"/>
                </a:cubicBezTo>
                <a:cubicBezTo>
                  <a:pt x="4537724" y="217257"/>
                  <a:pt x="4540938" y="215485"/>
                  <a:pt x="4545038" y="211939"/>
                </a:cubicBezTo>
                <a:cubicBezTo>
                  <a:pt x="4546700" y="210497"/>
                  <a:pt x="4550689" y="205401"/>
                  <a:pt x="4557006" y="196647"/>
                </a:cubicBezTo>
                <a:lnTo>
                  <a:pt x="4562824" y="199637"/>
                </a:lnTo>
                <a:cubicBezTo>
                  <a:pt x="4554956" y="214043"/>
                  <a:pt x="4546534" y="224571"/>
                  <a:pt x="4537558" y="231220"/>
                </a:cubicBezTo>
                <a:cubicBezTo>
                  <a:pt x="4528693" y="237759"/>
                  <a:pt x="4519106" y="241029"/>
                  <a:pt x="4508800" y="241029"/>
                </a:cubicBezTo>
                <a:cubicBezTo>
                  <a:pt x="4502484" y="241029"/>
                  <a:pt x="4497663" y="239423"/>
                  <a:pt x="4494339" y="236209"/>
                </a:cubicBezTo>
                <a:cubicBezTo>
                  <a:pt x="4491015" y="232884"/>
                  <a:pt x="4489352" y="228727"/>
                  <a:pt x="4489352" y="223742"/>
                </a:cubicBezTo>
                <a:cubicBezTo>
                  <a:pt x="4489352" y="219420"/>
                  <a:pt x="4491126" y="211386"/>
                  <a:pt x="4494672" y="199637"/>
                </a:cubicBezTo>
                <a:lnTo>
                  <a:pt x="4498661" y="186174"/>
                </a:lnTo>
                <a:cubicBezTo>
                  <a:pt x="4485805" y="208226"/>
                  <a:pt x="4473449" y="223852"/>
                  <a:pt x="4461593" y="233049"/>
                </a:cubicBezTo>
                <a:cubicBezTo>
                  <a:pt x="4454722" y="238369"/>
                  <a:pt x="4447408" y="241029"/>
                  <a:pt x="4439650" y="241029"/>
                </a:cubicBezTo>
                <a:cubicBezTo>
                  <a:pt x="4429456" y="241029"/>
                  <a:pt x="4422086" y="236873"/>
                  <a:pt x="4417543" y="228563"/>
                </a:cubicBezTo>
                <a:cubicBezTo>
                  <a:pt x="4412999" y="220139"/>
                  <a:pt x="4410727" y="210664"/>
                  <a:pt x="4410727" y="200137"/>
                </a:cubicBezTo>
                <a:cubicBezTo>
                  <a:pt x="4410727" y="184513"/>
                  <a:pt x="4415493" y="166615"/>
                  <a:pt x="4425023" y="146445"/>
                </a:cubicBezTo>
                <a:cubicBezTo>
                  <a:pt x="4434552" y="126168"/>
                  <a:pt x="4447076" y="109876"/>
                  <a:pt x="4462589" y="97574"/>
                </a:cubicBezTo>
                <a:cubicBezTo>
                  <a:pt x="4475334" y="87381"/>
                  <a:pt x="4487302" y="82282"/>
                  <a:pt x="4498495" y="82282"/>
                </a:cubicBezTo>
                <a:cubicBezTo>
                  <a:pt x="4504700" y="82282"/>
                  <a:pt x="4509687" y="84111"/>
                  <a:pt x="4513455" y="87768"/>
                </a:cubicBezTo>
                <a:cubicBezTo>
                  <a:pt x="4517222" y="91314"/>
                  <a:pt x="4519993" y="97852"/>
                  <a:pt x="4521766" y="107384"/>
                </a:cubicBezTo>
                <a:lnTo>
                  <a:pt x="4527750" y="86936"/>
                </a:lnTo>
                <a:lnTo>
                  <a:pt x="4567147" y="84610"/>
                </a:lnTo>
                <a:moveTo>
                  <a:pt x="4513953" y="116194"/>
                </a:moveTo>
                <a:cubicBezTo>
                  <a:pt x="4513953" y="107216"/>
                  <a:pt x="4512568" y="100734"/>
                  <a:pt x="4509798" y="96745"/>
                </a:cubicBezTo>
                <a:cubicBezTo>
                  <a:pt x="4507803" y="93974"/>
                  <a:pt x="4505088" y="92589"/>
                  <a:pt x="4501654" y="92589"/>
                </a:cubicBezTo>
                <a:cubicBezTo>
                  <a:pt x="4498218" y="92589"/>
                  <a:pt x="4494672" y="94249"/>
                  <a:pt x="4491015" y="97574"/>
                </a:cubicBezTo>
                <a:cubicBezTo>
                  <a:pt x="4483589" y="104445"/>
                  <a:pt x="4475556" y="118408"/>
                  <a:pt x="4466912" y="139463"/>
                </a:cubicBezTo>
                <a:cubicBezTo>
                  <a:pt x="4458379" y="160408"/>
                  <a:pt x="4454112" y="178528"/>
                  <a:pt x="4454112" y="193820"/>
                </a:cubicBezTo>
                <a:cubicBezTo>
                  <a:pt x="4454112" y="199694"/>
                  <a:pt x="4455054" y="203961"/>
                  <a:pt x="4456938" y="206619"/>
                </a:cubicBezTo>
                <a:cubicBezTo>
                  <a:pt x="4458933" y="209168"/>
                  <a:pt x="4461093" y="210443"/>
                  <a:pt x="4463421" y="210443"/>
                </a:cubicBezTo>
                <a:cubicBezTo>
                  <a:pt x="4468407" y="210443"/>
                  <a:pt x="4473449" y="207561"/>
                  <a:pt x="4478547" y="201801"/>
                </a:cubicBezTo>
                <a:cubicBezTo>
                  <a:pt x="4485862" y="193598"/>
                  <a:pt x="4492455" y="183570"/>
                  <a:pt x="4498329" y="171711"/>
                </a:cubicBezTo>
                <a:cubicBezTo>
                  <a:pt x="4508746" y="150880"/>
                  <a:pt x="4513953" y="132371"/>
                  <a:pt x="4513953" y="116194"/>
                </a:cubicBezTo>
                <a:moveTo>
                  <a:pt x="4671868" y="41725"/>
                </a:moveTo>
                <a:lnTo>
                  <a:pt x="4658570" y="86936"/>
                </a:lnTo>
                <a:lnTo>
                  <a:pt x="4680346" y="86936"/>
                </a:lnTo>
                <a:lnTo>
                  <a:pt x="4674529" y="106052"/>
                </a:lnTo>
                <a:lnTo>
                  <a:pt x="4653084" y="106052"/>
                </a:lnTo>
                <a:lnTo>
                  <a:pt x="4625326" y="202465"/>
                </a:lnTo>
                <a:cubicBezTo>
                  <a:pt x="4623553" y="208447"/>
                  <a:pt x="4622665" y="212993"/>
                  <a:pt x="4622665" y="216096"/>
                </a:cubicBezTo>
                <a:cubicBezTo>
                  <a:pt x="4622665" y="217535"/>
                  <a:pt x="4623165" y="218810"/>
                  <a:pt x="4624162" y="219917"/>
                </a:cubicBezTo>
                <a:cubicBezTo>
                  <a:pt x="4625158" y="220914"/>
                  <a:pt x="4626267" y="221414"/>
                  <a:pt x="4627486" y="221414"/>
                </a:cubicBezTo>
                <a:cubicBezTo>
                  <a:pt x="4629370" y="221414"/>
                  <a:pt x="4631309" y="220638"/>
                  <a:pt x="4633304" y="219085"/>
                </a:cubicBezTo>
                <a:cubicBezTo>
                  <a:pt x="4638401" y="215207"/>
                  <a:pt x="4644331" y="208447"/>
                  <a:pt x="4651090" y="198808"/>
                </a:cubicBezTo>
                <a:lnTo>
                  <a:pt x="4656909" y="202465"/>
                </a:lnTo>
                <a:cubicBezTo>
                  <a:pt x="4649261" y="215761"/>
                  <a:pt x="4640839" y="225513"/>
                  <a:pt x="4631641" y="231720"/>
                </a:cubicBezTo>
                <a:cubicBezTo>
                  <a:pt x="4622444" y="237926"/>
                  <a:pt x="4613412" y="241029"/>
                  <a:pt x="4604547" y="241029"/>
                </a:cubicBezTo>
                <a:cubicBezTo>
                  <a:pt x="4597010" y="241029"/>
                  <a:pt x="4591138" y="239144"/>
                  <a:pt x="4586927" y="235377"/>
                </a:cubicBezTo>
                <a:cubicBezTo>
                  <a:pt x="4582827" y="231498"/>
                  <a:pt x="4580776" y="226623"/>
                  <a:pt x="4580776" y="220749"/>
                </a:cubicBezTo>
                <a:cubicBezTo>
                  <a:pt x="4580776" y="214321"/>
                  <a:pt x="4582217" y="206065"/>
                  <a:pt x="4585099" y="195980"/>
                </a:cubicBezTo>
                <a:lnTo>
                  <a:pt x="4611363" y="106052"/>
                </a:lnTo>
                <a:lnTo>
                  <a:pt x="4588756" y="106052"/>
                </a:lnTo>
                <a:lnTo>
                  <a:pt x="4592080" y="93753"/>
                </a:lnTo>
                <a:cubicBezTo>
                  <a:pt x="4606265" y="88543"/>
                  <a:pt x="4618233" y="82450"/>
                  <a:pt x="4627985" y="75468"/>
                </a:cubicBezTo>
                <a:cubicBezTo>
                  <a:pt x="4637737" y="68487"/>
                  <a:pt x="4649484" y="57238"/>
                  <a:pt x="4663224" y="41725"/>
                </a:cubicBezTo>
                <a:lnTo>
                  <a:pt x="4671868" y="41725"/>
                </a:lnTo>
                <a:moveTo>
                  <a:pt x="4722235" y="174039"/>
                </a:moveTo>
                <a:cubicBezTo>
                  <a:pt x="4721237" y="181242"/>
                  <a:pt x="4720739" y="187170"/>
                  <a:pt x="4720739" y="191826"/>
                </a:cubicBezTo>
                <a:cubicBezTo>
                  <a:pt x="4720739" y="200137"/>
                  <a:pt x="4723121" y="206786"/>
                  <a:pt x="4727887" y="211772"/>
                </a:cubicBezTo>
                <a:cubicBezTo>
                  <a:pt x="4732763" y="216760"/>
                  <a:pt x="4739245" y="219253"/>
                  <a:pt x="4747335" y="219253"/>
                </a:cubicBezTo>
                <a:cubicBezTo>
                  <a:pt x="4755092" y="219253"/>
                  <a:pt x="4762850" y="217368"/>
                  <a:pt x="4770607" y="213600"/>
                </a:cubicBezTo>
                <a:cubicBezTo>
                  <a:pt x="4778475" y="209833"/>
                  <a:pt x="4787562" y="203240"/>
                  <a:pt x="4797868" y="193820"/>
                </a:cubicBezTo>
                <a:lnTo>
                  <a:pt x="4802854" y="198308"/>
                </a:lnTo>
                <a:cubicBezTo>
                  <a:pt x="4790110" y="213711"/>
                  <a:pt x="4777699" y="224681"/>
                  <a:pt x="4765620" y="231220"/>
                </a:cubicBezTo>
                <a:cubicBezTo>
                  <a:pt x="4753540" y="237759"/>
                  <a:pt x="4740188" y="241029"/>
                  <a:pt x="4725560" y="241029"/>
                </a:cubicBezTo>
                <a:cubicBezTo>
                  <a:pt x="4707053" y="241029"/>
                  <a:pt x="4694254" y="236595"/>
                  <a:pt x="4687162" y="227731"/>
                </a:cubicBezTo>
                <a:cubicBezTo>
                  <a:pt x="4680069" y="218864"/>
                  <a:pt x="4676523" y="208615"/>
                  <a:pt x="4676523" y="196980"/>
                </a:cubicBezTo>
                <a:cubicBezTo>
                  <a:pt x="4676523" y="178803"/>
                  <a:pt x="4681787" y="160630"/>
                  <a:pt x="4692315" y="142456"/>
                </a:cubicBezTo>
                <a:cubicBezTo>
                  <a:pt x="4702953" y="124282"/>
                  <a:pt x="4717359" y="109709"/>
                  <a:pt x="4735533" y="98738"/>
                </a:cubicBezTo>
                <a:cubicBezTo>
                  <a:pt x="4753818" y="87768"/>
                  <a:pt x="4772158" y="82282"/>
                  <a:pt x="4790555" y="82282"/>
                </a:cubicBezTo>
                <a:cubicBezTo>
                  <a:pt x="4799863" y="82282"/>
                  <a:pt x="4806900" y="84500"/>
                  <a:pt x="4811664" y="88932"/>
                </a:cubicBezTo>
                <a:cubicBezTo>
                  <a:pt x="4816430" y="93364"/>
                  <a:pt x="4818813" y="98960"/>
                  <a:pt x="4818813" y="105720"/>
                </a:cubicBezTo>
                <a:cubicBezTo>
                  <a:pt x="4818813" y="113811"/>
                  <a:pt x="4816485" y="121679"/>
                  <a:pt x="4811831" y="129325"/>
                </a:cubicBezTo>
                <a:cubicBezTo>
                  <a:pt x="4805404" y="139742"/>
                  <a:pt x="4797313" y="148163"/>
                  <a:pt x="4787562" y="154591"/>
                </a:cubicBezTo>
                <a:cubicBezTo>
                  <a:pt x="4777810" y="160908"/>
                  <a:pt x="4766894" y="165729"/>
                  <a:pt x="4754815" y="169053"/>
                </a:cubicBezTo>
                <a:cubicBezTo>
                  <a:pt x="4746726" y="171268"/>
                  <a:pt x="4735866" y="172932"/>
                  <a:pt x="4722235" y="174039"/>
                </a:cubicBezTo>
                <a:moveTo>
                  <a:pt x="4723732" y="165397"/>
                </a:moveTo>
                <a:cubicBezTo>
                  <a:pt x="4733483" y="163954"/>
                  <a:pt x="4741019" y="162015"/>
                  <a:pt x="4746337" y="159579"/>
                </a:cubicBezTo>
                <a:cubicBezTo>
                  <a:pt x="4751769" y="157029"/>
                  <a:pt x="4757032" y="153040"/>
                  <a:pt x="4762129" y="147609"/>
                </a:cubicBezTo>
                <a:cubicBezTo>
                  <a:pt x="4767339" y="142070"/>
                  <a:pt x="4771826" y="135142"/>
                  <a:pt x="4775594" y="126832"/>
                </a:cubicBezTo>
                <a:cubicBezTo>
                  <a:pt x="4779361" y="118408"/>
                  <a:pt x="4781245" y="110541"/>
                  <a:pt x="4781245" y="103227"/>
                </a:cubicBezTo>
                <a:cubicBezTo>
                  <a:pt x="4781245" y="100124"/>
                  <a:pt x="4780359" y="97685"/>
                  <a:pt x="4778586" y="95913"/>
                </a:cubicBezTo>
                <a:cubicBezTo>
                  <a:pt x="4776924" y="94139"/>
                  <a:pt x="4774763" y="93253"/>
                  <a:pt x="4772103" y="93253"/>
                </a:cubicBezTo>
                <a:cubicBezTo>
                  <a:pt x="4766784" y="93253"/>
                  <a:pt x="4760800" y="96967"/>
                  <a:pt x="4754151" y="104391"/>
                </a:cubicBezTo>
                <a:cubicBezTo>
                  <a:pt x="4741961" y="117911"/>
                  <a:pt x="4731820" y="138245"/>
                  <a:pt x="4723732" y="165397"/>
                </a:cubicBezTo>
              </a:path>
            </a:pathLst>
          </a:cu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8">
            <a:extLst xmlns:a="http://schemas.openxmlformats.org/drawingml/2006/main">
              <a:ext uri="{FF2B5EF4-FFF2-40B4-BE49-F238E27FC236}">
                <a16:creationId xmlns:a16="http://schemas.microsoft.com/office/drawing/2014/main" id="{CA613E9B-41E7-4A5A-9BCE-F746AFC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917" y="590684"/>
            <a:ext cx="7471821" cy="2651993"/>
          </a:xfrm>
          <a:custGeom xmlns:a="http://schemas.openxmlformats.org/drawingml/2006/main">
            <a:pathLst>
              <a:path w="5500090" h="1952162">
                <a:moveTo>
                  <a:pt x="5500090" y="1952162"/>
                </a:moveTo>
                <a:lnTo>
                  <a:pt x="5500090" y="0"/>
                </a:lnTo>
                <a:lnTo>
                  <a:pt x="0" y="0"/>
                </a:lnTo>
                <a:lnTo>
                  <a:pt x="0" y="1952162"/>
                </a:lnTo>
                <a:lnTo>
                  <a:pt x="5500090" y="1952162"/>
                </a:lnTo>
                <a:close/>
                <a:moveTo>
                  <a:pt x="5489452" y="1941523"/>
                </a:moveTo>
                <a:lnTo>
                  <a:pt x="10638" y="1941523"/>
                </a:lnTo>
                <a:lnTo>
                  <a:pt x="10638" y="10638"/>
                </a:lnTo>
                <a:lnTo>
                  <a:pt x="5489452" y="10638"/>
                </a:lnTo>
                <a:lnTo>
                  <a:pt x="5489452" y="1941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9">
            <a:extLst xmlns:a="http://schemas.openxmlformats.org/drawingml/2006/main">
              <a:ext uri="{FF2B5EF4-FFF2-40B4-BE49-F238E27FC236}">
                <a16:creationId xmlns:a16="http://schemas.microsoft.com/office/drawing/2014/main" id="{8B46A269-E00D-480A-BCEE-681FD3FE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463" y="6017512"/>
            <a:ext cx="975528" cy="1864343"/>
          </a:xfrm>
          <a:custGeom xmlns:a="http://schemas.openxmlformats.org/drawingml/2006/main">
            <a:pathLst>
              <a:path w="718097" h="1372364">
                <a:moveTo>
                  <a:pt x="0" y="0"/>
                </a:moveTo>
                <a:lnTo>
                  <a:pt x="718097" y="0"/>
                </a:lnTo>
                <a:lnTo>
                  <a:pt x="718097" y="1372364"/>
                </a:lnTo>
                <a:lnTo>
                  <a:pt x="0" y="137236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40">
            <a:extLst xmlns:a="http://schemas.openxmlformats.org/drawingml/2006/main">
              <a:ext uri="{FF2B5EF4-FFF2-40B4-BE49-F238E27FC236}">
                <a16:creationId xmlns:a16="http://schemas.microsoft.com/office/drawing/2014/main" id="{5609484F-5792-4326-B383-9F310CD5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181" y="6206417"/>
            <a:ext cx="790599" cy="1491491"/>
          </a:xfrm>
          <a:custGeom xmlns:a="http://schemas.openxmlformats.org/drawingml/2006/main">
            <a:pathLst>
              <a:path w="581968" h="1097903">
                <a:moveTo>
                  <a:pt x="0" y="906596"/>
                </a:moveTo>
                <a:lnTo>
                  <a:pt x="149090" y="847831"/>
                </a:lnTo>
                <a:lnTo>
                  <a:pt x="37728" y="815992"/>
                </a:lnTo>
                <a:cubicBezTo>
                  <a:pt x="28565" y="813374"/>
                  <a:pt x="21459" y="812066"/>
                  <a:pt x="16410" y="812066"/>
                </a:cubicBezTo>
                <a:cubicBezTo>
                  <a:pt x="12950" y="812066"/>
                  <a:pt x="10239" y="813281"/>
                  <a:pt x="8275" y="815714"/>
                </a:cubicBezTo>
                <a:cubicBezTo>
                  <a:pt x="6312" y="818144"/>
                  <a:pt x="5330" y="822678"/>
                  <a:pt x="5330" y="829316"/>
                </a:cubicBezTo>
                <a:cubicBezTo>
                  <a:pt x="5330" y="830441"/>
                  <a:pt x="5283" y="831608"/>
                  <a:pt x="5189" y="832823"/>
                </a:cubicBezTo>
                <a:lnTo>
                  <a:pt x="0" y="831281"/>
                </a:lnTo>
                <a:lnTo>
                  <a:pt x="0" y="770131"/>
                </a:lnTo>
                <a:lnTo>
                  <a:pt x="5189" y="771814"/>
                </a:lnTo>
                <a:cubicBezTo>
                  <a:pt x="5096" y="778171"/>
                  <a:pt x="5751" y="782893"/>
                  <a:pt x="7153" y="785979"/>
                </a:cubicBezTo>
                <a:cubicBezTo>
                  <a:pt x="9117" y="790374"/>
                  <a:pt x="11641" y="793645"/>
                  <a:pt x="14727" y="795797"/>
                </a:cubicBezTo>
                <a:cubicBezTo>
                  <a:pt x="19121" y="798790"/>
                  <a:pt x="26788" y="801827"/>
                  <a:pt x="37728" y="804914"/>
                </a:cubicBezTo>
                <a:lnTo>
                  <a:pt x="194531" y="849653"/>
                </a:lnTo>
                <a:lnTo>
                  <a:pt x="194531" y="854704"/>
                </a:lnTo>
                <a:lnTo>
                  <a:pt x="34082" y="917959"/>
                </a:lnTo>
                <a:lnTo>
                  <a:pt x="152595" y="951759"/>
                </a:lnTo>
                <a:cubicBezTo>
                  <a:pt x="161572" y="954283"/>
                  <a:pt x="168444" y="955546"/>
                  <a:pt x="173213" y="955546"/>
                </a:cubicBezTo>
                <a:cubicBezTo>
                  <a:pt x="176766" y="955546"/>
                  <a:pt x="179477" y="954422"/>
                  <a:pt x="181348" y="952179"/>
                </a:cubicBezTo>
                <a:cubicBezTo>
                  <a:pt x="183124" y="949843"/>
                  <a:pt x="184340" y="944371"/>
                  <a:pt x="184994" y="935769"/>
                </a:cubicBezTo>
                <a:lnTo>
                  <a:pt x="190183" y="937171"/>
                </a:lnTo>
                <a:lnTo>
                  <a:pt x="190183" y="996919"/>
                </a:lnTo>
                <a:lnTo>
                  <a:pt x="184994" y="994957"/>
                </a:lnTo>
                <a:cubicBezTo>
                  <a:pt x="184807" y="987476"/>
                  <a:pt x="184153" y="982473"/>
                  <a:pt x="183031" y="979949"/>
                </a:cubicBezTo>
                <a:cubicBezTo>
                  <a:pt x="181348" y="976116"/>
                  <a:pt x="179150" y="973263"/>
                  <a:pt x="176439" y="971395"/>
                </a:cubicBezTo>
                <a:cubicBezTo>
                  <a:pt x="172325" y="968683"/>
                  <a:pt x="164377" y="965643"/>
                  <a:pt x="152595" y="962278"/>
                </a:cubicBezTo>
                <a:lnTo>
                  <a:pt x="20337" y="924548"/>
                </a:lnTo>
                <a:cubicBezTo>
                  <a:pt x="14727" y="928197"/>
                  <a:pt x="10893" y="932123"/>
                  <a:pt x="8836" y="936331"/>
                </a:cubicBezTo>
                <a:cubicBezTo>
                  <a:pt x="6686" y="940445"/>
                  <a:pt x="5470" y="946895"/>
                  <a:pt x="5189" y="955686"/>
                </a:cubicBezTo>
                <a:lnTo>
                  <a:pt x="0" y="954144"/>
                </a:lnTo>
                <a:lnTo>
                  <a:pt x="0" y="906596"/>
                </a:lnTo>
                <a:moveTo>
                  <a:pt x="137308" y="763118"/>
                </a:moveTo>
                <a:cubicBezTo>
                  <a:pt x="141983" y="763771"/>
                  <a:pt x="145864" y="764100"/>
                  <a:pt x="148949" y="764100"/>
                </a:cubicBezTo>
                <a:cubicBezTo>
                  <a:pt x="157271" y="764100"/>
                  <a:pt x="164377" y="761153"/>
                  <a:pt x="170267" y="755265"/>
                </a:cubicBezTo>
                <a:cubicBezTo>
                  <a:pt x="176065" y="749374"/>
                  <a:pt x="178964" y="742219"/>
                  <a:pt x="178964" y="733806"/>
                </a:cubicBezTo>
                <a:cubicBezTo>
                  <a:pt x="178964" y="727072"/>
                  <a:pt x="177608" y="720621"/>
                  <a:pt x="174896" y="714449"/>
                </a:cubicBezTo>
                <a:cubicBezTo>
                  <a:pt x="172091" y="708186"/>
                  <a:pt x="165966" y="698930"/>
                  <a:pt x="156523" y="686679"/>
                </a:cubicBezTo>
                <a:lnTo>
                  <a:pt x="160590" y="683735"/>
                </a:lnTo>
                <a:cubicBezTo>
                  <a:pt x="182563" y="705894"/>
                  <a:pt x="193550" y="727026"/>
                  <a:pt x="193550" y="747128"/>
                </a:cubicBezTo>
                <a:cubicBezTo>
                  <a:pt x="193550" y="760781"/>
                  <a:pt x="189248" y="771065"/>
                  <a:pt x="180646" y="777984"/>
                </a:cubicBezTo>
                <a:cubicBezTo>
                  <a:pt x="172044" y="784903"/>
                  <a:pt x="162554" y="788364"/>
                  <a:pt x="152175" y="788364"/>
                </a:cubicBezTo>
                <a:cubicBezTo>
                  <a:pt x="138243" y="788364"/>
                  <a:pt x="123984" y="784063"/>
                  <a:pt x="109398" y="775460"/>
                </a:cubicBezTo>
                <a:cubicBezTo>
                  <a:pt x="94812" y="766857"/>
                  <a:pt x="83497" y="756060"/>
                  <a:pt x="75456" y="743062"/>
                </a:cubicBezTo>
                <a:cubicBezTo>
                  <a:pt x="67321" y="730064"/>
                  <a:pt x="63254" y="716695"/>
                  <a:pt x="63254" y="702950"/>
                </a:cubicBezTo>
                <a:cubicBezTo>
                  <a:pt x="63254" y="693039"/>
                  <a:pt x="65264" y="685699"/>
                  <a:pt x="69285" y="680929"/>
                </a:cubicBezTo>
                <a:cubicBezTo>
                  <a:pt x="73306" y="676160"/>
                  <a:pt x="78075" y="673778"/>
                  <a:pt x="83591" y="673778"/>
                </a:cubicBezTo>
                <a:cubicBezTo>
                  <a:pt x="91351" y="673778"/>
                  <a:pt x="98785" y="676861"/>
                  <a:pt x="105892" y="683033"/>
                </a:cubicBezTo>
                <a:cubicBezTo>
                  <a:pt x="115148" y="691168"/>
                  <a:pt x="122629" y="703138"/>
                  <a:pt x="128332" y="718938"/>
                </a:cubicBezTo>
                <a:cubicBezTo>
                  <a:pt x="132165" y="729411"/>
                  <a:pt x="135158" y="744138"/>
                  <a:pt x="137308" y="763118"/>
                </a:cubicBezTo>
                <a:moveTo>
                  <a:pt x="130436" y="762136"/>
                </a:moveTo>
                <a:cubicBezTo>
                  <a:pt x="128846" y="748298"/>
                  <a:pt x="126134" y="737032"/>
                  <a:pt x="122301" y="728335"/>
                </a:cubicBezTo>
                <a:cubicBezTo>
                  <a:pt x="117158" y="716834"/>
                  <a:pt x="111034" y="708231"/>
                  <a:pt x="103928" y="702527"/>
                </a:cubicBezTo>
                <a:cubicBezTo>
                  <a:pt x="96728" y="696732"/>
                  <a:pt x="89903" y="693834"/>
                  <a:pt x="83451" y="693834"/>
                </a:cubicBezTo>
                <a:cubicBezTo>
                  <a:pt x="79523" y="693834"/>
                  <a:pt x="76345" y="695094"/>
                  <a:pt x="73914" y="697618"/>
                </a:cubicBezTo>
                <a:cubicBezTo>
                  <a:pt x="71482" y="700051"/>
                  <a:pt x="70267" y="703558"/>
                  <a:pt x="70267" y="708137"/>
                </a:cubicBezTo>
                <a:cubicBezTo>
                  <a:pt x="70267" y="717677"/>
                  <a:pt x="75363" y="727821"/>
                  <a:pt x="85554" y="738573"/>
                </a:cubicBezTo>
                <a:cubicBezTo>
                  <a:pt x="95653" y="749232"/>
                  <a:pt x="110613" y="757088"/>
                  <a:pt x="130436" y="762136"/>
                </a:cubicBezTo>
                <a:moveTo>
                  <a:pt x="63254" y="534925"/>
                </a:moveTo>
                <a:lnTo>
                  <a:pt x="158346" y="562274"/>
                </a:lnTo>
                <a:lnTo>
                  <a:pt x="171109" y="565361"/>
                </a:lnTo>
                <a:cubicBezTo>
                  <a:pt x="172325" y="565642"/>
                  <a:pt x="173353" y="565781"/>
                  <a:pt x="174194" y="565781"/>
                </a:cubicBezTo>
                <a:cubicBezTo>
                  <a:pt x="175691" y="565781"/>
                  <a:pt x="177000" y="565315"/>
                  <a:pt x="178122" y="564378"/>
                </a:cubicBezTo>
                <a:cubicBezTo>
                  <a:pt x="178964" y="563631"/>
                  <a:pt x="179384" y="562695"/>
                  <a:pt x="179384" y="561573"/>
                </a:cubicBezTo>
                <a:cubicBezTo>
                  <a:pt x="179384" y="560358"/>
                  <a:pt x="178636" y="558768"/>
                  <a:pt x="177140" y="556806"/>
                </a:cubicBezTo>
                <a:cubicBezTo>
                  <a:pt x="174429" y="553158"/>
                  <a:pt x="168818" y="548297"/>
                  <a:pt x="160309" y="542218"/>
                </a:cubicBezTo>
                <a:lnTo>
                  <a:pt x="163676" y="537451"/>
                </a:lnTo>
                <a:cubicBezTo>
                  <a:pt x="173400" y="543902"/>
                  <a:pt x="180833" y="550540"/>
                  <a:pt x="185976" y="557365"/>
                </a:cubicBezTo>
                <a:cubicBezTo>
                  <a:pt x="191025" y="564191"/>
                  <a:pt x="193550" y="570502"/>
                  <a:pt x="193550" y="576300"/>
                </a:cubicBezTo>
                <a:cubicBezTo>
                  <a:pt x="193550" y="580320"/>
                  <a:pt x="192521" y="583361"/>
                  <a:pt x="190464" y="585417"/>
                </a:cubicBezTo>
                <a:cubicBezTo>
                  <a:pt x="188500" y="587381"/>
                  <a:pt x="185602" y="588364"/>
                  <a:pt x="181769" y="588364"/>
                </a:cubicBezTo>
                <a:cubicBezTo>
                  <a:pt x="177187" y="588364"/>
                  <a:pt x="171156" y="587333"/>
                  <a:pt x="163676" y="585277"/>
                </a:cubicBezTo>
                <a:lnTo>
                  <a:pt x="153157" y="582330"/>
                </a:lnTo>
                <a:cubicBezTo>
                  <a:pt x="169146" y="594581"/>
                  <a:pt x="180319" y="605847"/>
                  <a:pt x="186677" y="616134"/>
                </a:cubicBezTo>
                <a:cubicBezTo>
                  <a:pt x="191259" y="623518"/>
                  <a:pt x="193550" y="630767"/>
                  <a:pt x="193550" y="637870"/>
                </a:cubicBezTo>
                <a:cubicBezTo>
                  <a:pt x="193550" y="644699"/>
                  <a:pt x="190745" y="650587"/>
                  <a:pt x="185135" y="655544"/>
                </a:cubicBezTo>
                <a:cubicBezTo>
                  <a:pt x="179431" y="660499"/>
                  <a:pt x="171624" y="662977"/>
                  <a:pt x="161712" y="662977"/>
                </a:cubicBezTo>
                <a:cubicBezTo>
                  <a:pt x="146845" y="662977"/>
                  <a:pt x="131184" y="658537"/>
                  <a:pt x="114727" y="649653"/>
                </a:cubicBezTo>
                <a:cubicBezTo>
                  <a:pt x="98177" y="640676"/>
                  <a:pt x="84947" y="629316"/>
                  <a:pt x="75035" y="615571"/>
                </a:cubicBezTo>
                <a:cubicBezTo>
                  <a:pt x="67181" y="604819"/>
                  <a:pt x="63254" y="594672"/>
                  <a:pt x="63254" y="585135"/>
                </a:cubicBezTo>
                <a:cubicBezTo>
                  <a:pt x="63254" y="579432"/>
                  <a:pt x="64750" y="574710"/>
                  <a:pt x="67742" y="570971"/>
                </a:cubicBezTo>
                <a:cubicBezTo>
                  <a:pt x="70735" y="567138"/>
                  <a:pt x="75690" y="564239"/>
                  <a:pt x="82609" y="562274"/>
                </a:cubicBezTo>
                <a:lnTo>
                  <a:pt x="66620" y="557226"/>
                </a:lnTo>
                <a:lnTo>
                  <a:pt x="63254" y="534925"/>
                </a:lnTo>
                <a:moveTo>
                  <a:pt x="70547" y="584857"/>
                </a:moveTo>
                <a:cubicBezTo>
                  <a:pt x="70547" y="590839"/>
                  <a:pt x="73352" y="597199"/>
                  <a:pt x="78963" y="603931"/>
                </a:cubicBezTo>
                <a:cubicBezTo>
                  <a:pt x="86910" y="613468"/>
                  <a:pt x="98691" y="621977"/>
                  <a:pt x="114306" y="629455"/>
                </a:cubicBezTo>
                <a:cubicBezTo>
                  <a:pt x="129921" y="636843"/>
                  <a:pt x="144040" y="640536"/>
                  <a:pt x="156663" y="640536"/>
                </a:cubicBezTo>
                <a:cubicBezTo>
                  <a:pt x="163021" y="640536"/>
                  <a:pt x="168070" y="638946"/>
                  <a:pt x="171810" y="635767"/>
                </a:cubicBezTo>
                <a:cubicBezTo>
                  <a:pt x="175457" y="632590"/>
                  <a:pt x="177280" y="628941"/>
                  <a:pt x="177280" y="624827"/>
                </a:cubicBezTo>
                <a:cubicBezTo>
                  <a:pt x="177280" y="614637"/>
                  <a:pt x="169753" y="603556"/>
                  <a:pt x="154699" y="591589"/>
                </a:cubicBezTo>
                <a:cubicBezTo>
                  <a:pt x="134690" y="575599"/>
                  <a:pt x="114166" y="567604"/>
                  <a:pt x="93128" y="567604"/>
                </a:cubicBezTo>
                <a:cubicBezTo>
                  <a:pt x="85180" y="567604"/>
                  <a:pt x="79430" y="569148"/>
                  <a:pt x="75877" y="572234"/>
                </a:cubicBezTo>
                <a:cubicBezTo>
                  <a:pt x="72324" y="575318"/>
                  <a:pt x="70547" y="579525"/>
                  <a:pt x="70547" y="584857"/>
                </a:cubicBezTo>
                <a:moveTo>
                  <a:pt x="71109" y="511084"/>
                </a:moveTo>
                <a:lnTo>
                  <a:pt x="63254" y="462696"/>
                </a:lnTo>
                <a:lnTo>
                  <a:pt x="131417" y="482891"/>
                </a:lnTo>
                <a:cubicBezTo>
                  <a:pt x="103460" y="466529"/>
                  <a:pt x="83918" y="451663"/>
                  <a:pt x="72792" y="438290"/>
                </a:cubicBezTo>
                <a:cubicBezTo>
                  <a:pt x="66433" y="430718"/>
                  <a:pt x="63254" y="424546"/>
                  <a:pt x="63254" y="419779"/>
                </a:cubicBezTo>
                <a:cubicBezTo>
                  <a:pt x="63254" y="416692"/>
                  <a:pt x="64190" y="414262"/>
                  <a:pt x="66059" y="412485"/>
                </a:cubicBezTo>
                <a:cubicBezTo>
                  <a:pt x="67836" y="410707"/>
                  <a:pt x="70454" y="409819"/>
                  <a:pt x="73914" y="409819"/>
                </a:cubicBezTo>
                <a:cubicBezTo>
                  <a:pt x="80085" y="409819"/>
                  <a:pt x="85975" y="411409"/>
                  <a:pt x="91586" y="414589"/>
                </a:cubicBezTo>
                <a:cubicBezTo>
                  <a:pt x="95793" y="416832"/>
                  <a:pt x="97897" y="420060"/>
                  <a:pt x="97897" y="424265"/>
                </a:cubicBezTo>
                <a:cubicBezTo>
                  <a:pt x="97897" y="426417"/>
                  <a:pt x="97196" y="428288"/>
                  <a:pt x="95793" y="429875"/>
                </a:cubicBezTo>
                <a:cubicBezTo>
                  <a:pt x="94391" y="431371"/>
                  <a:pt x="92240" y="432308"/>
                  <a:pt x="89341" y="432680"/>
                </a:cubicBezTo>
                <a:cubicBezTo>
                  <a:pt x="87565" y="432867"/>
                  <a:pt x="86396" y="433288"/>
                  <a:pt x="85835" y="433943"/>
                </a:cubicBezTo>
                <a:cubicBezTo>
                  <a:pt x="85087" y="434690"/>
                  <a:pt x="84713" y="435579"/>
                  <a:pt x="84713" y="436609"/>
                </a:cubicBezTo>
                <a:cubicBezTo>
                  <a:pt x="84713" y="438196"/>
                  <a:pt x="85087" y="439693"/>
                  <a:pt x="85835" y="441095"/>
                </a:cubicBezTo>
                <a:cubicBezTo>
                  <a:pt x="87144" y="443528"/>
                  <a:pt x="90791" y="447219"/>
                  <a:pt x="96775" y="452177"/>
                </a:cubicBezTo>
                <a:cubicBezTo>
                  <a:pt x="105938" y="459936"/>
                  <a:pt x="117813" y="468351"/>
                  <a:pt x="132399" y="477423"/>
                </a:cubicBezTo>
                <a:cubicBezTo>
                  <a:pt x="138571" y="481349"/>
                  <a:pt x="145536" y="484716"/>
                  <a:pt x="153297" y="487519"/>
                </a:cubicBezTo>
                <a:cubicBezTo>
                  <a:pt x="163956" y="491448"/>
                  <a:pt x="170361" y="493691"/>
                  <a:pt x="172512" y="494253"/>
                </a:cubicBezTo>
                <a:lnTo>
                  <a:pt x="190183" y="498739"/>
                </a:lnTo>
                <a:lnTo>
                  <a:pt x="190183" y="520201"/>
                </a:lnTo>
                <a:lnTo>
                  <a:pt x="103086" y="494253"/>
                </a:lnTo>
                <a:cubicBezTo>
                  <a:pt x="92988" y="491261"/>
                  <a:pt x="85788" y="489765"/>
                  <a:pt x="81487" y="489765"/>
                </a:cubicBezTo>
                <a:cubicBezTo>
                  <a:pt x="79804" y="489765"/>
                  <a:pt x="78402" y="490466"/>
                  <a:pt x="77280" y="491868"/>
                </a:cubicBezTo>
                <a:cubicBezTo>
                  <a:pt x="75783" y="493739"/>
                  <a:pt x="75035" y="496215"/>
                  <a:pt x="75035" y="499301"/>
                </a:cubicBezTo>
                <a:cubicBezTo>
                  <a:pt x="75035" y="501266"/>
                  <a:pt x="75456" y="504866"/>
                  <a:pt x="76298" y="510102"/>
                </a:cubicBezTo>
                <a:lnTo>
                  <a:pt x="71109" y="511084"/>
                </a:lnTo>
                <a:moveTo>
                  <a:pt x="137308" y="390606"/>
                </a:moveTo>
                <a:cubicBezTo>
                  <a:pt x="141983" y="391259"/>
                  <a:pt x="145864" y="391586"/>
                  <a:pt x="148949" y="391586"/>
                </a:cubicBezTo>
                <a:cubicBezTo>
                  <a:pt x="157271" y="391586"/>
                  <a:pt x="164377" y="388641"/>
                  <a:pt x="170267" y="382750"/>
                </a:cubicBezTo>
                <a:cubicBezTo>
                  <a:pt x="176065" y="376862"/>
                  <a:pt x="178964" y="369707"/>
                  <a:pt x="178964" y="361292"/>
                </a:cubicBezTo>
                <a:cubicBezTo>
                  <a:pt x="178964" y="354560"/>
                  <a:pt x="177608" y="348109"/>
                  <a:pt x="174896" y="341937"/>
                </a:cubicBezTo>
                <a:cubicBezTo>
                  <a:pt x="172091" y="335674"/>
                  <a:pt x="165966" y="326415"/>
                  <a:pt x="156523" y="314167"/>
                </a:cubicBezTo>
                <a:lnTo>
                  <a:pt x="160590" y="311223"/>
                </a:lnTo>
                <a:cubicBezTo>
                  <a:pt x="182563" y="333382"/>
                  <a:pt x="193550" y="354514"/>
                  <a:pt x="193550" y="374616"/>
                </a:cubicBezTo>
                <a:cubicBezTo>
                  <a:pt x="193550" y="388267"/>
                  <a:pt x="189248" y="398553"/>
                  <a:pt x="180646" y="405472"/>
                </a:cubicBezTo>
                <a:cubicBezTo>
                  <a:pt x="172044" y="412391"/>
                  <a:pt x="162554" y="415852"/>
                  <a:pt x="152175" y="415852"/>
                </a:cubicBezTo>
                <a:cubicBezTo>
                  <a:pt x="138243" y="415852"/>
                  <a:pt x="123984" y="411551"/>
                  <a:pt x="109398" y="402948"/>
                </a:cubicBezTo>
                <a:cubicBezTo>
                  <a:pt x="94812" y="394345"/>
                  <a:pt x="83497" y="383545"/>
                  <a:pt x="75456" y="370550"/>
                </a:cubicBezTo>
                <a:cubicBezTo>
                  <a:pt x="67321" y="357552"/>
                  <a:pt x="63254" y="344183"/>
                  <a:pt x="63254" y="330435"/>
                </a:cubicBezTo>
                <a:cubicBezTo>
                  <a:pt x="63254" y="320527"/>
                  <a:pt x="65264" y="313184"/>
                  <a:pt x="69285" y="308417"/>
                </a:cubicBezTo>
                <a:cubicBezTo>
                  <a:pt x="73306" y="303648"/>
                  <a:pt x="78075" y="301263"/>
                  <a:pt x="83591" y="301263"/>
                </a:cubicBezTo>
                <a:cubicBezTo>
                  <a:pt x="91351" y="301263"/>
                  <a:pt x="98785" y="304349"/>
                  <a:pt x="105892" y="310521"/>
                </a:cubicBezTo>
                <a:cubicBezTo>
                  <a:pt x="115148" y="318656"/>
                  <a:pt x="122629" y="330623"/>
                  <a:pt x="128332" y="346426"/>
                </a:cubicBezTo>
                <a:cubicBezTo>
                  <a:pt x="132165" y="356896"/>
                  <a:pt x="135158" y="371623"/>
                  <a:pt x="137308" y="390606"/>
                </a:cubicBezTo>
                <a:moveTo>
                  <a:pt x="130436" y="389624"/>
                </a:moveTo>
                <a:cubicBezTo>
                  <a:pt x="128846" y="375786"/>
                  <a:pt x="126134" y="364517"/>
                  <a:pt x="122301" y="355823"/>
                </a:cubicBezTo>
                <a:cubicBezTo>
                  <a:pt x="117158" y="344322"/>
                  <a:pt x="111034" y="335719"/>
                  <a:pt x="103928" y="330015"/>
                </a:cubicBezTo>
                <a:cubicBezTo>
                  <a:pt x="96728" y="324218"/>
                  <a:pt x="89903" y="321319"/>
                  <a:pt x="83451" y="321319"/>
                </a:cubicBezTo>
                <a:cubicBezTo>
                  <a:pt x="79523" y="321319"/>
                  <a:pt x="76345" y="322582"/>
                  <a:pt x="73914" y="325106"/>
                </a:cubicBezTo>
                <a:cubicBezTo>
                  <a:pt x="71482" y="327537"/>
                  <a:pt x="70267" y="331043"/>
                  <a:pt x="70267" y="335625"/>
                </a:cubicBezTo>
                <a:cubicBezTo>
                  <a:pt x="70267" y="345162"/>
                  <a:pt x="75363" y="355309"/>
                  <a:pt x="85554" y="366061"/>
                </a:cubicBezTo>
                <a:cubicBezTo>
                  <a:pt x="95653" y="376720"/>
                  <a:pt x="110613" y="384576"/>
                  <a:pt x="130436" y="389624"/>
                </a:cubicBezTo>
                <a:moveTo>
                  <a:pt x="63254" y="192988"/>
                </a:moveTo>
                <a:lnTo>
                  <a:pt x="106312" y="201545"/>
                </a:lnTo>
                <a:lnTo>
                  <a:pt x="106312" y="206732"/>
                </a:lnTo>
                <a:cubicBezTo>
                  <a:pt x="93782" y="207201"/>
                  <a:pt x="84667" y="209867"/>
                  <a:pt x="78963" y="214727"/>
                </a:cubicBezTo>
                <a:cubicBezTo>
                  <a:pt x="73259" y="219591"/>
                  <a:pt x="70407" y="225621"/>
                  <a:pt x="70407" y="232821"/>
                </a:cubicBezTo>
                <a:cubicBezTo>
                  <a:pt x="70407" y="238616"/>
                  <a:pt x="71997" y="243247"/>
                  <a:pt x="75176" y="246705"/>
                </a:cubicBezTo>
                <a:cubicBezTo>
                  <a:pt x="78355" y="250072"/>
                  <a:pt x="82189" y="251753"/>
                  <a:pt x="86677" y="251753"/>
                </a:cubicBezTo>
                <a:cubicBezTo>
                  <a:pt x="89762" y="251753"/>
                  <a:pt x="92708" y="251100"/>
                  <a:pt x="95513" y="249791"/>
                </a:cubicBezTo>
                <a:cubicBezTo>
                  <a:pt x="98317" y="248389"/>
                  <a:pt x="102245" y="245396"/>
                  <a:pt x="107294" y="240814"/>
                </a:cubicBezTo>
                <a:cubicBezTo>
                  <a:pt x="120571" y="228659"/>
                  <a:pt x="130576" y="220806"/>
                  <a:pt x="137308" y="217251"/>
                </a:cubicBezTo>
                <a:cubicBezTo>
                  <a:pt x="144040" y="213700"/>
                  <a:pt x="150399" y="211922"/>
                  <a:pt x="156382" y="211922"/>
                </a:cubicBezTo>
                <a:cubicBezTo>
                  <a:pt x="166106" y="211922"/>
                  <a:pt x="174756" y="215991"/>
                  <a:pt x="182329" y="224125"/>
                </a:cubicBezTo>
                <a:cubicBezTo>
                  <a:pt x="189809" y="232166"/>
                  <a:pt x="193550" y="242358"/>
                  <a:pt x="193550" y="254700"/>
                </a:cubicBezTo>
                <a:cubicBezTo>
                  <a:pt x="193550" y="261432"/>
                  <a:pt x="191960" y="269191"/>
                  <a:pt x="188781" y="277981"/>
                </a:cubicBezTo>
                <a:cubicBezTo>
                  <a:pt x="187659" y="281068"/>
                  <a:pt x="187098" y="283453"/>
                  <a:pt x="187098" y="285133"/>
                </a:cubicBezTo>
                <a:cubicBezTo>
                  <a:pt x="187098" y="289341"/>
                  <a:pt x="189248" y="292521"/>
                  <a:pt x="193550" y="294673"/>
                </a:cubicBezTo>
                <a:lnTo>
                  <a:pt x="193550" y="299860"/>
                </a:lnTo>
                <a:lnTo>
                  <a:pt x="148107" y="291306"/>
                </a:lnTo>
                <a:lnTo>
                  <a:pt x="148107" y="286116"/>
                </a:lnTo>
                <a:cubicBezTo>
                  <a:pt x="162320" y="285556"/>
                  <a:pt x="172371" y="282609"/>
                  <a:pt x="178262" y="277280"/>
                </a:cubicBezTo>
                <a:cubicBezTo>
                  <a:pt x="184153" y="271951"/>
                  <a:pt x="187098" y="264657"/>
                  <a:pt x="187098" y="255401"/>
                </a:cubicBezTo>
                <a:cubicBezTo>
                  <a:pt x="187098" y="248295"/>
                  <a:pt x="185135" y="242685"/>
                  <a:pt x="181207" y="238571"/>
                </a:cubicBezTo>
                <a:cubicBezTo>
                  <a:pt x="177187" y="234363"/>
                  <a:pt x="172278" y="232259"/>
                  <a:pt x="166481" y="232259"/>
                </a:cubicBezTo>
                <a:cubicBezTo>
                  <a:pt x="162740" y="232259"/>
                  <a:pt x="159281" y="233006"/>
                  <a:pt x="156102" y="234502"/>
                </a:cubicBezTo>
                <a:cubicBezTo>
                  <a:pt x="150492" y="237120"/>
                  <a:pt x="142731" y="242639"/>
                  <a:pt x="132820" y="251052"/>
                </a:cubicBezTo>
                <a:cubicBezTo>
                  <a:pt x="122909" y="259373"/>
                  <a:pt x="115475" y="264751"/>
                  <a:pt x="110519" y="267181"/>
                </a:cubicBezTo>
                <a:cubicBezTo>
                  <a:pt x="105564" y="269521"/>
                  <a:pt x="100609" y="270688"/>
                  <a:pt x="95653" y="270688"/>
                </a:cubicBezTo>
                <a:cubicBezTo>
                  <a:pt x="86583" y="270688"/>
                  <a:pt x="78916" y="267417"/>
                  <a:pt x="72651" y="260870"/>
                </a:cubicBezTo>
                <a:cubicBezTo>
                  <a:pt x="66386" y="254232"/>
                  <a:pt x="63254" y="245723"/>
                  <a:pt x="63254" y="235345"/>
                </a:cubicBezTo>
                <a:cubicBezTo>
                  <a:pt x="63254" y="232353"/>
                  <a:pt x="63488" y="229642"/>
                  <a:pt x="63955" y="227211"/>
                </a:cubicBezTo>
                <a:cubicBezTo>
                  <a:pt x="64236" y="225902"/>
                  <a:pt x="65311" y="222862"/>
                  <a:pt x="67181" y="218095"/>
                </a:cubicBezTo>
                <a:cubicBezTo>
                  <a:pt x="68958" y="213231"/>
                  <a:pt x="69846" y="210006"/>
                  <a:pt x="69846" y="208416"/>
                </a:cubicBezTo>
                <a:cubicBezTo>
                  <a:pt x="69846" y="204396"/>
                  <a:pt x="67649" y="201028"/>
                  <a:pt x="63254" y="198317"/>
                </a:cubicBezTo>
                <a:lnTo>
                  <a:pt x="63254" y="192988"/>
                </a:lnTo>
                <a:moveTo>
                  <a:pt x="28471" y="110660"/>
                </a:moveTo>
                <a:lnTo>
                  <a:pt x="66620" y="121599"/>
                </a:lnTo>
                <a:lnTo>
                  <a:pt x="66620" y="99579"/>
                </a:lnTo>
                <a:lnTo>
                  <a:pt x="75456" y="101964"/>
                </a:lnTo>
                <a:lnTo>
                  <a:pt x="75456" y="123842"/>
                </a:lnTo>
                <a:lnTo>
                  <a:pt x="158206" y="147967"/>
                </a:lnTo>
                <a:cubicBezTo>
                  <a:pt x="167089" y="150585"/>
                  <a:pt x="172839" y="151893"/>
                  <a:pt x="175457" y="151893"/>
                </a:cubicBezTo>
                <a:cubicBezTo>
                  <a:pt x="177046" y="151893"/>
                  <a:pt x="178262" y="151519"/>
                  <a:pt x="179103" y="150772"/>
                </a:cubicBezTo>
                <a:cubicBezTo>
                  <a:pt x="179945" y="150025"/>
                  <a:pt x="180366" y="149137"/>
                  <a:pt x="180366" y="148106"/>
                </a:cubicBezTo>
                <a:cubicBezTo>
                  <a:pt x="180366" y="145769"/>
                  <a:pt x="178729" y="142683"/>
                  <a:pt x="175457" y="138850"/>
                </a:cubicBezTo>
                <a:cubicBezTo>
                  <a:pt x="173587" y="136607"/>
                  <a:pt x="167837" y="131605"/>
                  <a:pt x="158206" y="123842"/>
                </a:cubicBezTo>
                <a:lnTo>
                  <a:pt x="161712" y="119214"/>
                </a:lnTo>
                <a:cubicBezTo>
                  <a:pt x="174241" y="127817"/>
                  <a:pt x="183078" y="135951"/>
                  <a:pt x="188220" y="143620"/>
                </a:cubicBezTo>
                <a:cubicBezTo>
                  <a:pt x="191773" y="148855"/>
                  <a:pt x="193550" y="154139"/>
                  <a:pt x="193550" y="159468"/>
                </a:cubicBezTo>
                <a:cubicBezTo>
                  <a:pt x="193550" y="163582"/>
                  <a:pt x="192287" y="166947"/>
                  <a:pt x="189762" y="169567"/>
                </a:cubicBezTo>
                <a:cubicBezTo>
                  <a:pt x="187145" y="172185"/>
                  <a:pt x="183826" y="173494"/>
                  <a:pt x="179805" y="173494"/>
                </a:cubicBezTo>
                <a:cubicBezTo>
                  <a:pt x="174756" y="173494"/>
                  <a:pt x="167042" y="171998"/>
                  <a:pt x="156663" y="169005"/>
                </a:cubicBezTo>
                <a:lnTo>
                  <a:pt x="75456" y="145582"/>
                </a:lnTo>
                <a:lnTo>
                  <a:pt x="75456" y="166762"/>
                </a:lnTo>
                <a:lnTo>
                  <a:pt x="69987" y="165360"/>
                </a:lnTo>
                <a:cubicBezTo>
                  <a:pt x="67181" y="155073"/>
                  <a:pt x="63021" y="146519"/>
                  <a:pt x="57504" y="139691"/>
                </a:cubicBezTo>
                <a:cubicBezTo>
                  <a:pt x="51894" y="132865"/>
                  <a:pt x="42217" y="125245"/>
                  <a:pt x="28471" y="116829"/>
                </a:cubicBezTo>
                <a:lnTo>
                  <a:pt x="28471" y="110660"/>
                </a:lnTo>
                <a:moveTo>
                  <a:pt x="329793" y="1007580"/>
                </a:moveTo>
                <a:lnTo>
                  <a:pt x="478882" y="948812"/>
                </a:lnTo>
                <a:lnTo>
                  <a:pt x="367521" y="916976"/>
                </a:lnTo>
                <a:cubicBezTo>
                  <a:pt x="358357" y="914358"/>
                  <a:pt x="351251" y="913050"/>
                  <a:pt x="346202" y="913050"/>
                </a:cubicBezTo>
                <a:cubicBezTo>
                  <a:pt x="342742" y="913050"/>
                  <a:pt x="340031" y="914265"/>
                  <a:pt x="338068" y="916695"/>
                </a:cubicBezTo>
                <a:cubicBezTo>
                  <a:pt x="336104" y="919125"/>
                  <a:pt x="335122" y="923662"/>
                  <a:pt x="335122" y="930300"/>
                </a:cubicBezTo>
                <a:cubicBezTo>
                  <a:pt x="335122" y="931422"/>
                  <a:pt x="335075" y="932592"/>
                  <a:pt x="334982" y="933807"/>
                </a:cubicBezTo>
                <a:lnTo>
                  <a:pt x="329793" y="932262"/>
                </a:lnTo>
                <a:lnTo>
                  <a:pt x="329793" y="871112"/>
                </a:lnTo>
                <a:lnTo>
                  <a:pt x="334982" y="872796"/>
                </a:lnTo>
                <a:cubicBezTo>
                  <a:pt x="334889" y="879155"/>
                  <a:pt x="335543" y="883877"/>
                  <a:pt x="336946" y="886960"/>
                </a:cubicBezTo>
                <a:cubicBezTo>
                  <a:pt x="338909" y="891355"/>
                  <a:pt x="341434" y="894629"/>
                  <a:pt x="344519" y="896778"/>
                </a:cubicBezTo>
                <a:cubicBezTo>
                  <a:pt x="348914" y="899771"/>
                  <a:pt x="356581" y="902811"/>
                  <a:pt x="367521" y="905895"/>
                </a:cubicBezTo>
                <a:lnTo>
                  <a:pt x="524324" y="950637"/>
                </a:lnTo>
                <a:lnTo>
                  <a:pt x="524324" y="955686"/>
                </a:lnTo>
                <a:lnTo>
                  <a:pt x="363874" y="1018940"/>
                </a:lnTo>
                <a:lnTo>
                  <a:pt x="482388" y="1052740"/>
                </a:lnTo>
                <a:cubicBezTo>
                  <a:pt x="491364" y="1055264"/>
                  <a:pt x="498237" y="1056528"/>
                  <a:pt x="503006" y="1056528"/>
                </a:cubicBezTo>
                <a:cubicBezTo>
                  <a:pt x="506558" y="1056528"/>
                  <a:pt x="509270" y="1055406"/>
                  <a:pt x="511140" y="1053160"/>
                </a:cubicBezTo>
                <a:cubicBezTo>
                  <a:pt x="512917" y="1050824"/>
                  <a:pt x="514132" y="1045355"/>
                  <a:pt x="514787" y="1036753"/>
                </a:cubicBezTo>
                <a:lnTo>
                  <a:pt x="519976" y="1038155"/>
                </a:lnTo>
                <a:lnTo>
                  <a:pt x="519976" y="1097903"/>
                </a:lnTo>
                <a:lnTo>
                  <a:pt x="514787" y="1095938"/>
                </a:lnTo>
                <a:cubicBezTo>
                  <a:pt x="514600" y="1088460"/>
                  <a:pt x="513945" y="1083457"/>
                  <a:pt x="512823" y="1080933"/>
                </a:cubicBezTo>
                <a:cubicBezTo>
                  <a:pt x="511140" y="1077097"/>
                  <a:pt x="508943" y="1074247"/>
                  <a:pt x="506231" y="1072376"/>
                </a:cubicBezTo>
                <a:cubicBezTo>
                  <a:pt x="502117" y="1069664"/>
                  <a:pt x="494169" y="1066627"/>
                  <a:pt x="482388" y="1063259"/>
                </a:cubicBezTo>
                <a:lnTo>
                  <a:pt x="350129" y="1025532"/>
                </a:lnTo>
                <a:cubicBezTo>
                  <a:pt x="344519" y="1029178"/>
                  <a:pt x="340685" y="1033104"/>
                  <a:pt x="338628" y="1037312"/>
                </a:cubicBezTo>
                <a:cubicBezTo>
                  <a:pt x="336478" y="1041426"/>
                  <a:pt x="335263" y="1047879"/>
                  <a:pt x="334982" y="1056667"/>
                </a:cubicBezTo>
                <a:lnTo>
                  <a:pt x="329793" y="1055125"/>
                </a:lnTo>
                <a:lnTo>
                  <a:pt x="329793" y="1007580"/>
                </a:lnTo>
                <a:moveTo>
                  <a:pt x="467101" y="864099"/>
                </a:moveTo>
                <a:cubicBezTo>
                  <a:pt x="471775" y="864755"/>
                  <a:pt x="475656" y="865082"/>
                  <a:pt x="478741" y="865082"/>
                </a:cubicBezTo>
                <a:cubicBezTo>
                  <a:pt x="487063" y="865082"/>
                  <a:pt x="494169" y="862137"/>
                  <a:pt x="500060" y="856246"/>
                </a:cubicBezTo>
                <a:cubicBezTo>
                  <a:pt x="505857" y="850355"/>
                  <a:pt x="508756" y="843203"/>
                  <a:pt x="508756" y="834788"/>
                </a:cubicBezTo>
                <a:cubicBezTo>
                  <a:pt x="508756" y="828056"/>
                  <a:pt x="507400" y="821602"/>
                  <a:pt x="504689" y="815433"/>
                </a:cubicBezTo>
                <a:cubicBezTo>
                  <a:pt x="501884" y="809167"/>
                  <a:pt x="495759" y="799911"/>
                  <a:pt x="486316" y="787663"/>
                </a:cubicBezTo>
                <a:lnTo>
                  <a:pt x="490383" y="784716"/>
                </a:lnTo>
                <a:cubicBezTo>
                  <a:pt x="512356" y="806876"/>
                  <a:pt x="523342" y="828008"/>
                  <a:pt x="523342" y="848112"/>
                </a:cubicBezTo>
                <a:cubicBezTo>
                  <a:pt x="523342" y="861763"/>
                  <a:pt x="519041" y="872049"/>
                  <a:pt x="510439" y="878968"/>
                </a:cubicBezTo>
                <a:cubicBezTo>
                  <a:pt x="501837" y="885887"/>
                  <a:pt x="492346" y="889345"/>
                  <a:pt x="481967" y="889345"/>
                </a:cubicBezTo>
                <a:cubicBezTo>
                  <a:pt x="468036" y="889345"/>
                  <a:pt x="453776" y="885044"/>
                  <a:pt x="439190" y="876441"/>
                </a:cubicBezTo>
                <a:cubicBezTo>
                  <a:pt x="424604" y="867841"/>
                  <a:pt x="413290" y="857041"/>
                  <a:pt x="405249" y="844043"/>
                </a:cubicBezTo>
                <a:cubicBezTo>
                  <a:pt x="397114" y="831048"/>
                  <a:pt x="393047" y="817676"/>
                  <a:pt x="393047" y="803931"/>
                </a:cubicBezTo>
                <a:cubicBezTo>
                  <a:pt x="393047" y="794020"/>
                  <a:pt x="395057" y="786680"/>
                  <a:pt x="399077" y="781911"/>
                </a:cubicBezTo>
                <a:cubicBezTo>
                  <a:pt x="403098" y="777144"/>
                  <a:pt x="407867" y="774759"/>
                  <a:pt x="413383" y="774759"/>
                </a:cubicBezTo>
                <a:cubicBezTo>
                  <a:pt x="421144" y="774759"/>
                  <a:pt x="428578" y="777845"/>
                  <a:pt x="435684" y="784014"/>
                </a:cubicBezTo>
                <a:cubicBezTo>
                  <a:pt x="444941" y="792152"/>
                  <a:pt x="452421" y="804119"/>
                  <a:pt x="458125" y="819922"/>
                </a:cubicBezTo>
                <a:cubicBezTo>
                  <a:pt x="461958" y="830392"/>
                  <a:pt x="464950" y="845119"/>
                  <a:pt x="467101" y="864099"/>
                </a:cubicBezTo>
                <a:moveTo>
                  <a:pt x="460228" y="863120"/>
                </a:moveTo>
                <a:cubicBezTo>
                  <a:pt x="458639" y="849282"/>
                  <a:pt x="455927" y="838013"/>
                  <a:pt x="452094" y="829316"/>
                </a:cubicBezTo>
                <a:cubicBezTo>
                  <a:pt x="446951" y="817818"/>
                  <a:pt x="440826" y="809215"/>
                  <a:pt x="433720" y="803511"/>
                </a:cubicBezTo>
                <a:cubicBezTo>
                  <a:pt x="426521" y="797713"/>
                  <a:pt x="419695" y="794815"/>
                  <a:pt x="413244" y="794815"/>
                </a:cubicBezTo>
                <a:cubicBezTo>
                  <a:pt x="409316" y="794815"/>
                  <a:pt x="406137" y="796078"/>
                  <a:pt x="403706" y="798602"/>
                </a:cubicBezTo>
                <a:cubicBezTo>
                  <a:pt x="401275" y="801032"/>
                  <a:pt x="400060" y="804539"/>
                  <a:pt x="400060" y="809121"/>
                </a:cubicBezTo>
                <a:cubicBezTo>
                  <a:pt x="400060" y="818658"/>
                  <a:pt x="405155" y="828803"/>
                  <a:pt x="415347" y="839555"/>
                </a:cubicBezTo>
                <a:cubicBezTo>
                  <a:pt x="425446" y="850216"/>
                  <a:pt x="440406" y="858069"/>
                  <a:pt x="460228" y="863120"/>
                </a:cubicBezTo>
                <a:moveTo>
                  <a:pt x="337366" y="706457"/>
                </a:moveTo>
                <a:cubicBezTo>
                  <a:pt x="337366" y="702527"/>
                  <a:pt x="338722" y="699208"/>
                  <a:pt x="341434" y="696497"/>
                </a:cubicBezTo>
                <a:cubicBezTo>
                  <a:pt x="344145" y="693785"/>
                  <a:pt x="347465" y="692431"/>
                  <a:pt x="351391" y="692431"/>
                </a:cubicBezTo>
                <a:cubicBezTo>
                  <a:pt x="355226" y="692431"/>
                  <a:pt x="358545" y="693834"/>
                  <a:pt x="361350" y="696639"/>
                </a:cubicBezTo>
                <a:cubicBezTo>
                  <a:pt x="364061" y="699350"/>
                  <a:pt x="365417" y="702621"/>
                  <a:pt x="365417" y="706457"/>
                </a:cubicBezTo>
                <a:cubicBezTo>
                  <a:pt x="365417" y="710289"/>
                  <a:pt x="364061" y="713608"/>
                  <a:pt x="361350" y="716414"/>
                </a:cubicBezTo>
                <a:cubicBezTo>
                  <a:pt x="358545" y="719125"/>
                  <a:pt x="355226" y="720482"/>
                  <a:pt x="351391" y="720482"/>
                </a:cubicBezTo>
                <a:cubicBezTo>
                  <a:pt x="347465" y="720482"/>
                  <a:pt x="344145" y="719125"/>
                  <a:pt x="341434" y="716414"/>
                </a:cubicBezTo>
                <a:cubicBezTo>
                  <a:pt x="338722" y="713702"/>
                  <a:pt x="337366" y="710383"/>
                  <a:pt x="337366" y="706457"/>
                </a:cubicBezTo>
                <a:moveTo>
                  <a:pt x="393047" y="704631"/>
                </a:moveTo>
                <a:lnTo>
                  <a:pt x="491364" y="732404"/>
                </a:lnTo>
                <a:cubicBezTo>
                  <a:pt x="498003" y="734272"/>
                  <a:pt x="501977" y="735206"/>
                  <a:pt x="503286" y="735206"/>
                </a:cubicBezTo>
                <a:cubicBezTo>
                  <a:pt x="504782" y="735206"/>
                  <a:pt x="505998" y="734786"/>
                  <a:pt x="506932" y="733945"/>
                </a:cubicBezTo>
                <a:cubicBezTo>
                  <a:pt x="507868" y="733011"/>
                  <a:pt x="508335" y="731935"/>
                  <a:pt x="508335" y="730720"/>
                </a:cubicBezTo>
                <a:cubicBezTo>
                  <a:pt x="508335" y="729318"/>
                  <a:pt x="507587" y="727634"/>
                  <a:pt x="506091" y="725669"/>
                </a:cubicBezTo>
                <a:cubicBezTo>
                  <a:pt x="501884" y="720340"/>
                  <a:pt x="495899" y="714966"/>
                  <a:pt x="488138" y="709540"/>
                </a:cubicBezTo>
                <a:lnTo>
                  <a:pt x="491364" y="704631"/>
                </a:lnTo>
                <a:cubicBezTo>
                  <a:pt x="501089" y="710991"/>
                  <a:pt x="509270" y="718472"/>
                  <a:pt x="515909" y="727072"/>
                </a:cubicBezTo>
                <a:cubicBezTo>
                  <a:pt x="520864" y="733432"/>
                  <a:pt x="523342" y="739507"/>
                  <a:pt x="523342" y="745305"/>
                </a:cubicBezTo>
                <a:cubicBezTo>
                  <a:pt x="523342" y="749138"/>
                  <a:pt x="522220" y="752272"/>
                  <a:pt x="519976" y="754703"/>
                </a:cubicBezTo>
                <a:cubicBezTo>
                  <a:pt x="517639" y="757133"/>
                  <a:pt x="514740" y="758348"/>
                  <a:pt x="511281" y="758348"/>
                </a:cubicBezTo>
                <a:cubicBezTo>
                  <a:pt x="507821" y="758348"/>
                  <a:pt x="502070" y="757181"/>
                  <a:pt x="494029" y="754842"/>
                </a:cubicBezTo>
                <a:lnTo>
                  <a:pt x="431196" y="736609"/>
                </a:lnTo>
                <a:cubicBezTo>
                  <a:pt x="420911" y="733619"/>
                  <a:pt x="414459" y="732123"/>
                  <a:pt x="411841" y="732123"/>
                </a:cubicBezTo>
                <a:cubicBezTo>
                  <a:pt x="409784" y="732123"/>
                  <a:pt x="408101" y="732869"/>
                  <a:pt x="406792" y="734366"/>
                </a:cubicBezTo>
                <a:cubicBezTo>
                  <a:pt x="405483" y="735768"/>
                  <a:pt x="404828" y="737733"/>
                  <a:pt x="404828" y="740257"/>
                </a:cubicBezTo>
                <a:cubicBezTo>
                  <a:pt x="404828" y="742313"/>
                  <a:pt x="405342" y="746568"/>
                  <a:pt x="406371" y="753019"/>
                </a:cubicBezTo>
                <a:lnTo>
                  <a:pt x="400901" y="753019"/>
                </a:lnTo>
                <a:lnTo>
                  <a:pt x="393047" y="704631"/>
                </a:lnTo>
                <a:moveTo>
                  <a:pt x="401743" y="541097"/>
                </a:moveTo>
                <a:lnTo>
                  <a:pt x="416329" y="545165"/>
                </a:lnTo>
                <a:lnTo>
                  <a:pt x="416329" y="568586"/>
                </a:lnTo>
                <a:cubicBezTo>
                  <a:pt x="421378" y="566811"/>
                  <a:pt x="426100" y="565923"/>
                  <a:pt x="430494" y="565923"/>
                </a:cubicBezTo>
                <a:cubicBezTo>
                  <a:pt x="442837" y="565923"/>
                  <a:pt x="453823" y="571158"/>
                  <a:pt x="463454" y="581629"/>
                </a:cubicBezTo>
                <a:cubicBezTo>
                  <a:pt x="473085" y="592196"/>
                  <a:pt x="478414" y="606688"/>
                  <a:pt x="479443" y="625108"/>
                </a:cubicBezTo>
                <a:cubicBezTo>
                  <a:pt x="482435" y="635020"/>
                  <a:pt x="485988" y="642453"/>
                  <a:pt x="490102" y="647410"/>
                </a:cubicBezTo>
                <a:cubicBezTo>
                  <a:pt x="491598" y="649278"/>
                  <a:pt x="493141" y="650215"/>
                  <a:pt x="494730" y="650215"/>
                </a:cubicBezTo>
                <a:cubicBezTo>
                  <a:pt x="496601" y="650215"/>
                  <a:pt x="498330" y="649372"/>
                  <a:pt x="499920" y="647688"/>
                </a:cubicBezTo>
                <a:cubicBezTo>
                  <a:pt x="501416" y="646008"/>
                  <a:pt x="502959" y="641752"/>
                  <a:pt x="504548" y="634926"/>
                </a:cubicBezTo>
                <a:lnTo>
                  <a:pt x="510860" y="607718"/>
                </a:lnTo>
                <a:cubicBezTo>
                  <a:pt x="514413" y="592662"/>
                  <a:pt x="518621" y="582705"/>
                  <a:pt x="523483" y="577844"/>
                </a:cubicBezTo>
                <a:cubicBezTo>
                  <a:pt x="528438" y="573075"/>
                  <a:pt x="534142" y="570690"/>
                  <a:pt x="540594" y="570690"/>
                </a:cubicBezTo>
                <a:cubicBezTo>
                  <a:pt x="548261" y="570690"/>
                  <a:pt x="555273" y="573543"/>
                  <a:pt x="561631" y="579247"/>
                </a:cubicBezTo>
                <a:cubicBezTo>
                  <a:pt x="567990" y="584857"/>
                  <a:pt x="572945" y="593131"/>
                  <a:pt x="576498" y="604070"/>
                </a:cubicBezTo>
                <a:cubicBezTo>
                  <a:pt x="580145" y="614916"/>
                  <a:pt x="581968" y="626931"/>
                  <a:pt x="581968" y="640116"/>
                </a:cubicBezTo>
                <a:cubicBezTo>
                  <a:pt x="581968" y="651709"/>
                  <a:pt x="580566" y="662276"/>
                  <a:pt x="577761" y="671813"/>
                </a:cubicBezTo>
                <a:cubicBezTo>
                  <a:pt x="575049" y="681350"/>
                  <a:pt x="571355" y="688175"/>
                  <a:pt x="566681" y="692289"/>
                </a:cubicBezTo>
                <a:cubicBezTo>
                  <a:pt x="562005" y="696403"/>
                  <a:pt x="557190" y="698461"/>
                  <a:pt x="552234" y="698461"/>
                </a:cubicBezTo>
                <a:cubicBezTo>
                  <a:pt x="548214" y="698461"/>
                  <a:pt x="544006" y="697104"/>
                  <a:pt x="539611" y="694393"/>
                </a:cubicBezTo>
                <a:cubicBezTo>
                  <a:pt x="535311" y="691775"/>
                  <a:pt x="531757" y="688456"/>
                  <a:pt x="528952" y="684436"/>
                </a:cubicBezTo>
                <a:cubicBezTo>
                  <a:pt x="527176" y="681912"/>
                  <a:pt x="522968" y="674757"/>
                  <a:pt x="516329" y="662977"/>
                </a:cubicBezTo>
                <a:cubicBezTo>
                  <a:pt x="512963" y="667279"/>
                  <a:pt x="509270" y="669428"/>
                  <a:pt x="505249" y="669428"/>
                </a:cubicBezTo>
                <a:cubicBezTo>
                  <a:pt x="501509" y="669428"/>
                  <a:pt x="497535" y="667560"/>
                  <a:pt x="493328" y="663818"/>
                </a:cubicBezTo>
                <a:cubicBezTo>
                  <a:pt x="489121" y="659985"/>
                  <a:pt x="484492" y="651944"/>
                  <a:pt x="479443" y="639696"/>
                </a:cubicBezTo>
                <a:cubicBezTo>
                  <a:pt x="477479" y="649980"/>
                  <a:pt x="473178" y="658162"/>
                  <a:pt x="466540" y="664241"/>
                </a:cubicBezTo>
                <a:cubicBezTo>
                  <a:pt x="459901" y="670223"/>
                  <a:pt x="452514" y="673215"/>
                  <a:pt x="444379" y="673215"/>
                </a:cubicBezTo>
                <a:cubicBezTo>
                  <a:pt x="431102" y="673215"/>
                  <a:pt x="419228" y="667418"/>
                  <a:pt x="408756" y="655825"/>
                </a:cubicBezTo>
                <a:cubicBezTo>
                  <a:pt x="398283" y="644136"/>
                  <a:pt x="393047" y="628615"/>
                  <a:pt x="393047" y="609260"/>
                </a:cubicBezTo>
                <a:cubicBezTo>
                  <a:pt x="393047" y="602247"/>
                  <a:pt x="393748" y="596498"/>
                  <a:pt x="395151" y="592009"/>
                </a:cubicBezTo>
                <a:cubicBezTo>
                  <a:pt x="396553" y="587520"/>
                  <a:pt x="398750" y="583174"/>
                  <a:pt x="401743" y="578966"/>
                </a:cubicBezTo>
                <a:lnTo>
                  <a:pt x="401743" y="541097"/>
                </a:lnTo>
                <a:moveTo>
                  <a:pt x="423762" y="589766"/>
                </a:moveTo>
                <a:cubicBezTo>
                  <a:pt x="416282" y="589766"/>
                  <a:pt x="410392" y="591870"/>
                  <a:pt x="406090" y="596075"/>
                </a:cubicBezTo>
                <a:cubicBezTo>
                  <a:pt x="401790" y="600192"/>
                  <a:pt x="399639" y="605614"/>
                  <a:pt x="399639" y="612346"/>
                </a:cubicBezTo>
                <a:cubicBezTo>
                  <a:pt x="399639" y="622911"/>
                  <a:pt x="404968" y="631653"/>
                  <a:pt x="415628" y="638572"/>
                </a:cubicBezTo>
                <a:cubicBezTo>
                  <a:pt x="426194" y="645400"/>
                  <a:pt x="437227" y="648813"/>
                  <a:pt x="448728" y="648813"/>
                </a:cubicBezTo>
                <a:cubicBezTo>
                  <a:pt x="455927" y="648813"/>
                  <a:pt x="461818" y="646615"/>
                  <a:pt x="466399" y="642220"/>
                </a:cubicBezTo>
                <a:cubicBezTo>
                  <a:pt x="470981" y="637825"/>
                  <a:pt x="473272" y="632496"/>
                  <a:pt x="473272" y="626230"/>
                </a:cubicBezTo>
                <a:cubicBezTo>
                  <a:pt x="473272" y="621275"/>
                  <a:pt x="471916" y="616506"/>
                  <a:pt x="469205" y="611926"/>
                </a:cubicBezTo>
                <a:cubicBezTo>
                  <a:pt x="466493" y="607250"/>
                  <a:pt x="462753" y="603323"/>
                  <a:pt x="457984" y="600143"/>
                </a:cubicBezTo>
                <a:cubicBezTo>
                  <a:pt x="453216" y="596963"/>
                  <a:pt x="447138" y="594439"/>
                  <a:pt x="439751" y="592568"/>
                </a:cubicBezTo>
                <a:cubicBezTo>
                  <a:pt x="432365" y="590700"/>
                  <a:pt x="427035" y="589766"/>
                  <a:pt x="423762" y="589766"/>
                </a:cubicBezTo>
                <a:moveTo>
                  <a:pt x="519976" y="656947"/>
                </a:moveTo>
                <a:cubicBezTo>
                  <a:pt x="523436" y="664519"/>
                  <a:pt x="527877" y="670271"/>
                  <a:pt x="533301" y="674198"/>
                </a:cubicBezTo>
                <a:cubicBezTo>
                  <a:pt x="538723" y="678031"/>
                  <a:pt x="544053" y="679947"/>
                  <a:pt x="549289" y="679947"/>
                </a:cubicBezTo>
                <a:cubicBezTo>
                  <a:pt x="555460" y="679947"/>
                  <a:pt x="560556" y="677142"/>
                  <a:pt x="564577" y="671532"/>
                </a:cubicBezTo>
                <a:cubicBezTo>
                  <a:pt x="570374" y="663491"/>
                  <a:pt x="573273" y="651709"/>
                  <a:pt x="573273" y="636190"/>
                </a:cubicBezTo>
                <a:cubicBezTo>
                  <a:pt x="573273" y="622817"/>
                  <a:pt x="570981" y="611409"/>
                  <a:pt x="566400" y="601966"/>
                </a:cubicBezTo>
                <a:cubicBezTo>
                  <a:pt x="561912" y="592429"/>
                  <a:pt x="556068" y="587662"/>
                  <a:pt x="548868" y="587662"/>
                </a:cubicBezTo>
                <a:cubicBezTo>
                  <a:pt x="545222" y="587662"/>
                  <a:pt x="541762" y="589437"/>
                  <a:pt x="538490" y="592991"/>
                </a:cubicBezTo>
                <a:cubicBezTo>
                  <a:pt x="535217" y="596450"/>
                  <a:pt x="532552" y="603230"/>
                  <a:pt x="530495" y="613329"/>
                </a:cubicBezTo>
                <a:cubicBezTo>
                  <a:pt x="529373" y="618845"/>
                  <a:pt x="525867" y="633385"/>
                  <a:pt x="519976" y="656947"/>
                </a:cubicBezTo>
                <a:moveTo>
                  <a:pt x="320536" y="462835"/>
                </a:moveTo>
                <a:lnTo>
                  <a:pt x="456722" y="502246"/>
                </a:lnTo>
                <a:cubicBezTo>
                  <a:pt x="431102" y="485230"/>
                  <a:pt x="414085" y="471951"/>
                  <a:pt x="405669" y="462415"/>
                </a:cubicBezTo>
                <a:cubicBezTo>
                  <a:pt x="397255" y="452878"/>
                  <a:pt x="393047" y="443761"/>
                  <a:pt x="393047" y="435065"/>
                </a:cubicBezTo>
                <a:cubicBezTo>
                  <a:pt x="393047" y="430576"/>
                  <a:pt x="394589" y="426837"/>
                  <a:pt x="397676" y="423844"/>
                </a:cubicBezTo>
                <a:cubicBezTo>
                  <a:pt x="400761" y="420852"/>
                  <a:pt x="404875" y="419356"/>
                  <a:pt x="410018" y="419356"/>
                </a:cubicBezTo>
                <a:cubicBezTo>
                  <a:pt x="416189" y="419356"/>
                  <a:pt x="423669" y="420667"/>
                  <a:pt x="432458" y="423285"/>
                </a:cubicBezTo>
                <a:lnTo>
                  <a:pt x="491225" y="440394"/>
                </a:lnTo>
                <a:cubicBezTo>
                  <a:pt x="498330" y="442546"/>
                  <a:pt x="502258" y="443622"/>
                  <a:pt x="503006" y="443622"/>
                </a:cubicBezTo>
                <a:cubicBezTo>
                  <a:pt x="504315" y="443622"/>
                  <a:pt x="505390" y="443247"/>
                  <a:pt x="506231" y="442498"/>
                </a:cubicBezTo>
                <a:cubicBezTo>
                  <a:pt x="507073" y="441657"/>
                  <a:pt x="507494" y="440723"/>
                  <a:pt x="507494" y="439693"/>
                </a:cubicBezTo>
                <a:cubicBezTo>
                  <a:pt x="507494" y="438478"/>
                  <a:pt x="506886" y="437075"/>
                  <a:pt x="505670" y="435485"/>
                </a:cubicBezTo>
                <a:cubicBezTo>
                  <a:pt x="501556" y="430156"/>
                  <a:pt x="495852" y="424875"/>
                  <a:pt x="488559" y="419637"/>
                </a:cubicBezTo>
                <a:lnTo>
                  <a:pt x="491225" y="415290"/>
                </a:lnTo>
                <a:cubicBezTo>
                  <a:pt x="496180" y="418470"/>
                  <a:pt x="501650" y="422910"/>
                  <a:pt x="507634" y="428614"/>
                </a:cubicBezTo>
                <a:cubicBezTo>
                  <a:pt x="513524" y="434224"/>
                  <a:pt x="517639" y="439085"/>
                  <a:pt x="519976" y="443199"/>
                </a:cubicBezTo>
                <a:cubicBezTo>
                  <a:pt x="522220" y="447219"/>
                  <a:pt x="523342" y="450819"/>
                  <a:pt x="523342" y="453999"/>
                </a:cubicBezTo>
                <a:cubicBezTo>
                  <a:pt x="523342" y="457460"/>
                  <a:pt x="522220" y="460311"/>
                  <a:pt x="519976" y="462554"/>
                </a:cubicBezTo>
                <a:cubicBezTo>
                  <a:pt x="517826" y="464706"/>
                  <a:pt x="515020" y="465782"/>
                  <a:pt x="511561" y="465782"/>
                </a:cubicBezTo>
                <a:cubicBezTo>
                  <a:pt x="507447" y="465782"/>
                  <a:pt x="499780" y="464144"/>
                  <a:pt x="488559" y="460873"/>
                </a:cubicBezTo>
                <a:lnTo>
                  <a:pt x="432458" y="444744"/>
                </a:lnTo>
                <a:cubicBezTo>
                  <a:pt x="425446" y="442685"/>
                  <a:pt x="419929" y="441657"/>
                  <a:pt x="415908" y="441657"/>
                </a:cubicBezTo>
                <a:cubicBezTo>
                  <a:pt x="414038" y="441657"/>
                  <a:pt x="412542" y="442265"/>
                  <a:pt x="411420" y="443480"/>
                </a:cubicBezTo>
                <a:cubicBezTo>
                  <a:pt x="410298" y="444602"/>
                  <a:pt x="409737" y="446098"/>
                  <a:pt x="409737" y="447969"/>
                </a:cubicBezTo>
                <a:cubicBezTo>
                  <a:pt x="409737" y="450680"/>
                  <a:pt x="410766" y="453767"/>
                  <a:pt x="412823" y="457225"/>
                </a:cubicBezTo>
                <a:cubicBezTo>
                  <a:pt x="416750" y="463584"/>
                  <a:pt x="424043" y="470924"/>
                  <a:pt x="434702" y="479245"/>
                </a:cubicBezTo>
                <a:cubicBezTo>
                  <a:pt x="437601" y="481488"/>
                  <a:pt x="449288" y="488970"/>
                  <a:pt x="469765" y="501686"/>
                </a:cubicBezTo>
                <a:cubicBezTo>
                  <a:pt x="476310" y="505613"/>
                  <a:pt x="483464" y="508838"/>
                  <a:pt x="491225" y="511362"/>
                </a:cubicBezTo>
                <a:lnTo>
                  <a:pt x="519976" y="520340"/>
                </a:lnTo>
                <a:lnTo>
                  <a:pt x="519976" y="541378"/>
                </a:lnTo>
                <a:lnTo>
                  <a:pt x="359526" y="495233"/>
                </a:lnTo>
                <a:lnTo>
                  <a:pt x="342135" y="490324"/>
                </a:lnTo>
                <a:cubicBezTo>
                  <a:pt x="339704" y="490324"/>
                  <a:pt x="337553" y="491354"/>
                  <a:pt x="335684" y="493410"/>
                </a:cubicBezTo>
                <a:cubicBezTo>
                  <a:pt x="333813" y="495375"/>
                  <a:pt x="332878" y="497805"/>
                  <a:pt x="332878" y="500704"/>
                </a:cubicBezTo>
                <a:cubicBezTo>
                  <a:pt x="332878" y="502388"/>
                  <a:pt x="333159" y="504957"/>
                  <a:pt x="333720" y="508418"/>
                </a:cubicBezTo>
                <a:lnTo>
                  <a:pt x="334140" y="511362"/>
                </a:lnTo>
                <a:lnTo>
                  <a:pt x="328671" y="511362"/>
                </a:lnTo>
                <a:lnTo>
                  <a:pt x="320536" y="462835"/>
                </a:lnTo>
                <a:moveTo>
                  <a:pt x="320536" y="320617"/>
                </a:moveTo>
                <a:lnTo>
                  <a:pt x="417451" y="348248"/>
                </a:lnTo>
                <a:cubicBezTo>
                  <a:pt x="408101" y="339274"/>
                  <a:pt x="401696" y="331466"/>
                  <a:pt x="398236" y="324825"/>
                </a:cubicBezTo>
                <a:cubicBezTo>
                  <a:pt x="394777" y="318093"/>
                  <a:pt x="393047" y="311081"/>
                  <a:pt x="393047" y="303790"/>
                </a:cubicBezTo>
                <a:cubicBezTo>
                  <a:pt x="393047" y="293503"/>
                  <a:pt x="396460" y="285088"/>
                  <a:pt x="403285" y="278544"/>
                </a:cubicBezTo>
                <a:cubicBezTo>
                  <a:pt x="410111" y="271996"/>
                  <a:pt x="419368" y="268726"/>
                  <a:pt x="431056" y="268726"/>
                </a:cubicBezTo>
                <a:cubicBezTo>
                  <a:pt x="446109" y="268726"/>
                  <a:pt x="461116" y="273027"/>
                  <a:pt x="476077" y="281627"/>
                </a:cubicBezTo>
                <a:cubicBezTo>
                  <a:pt x="490943" y="290230"/>
                  <a:pt x="502538" y="301030"/>
                  <a:pt x="510860" y="314028"/>
                </a:cubicBezTo>
                <a:cubicBezTo>
                  <a:pt x="519181" y="327023"/>
                  <a:pt x="523342" y="339833"/>
                  <a:pt x="523342" y="352456"/>
                </a:cubicBezTo>
                <a:cubicBezTo>
                  <a:pt x="523342" y="366575"/>
                  <a:pt x="518059" y="381066"/>
                  <a:pt x="507494" y="395935"/>
                </a:cubicBezTo>
                <a:lnTo>
                  <a:pt x="360648" y="353296"/>
                </a:lnTo>
                <a:cubicBezTo>
                  <a:pt x="349334" y="350026"/>
                  <a:pt x="342696" y="348387"/>
                  <a:pt x="340732" y="348387"/>
                </a:cubicBezTo>
                <a:cubicBezTo>
                  <a:pt x="338301" y="348387"/>
                  <a:pt x="336478" y="349137"/>
                  <a:pt x="335263" y="350633"/>
                </a:cubicBezTo>
                <a:cubicBezTo>
                  <a:pt x="333580" y="352783"/>
                  <a:pt x="332738" y="355962"/>
                  <a:pt x="332738" y="360170"/>
                </a:cubicBezTo>
                <a:cubicBezTo>
                  <a:pt x="332738" y="362135"/>
                  <a:pt x="333065" y="365124"/>
                  <a:pt x="333720" y="369148"/>
                </a:cubicBezTo>
                <a:lnTo>
                  <a:pt x="328390" y="369148"/>
                </a:lnTo>
                <a:lnTo>
                  <a:pt x="320536" y="320617"/>
                </a:lnTo>
                <a:moveTo>
                  <a:pt x="509036" y="374897"/>
                </a:moveTo>
                <a:cubicBezTo>
                  <a:pt x="514179" y="365547"/>
                  <a:pt x="516750" y="357320"/>
                  <a:pt x="516750" y="350213"/>
                </a:cubicBezTo>
                <a:cubicBezTo>
                  <a:pt x="516750" y="341985"/>
                  <a:pt x="513758" y="333476"/>
                  <a:pt x="507774" y="324686"/>
                </a:cubicBezTo>
                <a:cubicBezTo>
                  <a:pt x="501696" y="315802"/>
                  <a:pt x="491505" y="308136"/>
                  <a:pt x="477199" y="301686"/>
                </a:cubicBezTo>
                <a:cubicBezTo>
                  <a:pt x="462893" y="295139"/>
                  <a:pt x="448447" y="291868"/>
                  <a:pt x="433860" y="291868"/>
                </a:cubicBezTo>
                <a:cubicBezTo>
                  <a:pt x="425258" y="291868"/>
                  <a:pt x="418527" y="294017"/>
                  <a:pt x="413664" y="298318"/>
                </a:cubicBezTo>
                <a:cubicBezTo>
                  <a:pt x="408802" y="302526"/>
                  <a:pt x="406371" y="307529"/>
                  <a:pt x="406371" y="313326"/>
                </a:cubicBezTo>
                <a:cubicBezTo>
                  <a:pt x="406371" y="322020"/>
                  <a:pt x="409877" y="330529"/>
                  <a:pt x="416890" y="338851"/>
                </a:cubicBezTo>
                <a:cubicBezTo>
                  <a:pt x="423809" y="347172"/>
                  <a:pt x="433486" y="353112"/>
                  <a:pt x="445923" y="356664"/>
                </a:cubicBezTo>
                <a:lnTo>
                  <a:pt x="509036" y="374897"/>
                </a:lnTo>
                <a:moveTo>
                  <a:pt x="436946" y="127070"/>
                </a:moveTo>
                <a:cubicBezTo>
                  <a:pt x="450971" y="127070"/>
                  <a:pt x="464856" y="130810"/>
                  <a:pt x="478602" y="138288"/>
                </a:cubicBezTo>
                <a:cubicBezTo>
                  <a:pt x="492346" y="145676"/>
                  <a:pt x="503239" y="156007"/>
                  <a:pt x="511281" y="169286"/>
                </a:cubicBezTo>
                <a:cubicBezTo>
                  <a:pt x="519322" y="182562"/>
                  <a:pt x="523342" y="195466"/>
                  <a:pt x="523342" y="207996"/>
                </a:cubicBezTo>
                <a:cubicBezTo>
                  <a:pt x="523342" y="220806"/>
                  <a:pt x="519275" y="231277"/>
                  <a:pt x="511140" y="239411"/>
                </a:cubicBezTo>
                <a:cubicBezTo>
                  <a:pt x="502912" y="247455"/>
                  <a:pt x="492299" y="251475"/>
                  <a:pt x="479303" y="251475"/>
                </a:cubicBezTo>
                <a:cubicBezTo>
                  <a:pt x="465558" y="251475"/>
                  <a:pt x="451766" y="247545"/>
                  <a:pt x="437928" y="239692"/>
                </a:cubicBezTo>
                <a:cubicBezTo>
                  <a:pt x="424090" y="231745"/>
                  <a:pt x="413150" y="221178"/>
                  <a:pt x="405109" y="207996"/>
                </a:cubicBezTo>
                <a:cubicBezTo>
                  <a:pt x="397067" y="194717"/>
                  <a:pt x="393047" y="181909"/>
                  <a:pt x="393047" y="169567"/>
                </a:cubicBezTo>
                <a:cubicBezTo>
                  <a:pt x="393047" y="157223"/>
                  <a:pt x="397114" y="147078"/>
                  <a:pt x="405249" y="139131"/>
                </a:cubicBezTo>
                <a:cubicBezTo>
                  <a:pt x="413383" y="131091"/>
                  <a:pt x="423949" y="127070"/>
                  <a:pt x="436946" y="127070"/>
                </a:cubicBezTo>
                <a:moveTo>
                  <a:pt x="427268" y="150352"/>
                </a:moveTo>
                <a:cubicBezTo>
                  <a:pt x="418573" y="150352"/>
                  <a:pt x="411934" y="152501"/>
                  <a:pt x="407353" y="156802"/>
                </a:cubicBezTo>
                <a:cubicBezTo>
                  <a:pt x="402678" y="161010"/>
                  <a:pt x="400340" y="166481"/>
                  <a:pt x="400340" y="173213"/>
                </a:cubicBezTo>
                <a:cubicBezTo>
                  <a:pt x="400340" y="186957"/>
                  <a:pt x="410204" y="199626"/>
                  <a:pt x="429934" y="211221"/>
                </a:cubicBezTo>
                <a:cubicBezTo>
                  <a:pt x="449569" y="222722"/>
                  <a:pt x="469111" y="228472"/>
                  <a:pt x="488559" y="228472"/>
                </a:cubicBezTo>
                <a:cubicBezTo>
                  <a:pt x="497442" y="228472"/>
                  <a:pt x="504315" y="226229"/>
                  <a:pt x="509177" y="221740"/>
                </a:cubicBezTo>
                <a:cubicBezTo>
                  <a:pt x="513945" y="217251"/>
                  <a:pt x="516329" y="211596"/>
                  <a:pt x="516329" y="204770"/>
                </a:cubicBezTo>
                <a:cubicBezTo>
                  <a:pt x="516329" y="191585"/>
                  <a:pt x="506558" y="179243"/>
                  <a:pt x="487017" y="167742"/>
                </a:cubicBezTo>
                <a:cubicBezTo>
                  <a:pt x="467381" y="156149"/>
                  <a:pt x="447465" y="150352"/>
                  <a:pt x="427268" y="150352"/>
                </a:cubicBezTo>
                <a:moveTo>
                  <a:pt x="400901" y="101262"/>
                </a:moveTo>
                <a:lnTo>
                  <a:pt x="393047" y="52874"/>
                </a:lnTo>
                <a:lnTo>
                  <a:pt x="461210" y="73072"/>
                </a:lnTo>
                <a:cubicBezTo>
                  <a:pt x="433253" y="56710"/>
                  <a:pt x="413711" y="41841"/>
                  <a:pt x="402584" y="28471"/>
                </a:cubicBezTo>
                <a:cubicBezTo>
                  <a:pt x="396226" y="20896"/>
                  <a:pt x="393047" y="14727"/>
                  <a:pt x="393047" y="9957"/>
                </a:cubicBezTo>
                <a:cubicBezTo>
                  <a:pt x="393047" y="6871"/>
                  <a:pt x="393982" y="4440"/>
                  <a:pt x="395852" y="2663"/>
                </a:cubicBezTo>
                <a:cubicBezTo>
                  <a:pt x="397629" y="889"/>
                  <a:pt x="400247" y="0"/>
                  <a:pt x="403706" y="0"/>
                </a:cubicBezTo>
                <a:cubicBezTo>
                  <a:pt x="409877" y="0"/>
                  <a:pt x="415768" y="1590"/>
                  <a:pt x="421378" y="4767"/>
                </a:cubicBezTo>
                <a:cubicBezTo>
                  <a:pt x="425586" y="7013"/>
                  <a:pt x="427689" y="10238"/>
                  <a:pt x="427689" y="14446"/>
                </a:cubicBezTo>
                <a:cubicBezTo>
                  <a:pt x="427689" y="16595"/>
                  <a:pt x="426988" y="18466"/>
                  <a:pt x="425586" y="20056"/>
                </a:cubicBezTo>
                <a:cubicBezTo>
                  <a:pt x="424183" y="21552"/>
                  <a:pt x="422032" y="22486"/>
                  <a:pt x="419134" y="22861"/>
                </a:cubicBezTo>
                <a:cubicBezTo>
                  <a:pt x="417358" y="23048"/>
                  <a:pt x="416189" y="23469"/>
                  <a:pt x="415628" y="24125"/>
                </a:cubicBezTo>
                <a:cubicBezTo>
                  <a:pt x="414880" y="24871"/>
                  <a:pt x="414506" y="25760"/>
                  <a:pt x="414506" y="26788"/>
                </a:cubicBezTo>
                <a:cubicBezTo>
                  <a:pt x="414506" y="28378"/>
                  <a:pt x="414880" y="29874"/>
                  <a:pt x="415628" y="31276"/>
                </a:cubicBezTo>
                <a:cubicBezTo>
                  <a:pt x="416937" y="33707"/>
                  <a:pt x="420584" y="37401"/>
                  <a:pt x="426567" y="42355"/>
                </a:cubicBezTo>
                <a:cubicBezTo>
                  <a:pt x="435731" y="50117"/>
                  <a:pt x="447605" y="58533"/>
                  <a:pt x="462192" y="67601"/>
                </a:cubicBezTo>
                <a:cubicBezTo>
                  <a:pt x="468363" y="71528"/>
                  <a:pt x="475329" y="74895"/>
                  <a:pt x="483090" y="77700"/>
                </a:cubicBezTo>
                <a:cubicBezTo>
                  <a:pt x="493749" y="81626"/>
                  <a:pt x="500154" y="83872"/>
                  <a:pt x="502304" y="84432"/>
                </a:cubicBezTo>
                <a:lnTo>
                  <a:pt x="519976" y="88920"/>
                </a:lnTo>
                <a:lnTo>
                  <a:pt x="519976" y="110379"/>
                </a:lnTo>
                <a:lnTo>
                  <a:pt x="432879" y="84432"/>
                </a:lnTo>
                <a:cubicBezTo>
                  <a:pt x="422780" y="81439"/>
                  <a:pt x="415581" y="79943"/>
                  <a:pt x="411280" y="79943"/>
                </a:cubicBezTo>
                <a:cubicBezTo>
                  <a:pt x="409597" y="79943"/>
                  <a:pt x="408194" y="80644"/>
                  <a:pt x="407072" y="82047"/>
                </a:cubicBezTo>
                <a:cubicBezTo>
                  <a:pt x="405576" y="83918"/>
                  <a:pt x="404828" y="86396"/>
                  <a:pt x="404828" y="89482"/>
                </a:cubicBezTo>
                <a:cubicBezTo>
                  <a:pt x="404828" y="91444"/>
                  <a:pt x="405249" y="95044"/>
                  <a:pt x="406090" y="100280"/>
                </a:cubicBezTo>
                <a:lnTo>
                  <a:pt x="400901" y="1012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42">
            <a:extLst xmlns:a="http://schemas.openxmlformats.org/drawingml/2006/main">
              <a:ext uri="{FF2B5EF4-FFF2-40B4-BE49-F238E27FC236}">
                <a16:creationId xmlns:a16="http://schemas.microsoft.com/office/drawing/2014/main" id="{6092B6F0-AA33-4FA0-9898-1EDD04CC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463" y="4153169"/>
            <a:ext cx="975528" cy="1864343"/>
          </a:xfrm>
          <a:custGeom xmlns:a="http://schemas.openxmlformats.org/drawingml/2006/main">
            <a:pathLst>
              <a:path w="718097" h="1372364">
                <a:moveTo>
                  <a:pt x="0" y="0"/>
                </a:moveTo>
                <a:lnTo>
                  <a:pt x="718097" y="0"/>
                </a:lnTo>
                <a:lnTo>
                  <a:pt x="718097" y="1372364"/>
                </a:lnTo>
                <a:lnTo>
                  <a:pt x="0" y="137236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43">
            <a:extLst xmlns:a="http://schemas.openxmlformats.org/drawingml/2006/main">
              <a:ext uri="{FF2B5EF4-FFF2-40B4-BE49-F238E27FC236}">
                <a16:creationId xmlns:a16="http://schemas.microsoft.com/office/drawing/2014/main" id="{1F63EB69-2D23-46E7-9F54-48144FB9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973" y="4282247"/>
            <a:ext cx="276844" cy="1605238"/>
          </a:xfrm>
          <a:custGeom xmlns:a="http://schemas.openxmlformats.org/drawingml/2006/main">
            <a:pathLst>
              <a:path w="203788" h="1181633">
                <a:moveTo>
                  <a:pt x="4909" y="1005334"/>
                </a:moveTo>
                <a:lnTo>
                  <a:pt x="64937" y="1000425"/>
                </a:lnTo>
                <a:lnTo>
                  <a:pt x="64937" y="1005334"/>
                </a:lnTo>
                <a:cubicBezTo>
                  <a:pt x="49977" y="1010289"/>
                  <a:pt x="38710" y="1016694"/>
                  <a:pt x="31136" y="1024550"/>
                </a:cubicBezTo>
                <a:cubicBezTo>
                  <a:pt x="20197" y="1035864"/>
                  <a:pt x="14727" y="1050403"/>
                  <a:pt x="14727" y="1068168"/>
                </a:cubicBezTo>
                <a:cubicBezTo>
                  <a:pt x="14727" y="1092384"/>
                  <a:pt x="24310" y="1110804"/>
                  <a:pt x="43479" y="1123427"/>
                </a:cubicBezTo>
                <a:cubicBezTo>
                  <a:pt x="59654" y="1133995"/>
                  <a:pt x="78916" y="1139276"/>
                  <a:pt x="101263" y="1139276"/>
                </a:cubicBezTo>
                <a:cubicBezTo>
                  <a:pt x="119402" y="1139276"/>
                  <a:pt x="135952" y="1135769"/>
                  <a:pt x="150912" y="1128756"/>
                </a:cubicBezTo>
                <a:cubicBezTo>
                  <a:pt x="165873" y="1121744"/>
                  <a:pt x="176859" y="1112582"/>
                  <a:pt x="183872" y="1101267"/>
                </a:cubicBezTo>
                <a:cubicBezTo>
                  <a:pt x="190791" y="1089860"/>
                  <a:pt x="194250" y="1078174"/>
                  <a:pt x="194250" y="1066204"/>
                </a:cubicBezTo>
                <a:cubicBezTo>
                  <a:pt x="194250" y="1059191"/>
                  <a:pt x="193362" y="1052414"/>
                  <a:pt x="191586" y="1045866"/>
                </a:cubicBezTo>
                <a:cubicBezTo>
                  <a:pt x="189809" y="1039322"/>
                  <a:pt x="187192" y="1033011"/>
                  <a:pt x="183732" y="1026932"/>
                </a:cubicBezTo>
                <a:lnTo>
                  <a:pt x="128753" y="1026932"/>
                </a:lnTo>
                <a:cubicBezTo>
                  <a:pt x="119215" y="1026932"/>
                  <a:pt x="112997" y="1027682"/>
                  <a:pt x="110098" y="1029178"/>
                </a:cubicBezTo>
                <a:cubicBezTo>
                  <a:pt x="107107" y="1030580"/>
                  <a:pt x="104862" y="1032823"/>
                  <a:pt x="103367" y="1035909"/>
                </a:cubicBezTo>
                <a:cubicBezTo>
                  <a:pt x="101777" y="1038902"/>
                  <a:pt x="100983" y="1044231"/>
                  <a:pt x="100983" y="1051900"/>
                </a:cubicBezTo>
                <a:lnTo>
                  <a:pt x="95653" y="1051900"/>
                </a:lnTo>
                <a:lnTo>
                  <a:pt x="95653" y="978266"/>
                </a:lnTo>
                <a:lnTo>
                  <a:pt x="100983" y="978266"/>
                </a:lnTo>
                <a:lnTo>
                  <a:pt x="100983" y="981772"/>
                </a:lnTo>
                <a:cubicBezTo>
                  <a:pt x="100983" y="989066"/>
                  <a:pt x="103414" y="994068"/>
                  <a:pt x="108276" y="996780"/>
                </a:cubicBezTo>
                <a:cubicBezTo>
                  <a:pt x="111735" y="998648"/>
                  <a:pt x="118561" y="999585"/>
                  <a:pt x="128753" y="999585"/>
                </a:cubicBezTo>
                <a:lnTo>
                  <a:pt x="186957" y="999585"/>
                </a:lnTo>
                <a:cubicBezTo>
                  <a:pt x="192755" y="1010337"/>
                  <a:pt x="197009" y="1020950"/>
                  <a:pt x="199721" y="1031421"/>
                </a:cubicBezTo>
                <a:cubicBezTo>
                  <a:pt x="202432" y="1041894"/>
                  <a:pt x="203788" y="1053535"/>
                  <a:pt x="203788" y="1066345"/>
                </a:cubicBezTo>
                <a:cubicBezTo>
                  <a:pt x="203788" y="1103090"/>
                  <a:pt x="192007" y="1131002"/>
                  <a:pt x="168444" y="1150076"/>
                </a:cubicBezTo>
                <a:cubicBezTo>
                  <a:pt x="150772" y="1164382"/>
                  <a:pt x="130389" y="1171534"/>
                  <a:pt x="107293" y="1171534"/>
                </a:cubicBezTo>
                <a:cubicBezTo>
                  <a:pt x="90557" y="1171534"/>
                  <a:pt x="74521" y="1167514"/>
                  <a:pt x="59187" y="1159473"/>
                </a:cubicBezTo>
                <a:cubicBezTo>
                  <a:pt x="40954" y="1149937"/>
                  <a:pt x="26928" y="1136845"/>
                  <a:pt x="17111" y="1120202"/>
                </a:cubicBezTo>
                <a:cubicBezTo>
                  <a:pt x="8976" y="1106270"/>
                  <a:pt x="4909" y="1089814"/>
                  <a:pt x="4909" y="1070831"/>
                </a:cubicBezTo>
                <a:cubicBezTo>
                  <a:pt x="4909" y="1063912"/>
                  <a:pt x="5470" y="1057649"/>
                  <a:pt x="6592" y="1052039"/>
                </a:cubicBezTo>
                <a:cubicBezTo>
                  <a:pt x="7714" y="1046335"/>
                  <a:pt x="10192" y="1038294"/>
                  <a:pt x="14026" y="1027914"/>
                </a:cubicBezTo>
                <a:cubicBezTo>
                  <a:pt x="15989" y="1022679"/>
                  <a:pt x="16970" y="1019172"/>
                  <a:pt x="16970" y="1017395"/>
                </a:cubicBezTo>
                <a:cubicBezTo>
                  <a:pt x="16970" y="1015621"/>
                  <a:pt x="16176" y="1014124"/>
                  <a:pt x="14586" y="1012909"/>
                </a:cubicBezTo>
                <a:cubicBezTo>
                  <a:pt x="12903" y="1011598"/>
                  <a:pt x="9677" y="1010805"/>
                  <a:pt x="4909" y="1010524"/>
                </a:cubicBezTo>
                <a:lnTo>
                  <a:pt x="4909" y="1005334"/>
                </a:lnTo>
                <a:moveTo>
                  <a:pt x="119356" y="943483"/>
                </a:moveTo>
                <a:cubicBezTo>
                  <a:pt x="138430" y="943576"/>
                  <a:pt x="153390" y="938949"/>
                  <a:pt x="164237" y="929596"/>
                </a:cubicBezTo>
                <a:cubicBezTo>
                  <a:pt x="175083" y="920247"/>
                  <a:pt x="180506" y="909262"/>
                  <a:pt x="180506" y="896639"/>
                </a:cubicBezTo>
                <a:cubicBezTo>
                  <a:pt x="180506" y="888224"/>
                  <a:pt x="178215" y="880930"/>
                  <a:pt x="173634" y="874758"/>
                </a:cubicBezTo>
                <a:cubicBezTo>
                  <a:pt x="168958" y="868494"/>
                  <a:pt x="161011" y="863259"/>
                  <a:pt x="149790" y="859051"/>
                </a:cubicBezTo>
                <a:lnTo>
                  <a:pt x="152595" y="854702"/>
                </a:lnTo>
                <a:cubicBezTo>
                  <a:pt x="165405" y="856666"/>
                  <a:pt x="177093" y="862370"/>
                  <a:pt x="187659" y="871813"/>
                </a:cubicBezTo>
                <a:cubicBezTo>
                  <a:pt x="198131" y="881256"/>
                  <a:pt x="203367" y="893084"/>
                  <a:pt x="203367" y="907297"/>
                </a:cubicBezTo>
                <a:cubicBezTo>
                  <a:pt x="203367" y="922725"/>
                  <a:pt x="197383" y="935956"/>
                  <a:pt x="185415" y="946989"/>
                </a:cubicBezTo>
                <a:cubicBezTo>
                  <a:pt x="173353" y="957929"/>
                  <a:pt x="157177" y="963400"/>
                  <a:pt x="136887" y="963400"/>
                </a:cubicBezTo>
                <a:cubicBezTo>
                  <a:pt x="114914" y="963400"/>
                  <a:pt x="97803" y="957789"/>
                  <a:pt x="85554" y="946569"/>
                </a:cubicBezTo>
                <a:cubicBezTo>
                  <a:pt x="73212" y="935255"/>
                  <a:pt x="67041" y="921090"/>
                  <a:pt x="67041" y="904072"/>
                </a:cubicBezTo>
                <a:cubicBezTo>
                  <a:pt x="67041" y="889672"/>
                  <a:pt x="71809" y="877844"/>
                  <a:pt x="81347" y="868588"/>
                </a:cubicBezTo>
                <a:cubicBezTo>
                  <a:pt x="90791" y="859329"/>
                  <a:pt x="103460" y="854702"/>
                  <a:pt x="119356" y="854702"/>
                </a:cubicBezTo>
                <a:lnTo>
                  <a:pt x="119356" y="943483"/>
                </a:lnTo>
                <a:moveTo>
                  <a:pt x="111221" y="943483"/>
                </a:moveTo>
                <a:lnTo>
                  <a:pt x="111221" y="884016"/>
                </a:lnTo>
                <a:cubicBezTo>
                  <a:pt x="102993" y="884482"/>
                  <a:pt x="97195" y="885464"/>
                  <a:pt x="93829" y="886960"/>
                </a:cubicBezTo>
                <a:cubicBezTo>
                  <a:pt x="88593" y="889297"/>
                  <a:pt x="84479" y="892803"/>
                  <a:pt x="81487" y="897479"/>
                </a:cubicBezTo>
                <a:cubicBezTo>
                  <a:pt x="78495" y="902062"/>
                  <a:pt x="76999" y="906877"/>
                  <a:pt x="76999" y="911925"/>
                </a:cubicBezTo>
                <a:cubicBezTo>
                  <a:pt x="76999" y="919688"/>
                  <a:pt x="80038" y="926652"/>
                  <a:pt x="86115" y="932824"/>
                </a:cubicBezTo>
                <a:cubicBezTo>
                  <a:pt x="92100" y="938900"/>
                  <a:pt x="100468" y="942455"/>
                  <a:pt x="111221" y="943483"/>
                </a:cubicBezTo>
                <a:moveTo>
                  <a:pt x="94390" y="800005"/>
                </a:moveTo>
                <a:cubicBezTo>
                  <a:pt x="76251" y="784949"/>
                  <a:pt x="67181" y="770596"/>
                  <a:pt x="67181" y="756946"/>
                </a:cubicBezTo>
                <a:cubicBezTo>
                  <a:pt x="67181" y="749933"/>
                  <a:pt x="68958" y="743902"/>
                  <a:pt x="72511" y="738854"/>
                </a:cubicBezTo>
                <a:cubicBezTo>
                  <a:pt x="75971" y="733804"/>
                  <a:pt x="81721" y="729783"/>
                  <a:pt x="89762" y="726791"/>
                </a:cubicBezTo>
                <a:cubicBezTo>
                  <a:pt x="95372" y="724735"/>
                  <a:pt x="103974" y="723705"/>
                  <a:pt x="115569" y="723705"/>
                </a:cubicBezTo>
                <a:lnTo>
                  <a:pt x="170408" y="723705"/>
                </a:lnTo>
                <a:cubicBezTo>
                  <a:pt x="178543" y="723705"/>
                  <a:pt x="184059" y="723052"/>
                  <a:pt x="186957" y="721743"/>
                </a:cubicBezTo>
                <a:cubicBezTo>
                  <a:pt x="189295" y="720715"/>
                  <a:pt x="191118" y="719077"/>
                  <a:pt x="192428" y="716834"/>
                </a:cubicBezTo>
                <a:cubicBezTo>
                  <a:pt x="193737" y="714497"/>
                  <a:pt x="194391" y="710241"/>
                  <a:pt x="194391" y="704072"/>
                </a:cubicBezTo>
                <a:lnTo>
                  <a:pt x="199440" y="704072"/>
                </a:lnTo>
                <a:lnTo>
                  <a:pt x="199440" y="767604"/>
                </a:lnTo>
                <a:lnTo>
                  <a:pt x="194391" y="767604"/>
                </a:lnTo>
                <a:lnTo>
                  <a:pt x="194391" y="764941"/>
                </a:lnTo>
                <a:cubicBezTo>
                  <a:pt x="194391" y="758956"/>
                  <a:pt x="193503" y="754796"/>
                  <a:pt x="191726" y="752457"/>
                </a:cubicBezTo>
                <a:cubicBezTo>
                  <a:pt x="189856" y="750027"/>
                  <a:pt x="187145" y="748343"/>
                  <a:pt x="183591" y="747409"/>
                </a:cubicBezTo>
                <a:cubicBezTo>
                  <a:pt x="182189" y="747034"/>
                  <a:pt x="177795" y="746847"/>
                  <a:pt x="170408" y="746847"/>
                </a:cubicBezTo>
                <a:lnTo>
                  <a:pt x="117813" y="746847"/>
                </a:lnTo>
                <a:cubicBezTo>
                  <a:pt x="106125" y="746847"/>
                  <a:pt x="97663" y="748391"/>
                  <a:pt x="92427" y="751475"/>
                </a:cubicBezTo>
                <a:cubicBezTo>
                  <a:pt x="87098" y="754467"/>
                  <a:pt x="84432" y="759563"/>
                  <a:pt x="84432" y="766764"/>
                </a:cubicBezTo>
                <a:cubicBezTo>
                  <a:pt x="84432" y="777890"/>
                  <a:pt x="90510" y="788969"/>
                  <a:pt x="102666" y="800005"/>
                </a:cubicBezTo>
                <a:lnTo>
                  <a:pt x="170408" y="800005"/>
                </a:lnTo>
                <a:cubicBezTo>
                  <a:pt x="179103" y="800005"/>
                  <a:pt x="184480" y="799488"/>
                  <a:pt x="186537" y="798460"/>
                </a:cubicBezTo>
                <a:cubicBezTo>
                  <a:pt x="189248" y="797151"/>
                  <a:pt x="191259" y="795374"/>
                  <a:pt x="192567" y="793131"/>
                </a:cubicBezTo>
                <a:cubicBezTo>
                  <a:pt x="193783" y="790794"/>
                  <a:pt x="194391" y="786118"/>
                  <a:pt x="194391" y="779105"/>
                </a:cubicBezTo>
                <a:lnTo>
                  <a:pt x="199440" y="779105"/>
                </a:lnTo>
                <a:lnTo>
                  <a:pt x="199440" y="842641"/>
                </a:lnTo>
                <a:lnTo>
                  <a:pt x="194391" y="842641"/>
                </a:lnTo>
                <a:lnTo>
                  <a:pt x="194391" y="839836"/>
                </a:lnTo>
                <a:cubicBezTo>
                  <a:pt x="194391" y="833291"/>
                  <a:pt x="192755" y="828896"/>
                  <a:pt x="189482" y="826650"/>
                </a:cubicBezTo>
                <a:cubicBezTo>
                  <a:pt x="186116" y="824314"/>
                  <a:pt x="179758" y="823144"/>
                  <a:pt x="170408" y="823144"/>
                </a:cubicBezTo>
                <a:lnTo>
                  <a:pt x="122721" y="823144"/>
                </a:lnTo>
                <a:cubicBezTo>
                  <a:pt x="107293" y="823144"/>
                  <a:pt x="97896" y="823519"/>
                  <a:pt x="94531" y="824268"/>
                </a:cubicBezTo>
                <a:cubicBezTo>
                  <a:pt x="91165" y="824921"/>
                  <a:pt x="88873" y="825997"/>
                  <a:pt x="87658" y="827494"/>
                </a:cubicBezTo>
                <a:cubicBezTo>
                  <a:pt x="86442" y="828896"/>
                  <a:pt x="85835" y="830813"/>
                  <a:pt x="85835" y="833243"/>
                </a:cubicBezTo>
                <a:cubicBezTo>
                  <a:pt x="85835" y="835861"/>
                  <a:pt x="86536" y="838995"/>
                  <a:pt x="87939" y="842641"/>
                </a:cubicBezTo>
                <a:lnTo>
                  <a:pt x="82890" y="844745"/>
                </a:lnTo>
                <a:lnTo>
                  <a:pt x="67181" y="806035"/>
                </a:lnTo>
                <a:lnTo>
                  <a:pt x="67181" y="800005"/>
                </a:lnTo>
                <a:lnTo>
                  <a:pt x="94390" y="800005"/>
                </a:lnTo>
                <a:moveTo>
                  <a:pt x="119356" y="672233"/>
                </a:moveTo>
                <a:cubicBezTo>
                  <a:pt x="138430" y="672327"/>
                  <a:pt x="153390" y="667699"/>
                  <a:pt x="164237" y="658347"/>
                </a:cubicBezTo>
                <a:cubicBezTo>
                  <a:pt x="175083" y="648997"/>
                  <a:pt x="180506" y="638010"/>
                  <a:pt x="180506" y="625389"/>
                </a:cubicBezTo>
                <a:cubicBezTo>
                  <a:pt x="180506" y="616974"/>
                  <a:pt x="178215" y="609680"/>
                  <a:pt x="173634" y="603508"/>
                </a:cubicBezTo>
                <a:cubicBezTo>
                  <a:pt x="168958" y="597245"/>
                  <a:pt x="161011" y="592009"/>
                  <a:pt x="149790" y="587801"/>
                </a:cubicBezTo>
                <a:lnTo>
                  <a:pt x="152595" y="583452"/>
                </a:lnTo>
                <a:cubicBezTo>
                  <a:pt x="165405" y="585417"/>
                  <a:pt x="177093" y="591120"/>
                  <a:pt x="187659" y="600564"/>
                </a:cubicBezTo>
                <a:cubicBezTo>
                  <a:pt x="198131" y="610007"/>
                  <a:pt x="203367" y="621835"/>
                  <a:pt x="203367" y="636048"/>
                </a:cubicBezTo>
                <a:cubicBezTo>
                  <a:pt x="203367" y="651476"/>
                  <a:pt x="197383" y="664706"/>
                  <a:pt x="185415" y="675739"/>
                </a:cubicBezTo>
                <a:cubicBezTo>
                  <a:pt x="173353" y="686679"/>
                  <a:pt x="157177" y="692150"/>
                  <a:pt x="136887" y="692150"/>
                </a:cubicBezTo>
                <a:cubicBezTo>
                  <a:pt x="114914" y="692150"/>
                  <a:pt x="97803" y="686540"/>
                  <a:pt x="85554" y="675319"/>
                </a:cubicBezTo>
                <a:cubicBezTo>
                  <a:pt x="73212" y="664005"/>
                  <a:pt x="67041" y="649838"/>
                  <a:pt x="67041" y="632822"/>
                </a:cubicBezTo>
                <a:cubicBezTo>
                  <a:pt x="67041" y="618422"/>
                  <a:pt x="71809" y="606594"/>
                  <a:pt x="81347" y="597338"/>
                </a:cubicBezTo>
                <a:cubicBezTo>
                  <a:pt x="90791" y="588080"/>
                  <a:pt x="103460" y="583452"/>
                  <a:pt x="119356" y="583452"/>
                </a:cubicBezTo>
                <a:lnTo>
                  <a:pt x="119356" y="672233"/>
                </a:lnTo>
                <a:moveTo>
                  <a:pt x="111221" y="672233"/>
                </a:moveTo>
                <a:lnTo>
                  <a:pt x="111221" y="612766"/>
                </a:lnTo>
                <a:cubicBezTo>
                  <a:pt x="102993" y="613232"/>
                  <a:pt x="97195" y="614214"/>
                  <a:pt x="93829" y="615711"/>
                </a:cubicBezTo>
                <a:cubicBezTo>
                  <a:pt x="88593" y="618047"/>
                  <a:pt x="84479" y="621554"/>
                  <a:pt x="81487" y="626230"/>
                </a:cubicBezTo>
                <a:cubicBezTo>
                  <a:pt x="78495" y="630812"/>
                  <a:pt x="76999" y="635627"/>
                  <a:pt x="76999" y="640676"/>
                </a:cubicBezTo>
                <a:cubicBezTo>
                  <a:pt x="76999" y="648435"/>
                  <a:pt x="80038" y="655402"/>
                  <a:pt x="86115" y="661575"/>
                </a:cubicBezTo>
                <a:cubicBezTo>
                  <a:pt x="92100" y="667651"/>
                  <a:pt x="100468" y="671205"/>
                  <a:pt x="111221" y="672233"/>
                </a:cubicBezTo>
                <a:moveTo>
                  <a:pt x="67181" y="528613"/>
                </a:moveTo>
                <a:lnTo>
                  <a:pt x="96074" y="528613"/>
                </a:lnTo>
                <a:cubicBezTo>
                  <a:pt x="76812" y="517861"/>
                  <a:pt x="67181" y="506828"/>
                  <a:pt x="67181" y="495514"/>
                </a:cubicBezTo>
                <a:cubicBezTo>
                  <a:pt x="67181" y="490372"/>
                  <a:pt x="68771" y="486116"/>
                  <a:pt x="71950" y="482752"/>
                </a:cubicBezTo>
                <a:cubicBezTo>
                  <a:pt x="75035" y="479384"/>
                  <a:pt x="78635" y="477701"/>
                  <a:pt x="82749" y="477701"/>
                </a:cubicBezTo>
                <a:cubicBezTo>
                  <a:pt x="86396" y="477701"/>
                  <a:pt x="89482" y="478916"/>
                  <a:pt x="92006" y="481349"/>
                </a:cubicBezTo>
                <a:cubicBezTo>
                  <a:pt x="94531" y="483780"/>
                  <a:pt x="95793" y="486678"/>
                  <a:pt x="95793" y="490043"/>
                </a:cubicBezTo>
                <a:cubicBezTo>
                  <a:pt x="95793" y="493316"/>
                  <a:pt x="94203" y="497010"/>
                  <a:pt x="91024" y="501124"/>
                </a:cubicBezTo>
                <a:cubicBezTo>
                  <a:pt x="87752" y="505144"/>
                  <a:pt x="86115" y="508137"/>
                  <a:pt x="86115" y="510099"/>
                </a:cubicBezTo>
                <a:cubicBezTo>
                  <a:pt x="86115" y="511782"/>
                  <a:pt x="87051" y="513605"/>
                  <a:pt x="88920" y="515570"/>
                </a:cubicBezTo>
                <a:cubicBezTo>
                  <a:pt x="92754" y="519777"/>
                  <a:pt x="99065" y="524124"/>
                  <a:pt x="107855" y="528613"/>
                </a:cubicBezTo>
                <a:lnTo>
                  <a:pt x="169426" y="528613"/>
                </a:lnTo>
                <a:cubicBezTo>
                  <a:pt x="176532" y="528613"/>
                  <a:pt x="181908" y="527724"/>
                  <a:pt x="185555" y="525950"/>
                </a:cubicBezTo>
                <a:cubicBezTo>
                  <a:pt x="188079" y="524732"/>
                  <a:pt x="190183" y="522583"/>
                  <a:pt x="191866" y="519496"/>
                </a:cubicBezTo>
                <a:cubicBezTo>
                  <a:pt x="193549" y="516410"/>
                  <a:pt x="194391" y="511970"/>
                  <a:pt x="194391" y="506172"/>
                </a:cubicBezTo>
                <a:lnTo>
                  <a:pt x="199440" y="506172"/>
                </a:lnTo>
                <a:lnTo>
                  <a:pt x="199440" y="571950"/>
                </a:lnTo>
                <a:lnTo>
                  <a:pt x="194391" y="571950"/>
                </a:lnTo>
                <a:cubicBezTo>
                  <a:pt x="194391" y="565406"/>
                  <a:pt x="193362" y="560545"/>
                  <a:pt x="191305" y="557365"/>
                </a:cubicBezTo>
                <a:cubicBezTo>
                  <a:pt x="189809" y="555029"/>
                  <a:pt x="187425" y="553391"/>
                  <a:pt x="184152" y="552456"/>
                </a:cubicBezTo>
                <a:cubicBezTo>
                  <a:pt x="182563" y="551988"/>
                  <a:pt x="178028" y="551755"/>
                  <a:pt x="170548" y="551755"/>
                </a:cubicBezTo>
                <a:lnTo>
                  <a:pt x="120758" y="551755"/>
                </a:lnTo>
                <a:cubicBezTo>
                  <a:pt x="105798" y="551755"/>
                  <a:pt x="96915" y="552082"/>
                  <a:pt x="94110" y="552738"/>
                </a:cubicBezTo>
                <a:cubicBezTo>
                  <a:pt x="91212" y="553297"/>
                  <a:pt x="89108" y="554421"/>
                  <a:pt x="87799" y="556102"/>
                </a:cubicBezTo>
                <a:cubicBezTo>
                  <a:pt x="86489" y="557692"/>
                  <a:pt x="85835" y="559702"/>
                  <a:pt x="85835" y="562135"/>
                </a:cubicBezTo>
                <a:cubicBezTo>
                  <a:pt x="85835" y="565031"/>
                  <a:pt x="86536" y="568305"/>
                  <a:pt x="87939" y="571950"/>
                </a:cubicBezTo>
                <a:lnTo>
                  <a:pt x="82890" y="573353"/>
                </a:lnTo>
                <a:lnTo>
                  <a:pt x="67181" y="534504"/>
                </a:lnTo>
                <a:lnTo>
                  <a:pt x="67181" y="528613"/>
                </a:lnTo>
                <a:moveTo>
                  <a:pt x="180927" y="397758"/>
                </a:moveTo>
                <a:cubicBezTo>
                  <a:pt x="191118" y="410940"/>
                  <a:pt x="197009" y="419217"/>
                  <a:pt x="198599" y="422581"/>
                </a:cubicBezTo>
                <a:cubicBezTo>
                  <a:pt x="200936" y="427632"/>
                  <a:pt x="202105" y="433006"/>
                  <a:pt x="202105" y="438710"/>
                </a:cubicBezTo>
                <a:cubicBezTo>
                  <a:pt x="202105" y="447594"/>
                  <a:pt x="199066" y="454933"/>
                  <a:pt x="192988" y="460731"/>
                </a:cubicBezTo>
                <a:cubicBezTo>
                  <a:pt x="186911" y="466435"/>
                  <a:pt x="178917" y="469285"/>
                  <a:pt x="169005" y="469285"/>
                </a:cubicBezTo>
                <a:cubicBezTo>
                  <a:pt x="162740" y="469285"/>
                  <a:pt x="157318" y="467883"/>
                  <a:pt x="152736" y="465078"/>
                </a:cubicBezTo>
                <a:cubicBezTo>
                  <a:pt x="146378" y="461245"/>
                  <a:pt x="140393" y="454607"/>
                  <a:pt x="134783" y="445164"/>
                </a:cubicBezTo>
                <a:cubicBezTo>
                  <a:pt x="129173" y="435624"/>
                  <a:pt x="122347" y="419824"/>
                  <a:pt x="114306" y="397758"/>
                </a:cubicBezTo>
                <a:lnTo>
                  <a:pt x="109257" y="397758"/>
                </a:lnTo>
                <a:cubicBezTo>
                  <a:pt x="96448" y="397758"/>
                  <a:pt x="87658" y="399814"/>
                  <a:pt x="82890" y="403928"/>
                </a:cubicBezTo>
                <a:cubicBezTo>
                  <a:pt x="78121" y="407948"/>
                  <a:pt x="75737" y="413839"/>
                  <a:pt x="75737" y="421601"/>
                </a:cubicBezTo>
                <a:cubicBezTo>
                  <a:pt x="75737" y="427490"/>
                  <a:pt x="77327" y="432166"/>
                  <a:pt x="80505" y="435624"/>
                </a:cubicBezTo>
                <a:cubicBezTo>
                  <a:pt x="83684" y="439179"/>
                  <a:pt x="87331" y="440956"/>
                  <a:pt x="91445" y="440956"/>
                </a:cubicBezTo>
                <a:lnTo>
                  <a:pt x="99580" y="440675"/>
                </a:lnTo>
                <a:cubicBezTo>
                  <a:pt x="103881" y="440675"/>
                  <a:pt x="107200" y="441797"/>
                  <a:pt x="109538" y="444039"/>
                </a:cubicBezTo>
                <a:cubicBezTo>
                  <a:pt x="111875" y="446192"/>
                  <a:pt x="113044" y="449042"/>
                  <a:pt x="113044" y="452597"/>
                </a:cubicBezTo>
                <a:cubicBezTo>
                  <a:pt x="113044" y="456055"/>
                  <a:pt x="111828" y="458908"/>
                  <a:pt x="109397" y="461151"/>
                </a:cubicBezTo>
                <a:cubicBezTo>
                  <a:pt x="106966" y="463303"/>
                  <a:pt x="103647" y="464377"/>
                  <a:pt x="99439" y="464377"/>
                </a:cubicBezTo>
                <a:cubicBezTo>
                  <a:pt x="91398" y="464377"/>
                  <a:pt x="84011" y="460263"/>
                  <a:pt x="77280" y="452035"/>
                </a:cubicBezTo>
                <a:cubicBezTo>
                  <a:pt x="70547" y="443807"/>
                  <a:pt x="67181" y="432260"/>
                  <a:pt x="67181" y="417394"/>
                </a:cubicBezTo>
                <a:cubicBezTo>
                  <a:pt x="67181" y="405986"/>
                  <a:pt x="69098" y="396634"/>
                  <a:pt x="72931" y="389343"/>
                </a:cubicBezTo>
                <a:cubicBezTo>
                  <a:pt x="75830" y="383826"/>
                  <a:pt x="80365" y="379758"/>
                  <a:pt x="86536" y="377140"/>
                </a:cubicBezTo>
                <a:cubicBezTo>
                  <a:pt x="90557" y="375456"/>
                  <a:pt x="98785" y="374616"/>
                  <a:pt x="111221" y="374616"/>
                </a:cubicBezTo>
                <a:lnTo>
                  <a:pt x="154840" y="374616"/>
                </a:lnTo>
                <a:cubicBezTo>
                  <a:pt x="167089" y="374616"/>
                  <a:pt x="174615" y="374380"/>
                  <a:pt x="177420" y="373915"/>
                </a:cubicBezTo>
                <a:cubicBezTo>
                  <a:pt x="180132" y="373446"/>
                  <a:pt x="181955" y="372699"/>
                  <a:pt x="182890" y="371669"/>
                </a:cubicBezTo>
                <a:cubicBezTo>
                  <a:pt x="183825" y="370547"/>
                  <a:pt x="184293" y="369287"/>
                  <a:pt x="184293" y="367884"/>
                </a:cubicBezTo>
                <a:cubicBezTo>
                  <a:pt x="184293" y="366388"/>
                  <a:pt x="183965" y="365079"/>
                  <a:pt x="183311" y="363955"/>
                </a:cubicBezTo>
                <a:cubicBezTo>
                  <a:pt x="182095" y="361993"/>
                  <a:pt x="178682" y="358205"/>
                  <a:pt x="173072" y="352595"/>
                </a:cubicBezTo>
                <a:lnTo>
                  <a:pt x="180927" y="352595"/>
                </a:lnTo>
                <a:cubicBezTo>
                  <a:pt x="194952" y="363069"/>
                  <a:pt x="201964" y="373071"/>
                  <a:pt x="201964" y="382611"/>
                </a:cubicBezTo>
                <a:cubicBezTo>
                  <a:pt x="201964" y="387191"/>
                  <a:pt x="200375" y="390839"/>
                  <a:pt x="197196" y="393550"/>
                </a:cubicBezTo>
                <a:cubicBezTo>
                  <a:pt x="194017" y="396262"/>
                  <a:pt x="188594" y="397664"/>
                  <a:pt x="180927" y="397758"/>
                </a:cubicBezTo>
                <a:moveTo>
                  <a:pt x="171810" y="397758"/>
                </a:moveTo>
                <a:lnTo>
                  <a:pt x="122862" y="397758"/>
                </a:lnTo>
                <a:cubicBezTo>
                  <a:pt x="128472" y="411877"/>
                  <a:pt x="132446" y="420991"/>
                  <a:pt x="134783" y="425105"/>
                </a:cubicBezTo>
                <a:cubicBezTo>
                  <a:pt x="138898" y="432493"/>
                  <a:pt x="143198" y="437776"/>
                  <a:pt x="147686" y="440956"/>
                </a:cubicBezTo>
                <a:cubicBezTo>
                  <a:pt x="152174" y="444133"/>
                  <a:pt x="157083" y="445723"/>
                  <a:pt x="162413" y="445723"/>
                </a:cubicBezTo>
                <a:cubicBezTo>
                  <a:pt x="169146" y="445723"/>
                  <a:pt x="174756" y="443713"/>
                  <a:pt x="179244" y="439693"/>
                </a:cubicBezTo>
                <a:cubicBezTo>
                  <a:pt x="183638" y="435672"/>
                  <a:pt x="185836" y="431045"/>
                  <a:pt x="185836" y="425809"/>
                </a:cubicBezTo>
                <a:cubicBezTo>
                  <a:pt x="185836" y="418703"/>
                  <a:pt x="181160" y="409350"/>
                  <a:pt x="171810" y="397758"/>
                </a:cubicBezTo>
                <a:moveTo>
                  <a:pt x="28752" y="305610"/>
                </a:moveTo>
                <a:lnTo>
                  <a:pt x="70968" y="305610"/>
                </a:lnTo>
                <a:lnTo>
                  <a:pt x="70968" y="275597"/>
                </a:lnTo>
                <a:lnTo>
                  <a:pt x="80786" y="275597"/>
                </a:lnTo>
                <a:lnTo>
                  <a:pt x="80786" y="305610"/>
                </a:lnTo>
                <a:lnTo>
                  <a:pt x="164096" y="305610"/>
                </a:lnTo>
                <a:cubicBezTo>
                  <a:pt x="172418" y="305610"/>
                  <a:pt x="178028" y="304443"/>
                  <a:pt x="180927" y="302103"/>
                </a:cubicBezTo>
                <a:cubicBezTo>
                  <a:pt x="183825" y="299673"/>
                  <a:pt x="185274" y="296587"/>
                  <a:pt x="185274" y="292847"/>
                </a:cubicBezTo>
                <a:cubicBezTo>
                  <a:pt x="185274" y="289761"/>
                  <a:pt x="184340" y="286769"/>
                  <a:pt x="182469" y="283873"/>
                </a:cubicBezTo>
                <a:cubicBezTo>
                  <a:pt x="180506" y="280974"/>
                  <a:pt x="177654" y="278728"/>
                  <a:pt x="173914" y="277138"/>
                </a:cubicBezTo>
                <a:lnTo>
                  <a:pt x="173914" y="271670"/>
                </a:lnTo>
                <a:cubicBezTo>
                  <a:pt x="183078" y="274941"/>
                  <a:pt x="189997" y="279571"/>
                  <a:pt x="194671" y="285554"/>
                </a:cubicBezTo>
                <a:cubicBezTo>
                  <a:pt x="199253" y="291539"/>
                  <a:pt x="201544" y="297711"/>
                  <a:pt x="201544" y="304068"/>
                </a:cubicBezTo>
                <a:cubicBezTo>
                  <a:pt x="201544" y="308369"/>
                  <a:pt x="200375" y="312577"/>
                  <a:pt x="198038" y="316691"/>
                </a:cubicBezTo>
                <a:cubicBezTo>
                  <a:pt x="195607" y="320805"/>
                  <a:pt x="192193" y="323843"/>
                  <a:pt x="187799" y="325807"/>
                </a:cubicBezTo>
                <a:cubicBezTo>
                  <a:pt x="183311" y="327769"/>
                  <a:pt x="176439" y="328752"/>
                  <a:pt x="167182" y="328752"/>
                </a:cubicBezTo>
                <a:lnTo>
                  <a:pt x="80786" y="328752"/>
                </a:lnTo>
                <a:lnTo>
                  <a:pt x="80786" y="349089"/>
                </a:lnTo>
                <a:lnTo>
                  <a:pt x="76157" y="349089"/>
                </a:lnTo>
                <a:cubicBezTo>
                  <a:pt x="74101" y="343947"/>
                  <a:pt x="70641" y="338712"/>
                  <a:pt x="65779" y="333380"/>
                </a:cubicBezTo>
                <a:cubicBezTo>
                  <a:pt x="60823" y="327957"/>
                  <a:pt x="54979" y="323141"/>
                  <a:pt x="48247" y="318934"/>
                </a:cubicBezTo>
                <a:cubicBezTo>
                  <a:pt x="44694" y="316785"/>
                  <a:pt x="38196" y="313792"/>
                  <a:pt x="28752" y="309959"/>
                </a:cubicBezTo>
                <a:lnTo>
                  <a:pt x="28752" y="305610"/>
                </a:lnTo>
                <a:moveTo>
                  <a:pt x="119356" y="241376"/>
                </a:moveTo>
                <a:cubicBezTo>
                  <a:pt x="138430" y="241467"/>
                  <a:pt x="153390" y="236839"/>
                  <a:pt x="164237" y="227489"/>
                </a:cubicBezTo>
                <a:cubicBezTo>
                  <a:pt x="175083" y="218140"/>
                  <a:pt x="180506" y="207152"/>
                  <a:pt x="180506" y="194529"/>
                </a:cubicBezTo>
                <a:cubicBezTo>
                  <a:pt x="180506" y="186114"/>
                  <a:pt x="178215" y="178823"/>
                  <a:pt x="173634" y="172651"/>
                </a:cubicBezTo>
                <a:cubicBezTo>
                  <a:pt x="168958" y="166385"/>
                  <a:pt x="161011" y="161149"/>
                  <a:pt x="149790" y="156941"/>
                </a:cubicBezTo>
                <a:lnTo>
                  <a:pt x="152595" y="152595"/>
                </a:lnTo>
                <a:cubicBezTo>
                  <a:pt x="165405" y="154557"/>
                  <a:pt x="177093" y="160260"/>
                  <a:pt x="187659" y="169706"/>
                </a:cubicBezTo>
                <a:cubicBezTo>
                  <a:pt x="198131" y="179150"/>
                  <a:pt x="203367" y="190978"/>
                  <a:pt x="203367" y="205190"/>
                </a:cubicBezTo>
                <a:cubicBezTo>
                  <a:pt x="203367" y="220616"/>
                  <a:pt x="197383" y="233846"/>
                  <a:pt x="185415" y="244882"/>
                </a:cubicBezTo>
                <a:cubicBezTo>
                  <a:pt x="173353" y="255822"/>
                  <a:pt x="157177" y="261290"/>
                  <a:pt x="136887" y="261290"/>
                </a:cubicBezTo>
                <a:cubicBezTo>
                  <a:pt x="114914" y="261290"/>
                  <a:pt x="97803" y="255680"/>
                  <a:pt x="85554" y="244459"/>
                </a:cubicBezTo>
                <a:cubicBezTo>
                  <a:pt x="73212" y="233145"/>
                  <a:pt x="67041" y="218980"/>
                  <a:pt x="67041" y="201962"/>
                </a:cubicBezTo>
                <a:cubicBezTo>
                  <a:pt x="67041" y="187565"/>
                  <a:pt x="71809" y="175737"/>
                  <a:pt x="81347" y="166478"/>
                </a:cubicBezTo>
                <a:cubicBezTo>
                  <a:pt x="90791" y="157223"/>
                  <a:pt x="103460" y="152595"/>
                  <a:pt x="119356" y="152595"/>
                </a:cubicBezTo>
                <a:lnTo>
                  <a:pt x="119356" y="241376"/>
                </a:lnTo>
                <a:moveTo>
                  <a:pt x="111221" y="241376"/>
                </a:moveTo>
                <a:lnTo>
                  <a:pt x="111221" y="181906"/>
                </a:lnTo>
                <a:cubicBezTo>
                  <a:pt x="102993" y="182375"/>
                  <a:pt x="97195" y="183357"/>
                  <a:pt x="93829" y="184853"/>
                </a:cubicBezTo>
                <a:cubicBezTo>
                  <a:pt x="88593" y="187190"/>
                  <a:pt x="84479" y="190696"/>
                  <a:pt x="81487" y="195373"/>
                </a:cubicBezTo>
                <a:cubicBezTo>
                  <a:pt x="78495" y="199952"/>
                  <a:pt x="76999" y="204767"/>
                  <a:pt x="76999" y="209818"/>
                </a:cubicBezTo>
                <a:cubicBezTo>
                  <a:pt x="76999" y="217578"/>
                  <a:pt x="80038" y="224545"/>
                  <a:pt x="86115" y="230715"/>
                </a:cubicBezTo>
                <a:cubicBezTo>
                  <a:pt x="92100" y="236793"/>
                  <a:pt x="100468" y="240345"/>
                  <a:pt x="111221" y="241376"/>
                </a:cubicBezTo>
                <a:moveTo>
                  <a:pt x="184994" y="44598"/>
                </a:moveTo>
                <a:cubicBezTo>
                  <a:pt x="191539" y="50864"/>
                  <a:pt x="196261" y="56988"/>
                  <a:pt x="199159" y="62973"/>
                </a:cubicBezTo>
                <a:cubicBezTo>
                  <a:pt x="201964" y="68955"/>
                  <a:pt x="203367" y="75409"/>
                  <a:pt x="203367" y="82328"/>
                </a:cubicBezTo>
                <a:cubicBezTo>
                  <a:pt x="203367" y="96353"/>
                  <a:pt x="197523" y="108602"/>
                  <a:pt x="185836" y="119072"/>
                </a:cubicBezTo>
                <a:cubicBezTo>
                  <a:pt x="174055" y="129546"/>
                  <a:pt x="158954" y="134782"/>
                  <a:pt x="140534" y="134782"/>
                </a:cubicBezTo>
                <a:cubicBezTo>
                  <a:pt x="122114" y="134782"/>
                  <a:pt x="105283" y="128984"/>
                  <a:pt x="90043" y="117392"/>
                </a:cubicBezTo>
                <a:cubicBezTo>
                  <a:pt x="74708" y="105796"/>
                  <a:pt x="67041" y="90882"/>
                  <a:pt x="67041" y="72649"/>
                </a:cubicBezTo>
                <a:cubicBezTo>
                  <a:pt x="67041" y="61335"/>
                  <a:pt x="70641" y="51985"/>
                  <a:pt x="77840" y="44598"/>
                </a:cubicBezTo>
                <a:lnTo>
                  <a:pt x="54138" y="44598"/>
                </a:lnTo>
                <a:cubicBezTo>
                  <a:pt x="39458" y="44598"/>
                  <a:pt x="30435" y="44973"/>
                  <a:pt x="27069" y="45722"/>
                </a:cubicBezTo>
                <a:cubicBezTo>
                  <a:pt x="23703" y="46375"/>
                  <a:pt x="21412" y="47451"/>
                  <a:pt x="20197" y="48947"/>
                </a:cubicBezTo>
                <a:cubicBezTo>
                  <a:pt x="18981" y="50444"/>
                  <a:pt x="18373" y="52312"/>
                  <a:pt x="18373" y="54558"/>
                </a:cubicBezTo>
                <a:cubicBezTo>
                  <a:pt x="18373" y="56988"/>
                  <a:pt x="19121" y="60213"/>
                  <a:pt x="20617" y="64234"/>
                </a:cubicBezTo>
                <a:lnTo>
                  <a:pt x="15708" y="66059"/>
                </a:lnTo>
                <a:lnTo>
                  <a:pt x="0" y="27770"/>
                </a:lnTo>
                <a:lnTo>
                  <a:pt x="0" y="21459"/>
                </a:lnTo>
                <a:lnTo>
                  <a:pt x="148528" y="21459"/>
                </a:lnTo>
                <a:cubicBezTo>
                  <a:pt x="163582" y="21459"/>
                  <a:pt x="172792" y="21129"/>
                  <a:pt x="176158" y="20476"/>
                </a:cubicBezTo>
                <a:cubicBezTo>
                  <a:pt x="179431" y="19727"/>
                  <a:pt x="181721" y="18605"/>
                  <a:pt x="183031" y="17109"/>
                </a:cubicBezTo>
                <a:cubicBezTo>
                  <a:pt x="184340" y="15519"/>
                  <a:pt x="184994" y="13696"/>
                  <a:pt x="184994" y="11641"/>
                </a:cubicBezTo>
                <a:cubicBezTo>
                  <a:pt x="184994" y="9114"/>
                  <a:pt x="184199" y="5749"/>
                  <a:pt x="182610" y="1542"/>
                </a:cubicBezTo>
                <a:lnTo>
                  <a:pt x="187519" y="0"/>
                </a:lnTo>
                <a:lnTo>
                  <a:pt x="203367" y="38147"/>
                </a:lnTo>
                <a:lnTo>
                  <a:pt x="203367" y="44598"/>
                </a:lnTo>
                <a:lnTo>
                  <a:pt x="184994" y="44598"/>
                </a:lnTo>
                <a:moveTo>
                  <a:pt x="175176" y="44598"/>
                </a:moveTo>
                <a:lnTo>
                  <a:pt x="108977" y="44598"/>
                </a:lnTo>
                <a:cubicBezTo>
                  <a:pt x="102619" y="45160"/>
                  <a:pt x="96822" y="46844"/>
                  <a:pt x="91586" y="49649"/>
                </a:cubicBezTo>
                <a:cubicBezTo>
                  <a:pt x="86349" y="52454"/>
                  <a:pt x="82422" y="56193"/>
                  <a:pt x="79804" y="60869"/>
                </a:cubicBezTo>
                <a:cubicBezTo>
                  <a:pt x="77092" y="65449"/>
                  <a:pt x="75737" y="69938"/>
                  <a:pt x="75737" y="74333"/>
                </a:cubicBezTo>
                <a:cubicBezTo>
                  <a:pt x="75737" y="82561"/>
                  <a:pt x="79430" y="89900"/>
                  <a:pt x="86816" y="96353"/>
                </a:cubicBezTo>
                <a:cubicBezTo>
                  <a:pt x="96541" y="104862"/>
                  <a:pt x="110754" y="109115"/>
                  <a:pt x="129454" y="109115"/>
                </a:cubicBezTo>
                <a:cubicBezTo>
                  <a:pt x="148341" y="109115"/>
                  <a:pt x="162834" y="105001"/>
                  <a:pt x="172932" y="96774"/>
                </a:cubicBezTo>
                <a:cubicBezTo>
                  <a:pt x="182937" y="88546"/>
                  <a:pt x="187940" y="79381"/>
                  <a:pt x="187940" y="69285"/>
                </a:cubicBezTo>
                <a:cubicBezTo>
                  <a:pt x="187940" y="60776"/>
                  <a:pt x="183685" y="52548"/>
                  <a:pt x="175176" y="445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31D4ED2-B5F4-4FE7-9540-CE7DEA13E5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eaa4d26384b8d"/>
          <a:stretch xmlns:a="http://schemas.openxmlformats.org/drawingml/2006/main"/>
        </p:blipFill>
        <p:spPr>
          <a:xfrm xmlns:a="http://schemas.openxmlformats.org/drawingml/2006/main">
            <a:off x="11409814" y="4144509"/>
            <a:ext cx="1889185" cy="3752491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83628AC-03C2-40F8-8BA1-A8E069348E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92462c6e24b40"/>
          <a:stretch xmlns:a="http://schemas.openxmlformats.org/drawingml/2006/main"/>
        </p:blipFill>
        <p:spPr>
          <a:xfrm xmlns:a="http://schemas.openxmlformats.org/drawingml/2006/main">
            <a:off x="9546509" y="4144509"/>
            <a:ext cx="1889185" cy="3752491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1CB9230-DE90-423A-B51F-0350DF741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763d13b0a4e85"/>
          <a:stretch xmlns:a="http://schemas.openxmlformats.org/drawingml/2006/main"/>
        </p:blipFill>
        <p:spPr>
          <a:xfrm xmlns:a="http://schemas.openxmlformats.org/drawingml/2006/main">
            <a:off x="13273120" y="4144509"/>
            <a:ext cx="1889185" cy="3752491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BBD33E4-801C-444B-8F88-366C3672DE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535c1eb454a71"/>
          <a:stretch xmlns:a="http://schemas.openxmlformats.org/drawingml/2006/main"/>
        </p:blipFill>
        <p:spPr>
          <a:xfrm xmlns:a="http://schemas.openxmlformats.org/drawingml/2006/main">
            <a:off x="11332176" y="4131569"/>
            <a:ext cx="6236898" cy="3830128"/>
          </a:xfrm>
          <a:prstGeom xmlns:a="http://schemas.openxmlformats.org/drawingml/2006/main" prst="rect">
            <a:avLst/>
          </a:prstGeom>
        </p:spPr>
      </p:pic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FC37238-F53F-4D99-8841-A58C8002C7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4d52304734f80"/>
          <a:stretch xmlns:a="http://schemas.openxmlformats.org/drawingml/2006/main"/>
        </p:blipFill>
        <p:spPr>
          <a:xfrm xmlns:a="http://schemas.openxmlformats.org/drawingml/2006/main">
            <a:off x="11332176" y="4092750"/>
            <a:ext cx="6236898" cy="3830128"/>
          </a:xfrm>
          <a:prstGeom xmlns:a="http://schemas.openxmlformats.org/drawingml/2006/main" prst="rect">
            <a:avLst/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6045979-EDAB-41D9-A8DE-D24710CBB9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7c3d8193b4b58"/>
          <a:stretch xmlns:a="http://schemas.openxmlformats.org/drawingml/2006/main"/>
        </p:blipFill>
        <p:spPr>
          <a:xfrm xmlns:a="http://schemas.openxmlformats.org/drawingml/2006/main">
            <a:off x="15136426" y="4144509"/>
            <a:ext cx="1889185" cy="3752491"/>
          </a:xfrm>
          <a:prstGeom xmlns:a="http://schemas.openxmlformats.org/drawingml/2006/main" prst="rect">
            <a:avLst/>
          </a:prstGeom>
        </p:spPr>
      </p:pic>
      <p:sp>
        <p:nvSpPr>
          <p:cNvPr id="143" name="text-151 (b)">
            <a:extLst xmlns:a="http://schemas.openxmlformats.org/drawingml/2006/main">
              <a:ext uri="{FF2B5EF4-FFF2-40B4-BE49-F238E27FC236}">
                <a16:creationId xmlns:a16="http://schemas.microsoft.com/office/drawing/2014/main" id="{409FFF91-3369-4D00-A7CA-8E1A69D6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291" y="8148519"/>
            <a:ext cx="762666" cy="793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144" name="text-152 Memorization.">
            <a:extLst xmlns:a="http://schemas.openxmlformats.org/drawingml/2006/main">
              <a:ext uri="{FF2B5EF4-FFF2-40B4-BE49-F238E27FC236}">
                <a16:creationId xmlns:a16="http://schemas.microsoft.com/office/drawing/2014/main" id="{0F7DB427-CCF0-4A1D-9BE1-0AFB59F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6777" y="8148434"/>
            <a:ext cx="3673947" cy="793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rPr>
              <a:t>Memorization.</a:t>
            </a:r>
          </a:p>
        </p:txBody>
      </p:sp>
      <p:sp>
        <p:nvSpPr>
          <p:cNvPr id="145" name="text-153 Larger">
            <a:extLst xmlns:a="http://schemas.openxmlformats.org/drawingml/2006/main">
              <a:ext uri="{FF2B5EF4-FFF2-40B4-BE49-F238E27FC236}">
                <a16:creationId xmlns:a16="http://schemas.microsoft.com/office/drawing/2014/main" id="{6F027420-BD92-4758-ABBC-9ACF791B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1976" y="8148382"/>
            <a:ext cx="1601848" cy="79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3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3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3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Larger</a:t>
            </a:r>
          </a:p>
        </p:txBody>
      </p:sp>
      <p:sp>
        <p:nvSpPr>
          <p:cNvPr id="146" name="text-153 super-">
            <a:extLst xmlns:a="http://schemas.openxmlformats.org/drawingml/2006/main">
              <a:ext uri="{FF2B5EF4-FFF2-40B4-BE49-F238E27FC236}">
                <a16:creationId xmlns:a16="http://schemas.microsoft.com/office/drawing/2014/main" id="{99D6EF64-003D-4C61-90FC-9A28F98D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5618" y="8148501"/>
            <a:ext cx="1506636" cy="793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super-</a:t>
            </a:r>
          </a:p>
        </p:txBody>
      </p:sp>
      <p:sp>
        <p:nvSpPr>
          <p:cNvPr id="147" name="text-153 vision">
            <a:extLst xmlns:a="http://schemas.openxmlformats.org/drawingml/2006/main">
              <a:ext uri="{FF2B5EF4-FFF2-40B4-BE49-F238E27FC236}">
                <a16:creationId xmlns:a16="http://schemas.microsoft.com/office/drawing/2014/main" id="{11F70F3A-AD5D-4D38-9501-B4728A1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291" y="8778000"/>
            <a:ext cx="1487377" cy="793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148" name="text-153 region">
            <a:extLst xmlns:a="http://schemas.openxmlformats.org/drawingml/2006/main">
              <a:ext uri="{FF2B5EF4-FFF2-40B4-BE49-F238E27FC236}">
                <a16:creationId xmlns:a16="http://schemas.microsoft.com/office/drawing/2014/main" id="{816D6865-6881-48D6-A073-1FC05750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2382" y="8781280"/>
            <a:ext cx="1540613" cy="788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3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3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3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149" name="path-154">
            <a:extLst xmlns:a="http://schemas.openxmlformats.org/drawingml/2006/main">
              <a:ext uri="{FF2B5EF4-FFF2-40B4-BE49-F238E27FC236}">
                <a16:creationId xmlns:a16="http://schemas.microsoft.com/office/drawing/2014/main" id="{0AA38EC2-BAB3-400A-9325-F773345D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535" y="8919718"/>
            <a:ext cx="24364" cy="566615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55">
            <a:extLst xmlns:a="http://schemas.openxmlformats.org/drawingml/2006/main">
              <a:ext uri="{FF2B5EF4-FFF2-40B4-BE49-F238E27FC236}">
                <a16:creationId xmlns:a16="http://schemas.microsoft.com/office/drawing/2014/main" id="{E8AF69AF-E2AC-4D61-8272-78B0FF54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929" y="8957898"/>
            <a:ext cx="434593" cy="386781"/>
          </a:xfrm>
          <a:custGeom xmlns:a="http://schemas.openxmlformats.org/drawingml/2006/main">
            <a:pathLst>
              <a:path w="319908" h="284714">
                <a:moveTo>
                  <a:pt x="80496" y="284714"/>
                </a:moveTo>
                <a:cubicBezTo>
                  <a:pt x="181014" y="284714"/>
                  <a:pt x="319908" y="210506"/>
                  <a:pt x="319908" y="97138"/>
                </a:cubicBezTo>
                <a:cubicBezTo>
                  <a:pt x="319908" y="60455"/>
                  <a:pt x="302387" y="34615"/>
                  <a:pt x="274028" y="19188"/>
                </a:cubicBezTo>
                <a:cubicBezTo>
                  <a:pt x="238159" y="0"/>
                  <a:pt x="202703" y="0"/>
                  <a:pt x="163079" y="0"/>
                </a:cubicBezTo>
                <a:cubicBezTo>
                  <a:pt x="127210" y="0"/>
                  <a:pt x="98430" y="0"/>
                  <a:pt x="62147" y="16267"/>
                </a:cubicBezTo>
                <a:cubicBezTo>
                  <a:pt x="5422" y="42119"/>
                  <a:pt x="0" y="76295"/>
                  <a:pt x="0" y="77963"/>
                </a:cubicBezTo>
                <a:cubicBezTo>
                  <a:pt x="0" y="79630"/>
                  <a:pt x="834" y="81298"/>
                  <a:pt x="4169" y="81298"/>
                </a:cubicBezTo>
                <a:cubicBezTo>
                  <a:pt x="7504" y="81298"/>
                  <a:pt x="15013" y="79210"/>
                  <a:pt x="22937" y="74208"/>
                </a:cubicBezTo>
                <a:cubicBezTo>
                  <a:pt x="33782" y="67124"/>
                  <a:pt x="34615" y="64623"/>
                  <a:pt x="37117" y="57540"/>
                </a:cubicBezTo>
                <a:cubicBezTo>
                  <a:pt x="42959" y="40865"/>
                  <a:pt x="52136" y="26278"/>
                  <a:pt x="109275" y="23363"/>
                </a:cubicBezTo>
                <a:cubicBezTo>
                  <a:pt x="103853" y="105889"/>
                  <a:pt x="83837" y="186334"/>
                  <a:pt x="52136" y="262611"/>
                </a:cubicBezTo>
                <a:cubicBezTo>
                  <a:pt x="32948" y="269700"/>
                  <a:pt x="26692" y="279298"/>
                  <a:pt x="26692" y="281799"/>
                </a:cubicBezTo>
                <a:cubicBezTo>
                  <a:pt x="26692" y="284300"/>
                  <a:pt x="27112" y="284714"/>
                  <a:pt x="36703" y="284714"/>
                </a:cubicBezTo>
                <a:lnTo>
                  <a:pt x="80496" y="284714"/>
                </a:lnTo>
                <a:moveTo>
                  <a:pt x="82163" y="261357"/>
                </a:moveTo>
                <a:cubicBezTo>
                  <a:pt x="120954" y="167159"/>
                  <a:pt x="135973" y="99640"/>
                  <a:pt x="144311" y="23363"/>
                </a:cubicBezTo>
                <a:cubicBezTo>
                  <a:pt x="174758" y="23363"/>
                  <a:pt x="283619" y="23363"/>
                  <a:pt x="283619" y="115474"/>
                </a:cubicBezTo>
                <a:cubicBezTo>
                  <a:pt x="283619" y="198420"/>
                  <a:pt x="208126" y="261357"/>
                  <a:pt x="106354" y="261357"/>
                </a:cubicBezTo>
                <a:lnTo>
                  <a:pt x="82163" y="261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6">
            <a:extLst xmlns:a="http://schemas.openxmlformats.org/drawingml/2006/main">
              <a:ext uri="{FF2B5EF4-FFF2-40B4-BE49-F238E27FC236}">
                <a16:creationId xmlns:a16="http://schemas.microsoft.com/office/drawing/2014/main" id="{B8BBB550-3ACB-4398-B87D-6CDFBFCF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212" y="8919718"/>
            <a:ext cx="24364" cy="566615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7">
            <a:extLst xmlns:a="http://schemas.openxmlformats.org/drawingml/2006/main">
              <a:ext uri="{FF2B5EF4-FFF2-40B4-BE49-F238E27FC236}">
                <a16:creationId xmlns:a16="http://schemas.microsoft.com/office/drawing/2014/main" id="{436A62EE-F6F4-4274-A11C-5D195042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6215" y="9015998"/>
            <a:ext cx="517325" cy="373501"/>
          </a:xfrm>
          <a:custGeom xmlns:a="http://schemas.openxmlformats.org/drawingml/2006/main">
            <a:pathLst>
              <a:path w="380808" h="274938">
                <a:moveTo>
                  <a:pt x="241914" y="146863"/>
                </a:moveTo>
                <a:cubicBezTo>
                  <a:pt x="247756" y="143522"/>
                  <a:pt x="249837" y="142688"/>
                  <a:pt x="249837" y="137265"/>
                </a:cubicBezTo>
                <a:cubicBezTo>
                  <a:pt x="249837" y="132257"/>
                  <a:pt x="246082" y="129756"/>
                  <a:pt x="242747" y="128088"/>
                </a:cubicBezTo>
                <a:lnTo>
                  <a:pt x="16687" y="2921"/>
                </a:lnTo>
                <a:cubicBezTo>
                  <a:pt x="12099" y="420"/>
                  <a:pt x="11265" y="0"/>
                  <a:pt x="8757" y="0"/>
                </a:cubicBezTo>
                <a:cubicBezTo>
                  <a:pt x="5002" y="0"/>
                  <a:pt x="0" y="2921"/>
                  <a:pt x="0" y="8764"/>
                </a:cubicBezTo>
                <a:cubicBezTo>
                  <a:pt x="0" y="13772"/>
                  <a:pt x="3335" y="15853"/>
                  <a:pt x="8757" y="18775"/>
                </a:cubicBezTo>
                <a:lnTo>
                  <a:pt x="222312" y="137265"/>
                </a:lnTo>
                <a:lnTo>
                  <a:pt x="8757" y="256170"/>
                </a:lnTo>
                <a:cubicBezTo>
                  <a:pt x="3335" y="259091"/>
                  <a:pt x="0" y="261179"/>
                  <a:pt x="0" y="266181"/>
                </a:cubicBezTo>
                <a:cubicBezTo>
                  <a:pt x="0" y="274938"/>
                  <a:pt x="8757" y="274938"/>
                  <a:pt x="11679" y="274938"/>
                </a:cubicBezTo>
                <a:lnTo>
                  <a:pt x="241914" y="146863"/>
                </a:lnTo>
                <a:moveTo>
                  <a:pt x="372879" y="146863"/>
                </a:moveTo>
                <a:cubicBezTo>
                  <a:pt x="378721" y="143522"/>
                  <a:pt x="380808" y="142688"/>
                  <a:pt x="380808" y="137265"/>
                </a:cubicBezTo>
                <a:cubicBezTo>
                  <a:pt x="380808" y="132257"/>
                  <a:pt x="377054" y="129756"/>
                  <a:pt x="373712" y="128088"/>
                </a:cubicBezTo>
                <a:lnTo>
                  <a:pt x="147652" y="2921"/>
                </a:lnTo>
                <a:cubicBezTo>
                  <a:pt x="143063" y="420"/>
                  <a:pt x="142230" y="0"/>
                  <a:pt x="139728" y="0"/>
                </a:cubicBezTo>
                <a:cubicBezTo>
                  <a:pt x="135973" y="0"/>
                  <a:pt x="130965" y="2921"/>
                  <a:pt x="130965" y="8764"/>
                </a:cubicBezTo>
                <a:cubicBezTo>
                  <a:pt x="130965" y="13772"/>
                  <a:pt x="134306" y="15853"/>
                  <a:pt x="139728" y="18775"/>
                </a:cubicBezTo>
                <a:lnTo>
                  <a:pt x="353276" y="137265"/>
                </a:lnTo>
                <a:lnTo>
                  <a:pt x="139728" y="256170"/>
                </a:lnTo>
                <a:cubicBezTo>
                  <a:pt x="134306" y="259091"/>
                  <a:pt x="130965" y="261179"/>
                  <a:pt x="130965" y="266181"/>
                </a:cubicBezTo>
                <a:cubicBezTo>
                  <a:pt x="130965" y="274938"/>
                  <a:pt x="139728" y="274938"/>
                  <a:pt x="142643" y="274938"/>
                </a:cubicBezTo>
                <a:lnTo>
                  <a:pt x="372879" y="146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8">
            <a:extLst xmlns:a="http://schemas.openxmlformats.org/drawingml/2006/main">
              <a:ext uri="{FF2B5EF4-FFF2-40B4-BE49-F238E27FC236}">
                <a16:creationId xmlns:a16="http://schemas.microsoft.com/office/drawing/2014/main" id="{4D803A2C-187F-4F88-941B-EE23B0A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01" y="8919718"/>
            <a:ext cx="24364" cy="566615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9">
            <a:extLst xmlns:a="http://schemas.openxmlformats.org/drawingml/2006/main">
              <a:ext uri="{FF2B5EF4-FFF2-40B4-BE49-F238E27FC236}">
                <a16:creationId xmlns:a16="http://schemas.microsoft.com/office/drawing/2014/main" id="{DA12DD66-0DB8-4340-87F9-4957BA18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997" y="8957898"/>
            <a:ext cx="434593" cy="386781"/>
          </a:xfrm>
          <a:custGeom xmlns:a="http://schemas.openxmlformats.org/drawingml/2006/main">
            <a:pathLst>
              <a:path w="319908" h="284714">
                <a:moveTo>
                  <a:pt x="80496" y="284714"/>
                </a:moveTo>
                <a:cubicBezTo>
                  <a:pt x="181014" y="284714"/>
                  <a:pt x="319908" y="210506"/>
                  <a:pt x="319908" y="97138"/>
                </a:cubicBezTo>
                <a:cubicBezTo>
                  <a:pt x="319908" y="60455"/>
                  <a:pt x="302387" y="34615"/>
                  <a:pt x="274028" y="19188"/>
                </a:cubicBezTo>
                <a:cubicBezTo>
                  <a:pt x="238159" y="0"/>
                  <a:pt x="202703" y="0"/>
                  <a:pt x="163079" y="0"/>
                </a:cubicBezTo>
                <a:cubicBezTo>
                  <a:pt x="127210" y="0"/>
                  <a:pt x="98430" y="0"/>
                  <a:pt x="62147" y="16267"/>
                </a:cubicBezTo>
                <a:cubicBezTo>
                  <a:pt x="5422" y="42119"/>
                  <a:pt x="0" y="76295"/>
                  <a:pt x="0" y="77963"/>
                </a:cubicBezTo>
                <a:cubicBezTo>
                  <a:pt x="0" y="79630"/>
                  <a:pt x="834" y="81298"/>
                  <a:pt x="4169" y="81298"/>
                </a:cubicBezTo>
                <a:cubicBezTo>
                  <a:pt x="7504" y="81298"/>
                  <a:pt x="15013" y="79210"/>
                  <a:pt x="22937" y="74208"/>
                </a:cubicBezTo>
                <a:cubicBezTo>
                  <a:pt x="33782" y="67124"/>
                  <a:pt x="34615" y="64623"/>
                  <a:pt x="37117" y="57540"/>
                </a:cubicBezTo>
                <a:cubicBezTo>
                  <a:pt x="42959" y="40865"/>
                  <a:pt x="52136" y="26278"/>
                  <a:pt x="109275" y="23363"/>
                </a:cubicBezTo>
                <a:cubicBezTo>
                  <a:pt x="103853" y="105889"/>
                  <a:pt x="83837" y="186334"/>
                  <a:pt x="52136" y="262611"/>
                </a:cubicBezTo>
                <a:cubicBezTo>
                  <a:pt x="32948" y="269700"/>
                  <a:pt x="26692" y="279298"/>
                  <a:pt x="26692" y="281799"/>
                </a:cubicBezTo>
                <a:cubicBezTo>
                  <a:pt x="26692" y="284300"/>
                  <a:pt x="27112" y="284714"/>
                  <a:pt x="36703" y="284714"/>
                </a:cubicBezTo>
                <a:lnTo>
                  <a:pt x="80496" y="284714"/>
                </a:lnTo>
                <a:moveTo>
                  <a:pt x="82163" y="261357"/>
                </a:moveTo>
                <a:cubicBezTo>
                  <a:pt x="120954" y="167159"/>
                  <a:pt x="135973" y="99640"/>
                  <a:pt x="144311" y="23363"/>
                </a:cubicBezTo>
                <a:cubicBezTo>
                  <a:pt x="174758" y="23363"/>
                  <a:pt x="283619" y="23363"/>
                  <a:pt x="283619" y="115474"/>
                </a:cubicBezTo>
                <a:cubicBezTo>
                  <a:pt x="283619" y="198420"/>
                  <a:pt x="208126" y="261357"/>
                  <a:pt x="106354" y="261357"/>
                </a:cubicBezTo>
                <a:lnTo>
                  <a:pt x="82163" y="261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60">
            <a:extLst xmlns:a="http://schemas.openxmlformats.org/drawingml/2006/main">
              <a:ext uri="{FF2B5EF4-FFF2-40B4-BE49-F238E27FC236}">
                <a16:creationId xmlns:a16="http://schemas.microsoft.com/office/drawing/2014/main" id="{61BC64DD-46AF-45E7-A5D5-A6EE96D0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8395" y="8919718"/>
            <a:ext cx="24364" cy="566615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text-161 (">
            <a:extLst xmlns:a="http://schemas.openxmlformats.org/drawingml/2006/main">
              <a:ext uri="{FF2B5EF4-FFF2-40B4-BE49-F238E27FC236}">
                <a16:creationId xmlns:a16="http://schemas.microsoft.com/office/drawing/2014/main" id="{1E9201F6-2B8E-4214-BF04-17298EF2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6299" y="8778086"/>
            <a:ext cx="290669" cy="793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57" name="text-162 region">
            <a:extLst xmlns:a="http://schemas.openxmlformats.org/drawingml/2006/main">
              <a:ext uri="{FF2B5EF4-FFF2-40B4-BE49-F238E27FC236}">
                <a16:creationId xmlns:a16="http://schemas.microsoft.com/office/drawing/2014/main" id="{1A6D153E-0675-4FA2-B5A4-F1E43002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6727" y="9032095"/>
            <a:ext cx="1027073" cy="525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158" name="text-163 score">
            <a:extLst xmlns:a="http://schemas.openxmlformats.org/drawingml/2006/main">
              <a:ext uri="{FF2B5EF4-FFF2-40B4-BE49-F238E27FC236}">
                <a16:creationId xmlns:a16="http://schemas.microsoft.com/office/drawing/2014/main" id="{D239051C-D4D6-49FF-A38A-268D6CE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1316" y="9029900"/>
            <a:ext cx="865038" cy="528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</a:t>
            </a:r>
          </a:p>
        </p:txBody>
      </p:sp>
      <p:sp>
        <p:nvSpPr>
          <p:cNvPr id="159" name="text-164 )">
            <a:extLst xmlns:a="http://schemas.openxmlformats.org/drawingml/2006/main">
              <a:ext uri="{FF2B5EF4-FFF2-40B4-BE49-F238E27FC236}">
                <a16:creationId xmlns:a16="http://schemas.microsoft.com/office/drawing/2014/main" id="{10CF980D-534C-4FA5-BEE7-C9D0754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01893" y="8778086"/>
            <a:ext cx="290669" cy="793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60" name="text-165 limits">
            <a:extLst xmlns:a="http://schemas.openxmlformats.org/drawingml/2006/main">
              <a:ext uri="{FF2B5EF4-FFF2-40B4-BE49-F238E27FC236}">
                <a16:creationId xmlns:a16="http://schemas.microsoft.com/office/drawing/2014/main" id="{C57AFC75-D59E-40DA-AEF8-4EA91981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289" y="9407443"/>
            <a:ext cx="1393344" cy="79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3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3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3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limits</a:t>
            </a:r>
          </a:p>
        </p:txBody>
      </p:sp>
      <p:sp>
        <p:nvSpPr>
          <p:cNvPr id="161" name="text-166 freedom">
            <a:extLst xmlns:a="http://schemas.openxmlformats.org/drawingml/2006/main">
              <a:ext uri="{FF2B5EF4-FFF2-40B4-BE49-F238E27FC236}">
                <a16:creationId xmlns:a16="http://schemas.microsoft.com/office/drawing/2014/main" id="{0E8F7553-0C37-4A6F-A5E5-4F51F5F5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5258" y="9407573"/>
            <a:ext cx="1937838" cy="793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freedom</a:t>
            </a:r>
          </a:p>
        </p:txBody>
      </p:sp>
      <p:sp>
        <p:nvSpPr>
          <p:cNvPr id="162" name="text-166 to">
            <a:extLst xmlns:a="http://schemas.openxmlformats.org/drawingml/2006/main">
              <a:ext uri="{FF2B5EF4-FFF2-40B4-BE49-F238E27FC236}">
                <a16:creationId xmlns:a16="http://schemas.microsoft.com/office/drawing/2014/main" id="{C96D81E4-6A8C-415D-ABCC-D9B1A1B7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2744" y="9407522"/>
            <a:ext cx="542841" cy="79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3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3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3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163" name="text-166 extrapolate">
            <a:extLst xmlns:a="http://schemas.openxmlformats.org/drawingml/2006/main">
              <a:ext uri="{FF2B5EF4-FFF2-40B4-BE49-F238E27FC236}">
                <a16:creationId xmlns:a16="http://schemas.microsoft.com/office/drawing/2014/main" id="{7593C4BF-7B15-46F7-A3B1-FFC11ACC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5225" y="9411879"/>
            <a:ext cx="2662326" cy="7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28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28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28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extrapolate</a:t>
            </a:r>
          </a:p>
        </p:txBody>
      </p:sp>
      <p:sp>
        <p:nvSpPr>
          <p:cNvPr id="164" name="text-167 .">
            <a:extLst xmlns:a="http://schemas.openxmlformats.org/drawingml/2006/main">
              <a:ext uri="{FF2B5EF4-FFF2-40B4-BE49-F238E27FC236}">
                <a16:creationId xmlns:a16="http://schemas.microsoft.com/office/drawing/2014/main" id="{FC543A72-973B-4C1E-B06E-34F58AC2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36320" y="9407587"/>
            <a:ext cx="243657" cy="7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3700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2026-10-14T12:39:49.2220000Z</dcterms:created>
  <dcterms:modified xsi:type="dcterms:W3CDTF">2026-10-14T12:39:49.2220000Z</dcterms:modified>
</coreProperties>
</file>