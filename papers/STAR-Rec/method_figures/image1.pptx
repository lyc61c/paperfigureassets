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cb5f2925844eac" /><Relationship Type="http://schemas.openxmlformats.org/officeDocument/2006/relationships/extended-properties" Target="/docProps/app.xml" Id="R4ec58fbb3a2f486a" /><Relationship Type="http://schemas.openxmlformats.org/officeDocument/2006/relationships/officeDocument" Target="/ppt/presentation.xml" Id="R912ddae596104a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3b8c197b3a49e6"/>
  </p:sldMasterIdLst>
  <p:notesMasterIdLst>
    <p:notesMasterId xmlns:r="http://schemas.openxmlformats.org/officeDocument/2006/relationships" r:id="R3f07ec4720904c58"/>
  </p:notesMasterIdLst>
  <p:sldIdLst>
    <p:sldId xmlns:r="http://schemas.openxmlformats.org/officeDocument/2006/relationships" id="256" r:id="R5da3a4b7527c4623"/>
  </p:sldIdLst>
  <p:sldSz cx="13344525" cy="7010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33fe8de8fd44dd" /><Relationship Type="http://schemas.openxmlformats.org/officeDocument/2006/relationships/slideMaster" Target="/ppt/slideMasters/slideMaster1.xml" Id="R4c3b8c197b3a49e6" /><Relationship Type="http://schemas.openxmlformats.org/officeDocument/2006/relationships/notesMaster" Target="/ppt/notesMasters/notesMaster1.xml" Id="R3f07ec4720904c58" /><Relationship Type="http://schemas.openxmlformats.org/officeDocument/2006/relationships/presProps" Target="/ppt/presProps.xml" Id="Rdbc7168ef8024a42" /><Relationship Type="http://schemas.openxmlformats.org/officeDocument/2006/relationships/tableStyles" Target="/ppt/tableStyles.xml" Id="R56a66bf520244fd6" /><Relationship Type="http://schemas.openxmlformats.org/officeDocument/2006/relationships/slide" Target="/ppt/slides/slide1.xml" Id="R5da3a4b7527c46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7d3004c76247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8c8cdbd97645ad" /><Relationship Type="http://schemas.openxmlformats.org/officeDocument/2006/relationships/notesMaster" Target="/ppt/notesMasters/notesMaster1.xml" Id="R573e7473d4144b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STAR-Rec Overall Architecture</a:t>
            </a:r>
          </a:p>
          <a:p xmlns:a="http://schemas.openxmlformats.org/drawingml/2006/main">
            <a:r>
              <a:t>Source: https://arxiv.org/abs/2505.03484v1</a:t>
            </a:r>
          </a:p>
          <a:p xmlns:a="http://schemas.openxmlformats.org/drawingml/2006/main">
            <a:r>
              <a:t>Approved image: image1.png; SHA-256: 2402b582e723145484f65783c256f45ccad9811bc853ecc4c73989666af173e3</a:t>
            </a:r>
          </a:p>
          <a:p xmlns:a="http://schemas.openxmlformats.org/drawingml/2006/main">
            <a:r>
              <a:t>Text and vector paths are native editable PowerPoint objects. Arrow paths are not endpoint-bound connectors; plot paths are not data-bound charts. Photos/screenshots remain independent raster objects (33).</a:t>
            </a:r>
          </a:p>
          <a:p xmlns:a="http://schemas.openxmlformats.org/drawingml/2006/main">
            <a:r>
              <a:t>Font substitution: source PDF families mapped to Times New Roman, Cambria Math, Arial, Comic Sans MS (installed Windows fonts); equations may use Cambria Math.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9c414019aa42a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4fb4b24c15439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4fb938f1ef4f7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2e4dad124742f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ba6aefd27b4d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9211db6a3a48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9552D0-0E8A-4C80-9291-AC78D16C1A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4453" y="2648373"/>
            <a:ext cx="10675620" cy="1012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90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1436860-8FF5-4038-8E5A-999F4B28348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01679" y="3855720"/>
            <a:ext cx="9341168" cy="778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4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5FD6ECD-A003-47A6-897F-C12A885CC0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4453" y="2921000"/>
            <a:ext cx="1067562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B97B3C-721F-401A-A69B-B48C031938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0630" y="545253"/>
            <a:ext cx="11843266" cy="856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FC843D9-7DCE-4D14-BE93-B55945FD91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0630" y="1947333"/>
            <a:ext cx="11843266" cy="4362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3680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1pPr>
            <a:lvl2pPr marL="545253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2pPr>
            <a:lvl3pPr marL="856827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3pPr>
            <a:lvl4pPr marL="1168400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4pPr>
            <a:lvl5pPr marL="1479973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5pPr>
            <a:lvl6pPr marL="1791547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6pPr>
            <a:lvl7pPr marL="2103120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7pPr>
            <a:lvl8pPr marL="2414693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8pPr>
            <a:lvl9pPr marL="2726267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1E843E2-A4BE-4DEA-9FE8-8BD0A76575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0630" y="545253"/>
            <a:ext cx="11843266" cy="856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7E23D5-F990-449D-A9C9-D69F12DF1B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0630" y="1947333"/>
            <a:ext cx="5504617" cy="4362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4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3680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1pPr>
            <a:lvl2pPr marL="545253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2pPr>
            <a:lvl3pPr marL="856827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3pPr>
            <a:lvl4pPr marL="1168400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4pPr>
            <a:lvl5pPr marL="1479973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5pPr>
            <a:lvl6pPr marL="1791547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6pPr>
            <a:lvl7pPr marL="2103120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7pPr>
            <a:lvl8pPr marL="2414693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8pPr>
            <a:lvl9pPr marL="2726267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4E7782B-A8EB-4B29-B9A7-032B8163FF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089279" y="1947333"/>
            <a:ext cx="5504617" cy="4362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4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3680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1pPr>
            <a:lvl2pPr marL="545253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2pPr>
            <a:lvl3pPr marL="856827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3pPr>
            <a:lvl4pPr marL="1168400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4pPr>
            <a:lvl5pPr marL="1479973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5pPr>
            <a:lvl6pPr marL="1791547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6pPr>
            <a:lvl7pPr marL="2103120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7pPr>
            <a:lvl8pPr marL="2414693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8pPr>
            <a:lvl9pPr marL="2726267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46D289-0137-41D1-A5A1-90EFCE69BA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0630" y="545253"/>
            <a:ext cx="11843266" cy="856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6A6CF40-98F0-4526-96FB-5B160F1389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0630" y="1947333"/>
            <a:ext cx="5504617" cy="4362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3680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1pPr>
            <a:lvl2pPr marL="545253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2pPr>
            <a:lvl3pPr marL="856827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3pPr>
            <a:lvl4pPr marL="1168400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4pPr>
            <a:lvl5pPr marL="1479973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5pPr>
            <a:lvl6pPr marL="1791547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6pPr>
            <a:lvl7pPr marL="2103120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7pPr>
            <a:lvl8pPr marL="2414693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8pPr>
            <a:lvl9pPr marL="2726267" indent="-233680">
              <a:lnSpc>
                <a:spcPct val="110000"/>
              </a:lnSpc>
              <a:spcBef>
                <a:spcPts val="0"/>
              </a:spcBef>
              <a:spcAft>
                <a:spcPts val="122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65f775f2ed4b96" /><Relationship Type="http://schemas.openxmlformats.org/officeDocument/2006/relationships/slideLayout" Target="/ppt/slideLayouts/slideLayout1.xml" Id="R7cacc80288cc40dc" /><Relationship Type="http://schemas.openxmlformats.org/officeDocument/2006/relationships/slideLayout" Target="/ppt/slideLayouts/slideLayout2.xml" Id="R97f0d08d544e4a60" /><Relationship Type="http://schemas.openxmlformats.org/officeDocument/2006/relationships/slideLayout" Target="/ppt/slideLayouts/slideLayout3.xml" Id="Re21cdacf14e04ac3" /><Relationship Type="http://schemas.openxmlformats.org/officeDocument/2006/relationships/slideLayout" Target="/ppt/slideLayouts/slideLayout4.xml" Id="R86ba3afc089d40aa" /><Relationship Type="http://schemas.openxmlformats.org/officeDocument/2006/relationships/slideLayout" Target="/ppt/slideLayouts/slideLayout5.xml" Id="Re426b26695424702" /><Relationship Type="http://schemas.openxmlformats.org/officeDocument/2006/relationships/slideLayout" Target="/ppt/slideLayouts/slideLayout6.xml" Id="R6b2b286b50164a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acc80288cc40dc"/>
    <p:sldLayoutId xmlns:r="http://schemas.openxmlformats.org/officeDocument/2006/relationships" id="2147483650" r:id="R97f0d08d544e4a60"/>
    <p:sldLayoutId xmlns:r="http://schemas.openxmlformats.org/officeDocument/2006/relationships" id="2147483651" r:id="Re21cdacf14e04ac3"/>
    <p:sldLayoutId xmlns:r="http://schemas.openxmlformats.org/officeDocument/2006/relationships" id="2147483652" r:id="R86ba3afc089d40aa"/>
    <p:sldLayoutId xmlns:r="http://schemas.openxmlformats.org/officeDocument/2006/relationships" id="2147483653" r:id="Re426b26695424702"/>
    <p:sldLayoutId xmlns:r="http://schemas.openxmlformats.org/officeDocument/2006/relationships" id="2147483654" r:id="R6b2b286b50164a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2f7fb64d0b4248" /><Relationship Type="http://schemas.openxmlformats.org/officeDocument/2006/relationships/image" Target="/ppt/media/image.png" Id="Rb20a7271203a48e3" /><Relationship Type="http://schemas.openxmlformats.org/officeDocument/2006/relationships/image" Target="/ppt/media/image2.png" Id="Rb822d11320294a07" /><Relationship Type="http://schemas.openxmlformats.org/officeDocument/2006/relationships/image" Target="/ppt/media/image3.png" Id="R444056a54b60428c" /><Relationship Type="http://schemas.openxmlformats.org/officeDocument/2006/relationships/image" Target="/ppt/media/image4.png" Id="Re119ed2bb568416a" /><Relationship Type="http://schemas.openxmlformats.org/officeDocument/2006/relationships/image" Target="/ppt/media/image5.png" Id="R47c78e50a7c84bf5" /><Relationship Type="http://schemas.openxmlformats.org/officeDocument/2006/relationships/image" Target="/ppt/media/image6.png" Id="R3def8b76592d48ae" /><Relationship Type="http://schemas.openxmlformats.org/officeDocument/2006/relationships/image" Target="/ppt/media/image7.png" Id="R636f0ac907a543db" /><Relationship Type="http://schemas.openxmlformats.org/officeDocument/2006/relationships/image" Target="/ppt/media/image8.png" Id="Rfb5c4966a93e4ab7" /><Relationship Type="http://schemas.openxmlformats.org/officeDocument/2006/relationships/image" Target="/ppt/media/image9.png" Id="R4fc456ddef2948bb" /><Relationship Type="http://schemas.openxmlformats.org/officeDocument/2006/relationships/image" Target="/ppt/media/image10.png" Id="R5d7b05f72b4a4174" /><Relationship Type="http://schemas.openxmlformats.org/officeDocument/2006/relationships/image" Target="/ppt/media/image11.png" Id="R31fe2a1f037e4638" /><Relationship Type="http://schemas.openxmlformats.org/officeDocument/2006/relationships/image" Target="/ppt/media/image12.png" Id="R5b6a783be7544b94" /><Relationship Type="http://schemas.openxmlformats.org/officeDocument/2006/relationships/image" Target="/ppt/media/image13.png" Id="R885e66bf56784f94" /><Relationship Type="http://schemas.openxmlformats.org/officeDocument/2006/relationships/image" Target="/ppt/media/image14.png" Id="R32d373c257834d80" /><Relationship Type="http://schemas.openxmlformats.org/officeDocument/2006/relationships/image" Target="/ppt/media/image15.png" Id="R245b1b89b6884948" /><Relationship Type="http://schemas.openxmlformats.org/officeDocument/2006/relationships/image" Target="/ppt/media/image16.png" Id="R92dfd6c89fb948d1" /><Relationship Type="http://schemas.openxmlformats.org/officeDocument/2006/relationships/image" Target="/ppt/media/image17.png" Id="R334d08fb4ecb4588" /><Relationship Type="http://schemas.openxmlformats.org/officeDocument/2006/relationships/image" Target="/ppt/media/image18.png" Id="R50bd32c877ac48a2" /><Relationship Type="http://schemas.openxmlformats.org/officeDocument/2006/relationships/image" Target="/ppt/media/image19.png" Id="R06b37419358c41f9" /><Relationship Type="http://schemas.openxmlformats.org/officeDocument/2006/relationships/image" Target="/ppt/media/image20.png" Id="Rfed8d9a68f5b48f6" /><Relationship Type="http://schemas.openxmlformats.org/officeDocument/2006/relationships/image" Target="/ppt/media/image21.png" Id="R486a1fb8a6b54104" /><Relationship Type="http://schemas.openxmlformats.org/officeDocument/2006/relationships/image" Target="/ppt/media/image22.png" Id="R0a235186dbf94e43" /><Relationship Type="http://schemas.openxmlformats.org/officeDocument/2006/relationships/image" Target="/ppt/media/image23.png" Id="Rd043985610a64fd5" /><Relationship Type="http://schemas.openxmlformats.org/officeDocument/2006/relationships/image" Target="/ppt/media/image24.png" Id="R1b225695ccfb4f0b" /><Relationship Type="http://schemas.openxmlformats.org/officeDocument/2006/relationships/image" Target="/ppt/media/image25.png" Id="R24bab3bd62454e86" /><Relationship Type="http://schemas.openxmlformats.org/officeDocument/2006/relationships/image" Target="/ppt/media/image26.png" Id="R24051524a613429d" /><Relationship Type="http://schemas.openxmlformats.org/officeDocument/2006/relationships/image" Target="/ppt/media/image27.png" Id="R1bf2cac7c13a4c97" /><Relationship Type="http://schemas.openxmlformats.org/officeDocument/2006/relationships/image" Target="/ppt/media/image28.png" Id="R0f8095acf9fd4b60" /><Relationship Type="http://schemas.openxmlformats.org/officeDocument/2006/relationships/image" Target="/ppt/media/image29.png" Id="Rb21ae0dc47084cb9" /><Relationship Type="http://schemas.openxmlformats.org/officeDocument/2006/relationships/image" Target="/ppt/media/image30.png" Id="Rab3b87304eed4059" /><Relationship Type="http://schemas.openxmlformats.org/officeDocument/2006/relationships/image" Target="/ppt/media/image31.png" Id="R35476227d05b4f5d" /><Relationship Type="http://schemas.openxmlformats.org/officeDocument/2006/relationships/image" Target="/ppt/media/image32.png" Id="R2727291840fe4de7" /><Relationship Type="http://schemas.openxmlformats.org/officeDocument/2006/relationships/image" Target="/ppt/media/image33.png" Id="R394e154eae524780" /><Relationship Type="http://schemas.openxmlformats.org/officeDocument/2006/relationships/notesSlide" Target="/ppt/notesSlides/notesSlide1.xml" Id="R14af516553dd4a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0" name="path-1">
            <a:extLst xmlns:a="http://schemas.openxmlformats.org/drawingml/2006/main">
              <a:ext uri="{FF2B5EF4-FFF2-40B4-BE49-F238E27FC236}">
                <a16:creationId xmlns:a16="http://schemas.microsoft.com/office/drawing/2014/main" id="{82C40FF8-F9AE-4CE6-841E-B1C79C80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5" y="206760"/>
            <a:ext cx="13203345" cy="6798061"/>
          </a:xfrm>
          <a:custGeom xmlns:a="http://schemas.openxmlformats.org/drawingml/2006/main">
            <a:pathLst>
              <a:path w="13203345" h="6798061">
                <a:moveTo>
                  <a:pt x="0" y="0"/>
                </a:moveTo>
                <a:lnTo>
                  <a:pt x="0" y="6798061"/>
                </a:lnTo>
                <a:lnTo>
                  <a:pt x="13203345" y="6798061"/>
                </a:lnTo>
                <a:lnTo>
                  <a:pt x="13203345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315137C3-A4EB-4772-8CC6-83DC782D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2906" y="5720742"/>
            <a:ext cx="50356" cy="214101"/>
          </a:xfrm>
          <a:custGeom xmlns:a="http://schemas.openxmlformats.org/drawingml/2006/main">
            <a:pathLst>
              <a:path w="50356" h="214101">
                <a:moveTo>
                  <a:pt x="0" y="75308"/>
                </a:moveTo>
                <a:lnTo>
                  <a:pt x="25178" y="75534"/>
                </a:lnTo>
                <a:lnTo>
                  <a:pt x="50356" y="75749"/>
                </a:lnTo>
                <a:lnTo>
                  <a:pt x="25846" y="0"/>
                </a:lnTo>
                <a:lnTo>
                  <a:pt x="0" y="75308"/>
                </a:lnTo>
                <a:moveTo>
                  <a:pt x="33399" y="214101"/>
                </a:moveTo>
                <a:lnTo>
                  <a:pt x="34947" y="37855"/>
                </a:lnTo>
                <a:lnTo>
                  <a:pt x="16064" y="37679"/>
                </a:lnTo>
                <a:lnTo>
                  <a:pt x="14516" y="213926"/>
                </a:lnTo>
                <a:lnTo>
                  <a:pt x="33399" y="21410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AC6081BA-A566-40EA-9DC0-148B8CD5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04" y="442804"/>
            <a:ext cx="5994253" cy="2208740"/>
          </a:xfrm>
          <a:custGeom xmlns:a="http://schemas.openxmlformats.org/drawingml/2006/main">
            <a:pathLst>
              <a:path w="5994253" h="2208740">
                <a:moveTo>
                  <a:pt x="0" y="1832216"/>
                </a:moveTo>
                <a:lnTo>
                  <a:pt x="0" y="1731504"/>
                </a:lnTo>
                <a:lnTo>
                  <a:pt x="25178" y="1731504"/>
                </a:lnTo>
                <a:lnTo>
                  <a:pt x="25178" y="1832216"/>
                </a:lnTo>
                <a:lnTo>
                  <a:pt x="0" y="1832216"/>
                </a:lnTo>
                <a:moveTo>
                  <a:pt x="0" y="1655970"/>
                </a:moveTo>
                <a:lnTo>
                  <a:pt x="0" y="1555258"/>
                </a:lnTo>
                <a:lnTo>
                  <a:pt x="25178" y="1555258"/>
                </a:lnTo>
                <a:lnTo>
                  <a:pt x="25178" y="1655970"/>
                </a:lnTo>
                <a:lnTo>
                  <a:pt x="0" y="1655970"/>
                </a:lnTo>
                <a:moveTo>
                  <a:pt x="0" y="1479724"/>
                </a:moveTo>
                <a:lnTo>
                  <a:pt x="0" y="1379012"/>
                </a:lnTo>
                <a:lnTo>
                  <a:pt x="25178" y="1379012"/>
                </a:lnTo>
                <a:lnTo>
                  <a:pt x="25178" y="1479724"/>
                </a:lnTo>
                <a:lnTo>
                  <a:pt x="0" y="1479724"/>
                </a:lnTo>
                <a:moveTo>
                  <a:pt x="0" y="1303478"/>
                </a:moveTo>
                <a:lnTo>
                  <a:pt x="0" y="1202766"/>
                </a:lnTo>
                <a:lnTo>
                  <a:pt x="25178" y="1202766"/>
                </a:lnTo>
                <a:lnTo>
                  <a:pt x="25178" y="1303478"/>
                </a:lnTo>
                <a:lnTo>
                  <a:pt x="0" y="1303478"/>
                </a:lnTo>
                <a:moveTo>
                  <a:pt x="0" y="1127232"/>
                </a:moveTo>
                <a:lnTo>
                  <a:pt x="0" y="1026520"/>
                </a:lnTo>
                <a:lnTo>
                  <a:pt x="25178" y="1026520"/>
                </a:lnTo>
                <a:lnTo>
                  <a:pt x="25178" y="1127232"/>
                </a:lnTo>
                <a:lnTo>
                  <a:pt x="0" y="1127232"/>
                </a:lnTo>
                <a:moveTo>
                  <a:pt x="0" y="950986"/>
                </a:moveTo>
                <a:lnTo>
                  <a:pt x="0" y="850274"/>
                </a:lnTo>
                <a:lnTo>
                  <a:pt x="25178" y="850274"/>
                </a:lnTo>
                <a:lnTo>
                  <a:pt x="25178" y="950986"/>
                </a:lnTo>
                <a:lnTo>
                  <a:pt x="0" y="950986"/>
                </a:lnTo>
                <a:moveTo>
                  <a:pt x="0" y="774740"/>
                </a:moveTo>
                <a:lnTo>
                  <a:pt x="0" y="674028"/>
                </a:lnTo>
                <a:lnTo>
                  <a:pt x="25178" y="674028"/>
                </a:lnTo>
                <a:lnTo>
                  <a:pt x="25178" y="774740"/>
                </a:lnTo>
                <a:lnTo>
                  <a:pt x="0" y="774740"/>
                </a:lnTo>
                <a:moveTo>
                  <a:pt x="0" y="598494"/>
                </a:moveTo>
                <a:lnTo>
                  <a:pt x="0" y="497782"/>
                </a:lnTo>
                <a:lnTo>
                  <a:pt x="25178" y="497782"/>
                </a:lnTo>
                <a:lnTo>
                  <a:pt x="25178" y="598494"/>
                </a:lnTo>
                <a:lnTo>
                  <a:pt x="0" y="598494"/>
                </a:lnTo>
                <a:moveTo>
                  <a:pt x="0" y="422248"/>
                </a:moveTo>
                <a:lnTo>
                  <a:pt x="0" y="376449"/>
                </a:lnTo>
                <a:lnTo>
                  <a:pt x="126" y="366806"/>
                </a:lnTo>
                <a:lnTo>
                  <a:pt x="491" y="357163"/>
                </a:lnTo>
                <a:lnTo>
                  <a:pt x="1095" y="347570"/>
                </a:lnTo>
                <a:lnTo>
                  <a:pt x="1939" y="338040"/>
                </a:lnTo>
                <a:lnTo>
                  <a:pt x="3021" y="328585"/>
                </a:lnTo>
                <a:lnTo>
                  <a:pt x="4230" y="320000"/>
                </a:lnTo>
                <a:lnTo>
                  <a:pt x="29156" y="323487"/>
                </a:lnTo>
                <a:lnTo>
                  <a:pt x="27985" y="331922"/>
                </a:lnTo>
                <a:lnTo>
                  <a:pt x="28023" y="331607"/>
                </a:lnTo>
                <a:lnTo>
                  <a:pt x="26978" y="340746"/>
                </a:lnTo>
                <a:lnTo>
                  <a:pt x="27003" y="340432"/>
                </a:lnTo>
                <a:lnTo>
                  <a:pt x="26185" y="349634"/>
                </a:lnTo>
                <a:lnTo>
                  <a:pt x="26210" y="349320"/>
                </a:lnTo>
                <a:lnTo>
                  <a:pt x="25631" y="358598"/>
                </a:lnTo>
                <a:lnTo>
                  <a:pt x="25644" y="358270"/>
                </a:lnTo>
                <a:lnTo>
                  <a:pt x="25291" y="367611"/>
                </a:lnTo>
                <a:lnTo>
                  <a:pt x="25291" y="367284"/>
                </a:lnTo>
                <a:lnTo>
                  <a:pt x="25178" y="376688"/>
                </a:lnTo>
                <a:lnTo>
                  <a:pt x="25178" y="376524"/>
                </a:lnTo>
                <a:lnTo>
                  <a:pt x="25178" y="422248"/>
                </a:lnTo>
                <a:lnTo>
                  <a:pt x="0" y="422248"/>
                </a:lnTo>
                <a:moveTo>
                  <a:pt x="23907" y="244302"/>
                </a:moveTo>
                <a:lnTo>
                  <a:pt x="26122" y="238461"/>
                </a:lnTo>
                <a:lnTo>
                  <a:pt x="29597" y="229963"/>
                </a:lnTo>
                <a:lnTo>
                  <a:pt x="33260" y="221566"/>
                </a:lnTo>
                <a:lnTo>
                  <a:pt x="37138" y="213283"/>
                </a:lnTo>
                <a:lnTo>
                  <a:pt x="41204" y="205100"/>
                </a:lnTo>
                <a:lnTo>
                  <a:pt x="45446" y="197043"/>
                </a:lnTo>
                <a:lnTo>
                  <a:pt x="49890" y="189099"/>
                </a:lnTo>
                <a:lnTo>
                  <a:pt x="54523" y="181269"/>
                </a:lnTo>
                <a:lnTo>
                  <a:pt x="59319" y="173577"/>
                </a:lnTo>
                <a:lnTo>
                  <a:pt x="64305" y="165999"/>
                </a:lnTo>
                <a:lnTo>
                  <a:pt x="69479" y="158546"/>
                </a:lnTo>
                <a:lnTo>
                  <a:pt x="73419" y="153145"/>
                </a:lnTo>
                <a:lnTo>
                  <a:pt x="93763" y="167975"/>
                </a:lnTo>
                <a:lnTo>
                  <a:pt x="89898" y="173262"/>
                </a:lnTo>
                <a:lnTo>
                  <a:pt x="90074" y="173023"/>
                </a:lnTo>
                <a:lnTo>
                  <a:pt x="85089" y="180212"/>
                </a:lnTo>
                <a:lnTo>
                  <a:pt x="85253" y="179960"/>
                </a:lnTo>
                <a:lnTo>
                  <a:pt x="80444" y="187286"/>
                </a:lnTo>
                <a:lnTo>
                  <a:pt x="80607" y="187035"/>
                </a:lnTo>
                <a:lnTo>
                  <a:pt x="75962" y="194475"/>
                </a:lnTo>
                <a:lnTo>
                  <a:pt x="76113" y="194223"/>
                </a:lnTo>
                <a:lnTo>
                  <a:pt x="71644" y="201777"/>
                </a:lnTo>
                <a:lnTo>
                  <a:pt x="71795" y="201512"/>
                </a:lnTo>
                <a:lnTo>
                  <a:pt x="67502" y="209191"/>
                </a:lnTo>
                <a:lnTo>
                  <a:pt x="67653" y="208927"/>
                </a:lnTo>
                <a:lnTo>
                  <a:pt x="63537" y="216720"/>
                </a:lnTo>
                <a:lnTo>
                  <a:pt x="63675" y="216443"/>
                </a:lnTo>
                <a:lnTo>
                  <a:pt x="59747" y="224349"/>
                </a:lnTo>
                <a:lnTo>
                  <a:pt x="59886" y="224072"/>
                </a:lnTo>
                <a:lnTo>
                  <a:pt x="56147" y="232078"/>
                </a:lnTo>
                <a:lnTo>
                  <a:pt x="56273" y="231801"/>
                </a:lnTo>
                <a:lnTo>
                  <a:pt x="52723" y="239909"/>
                </a:lnTo>
                <a:lnTo>
                  <a:pt x="52849" y="239619"/>
                </a:lnTo>
                <a:lnTo>
                  <a:pt x="49487" y="247840"/>
                </a:lnTo>
                <a:lnTo>
                  <a:pt x="49601" y="247550"/>
                </a:lnTo>
                <a:lnTo>
                  <a:pt x="47435" y="253240"/>
                </a:lnTo>
                <a:lnTo>
                  <a:pt x="23907" y="244302"/>
                </a:lnTo>
                <a:moveTo>
                  <a:pt x="126041" y="95437"/>
                </a:moveTo>
                <a:lnTo>
                  <a:pt x="130107" y="91824"/>
                </a:lnTo>
                <a:lnTo>
                  <a:pt x="137019" y="85983"/>
                </a:lnTo>
                <a:lnTo>
                  <a:pt x="144056" y="80318"/>
                </a:lnTo>
                <a:lnTo>
                  <a:pt x="151232" y="74804"/>
                </a:lnTo>
                <a:lnTo>
                  <a:pt x="158546" y="69479"/>
                </a:lnTo>
                <a:lnTo>
                  <a:pt x="165999" y="64305"/>
                </a:lnTo>
                <a:lnTo>
                  <a:pt x="173577" y="59319"/>
                </a:lnTo>
                <a:lnTo>
                  <a:pt x="181269" y="54523"/>
                </a:lnTo>
                <a:lnTo>
                  <a:pt x="189099" y="49890"/>
                </a:lnTo>
                <a:lnTo>
                  <a:pt x="197043" y="45446"/>
                </a:lnTo>
                <a:lnTo>
                  <a:pt x="205100" y="41204"/>
                </a:lnTo>
                <a:lnTo>
                  <a:pt x="212175" y="37679"/>
                </a:lnTo>
                <a:lnTo>
                  <a:pt x="223379" y="60226"/>
                </a:lnTo>
                <a:lnTo>
                  <a:pt x="216443" y="63675"/>
                </a:lnTo>
                <a:lnTo>
                  <a:pt x="216720" y="63537"/>
                </a:lnTo>
                <a:lnTo>
                  <a:pt x="208927" y="67653"/>
                </a:lnTo>
                <a:lnTo>
                  <a:pt x="209191" y="67502"/>
                </a:lnTo>
                <a:lnTo>
                  <a:pt x="201512" y="71795"/>
                </a:lnTo>
                <a:lnTo>
                  <a:pt x="201777" y="71644"/>
                </a:lnTo>
                <a:lnTo>
                  <a:pt x="194223" y="76113"/>
                </a:lnTo>
                <a:lnTo>
                  <a:pt x="194475" y="75962"/>
                </a:lnTo>
                <a:lnTo>
                  <a:pt x="187035" y="80607"/>
                </a:lnTo>
                <a:lnTo>
                  <a:pt x="187286" y="80444"/>
                </a:lnTo>
                <a:lnTo>
                  <a:pt x="179960" y="85253"/>
                </a:lnTo>
                <a:lnTo>
                  <a:pt x="180212" y="85089"/>
                </a:lnTo>
                <a:lnTo>
                  <a:pt x="173023" y="90074"/>
                </a:lnTo>
                <a:lnTo>
                  <a:pt x="173262" y="89898"/>
                </a:lnTo>
                <a:lnTo>
                  <a:pt x="166200" y="95060"/>
                </a:lnTo>
                <a:lnTo>
                  <a:pt x="166439" y="94883"/>
                </a:lnTo>
                <a:lnTo>
                  <a:pt x="159490" y="100196"/>
                </a:lnTo>
                <a:lnTo>
                  <a:pt x="159729" y="100020"/>
                </a:lnTo>
                <a:lnTo>
                  <a:pt x="152919" y="105496"/>
                </a:lnTo>
                <a:lnTo>
                  <a:pt x="153158" y="105307"/>
                </a:lnTo>
                <a:lnTo>
                  <a:pt x="146486" y="110947"/>
                </a:lnTo>
                <a:lnTo>
                  <a:pt x="146712" y="110746"/>
                </a:lnTo>
                <a:lnTo>
                  <a:pt x="142747" y="114270"/>
                </a:lnTo>
                <a:lnTo>
                  <a:pt x="126041" y="95437"/>
                </a:lnTo>
                <a:moveTo>
                  <a:pt x="285682" y="11066"/>
                </a:moveTo>
                <a:lnTo>
                  <a:pt x="291498" y="9643"/>
                </a:lnTo>
                <a:lnTo>
                  <a:pt x="300651" y="7654"/>
                </a:lnTo>
                <a:lnTo>
                  <a:pt x="309891" y="5879"/>
                </a:lnTo>
                <a:lnTo>
                  <a:pt x="319194" y="4331"/>
                </a:lnTo>
                <a:lnTo>
                  <a:pt x="328585" y="3021"/>
                </a:lnTo>
                <a:lnTo>
                  <a:pt x="338040" y="1939"/>
                </a:lnTo>
                <a:lnTo>
                  <a:pt x="347570" y="1095"/>
                </a:lnTo>
                <a:lnTo>
                  <a:pt x="357163" y="491"/>
                </a:lnTo>
                <a:lnTo>
                  <a:pt x="366806" y="126"/>
                </a:lnTo>
                <a:lnTo>
                  <a:pt x="376449" y="0"/>
                </a:lnTo>
                <a:lnTo>
                  <a:pt x="388509" y="0"/>
                </a:lnTo>
                <a:lnTo>
                  <a:pt x="388509" y="25178"/>
                </a:lnTo>
                <a:lnTo>
                  <a:pt x="376524" y="25178"/>
                </a:lnTo>
                <a:lnTo>
                  <a:pt x="376688" y="25178"/>
                </a:lnTo>
                <a:lnTo>
                  <a:pt x="367284" y="25291"/>
                </a:lnTo>
                <a:lnTo>
                  <a:pt x="367611" y="25291"/>
                </a:lnTo>
                <a:lnTo>
                  <a:pt x="358270" y="25644"/>
                </a:lnTo>
                <a:lnTo>
                  <a:pt x="358598" y="25631"/>
                </a:lnTo>
                <a:lnTo>
                  <a:pt x="349320" y="26210"/>
                </a:lnTo>
                <a:lnTo>
                  <a:pt x="349634" y="26185"/>
                </a:lnTo>
                <a:lnTo>
                  <a:pt x="340432" y="27003"/>
                </a:lnTo>
                <a:lnTo>
                  <a:pt x="340746" y="26978"/>
                </a:lnTo>
                <a:lnTo>
                  <a:pt x="331607" y="28023"/>
                </a:lnTo>
                <a:lnTo>
                  <a:pt x="331922" y="27985"/>
                </a:lnTo>
                <a:lnTo>
                  <a:pt x="322845" y="29244"/>
                </a:lnTo>
                <a:lnTo>
                  <a:pt x="323160" y="29206"/>
                </a:lnTo>
                <a:lnTo>
                  <a:pt x="314158" y="30692"/>
                </a:lnTo>
                <a:lnTo>
                  <a:pt x="314473" y="30642"/>
                </a:lnTo>
                <a:lnTo>
                  <a:pt x="305548" y="32341"/>
                </a:lnTo>
                <a:lnTo>
                  <a:pt x="305850" y="32278"/>
                </a:lnTo>
                <a:lnTo>
                  <a:pt x="297012" y="34204"/>
                </a:lnTo>
                <a:lnTo>
                  <a:pt x="297314" y="34141"/>
                </a:lnTo>
                <a:lnTo>
                  <a:pt x="291662" y="35526"/>
                </a:lnTo>
                <a:lnTo>
                  <a:pt x="285682" y="11066"/>
                </a:lnTo>
                <a:moveTo>
                  <a:pt x="464043" y="0"/>
                </a:moveTo>
                <a:lnTo>
                  <a:pt x="564755" y="0"/>
                </a:lnTo>
                <a:lnTo>
                  <a:pt x="564755" y="25178"/>
                </a:lnTo>
                <a:lnTo>
                  <a:pt x="464043" y="25178"/>
                </a:lnTo>
                <a:lnTo>
                  <a:pt x="464043" y="0"/>
                </a:lnTo>
                <a:moveTo>
                  <a:pt x="640289" y="0"/>
                </a:moveTo>
                <a:lnTo>
                  <a:pt x="741001" y="0"/>
                </a:lnTo>
                <a:lnTo>
                  <a:pt x="741001" y="25178"/>
                </a:lnTo>
                <a:lnTo>
                  <a:pt x="640289" y="25178"/>
                </a:lnTo>
                <a:lnTo>
                  <a:pt x="640289" y="0"/>
                </a:lnTo>
                <a:moveTo>
                  <a:pt x="816535" y="0"/>
                </a:moveTo>
                <a:lnTo>
                  <a:pt x="917247" y="0"/>
                </a:lnTo>
                <a:lnTo>
                  <a:pt x="917247" y="25178"/>
                </a:lnTo>
                <a:lnTo>
                  <a:pt x="816535" y="25178"/>
                </a:lnTo>
                <a:lnTo>
                  <a:pt x="816535" y="0"/>
                </a:lnTo>
                <a:moveTo>
                  <a:pt x="992781" y="0"/>
                </a:moveTo>
                <a:lnTo>
                  <a:pt x="1093493" y="0"/>
                </a:lnTo>
                <a:lnTo>
                  <a:pt x="1093493" y="25178"/>
                </a:lnTo>
                <a:lnTo>
                  <a:pt x="992781" y="25178"/>
                </a:lnTo>
                <a:lnTo>
                  <a:pt x="992781" y="0"/>
                </a:lnTo>
                <a:moveTo>
                  <a:pt x="1169027" y="0"/>
                </a:moveTo>
                <a:lnTo>
                  <a:pt x="1269739" y="0"/>
                </a:lnTo>
                <a:lnTo>
                  <a:pt x="1269739" y="25178"/>
                </a:lnTo>
                <a:lnTo>
                  <a:pt x="1169027" y="25178"/>
                </a:lnTo>
                <a:lnTo>
                  <a:pt x="1169027" y="0"/>
                </a:lnTo>
                <a:moveTo>
                  <a:pt x="1345273" y="0"/>
                </a:moveTo>
                <a:lnTo>
                  <a:pt x="1445985" y="0"/>
                </a:lnTo>
                <a:lnTo>
                  <a:pt x="1445985" y="25178"/>
                </a:lnTo>
                <a:lnTo>
                  <a:pt x="1345273" y="25178"/>
                </a:lnTo>
                <a:lnTo>
                  <a:pt x="1345273" y="0"/>
                </a:lnTo>
                <a:moveTo>
                  <a:pt x="1521519" y="0"/>
                </a:moveTo>
                <a:lnTo>
                  <a:pt x="1622231" y="0"/>
                </a:lnTo>
                <a:lnTo>
                  <a:pt x="1622231" y="25178"/>
                </a:lnTo>
                <a:lnTo>
                  <a:pt x="1521519" y="25178"/>
                </a:lnTo>
                <a:lnTo>
                  <a:pt x="1521519" y="0"/>
                </a:lnTo>
                <a:moveTo>
                  <a:pt x="1697765" y="0"/>
                </a:moveTo>
                <a:lnTo>
                  <a:pt x="1798478" y="0"/>
                </a:lnTo>
                <a:lnTo>
                  <a:pt x="1798478" y="25178"/>
                </a:lnTo>
                <a:lnTo>
                  <a:pt x="1697765" y="25178"/>
                </a:lnTo>
                <a:lnTo>
                  <a:pt x="1697765" y="0"/>
                </a:lnTo>
                <a:moveTo>
                  <a:pt x="1874011" y="0"/>
                </a:moveTo>
                <a:lnTo>
                  <a:pt x="1974723" y="0"/>
                </a:lnTo>
                <a:lnTo>
                  <a:pt x="1974723" y="25178"/>
                </a:lnTo>
                <a:lnTo>
                  <a:pt x="1874011" y="25178"/>
                </a:lnTo>
                <a:lnTo>
                  <a:pt x="1874011" y="0"/>
                </a:lnTo>
                <a:moveTo>
                  <a:pt x="2050257" y="0"/>
                </a:moveTo>
                <a:lnTo>
                  <a:pt x="2150969" y="0"/>
                </a:lnTo>
                <a:lnTo>
                  <a:pt x="2150969" y="25178"/>
                </a:lnTo>
                <a:lnTo>
                  <a:pt x="2050257" y="25178"/>
                </a:lnTo>
                <a:lnTo>
                  <a:pt x="2050257" y="0"/>
                </a:lnTo>
                <a:moveTo>
                  <a:pt x="2226503" y="0"/>
                </a:moveTo>
                <a:lnTo>
                  <a:pt x="2327216" y="0"/>
                </a:lnTo>
                <a:lnTo>
                  <a:pt x="2327216" y="25178"/>
                </a:lnTo>
                <a:lnTo>
                  <a:pt x="2226503" y="25178"/>
                </a:lnTo>
                <a:lnTo>
                  <a:pt x="2226503" y="0"/>
                </a:lnTo>
                <a:moveTo>
                  <a:pt x="2402749" y="0"/>
                </a:moveTo>
                <a:lnTo>
                  <a:pt x="2503461" y="0"/>
                </a:lnTo>
                <a:lnTo>
                  <a:pt x="2503461" y="25178"/>
                </a:lnTo>
                <a:lnTo>
                  <a:pt x="2402749" y="25178"/>
                </a:lnTo>
                <a:lnTo>
                  <a:pt x="2402749" y="0"/>
                </a:lnTo>
                <a:moveTo>
                  <a:pt x="2578995" y="0"/>
                </a:moveTo>
                <a:lnTo>
                  <a:pt x="2679707" y="0"/>
                </a:lnTo>
                <a:lnTo>
                  <a:pt x="2679707" y="25178"/>
                </a:lnTo>
                <a:lnTo>
                  <a:pt x="2578995" y="25178"/>
                </a:lnTo>
                <a:lnTo>
                  <a:pt x="2578995" y="0"/>
                </a:lnTo>
                <a:moveTo>
                  <a:pt x="2755242" y="0"/>
                </a:moveTo>
                <a:lnTo>
                  <a:pt x="2855953" y="0"/>
                </a:lnTo>
                <a:lnTo>
                  <a:pt x="2855953" y="25178"/>
                </a:lnTo>
                <a:lnTo>
                  <a:pt x="2755242" y="25178"/>
                </a:lnTo>
                <a:lnTo>
                  <a:pt x="2755242" y="0"/>
                </a:lnTo>
                <a:moveTo>
                  <a:pt x="2931487" y="0"/>
                </a:moveTo>
                <a:lnTo>
                  <a:pt x="3032199" y="0"/>
                </a:lnTo>
                <a:lnTo>
                  <a:pt x="3032199" y="25178"/>
                </a:lnTo>
                <a:lnTo>
                  <a:pt x="2931487" y="25178"/>
                </a:lnTo>
                <a:lnTo>
                  <a:pt x="2931487" y="0"/>
                </a:lnTo>
                <a:moveTo>
                  <a:pt x="3107733" y="0"/>
                </a:moveTo>
                <a:lnTo>
                  <a:pt x="3208446" y="0"/>
                </a:lnTo>
                <a:lnTo>
                  <a:pt x="3208446" y="25178"/>
                </a:lnTo>
                <a:lnTo>
                  <a:pt x="3107733" y="25178"/>
                </a:lnTo>
                <a:lnTo>
                  <a:pt x="3107733" y="0"/>
                </a:lnTo>
                <a:moveTo>
                  <a:pt x="3283980" y="0"/>
                </a:moveTo>
                <a:lnTo>
                  <a:pt x="3384692" y="0"/>
                </a:lnTo>
                <a:lnTo>
                  <a:pt x="3384692" y="25178"/>
                </a:lnTo>
                <a:lnTo>
                  <a:pt x="3283980" y="25178"/>
                </a:lnTo>
                <a:lnTo>
                  <a:pt x="3283980" y="0"/>
                </a:lnTo>
                <a:moveTo>
                  <a:pt x="3460226" y="0"/>
                </a:moveTo>
                <a:lnTo>
                  <a:pt x="3560937" y="0"/>
                </a:lnTo>
                <a:lnTo>
                  <a:pt x="3560937" y="25178"/>
                </a:lnTo>
                <a:lnTo>
                  <a:pt x="3460226" y="25178"/>
                </a:lnTo>
                <a:lnTo>
                  <a:pt x="3460226" y="0"/>
                </a:lnTo>
                <a:moveTo>
                  <a:pt x="3636472" y="0"/>
                </a:moveTo>
                <a:lnTo>
                  <a:pt x="3737184" y="0"/>
                </a:lnTo>
                <a:lnTo>
                  <a:pt x="3737184" y="25178"/>
                </a:lnTo>
                <a:lnTo>
                  <a:pt x="3636472" y="25178"/>
                </a:lnTo>
                <a:lnTo>
                  <a:pt x="3636472" y="0"/>
                </a:lnTo>
                <a:moveTo>
                  <a:pt x="3812717" y="0"/>
                </a:moveTo>
                <a:lnTo>
                  <a:pt x="3913430" y="0"/>
                </a:lnTo>
                <a:lnTo>
                  <a:pt x="3913430" y="25178"/>
                </a:lnTo>
                <a:lnTo>
                  <a:pt x="3812717" y="25178"/>
                </a:lnTo>
                <a:lnTo>
                  <a:pt x="3812717" y="0"/>
                </a:lnTo>
                <a:moveTo>
                  <a:pt x="3988964" y="0"/>
                </a:moveTo>
                <a:lnTo>
                  <a:pt x="4089676" y="0"/>
                </a:lnTo>
                <a:lnTo>
                  <a:pt x="4089676" y="25178"/>
                </a:lnTo>
                <a:lnTo>
                  <a:pt x="3988964" y="25178"/>
                </a:lnTo>
                <a:lnTo>
                  <a:pt x="3988964" y="0"/>
                </a:lnTo>
                <a:moveTo>
                  <a:pt x="4165210" y="0"/>
                </a:moveTo>
                <a:lnTo>
                  <a:pt x="4265922" y="0"/>
                </a:lnTo>
                <a:lnTo>
                  <a:pt x="4265922" y="25178"/>
                </a:lnTo>
                <a:lnTo>
                  <a:pt x="4165210" y="25178"/>
                </a:lnTo>
                <a:lnTo>
                  <a:pt x="4165210" y="0"/>
                </a:lnTo>
                <a:moveTo>
                  <a:pt x="4341456" y="0"/>
                </a:moveTo>
                <a:lnTo>
                  <a:pt x="4442168" y="0"/>
                </a:lnTo>
                <a:lnTo>
                  <a:pt x="4442168" y="25178"/>
                </a:lnTo>
                <a:lnTo>
                  <a:pt x="4341456" y="25178"/>
                </a:lnTo>
                <a:lnTo>
                  <a:pt x="4341456" y="0"/>
                </a:lnTo>
                <a:moveTo>
                  <a:pt x="4517702" y="0"/>
                </a:moveTo>
                <a:lnTo>
                  <a:pt x="4618414" y="0"/>
                </a:lnTo>
                <a:lnTo>
                  <a:pt x="4618414" y="25178"/>
                </a:lnTo>
                <a:lnTo>
                  <a:pt x="4517702" y="25178"/>
                </a:lnTo>
                <a:lnTo>
                  <a:pt x="4517702" y="0"/>
                </a:lnTo>
                <a:moveTo>
                  <a:pt x="4693948" y="0"/>
                </a:moveTo>
                <a:lnTo>
                  <a:pt x="4794660" y="0"/>
                </a:lnTo>
                <a:lnTo>
                  <a:pt x="4794660" y="25178"/>
                </a:lnTo>
                <a:lnTo>
                  <a:pt x="4693948" y="25178"/>
                </a:lnTo>
                <a:lnTo>
                  <a:pt x="4693948" y="0"/>
                </a:lnTo>
                <a:moveTo>
                  <a:pt x="4870194" y="0"/>
                </a:moveTo>
                <a:lnTo>
                  <a:pt x="4970906" y="0"/>
                </a:lnTo>
                <a:lnTo>
                  <a:pt x="4970906" y="25178"/>
                </a:lnTo>
                <a:lnTo>
                  <a:pt x="4870194" y="25178"/>
                </a:lnTo>
                <a:lnTo>
                  <a:pt x="4870194" y="0"/>
                </a:lnTo>
                <a:moveTo>
                  <a:pt x="5046440" y="0"/>
                </a:moveTo>
                <a:lnTo>
                  <a:pt x="5147152" y="0"/>
                </a:lnTo>
                <a:lnTo>
                  <a:pt x="5147152" y="25178"/>
                </a:lnTo>
                <a:lnTo>
                  <a:pt x="5046440" y="25178"/>
                </a:lnTo>
                <a:lnTo>
                  <a:pt x="5046440" y="0"/>
                </a:lnTo>
                <a:moveTo>
                  <a:pt x="5222686" y="0"/>
                </a:moveTo>
                <a:lnTo>
                  <a:pt x="5323397" y="0"/>
                </a:lnTo>
                <a:lnTo>
                  <a:pt x="5323397" y="25178"/>
                </a:lnTo>
                <a:lnTo>
                  <a:pt x="5222686" y="25178"/>
                </a:lnTo>
                <a:lnTo>
                  <a:pt x="5222686" y="0"/>
                </a:lnTo>
                <a:moveTo>
                  <a:pt x="5398932" y="0"/>
                </a:moveTo>
                <a:lnTo>
                  <a:pt x="5499644" y="0"/>
                </a:lnTo>
                <a:lnTo>
                  <a:pt x="5499644" y="25178"/>
                </a:lnTo>
                <a:lnTo>
                  <a:pt x="5398932" y="25178"/>
                </a:lnTo>
                <a:lnTo>
                  <a:pt x="5398932" y="0"/>
                </a:lnTo>
                <a:moveTo>
                  <a:pt x="5575178" y="0"/>
                </a:moveTo>
                <a:lnTo>
                  <a:pt x="5617805" y="0"/>
                </a:lnTo>
                <a:lnTo>
                  <a:pt x="5627448" y="126"/>
                </a:lnTo>
                <a:lnTo>
                  <a:pt x="5637091" y="491"/>
                </a:lnTo>
                <a:lnTo>
                  <a:pt x="5646683" y="1095"/>
                </a:lnTo>
                <a:lnTo>
                  <a:pt x="5656213" y="1939"/>
                </a:lnTo>
                <a:lnTo>
                  <a:pt x="5665667" y="3021"/>
                </a:lnTo>
                <a:lnTo>
                  <a:pt x="5675059" y="4331"/>
                </a:lnTo>
                <a:lnTo>
                  <a:pt x="5677703" y="4771"/>
                </a:lnTo>
                <a:lnTo>
                  <a:pt x="5673598" y="29622"/>
                </a:lnTo>
                <a:lnTo>
                  <a:pt x="5671093" y="29206"/>
                </a:lnTo>
                <a:lnTo>
                  <a:pt x="5671408" y="29244"/>
                </a:lnTo>
                <a:lnTo>
                  <a:pt x="5662332" y="27985"/>
                </a:lnTo>
                <a:lnTo>
                  <a:pt x="5662647" y="28023"/>
                </a:lnTo>
                <a:lnTo>
                  <a:pt x="5653506" y="26978"/>
                </a:lnTo>
                <a:lnTo>
                  <a:pt x="5653821" y="27003"/>
                </a:lnTo>
                <a:lnTo>
                  <a:pt x="5644619" y="26185"/>
                </a:lnTo>
                <a:lnTo>
                  <a:pt x="5644934" y="26210"/>
                </a:lnTo>
                <a:lnTo>
                  <a:pt x="5635655" y="25631"/>
                </a:lnTo>
                <a:lnTo>
                  <a:pt x="5635983" y="25644"/>
                </a:lnTo>
                <a:lnTo>
                  <a:pt x="5626642" y="25291"/>
                </a:lnTo>
                <a:lnTo>
                  <a:pt x="5626968" y="25291"/>
                </a:lnTo>
                <a:lnTo>
                  <a:pt x="5617565" y="25178"/>
                </a:lnTo>
                <a:lnTo>
                  <a:pt x="5617728" y="25178"/>
                </a:lnTo>
                <a:lnTo>
                  <a:pt x="5575178" y="25178"/>
                </a:lnTo>
                <a:lnTo>
                  <a:pt x="5575178" y="0"/>
                </a:lnTo>
                <a:moveTo>
                  <a:pt x="5752923" y="25027"/>
                </a:moveTo>
                <a:lnTo>
                  <a:pt x="5755792" y="26122"/>
                </a:lnTo>
                <a:lnTo>
                  <a:pt x="5764289" y="29597"/>
                </a:lnTo>
                <a:lnTo>
                  <a:pt x="5772686" y="33260"/>
                </a:lnTo>
                <a:lnTo>
                  <a:pt x="5780970" y="37138"/>
                </a:lnTo>
                <a:lnTo>
                  <a:pt x="5789153" y="41204"/>
                </a:lnTo>
                <a:lnTo>
                  <a:pt x="5797210" y="45446"/>
                </a:lnTo>
                <a:lnTo>
                  <a:pt x="5805153" y="49890"/>
                </a:lnTo>
                <a:lnTo>
                  <a:pt x="5812984" y="54523"/>
                </a:lnTo>
                <a:lnTo>
                  <a:pt x="5820676" y="59319"/>
                </a:lnTo>
                <a:lnTo>
                  <a:pt x="5828254" y="64305"/>
                </a:lnTo>
                <a:lnTo>
                  <a:pt x="5835707" y="69479"/>
                </a:lnTo>
                <a:lnTo>
                  <a:pt x="5843022" y="74804"/>
                </a:lnTo>
                <a:lnTo>
                  <a:pt x="5843903" y="75484"/>
                </a:lnTo>
                <a:lnTo>
                  <a:pt x="5828582" y="95475"/>
                </a:lnTo>
                <a:lnTo>
                  <a:pt x="5827814" y="94883"/>
                </a:lnTo>
                <a:lnTo>
                  <a:pt x="5828053" y="95060"/>
                </a:lnTo>
                <a:lnTo>
                  <a:pt x="5820991" y="89898"/>
                </a:lnTo>
                <a:lnTo>
                  <a:pt x="5821230" y="90074"/>
                </a:lnTo>
                <a:lnTo>
                  <a:pt x="5814042" y="85089"/>
                </a:lnTo>
                <a:lnTo>
                  <a:pt x="5814294" y="85253"/>
                </a:lnTo>
                <a:lnTo>
                  <a:pt x="5806967" y="80444"/>
                </a:lnTo>
                <a:lnTo>
                  <a:pt x="5807218" y="80607"/>
                </a:lnTo>
                <a:lnTo>
                  <a:pt x="5799778" y="75962"/>
                </a:lnTo>
                <a:lnTo>
                  <a:pt x="5800030" y="76113"/>
                </a:lnTo>
                <a:lnTo>
                  <a:pt x="5792476" y="71644"/>
                </a:lnTo>
                <a:lnTo>
                  <a:pt x="5792741" y="71795"/>
                </a:lnTo>
                <a:lnTo>
                  <a:pt x="5785061" y="67502"/>
                </a:lnTo>
                <a:lnTo>
                  <a:pt x="5785326" y="67653"/>
                </a:lnTo>
                <a:lnTo>
                  <a:pt x="5777533" y="63537"/>
                </a:lnTo>
                <a:lnTo>
                  <a:pt x="5777810" y="63675"/>
                </a:lnTo>
                <a:lnTo>
                  <a:pt x="5769904" y="59747"/>
                </a:lnTo>
                <a:lnTo>
                  <a:pt x="5770181" y="59886"/>
                </a:lnTo>
                <a:lnTo>
                  <a:pt x="5762175" y="56147"/>
                </a:lnTo>
                <a:lnTo>
                  <a:pt x="5762452" y="56273"/>
                </a:lnTo>
                <a:lnTo>
                  <a:pt x="5754344" y="52723"/>
                </a:lnTo>
                <a:lnTo>
                  <a:pt x="5754621" y="52849"/>
                </a:lnTo>
                <a:lnTo>
                  <a:pt x="5746413" y="49487"/>
                </a:lnTo>
                <a:lnTo>
                  <a:pt x="5746703" y="49601"/>
                </a:lnTo>
                <a:lnTo>
                  <a:pt x="5743984" y="48568"/>
                </a:lnTo>
                <a:lnTo>
                  <a:pt x="5752923" y="25027"/>
                </a:lnTo>
                <a:moveTo>
                  <a:pt x="5900930" y="128420"/>
                </a:moveTo>
                <a:lnTo>
                  <a:pt x="5902429" y="130107"/>
                </a:lnTo>
                <a:lnTo>
                  <a:pt x="5908270" y="137019"/>
                </a:lnTo>
                <a:lnTo>
                  <a:pt x="5913936" y="144056"/>
                </a:lnTo>
                <a:lnTo>
                  <a:pt x="5919449" y="151232"/>
                </a:lnTo>
                <a:lnTo>
                  <a:pt x="5924774" y="158546"/>
                </a:lnTo>
                <a:lnTo>
                  <a:pt x="5929936" y="165999"/>
                </a:lnTo>
                <a:lnTo>
                  <a:pt x="5934934" y="173577"/>
                </a:lnTo>
                <a:lnTo>
                  <a:pt x="5939730" y="181269"/>
                </a:lnTo>
                <a:lnTo>
                  <a:pt x="5944363" y="189099"/>
                </a:lnTo>
                <a:lnTo>
                  <a:pt x="5948806" y="197043"/>
                </a:lnTo>
                <a:lnTo>
                  <a:pt x="5953049" y="205100"/>
                </a:lnTo>
                <a:lnTo>
                  <a:pt x="5957115" y="213283"/>
                </a:lnTo>
                <a:lnTo>
                  <a:pt x="5958072" y="215322"/>
                </a:lnTo>
                <a:lnTo>
                  <a:pt x="5935261" y="225973"/>
                </a:lnTo>
                <a:lnTo>
                  <a:pt x="5934367" y="224072"/>
                </a:lnTo>
                <a:lnTo>
                  <a:pt x="5934505" y="224349"/>
                </a:lnTo>
                <a:lnTo>
                  <a:pt x="5930578" y="216443"/>
                </a:lnTo>
                <a:lnTo>
                  <a:pt x="5930717" y="216720"/>
                </a:lnTo>
                <a:lnTo>
                  <a:pt x="5926600" y="208927"/>
                </a:lnTo>
                <a:lnTo>
                  <a:pt x="5926751" y="209191"/>
                </a:lnTo>
                <a:lnTo>
                  <a:pt x="5922458" y="201512"/>
                </a:lnTo>
                <a:lnTo>
                  <a:pt x="5922609" y="201777"/>
                </a:lnTo>
                <a:lnTo>
                  <a:pt x="5918139" y="194223"/>
                </a:lnTo>
                <a:lnTo>
                  <a:pt x="5918290" y="194475"/>
                </a:lnTo>
                <a:lnTo>
                  <a:pt x="5913646" y="187035"/>
                </a:lnTo>
                <a:lnTo>
                  <a:pt x="5913810" y="187286"/>
                </a:lnTo>
                <a:lnTo>
                  <a:pt x="5909000" y="179960"/>
                </a:lnTo>
                <a:lnTo>
                  <a:pt x="5909164" y="180212"/>
                </a:lnTo>
                <a:lnTo>
                  <a:pt x="5904179" y="173023"/>
                </a:lnTo>
                <a:lnTo>
                  <a:pt x="5904342" y="173262"/>
                </a:lnTo>
                <a:lnTo>
                  <a:pt x="5899193" y="166200"/>
                </a:lnTo>
                <a:lnTo>
                  <a:pt x="5899370" y="166439"/>
                </a:lnTo>
                <a:lnTo>
                  <a:pt x="5894057" y="159490"/>
                </a:lnTo>
                <a:lnTo>
                  <a:pt x="5894233" y="159729"/>
                </a:lnTo>
                <a:lnTo>
                  <a:pt x="5888758" y="152919"/>
                </a:lnTo>
                <a:lnTo>
                  <a:pt x="5888946" y="153158"/>
                </a:lnTo>
                <a:lnTo>
                  <a:pt x="5883306" y="146486"/>
                </a:lnTo>
                <a:lnTo>
                  <a:pt x="5883495" y="146712"/>
                </a:lnTo>
                <a:lnTo>
                  <a:pt x="5882097" y="145126"/>
                </a:lnTo>
                <a:lnTo>
                  <a:pt x="5900930" y="128420"/>
                </a:lnTo>
                <a:moveTo>
                  <a:pt x="5983943" y="288779"/>
                </a:moveTo>
                <a:lnTo>
                  <a:pt x="5984609" y="291498"/>
                </a:lnTo>
                <a:lnTo>
                  <a:pt x="5986599" y="300651"/>
                </a:lnTo>
                <a:lnTo>
                  <a:pt x="5988374" y="309891"/>
                </a:lnTo>
                <a:lnTo>
                  <a:pt x="5989910" y="319194"/>
                </a:lnTo>
                <a:lnTo>
                  <a:pt x="5991232" y="328585"/>
                </a:lnTo>
                <a:lnTo>
                  <a:pt x="5992314" y="338040"/>
                </a:lnTo>
                <a:lnTo>
                  <a:pt x="5993158" y="347570"/>
                </a:lnTo>
                <a:lnTo>
                  <a:pt x="5993762" y="357163"/>
                </a:lnTo>
                <a:lnTo>
                  <a:pt x="5994127" y="366806"/>
                </a:lnTo>
                <a:lnTo>
                  <a:pt x="5994253" y="376449"/>
                </a:lnTo>
                <a:lnTo>
                  <a:pt x="5994253" y="391694"/>
                </a:lnTo>
                <a:lnTo>
                  <a:pt x="5969075" y="391694"/>
                </a:lnTo>
                <a:lnTo>
                  <a:pt x="5969075" y="376524"/>
                </a:lnTo>
                <a:lnTo>
                  <a:pt x="5969075" y="376688"/>
                </a:lnTo>
                <a:lnTo>
                  <a:pt x="5968962" y="367284"/>
                </a:lnTo>
                <a:lnTo>
                  <a:pt x="5968962" y="367611"/>
                </a:lnTo>
                <a:lnTo>
                  <a:pt x="5968609" y="358270"/>
                </a:lnTo>
                <a:lnTo>
                  <a:pt x="5968622" y="358598"/>
                </a:lnTo>
                <a:lnTo>
                  <a:pt x="5968043" y="349320"/>
                </a:lnTo>
                <a:lnTo>
                  <a:pt x="5968068" y="349634"/>
                </a:lnTo>
                <a:lnTo>
                  <a:pt x="5967249" y="340432"/>
                </a:lnTo>
                <a:lnTo>
                  <a:pt x="5967275" y="340746"/>
                </a:lnTo>
                <a:lnTo>
                  <a:pt x="5966230" y="331607"/>
                </a:lnTo>
                <a:lnTo>
                  <a:pt x="5966268" y="331922"/>
                </a:lnTo>
                <a:lnTo>
                  <a:pt x="5965009" y="322845"/>
                </a:lnTo>
                <a:lnTo>
                  <a:pt x="5965046" y="323160"/>
                </a:lnTo>
                <a:lnTo>
                  <a:pt x="5963560" y="314159"/>
                </a:lnTo>
                <a:lnTo>
                  <a:pt x="5963612" y="314473"/>
                </a:lnTo>
                <a:lnTo>
                  <a:pt x="5961899" y="305548"/>
                </a:lnTo>
                <a:lnTo>
                  <a:pt x="5961975" y="305850"/>
                </a:lnTo>
                <a:lnTo>
                  <a:pt x="5960049" y="297012"/>
                </a:lnTo>
                <a:lnTo>
                  <a:pt x="5960112" y="297314"/>
                </a:lnTo>
                <a:lnTo>
                  <a:pt x="5959483" y="294746"/>
                </a:lnTo>
                <a:lnTo>
                  <a:pt x="5983943" y="288779"/>
                </a:lnTo>
                <a:moveTo>
                  <a:pt x="5994253" y="467228"/>
                </a:moveTo>
                <a:lnTo>
                  <a:pt x="5994253" y="567940"/>
                </a:lnTo>
                <a:lnTo>
                  <a:pt x="5969075" y="567940"/>
                </a:lnTo>
                <a:lnTo>
                  <a:pt x="5969075" y="467228"/>
                </a:lnTo>
                <a:lnTo>
                  <a:pt x="5994253" y="467228"/>
                </a:lnTo>
                <a:moveTo>
                  <a:pt x="5994253" y="643474"/>
                </a:moveTo>
                <a:lnTo>
                  <a:pt x="5994253" y="744186"/>
                </a:lnTo>
                <a:lnTo>
                  <a:pt x="5969075" y="744186"/>
                </a:lnTo>
                <a:lnTo>
                  <a:pt x="5969075" y="643474"/>
                </a:lnTo>
                <a:lnTo>
                  <a:pt x="5994253" y="643474"/>
                </a:lnTo>
                <a:moveTo>
                  <a:pt x="5994253" y="819720"/>
                </a:moveTo>
                <a:lnTo>
                  <a:pt x="5994253" y="920432"/>
                </a:lnTo>
                <a:lnTo>
                  <a:pt x="5969075" y="920432"/>
                </a:lnTo>
                <a:lnTo>
                  <a:pt x="5969075" y="819720"/>
                </a:lnTo>
                <a:lnTo>
                  <a:pt x="5994253" y="819720"/>
                </a:lnTo>
                <a:moveTo>
                  <a:pt x="5994253" y="995966"/>
                </a:moveTo>
                <a:lnTo>
                  <a:pt x="5994253" y="1096678"/>
                </a:lnTo>
                <a:lnTo>
                  <a:pt x="5969075" y="1096678"/>
                </a:lnTo>
                <a:lnTo>
                  <a:pt x="5969075" y="995966"/>
                </a:lnTo>
                <a:lnTo>
                  <a:pt x="5994253" y="995966"/>
                </a:lnTo>
                <a:moveTo>
                  <a:pt x="5994253" y="1172212"/>
                </a:moveTo>
                <a:lnTo>
                  <a:pt x="5994253" y="1272924"/>
                </a:lnTo>
                <a:lnTo>
                  <a:pt x="5969075" y="1272924"/>
                </a:lnTo>
                <a:lnTo>
                  <a:pt x="5969075" y="1172212"/>
                </a:lnTo>
                <a:lnTo>
                  <a:pt x="5994253" y="1172212"/>
                </a:lnTo>
                <a:moveTo>
                  <a:pt x="5994253" y="1348458"/>
                </a:moveTo>
                <a:lnTo>
                  <a:pt x="5994253" y="1449170"/>
                </a:lnTo>
                <a:lnTo>
                  <a:pt x="5969075" y="1449170"/>
                </a:lnTo>
                <a:lnTo>
                  <a:pt x="5969075" y="1348458"/>
                </a:lnTo>
                <a:lnTo>
                  <a:pt x="5994253" y="1348458"/>
                </a:lnTo>
                <a:moveTo>
                  <a:pt x="5994253" y="1524704"/>
                </a:moveTo>
                <a:lnTo>
                  <a:pt x="5994253" y="1625416"/>
                </a:lnTo>
                <a:lnTo>
                  <a:pt x="5969075" y="1625416"/>
                </a:lnTo>
                <a:lnTo>
                  <a:pt x="5969075" y="1524704"/>
                </a:lnTo>
                <a:lnTo>
                  <a:pt x="5994253" y="1524704"/>
                </a:lnTo>
                <a:moveTo>
                  <a:pt x="5994253" y="1700950"/>
                </a:moveTo>
                <a:lnTo>
                  <a:pt x="5994253" y="1801662"/>
                </a:lnTo>
                <a:lnTo>
                  <a:pt x="5969075" y="1801662"/>
                </a:lnTo>
                <a:lnTo>
                  <a:pt x="5969075" y="1700950"/>
                </a:lnTo>
                <a:lnTo>
                  <a:pt x="5994253" y="1700950"/>
                </a:lnTo>
                <a:moveTo>
                  <a:pt x="5991421" y="1878518"/>
                </a:moveTo>
                <a:lnTo>
                  <a:pt x="5991232" y="1880155"/>
                </a:lnTo>
                <a:lnTo>
                  <a:pt x="5989910" y="1889546"/>
                </a:lnTo>
                <a:lnTo>
                  <a:pt x="5988374" y="1898850"/>
                </a:lnTo>
                <a:lnTo>
                  <a:pt x="5986599" y="1908090"/>
                </a:lnTo>
                <a:lnTo>
                  <a:pt x="5984609" y="1917242"/>
                </a:lnTo>
                <a:lnTo>
                  <a:pt x="5982394" y="1926306"/>
                </a:lnTo>
                <a:lnTo>
                  <a:pt x="5979965" y="1935282"/>
                </a:lnTo>
                <a:lnTo>
                  <a:pt x="5977321" y="1944182"/>
                </a:lnTo>
                <a:lnTo>
                  <a:pt x="5974463" y="1952982"/>
                </a:lnTo>
                <a:lnTo>
                  <a:pt x="5971404" y="1961681"/>
                </a:lnTo>
                <a:lnTo>
                  <a:pt x="5968131" y="1970279"/>
                </a:lnTo>
                <a:lnTo>
                  <a:pt x="5964656" y="1978777"/>
                </a:lnTo>
                <a:lnTo>
                  <a:pt x="5964518" y="1979117"/>
                </a:lnTo>
                <a:lnTo>
                  <a:pt x="5941443" y="1969020"/>
                </a:lnTo>
                <a:lnTo>
                  <a:pt x="5941530" y="1968832"/>
                </a:lnTo>
                <a:lnTo>
                  <a:pt x="5941405" y="1969109"/>
                </a:lnTo>
                <a:lnTo>
                  <a:pt x="5944766" y="1960900"/>
                </a:lnTo>
                <a:lnTo>
                  <a:pt x="5944652" y="1961190"/>
                </a:lnTo>
                <a:lnTo>
                  <a:pt x="5947812" y="1952882"/>
                </a:lnTo>
                <a:lnTo>
                  <a:pt x="5947711" y="1953171"/>
                </a:lnTo>
                <a:lnTo>
                  <a:pt x="5950670" y="1944762"/>
                </a:lnTo>
                <a:lnTo>
                  <a:pt x="5950569" y="1945051"/>
                </a:lnTo>
                <a:lnTo>
                  <a:pt x="5953326" y="1936553"/>
                </a:lnTo>
                <a:lnTo>
                  <a:pt x="5953237" y="1936856"/>
                </a:lnTo>
                <a:lnTo>
                  <a:pt x="5955794" y="1928258"/>
                </a:lnTo>
                <a:lnTo>
                  <a:pt x="5955705" y="1928559"/>
                </a:lnTo>
                <a:lnTo>
                  <a:pt x="5958060" y="1919886"/>
                </a:lnTo>
                <a:lnTo>
                  <a:pt x="5957972" y="1920188"/>
                </a:lnTo>
                <a:lnTo>
                  <a:pt x="5960112" y="1911426"/>
                </a:lnTo>
                <a:lnTo>
                  <a:pt x="5960049" y="1911728"/>
                </a:lnTo>
                <a:lnTo>
                  <a:pt x="5961975" y="1902890"/>
                </a:lnTo>
                <a:lnTo>
                  <a:pt x="5961899" y="1903193"/>
                </a:lnTo>
                <a:lnTo>
                  <a:pt x="5963612" y="1894267"/>
                </a:lnTo>
                <a:lnTo>
                  <a:pt x="5963560" y="1894581"/>
                </a:lnTo>
                <a:lnTo>
                  <a:pt x="5965046" y="1885581"/>
                </a:lnTo>
                <a:lnTo>
                  <a:pt x="5965009" y="1885895"/>
                </a:lnTo>
                <a:lnTo>
                  <a:pt x="5966268" y="1876819"/>
                </a:lnTo>
                <a:lnTo>
                  <a:pt x="5966230" y="1877134"/>
                </a:lnTo>
                <a:lnTo>
                  <a:pt x="5966406" y="1875661"/>
                </a:lnTo>
                <a:lnTo>
                  <a:pt x="5991421" y="1878518"/>
                </a:lnTo>
                <a:moveTo>
                  <a:pt x="5926839" y="2047223"/>
                </a:moveTo>
                <a:lnTo>
                  <a:pt x="5924774" y="2050194"/>
                </a:lnTo>
                <a:lnTo>
                  <a:pt x="5919449" y="2057508"/>
                </a:lnTo>
                <a:lnTo>
                  <a:pt x="5913936" y="2064685"/>
                </a:lnTo>
                <a:lnTo>
                  <a:pt x="5908270" y="2071722"/>
                </a:lnTo>
                <a:lnTo>
                  <a:pt x="5902429" y="2078633"/>
                </a:lnTo>
                <a:lnTo>
                  <a:pt x="5896436" y="2085381"/>
                </a:lnTo>
                <a:lnTo>
                  <a:pt x="5890281" y="2092003"/>
                </a:lnTo>
                <a:lnTo>
                  <a:pt x="5883973" y="2098461"/>
                </a:lnTo>
                <a:lnTo>
                  <a:pt x="5877515" y="2104767"/>
                </a:lnTo>
                <a:lnTo>
                  <a:pt x="5870893" y="2110924"/>
                </a:lnTo>
                <a:lnTo>
                  <a:pt x="5864146" y="2116916"/>
                </a:lnTo>
                <a:lnTo>
                  <a:pt x="5857235" y="2122758"/>
                </a:lnTo>
                <a:lnTo>
                  <a:pt x="5856240" y="2123563"/>
                </a:lnTo>
                <a:lnTo>
                  <a:pt x="5840441" y="2103950"/>
                </a:lnTo>
                <a:lnTo>
                  <a:pt x="5841334" y="2103244"/>
                </a:lnTo>
                <a:lnTo>
                  <a:pt x="5841095" y="2103433"/>
                </a:lnTo>
                <a:lnTo>
                  <a:pt x="5847768" y="2097793"/>
                </a:lnTo>
                <a:lnTo>
                  <a:pt x="5847540" y="2097982"/>
                </a:lnTo>
                <a:lnTo>
                  <a:pt x="5854075" y="2092191"/>
                </a:lnTo>
                <a:lnTo>
                  <a:pt x="5853848" y="2092392"/>
                </a:lnTo>
                <a:lnTo>
                  <a:pt x="5860243" y="2086438"/>
                </a:lnTo>
                <a:lnTo>
                  <a:pt x="5860029" y="2086652"/>
                </a:lnTo>
                <a:lnTo>
                  <a:pt x="5866273" y="2080546"/>
                </a:lnTo>
                <a:lnTo>
                  <a:pt x="5866060" y="2080760"/>
                </a:lnTo>
                <a:lnTo>
                  <a:pt x="5872165" y="2074516"/>
                </a:lnTo>
                <a:lnTo>
                  <a:pt x="5871951" y="2074730"/>
                </a:lnTo>
                <a:lnTo>
                  <a:pt x="5877906" y="2068335"/>
                </a:lnTo>
                <a:lnTo>
                  <a:pt x="5877703" y="2068562"/>
                </a:lnTo>
                <a:lnTo>
                  <a:pt x="5883495" y="2062028"/>
                </a:lnTo>
                <a:lnTo>
                  <a:pt x="5883306" y="2062254"/>
                </a:lnTo>
                <a:lnTo>
                  <a:pt x="5888946" y="2055582"/>
                </a:lnTo>
                <a:lnTo>
                  <a:pt x="5888758" y="2055822"/>
                </a:lnTo>
                <a:lnTo>
                  <a:pt x="5894233" y="2049011"/>
                </a:lnTo>
                <a:lnTo>
                  <a:pt x="5894057" y="2049250"/>
                </a:lnTo>
                <a:lnTo>
                  <a:pt x="5899370" y="2042301"/>
                </a:lnTo>
                <a:lnTo>
                  <a:pt x="5899193" y="2042540"/>
                </a:lnTo>
                <a:lnTo>
                  <a:pt x="5904342" y="2035478"/>
                </a:lnTo>
                <a:lnTo>
                  <a:pt x="5904179" y="2035717"/>
                </a:lnTo>
                <a:lnTo>
                  <a:pt x="5906142" y="2032872"/>
                </a:lnTo>
                <a:lnTo>
                  <a:pt x="5926839" y="2047223"/>
                </a:lnTo>
                <a:moveTo>
                  <a:pt x="5791281" y="2166416"/>
                </a:moveTo>
                <a:lnTo>
                  <a:pt x="5789153" y="2167537"/>
                </a:lnTo>
                <a:lnTo>
                  <a:pt x="5780970" y="2171603"/>
                </a:lnTo>
                <a:lnTo>
                  <a:pt x="5772686" y="2175480"/>
                </a:lnTo>
                <a:lnTo>
                  <a:pt x="5764289" y="2179143"/>
                </a:lnTo>
                <a:lnTo>
                  <a:pt x="5755792" y="2182618"/>
                </a:lnTo>
                <a:lnTo>
                  <a:pt x="5747194" y="2185891"/>
                </a:lnTo>
                <a:lnTo>
                  <a:pt x="5738495" y="2188951"/>
                </a:lnTo>
                <a:lnTo>
                  <a:pt x="5729695" y="2191808"/>
                </a:lnTo>
                <a:lnTo>
                  <a:pt x="5720794" y="2194452"/>
                </a:lnTo>
                <a:lnTo>
                  <a:pt x="5711819" y="2196881"/>
                </a:lnTo>
                <a:lnTo>
                  <a:pt x="5702755" y="2199097"/>
                </a:lnTo>
                <a:lnTo>
                  <a:pt x="5693602" y="2201086"/>
                </a:lnTo>
                <a:lnTo>
                  <a:pt x="5693161" y="2201174"/>
                </a:lnTo>
                <a:lnTo>
                  <a:pt x="5688416" y="2176449"/>
                </a:lnTo>
                <a:lnTo>
                  <a:pt x="5688705" y="2176399"/>
                </a:lnTo>
                <a:lnTo>
                  <a:pt x="5688404" y="2176462"/>
                </a:lnTo>
                <a:lnTo>
                  <a:pt x="5697241" y="2174536"/>
                </a:lnTo>
                <a:lnTo>
                  <a:pt x="5696939" y="2174599"/>
                </a:lnTo>
                <a:lnTo>
                  <a:pt x="5705701" y="2172459"/>
                </a:lnTo>
                <a:lnTo>
                  <a:pt x="5705398" y="2172547"/>
                </a:lnTo>
                <a:lnTo>
                  <a:pt x="5714072" y="2170193"/>
                </a:lnTo>
                <a:lnTo>
                  <a:pt x="5713770" y="2170281"/>
                </a:lnTo>
                <a:lnTo>
                  <a:pt x="5722368" y="2167725"/>
                </a:lnTo>
                <a:lnTo>
                  <a:pt x="5722066" y="2167814"/>
                </a:lnTo>
                <a:lnTo>
                  <a:pt x="5730564" y="2165056"/>
                </a:lnTo>
                <a:lnTo>
                  <a:pt x="5730274" y="2165157"/>
                </a:lnTo>
                <a:lnTo>
                  <a:pt x="5738683" y="2162199"/>
                </a:lnTo>
                <a:lnTo>
                  <a:pt x="5738394" y="2162299"/>
                </a:lnTo>
                <a:lnTo>
                  <a:pt x="5746703" y="2159140"/>
                </a:lnTo>
                <a:lnTo>
                  <a:pt x="5746413" y="2159253"/>
                </a:lnTo>
                <a:lnTo>
                  <a:pt x="5754621" y="2155891"/>
                </a:lnTo>
                <a:lnTo>
                  <a:pt x="5754344" y="2156017"/>
                </a:lnTo>
                <a:lnTo>
                  <a:pt x="5762452" y="2152467"/>
                </a:lnTo>
                <a:lnTo>
                  <a:pt x="5762175" y="2152593"/>
                </a:lnTo>
                <a:lnTo>
                  <a:pt x="5770181" y="2148854"/>
                </a:lnTo>
                <a:lnTo>
                  <a:pt x="5769904" y="2148993"/>
                </a:lnTo>
                <a:lnTo>
                  <a:pt x="5777810" y="2145065"/>
                </a:lnTo>
                <a:lnTo>
                  <a:pt x="5777533" y="2145204"/>
                </a:lnTo>
                <a:lnTo>
                  <a:pt x="5779535" y="2144146"/>
                </a:lnTo>
                <a:lnTo>
                  <a:pt x="5791281" y="2166416"/>
                </a:lnTo>
                <a:moveTo>
                  <a:pt x="5615740" y="2208740"/>
                </a:moveTo>
                <a:lnTo>
                  <a:pt x="5515028" y="2208740"/>
                </a:lnTo>
                <a:lnTo>
                  <a:pt x="5515028" y="2183562"/>
                </a:lnTo>
                <a:lnTo>
                  <a:pt x="5615740" y="2183562"/>
                </a:lnTo>
                <a:lnTo>
                  <a:pt x="5615740" y="2208740"/>
                </a:lnTo>
                <a:moveTo>
                  <a:pt x="5439494" y="2208740"/>
                </a:moveTo>
                <a:lnTo>
                  <a:pt x="5338781" y="2208740"/>
                </a:lnTo>
                <a:lnTo>
                  <a:pt x="5338781" y="2183562"/>
                </a:lnTo>
                <a:lnTo>
                  <a:pt x="5439494" y="2183562"/>
                </a:lnTo>
                <a:lnTo>
                  <a:pt x="5439494" y="2208740"/>
                </a:lnTo>
                <a:moveTo>
                  <a:pt x="5263247" y="2208740"/>
                </a:moveTo>
                <a:lnTo>
                  <a:pt x="5162535" y="2208740"/>
                </a:lnTo>
                <a:lnTo>
                  <a:pt x="5162535" y="2183562"/>
                </a:lnTo>
                <a:lnTo>
                  <a:pt x="5263247" y="2183562"/>
                </a:lnTo>
                <a:lnTo>
                  <a:pt x="5263247" y="2208740"/>
                </a:lnTo>
                <a:moveTo>
                  <a:pt x="5087001" y="2208740"/>
                </a:moveTo>
                <a:lnTo>
                  <a:pt x="4986289" y="2208740"/>
                </a:lnTo>
                <a:lnTo>
                  <a:pt x="4986289" y="2183562"/>
                </a:lnTo>
                <a:lnTo>
                  <a:pt x="5087001" y="2183562"/>
                </a:lnTo>
                <a:lnTo>
                  <a:pt x="5087001" y="2208740"/>
                </a:lnTo>
                <a:moveTo>
                  <a:pt x="4910756" y="2208740"/>
                </a:moveTo>
                <a:lnTo>
                  <a:pt x="4810043" y="2208740"/>
                </a:lnTo>
                <a:lnTo>
                  <a:pt x="4810043" y="2183562"/>
                </a:lnTo>
                <a:lnTo>
                  <a:pt x="4910756" y="2183562"/>
                </a:lnTo>
                <a:lnTo>
                  <a:pt x="4910756" y="2208740"/>
                </a:lnTo>
                <a:moveTo>
                  <a:pt x="4734509" y="2208740"/>
                </a:moveTo>
                <a:lnTo>
                  <a:pt x="4633797" y="2208740"/>
                </a:lnTo>
                <a:lnTo>
                  <a:pt x="4633797" y="2183562"/>
                </a:lnTo>
                <a:lnTo>
                  <a:pt x="4734509" y="2183562"/>
                </a:lnTo>
                <a:lnTo>
                  <a:pt x="4734509" y="2208740"/>
                </a:lnTo>
                <a:moveTo>
                  <a:pt x="4558263" y="2208740"/>
                </a:moveTo>
                <a:lnTo>
                  <a:pt x="4457552" y="2208740"/>
                </a:lnTo>
                <a:lnTo>
                  <a:pt x="4457552" y="2183562"/>
                </a:lnTo>
                <a:lnTo>
                  <a:pt x="4558263" y="2183562"/>
                </a:lnTo>
                <a:lnTo>
                  <a:pt x="4558263" y="2208740"/>
                </a:lnTo>
                <a:moveTo>
                  <a:pt x="4382017" y="2208740"/>
                </a:moveTo>
                <a:lnTo>
                  <a:pt x="4281305" y="2208740"/>
                </a:lnTo>
                <a:lnTo>
                  <a:pt x="4281305" y="2183562"/>
                </a:lnTo>
                <a:lnTo>
                  <a:pt x="4382017" y="2183562"/>
                </a:lnTo>
                <a:lnTo>
                  <a:pt x="4382017" y="2208740"/>
                </a:lnTo>
                <a:moveTo>
                  <a:pt x="4205771" y="2208740"/>
                </a:moveTo>
                <a:lnTo>
                  <a:pt x="4105059" y="2208740"/>
                </a:lnTo>
                <a:lnTo>
                  <a:pt x="4105059" y="2183562"/>
                </a:lnTo>
                <a:lnTo>
                  <a:pt x="4205771" y="2183562"/>
                </a:lnTo>
                <a:lnTo>
                  <a:pt x="4205771" y="2208740"/>
                </a:lnTo>
                <a:moveTo>
                  <a:pt x="4029525" y="2208740"/>
                </a:moveTo>
                <a:lnTo>
                  <a:pt x="3928813" y="2208740"/>
                </a:lnTo>
                <a:lnTo>
                  <a:pt x="3928813" y="2183562"/>
                </a:lnTo>
                <a:lnTo>
                  <a:pt x="4029525" y="2183562"/>
                </a:lnTo>
                <a:lnTo>
                  <a:pt x="4029525" y="2208740"/>
                </a:lnTo>
                <a:moveTo>
                  <a:pt x="3853279" y="2208740"/>
                </a:moveTo>
                <a:lnTo>
                  <a:pt x="3752567" y="2208740"/>
                </a:lnTo>
                <a:lnTo>
                  <a:pt x="3752567" y="2183562"/>
                </a:lnTo>
                <a:lnTo>
                  <a:pt x="3853279" y="2183562"/>
                </a:lnTo>
                <a:lnTo>
                  <a:pt x="3853279" y="2208740"/>
                </a:lnTo>
                <a:moveTo>
                  <a:pt x="3677033" y="2208740"/>
                </a:moveTo>
                <a:lnTo>
                  <a:pt x="3576322" y="2208740"/>
                </a:lnTo>
                <a:lnTo>
                  <a:pt x="3576322" y="2183562"/>
                </a:lnTo>
                <a:lnTo>
                  <a:pt x="3677033" y="2183562"/>
                </a:lnTo>
                <a:lnTo>
                  <a:pt x="3677033" y="2208740"/>
                </a:lnTo>
                <a:moveTo>
                  <a:pt x="3500787" y="2208740"/>
                </a:moveTo>
                <a:lnTo>
                  <a:pt x="3400075" y="2208740"/>
                </a:lnTo>
                <a:lnTo>
                  <a:pt x="3400075" y="2183562"/>
                </a:lnTo>
                <a:lnTo>
                  <a:pt x="3500787" y="2183562"/>
                </a:lnTo>
                <a:lnTo>
                  <a:pt x="3500787" y="2208740"/>
                </a:lnTo>
                <a:moveTo>
                  <a:pt x="3324541" y="2208740"/>
                </a:moveTo>
                <a:lnTo>
                  <a:pt x="3223829" y="2208740"/>
                </a:lnTo>
                <a:lnTo>
                  <a:pt x="3223829" y="2183562"/>
                </a:lnTo>
                <a:lnTo>
                  <a:pt x="3324541" y="2183562"/>
                </a:lnTo>
                <a:lnTo>
                  <a:pt x="3324541" y="2208740"/>
                </a:lnTo>
                <a:moveTo>
                  <a:pt x="3148295" y="2208740"/>
                </a:moveTo>
                <a:lnTo>
                  <a:pt x="3047583" y="2208740"/>
                </a:lnTo>
                <a:lnTo>
                  <a:pt x="3047583" y="2183562"/>
                </a:lnTo>
                <a:lnTo>
                  <a:pt x="3148295" y="2183562"/>
                </a:lnTo>
                <a:lnTo>
                  <a:pt x="3148295" y="2208740"/>
                </a:lnTo>
                <a:moveTo>
                  <a:pt x="2972049" y="2208740"/>
                </a:moveTo>
                <a:lnTo>
                  <a:pt x="2871337" y="2208740"/>
                </a:lnTo>
                <a:lnTo>
                  <a:pt x="2871337" y="2183562"/>
                </a:lnTo>
                <a:lnTo>
                  <a:pt x="2972049" y="2183562"/>
                </a:lnTo>
                <a:lnTo>
                  <a:pt x="2972049" y="2208740"/>
                </a:lnTo>
                <a:moveTo>
                  <a:pt x="2795803" y="2208740"/>
                </a:moveTo>
                <a:lnTo>
                  <a:pt x="2695091" y="2208740"/>
                </a:lnTo>
                <a:lnTo>
                  <a:pt x="2695091" y="2183562"/>
                </a:lnTo>
                <a:lnTo>
                  <a:pt x="2795803" y="2183562"/>
                </a:lnTo>
                <a:lnTo>
                  <a:pt x="2795803" y="2208740"/>
                </a:lnTo>
                <a:moveTo>
                  <a:pt x="2619557" y="2208740"/>
                </a:moveTo>
                <a:lnTo>
                  <a:pt x="2518845" y="2208740"/>
                </a:lnTo>
                <a:lnTo>
                  <a:pt x="2518845" y="2183562"/>
                </a:lnTo>
                <a:lnTo>
                  <a:pt x="2619557" y="2183562"/>
                </a:lnTo>
                <a:lnTo>
                  <a:pt x="2619557" y="2208740"/>
                </a:lnTo>
                <a:moveTo>
                  <a:pt x="2443311" y="2208740"/>
                </a:moveTo>
                <a:lnTo>
                  <a:pt x="2342599" y="2208740"/>
                </a:lnTo>
                <a:lnTo>
                  <a:pt x="2342599" y="2183562"/>
                </a:lnTo>
                <a:lnTo>
                  <a:pt x="2443311" y="2183562"/>
                </a:lnTo>
                <a:lnTo>
                  <a:pt x="2443311" y="2208740"/>
                </a:lnTo>
                <a:moveTo>
                  <a:pt x="2267065" y="2208740"/>
                </a:moveTo>
                <a:lnTo>
                  <a:pt x="2166353" y="2208740"/>
                </a:lnTo>
                <a:lnTo>
                  <a:pt x="2166353" y="2183562"/>
                </a:lnTo>
                <a:lnTo>
                  <a:pt x="2267065" y="2183562"/>
                </a:lnTo>
                <a:lnTo>
                  <a:pt x="2267065" y="2208740"/>
                </a:lnTo>
                <a:moveTo>
                  <a:pt x="2090819" y="2208740"/>
                </a:moveTo>
                <a:lnTo>
                  <a:pt x="1990107" y="2208740"/>
                </a:lnTo>
                <a:lnTo>
                  <a:pt x="1990107" y="2183562"/>
                </a:lnTo>
                <a:lnTo>
                  <a:pt x="2090819" y="2183562"/>
                </a:lnTo>
                <a:lnTo>
                  <a:pt x="2090819" y="2208740"/>
                </a:lnTo>
                <a:moveTo>
                  <a:pt x="1914573" y="2208740"/>
                </a:moveTo>
                <a:lnTo>
                  <a:pt x="1813861" y="2208740"/>
                </a:lnTo>
                <a:lnTo>
                  <a:pt x="1813861" y="2183562"/>
                </a:lnTo>
                <a:lnTo>
                  <a:pt x="1914573" y="2183562"/>
                </a:lnTo>
                <a:lnTo>
                  <a:pt x="1914573" y="2208740"/>
                </a:lnTo>
                <a:moveTo>
                  <a:pt x="1738327" y="2208740"/>
                </a:moveTo>
                <a:lnTo>
                  <a:pt x="1637615" y="2208740"/>
                </a:lnTo>
                <a:lnTo>
                  <a:pt x="1637615" y="2183562"/>
                </a:lnTo>
                <a:lnTo>
                  <a:pt x="1738327" y="2183562"/>
                </a:lnTo>
                <a:lnTo>
                  <a:pt x="1738327" y="2208740"/>
                </a:lnTo>
                <a:moveTo>
                  <a:pt x="1562081" y="2208740"/>
                </a:moveTo>
                <a:lnTo>
                  <a:pt x="1461369" y="2208740"/>
                </a:lnTo>
                <a:lnTo>
                  <a:pt x="1461369" y="2183562"/>
                </a:lnTo>
                <a:lnTo>
                  <a:pt x="1562081" y="2183562"/>
                </a:lnTo>
                <a:lnTo>
                  <a:pt x="1562081" y="2208740"/>
                </a:lnTo>
                <a:moveTo>
                  <a:pt x="1385835" y="2208740"/>
                </a:moveTo>
                <a:lnTo>
                  <a:pt x="1285123" y="2208740"/>
                </a:lnTo>
                <a:lnTo>
                  <a:pt x="1285123" y="2183562"/>
                </a:lnTo>
                <a:lnTo>
                  <a:pt x="1385835" y="2183562"/>
                </a:lnTo>
                <a:lnTo>
                  <a:pt x="1385835" y="2208740"/>
                </a:lnTo>
                <a:moveTo>
                  <a:pt x="1209589" y="2208740"/>
                </a:moveTo>
                <a:lnTo>
                  <a:pt x="1108877" y="2208740"/>
                </a:lnTo>
                <a:lnTo>
                  <a:pt x="1108877" y="2183562"/>
                </a:lnTo>
                <a:lnTo>
                  <a:pt x="1209589" y="2183562"/>
                </a:lnTo>
                <a:lnTo>
                  <a:pt x="1209589" y="2208740"/>
                </a:lnTo>
                <a:moveTo>
                  <a:pt x="1033343" y="2208740"/>
                </a:moveTo>
                <a:lnTo>
                  <a:pt x="932631" y="2208740"/>
                </a:lnTo>
                <a:lnTo>
                  <a:pt x="932631" y="2183562"/>
                </a:lnTo>
                <a:lnTo>
                  <a:pt x="1033343" y="2183562"/>
                </a:lnTo>
                <a:lnTo>
                  <a:pt x="1033343" y="2208740"/>
                </a:lnTo>
                <a:moveTo>
                  <a:pt x="857097" y="2208740"/>
                </a:moveTo>
                <a:lnTo>
                  <a:pt x="756385" y="2208740"/>
                </a:lnTo>
                <a:lnTo>
                  <a:pt x="756385" y="2183562"/>
                </a:lnTo>
                <a:lnTo>
                  <a:pt x="857097" y="2183562"/>
                </a:lnTo>
                <a:lnTo>
                  <a:pt x="857097" y="2208740"/>
                </a:lnTo>
                <a:moveTo>
                  <a:pt x="680851" y="2208740"/>
                </a:moveTo>
                <a:lnTo>
                  <a:pt x="580139" y="2208740"/>
                </a:lnTo>
                <a:lnTo>
                  <a:pt x="580139" y="2183562"/>
                </a:lnTo>
                <a:lnTo>
                  <a:pt x="680851" y="2183562"/>
                </a:lnTo>
                <a:lnTo>
                  <a:pt x="680851" y="2208740"/>
                </a:lnTo>
                <a:moveTo>
                  <a:pt x="504605" y="2208740"/>
                </a:moveTo>
                <a:lnTo>
                  <a:pt x="403893" y="2208740"/>
                </a:lnTo>
                <a:lnTo>
                  <a:pt x="403893" y="2183562"/>
                </a:lnTo>
                <a:lnTo>
                  <a:pt x="504605" y="2183562"/>
                </a:lnTo>
                <a:lnTo>
                  <a:pt x="504605" y="2208740"/>
                </a:lnTo>
                <a:moveTo>
                  <a:pt x="326760" y="2205467"/>
                </a:moveTo>
                <a:lnTo>
                  <a:pt x="319194" y="2204397"/>
                </a:lnTo>
                <a:lnTo>
                  <a:pt x="309891" y="2202861"/>
                </a:lnTo>
                <a:lnTo>
                  <a:pt x="300651" y="2201086"/>
                </a:lnTo>
                <a:lnTo>
                  <a:pt x="291498" y="2199097"/>
                </a:lnTo>
                <a:lnTo>
                  <a:pt x="282434" y="2196881"/>
                </a:lnTo>
                <a:lnTo>
                  <a:pt x="273458" y="2194452"/>
                </a:lnTo>
                <a:lnTo>
                  <a:pt x="264558" y="2191808"/>
                </a:lnTo>
                <a:lnTo>
                  <a:pt x="255758" y="2188951"/>
                </a:lnTo>
                <a:lnTo>
                  <a:pt x="247059" y="2185891"/>
                </a:lnTo>
                <a:lnTo>
                  <a:pt x="238461" y="2182618"/>
                </a:lnTo>
                <a:lnTo>
                  <a:pt x="229963" y="2179143"/>
                </a:lnTo>
                <a:lnTo>
                  <a:pt x="226715" y="2177734"/>
                </a:lnTo>
                <a:lnTo>
                  <a:pt x="236812" y="2154658"/>
                </a:lnTo>
                <a:lnTo>
                  <a:pt x="239909" y="2156017"/>
                </a:lnTo>
                <a:lnTo>
                  <a:pt x="239619" y="2155891"/>
                </a:lnTo>
                <a:lnTo>
                  <a:pt x="247840" y="2159253"/>
                </a:lnTo>
                <a:lnTo>
                  <a:pt x="247550" y="2159140"/>
                </a:lnTo>
                <a:lnTo>
                  <a:pt x="255859" y="2162299"/>
                </a:lnTo>
                <a:lnTo>
                  <a:pt x="255569" y="2162199"/>
                </a:lnTo>
                <a:lnTo>
                  <a:pt x="263979" y="2165157"/>
                </a:lnTo>
                <a:lnTo>
                  <a:pt x="263689" y="2165056"/>
                </a:lnTo>
                <a:lnTo>
                  <a:pt x="272187" y="2167814"/>
                </a:lnTo>
                <a:lnTo>
                  <a:pt x="271885" y="2167725"/>
                </a:lnTo>
                <a:lnTo>
                  <a:pt x="280483" y="2170281"/>
                </a:lnTo>
                <a:lnTo>
                  <a:pt x="280181" y="2170193"/>
                </a:lnTo>
                <a:lnTo>
                  <a:pt x="288855" y="2172547"/>
                </a:lnTo>
                <a:lnTo>
                  <a:pt x="288553" y="2172459"/>
                </a:lnTo>
                <a:lnTo>
                  <a:pt x="297314" y="2174599"/>
                </a:lnTo>
                <a:lnTo>
                  <a:pt x="297012" y="2174536"/>
                </a:lnTo>
                <a:lnTo>
                  <a:pt x="305850" y="2176462"/>
                </a:lnTo>
                <a:lnTo>
                  <a:pt x="305548" y="2176399"/>
                </a:lnTo>
                <a:lnTo>
                  <a:pt x="314473" y="2178099"/>
                </a:lnTo>
                <a:lnTo>
                  <a:pt x="314158" y="2178048"/>
                </a:lnTo>
                <a:lnTo>
                  <a:pt x="323160" y="2179534"/>
                </a:lnTo>
                <a:lnTo>
                  <a:pt x="322845" y="2179496"/>
                </a:lnTo>
                <a:lnTo>
                  <a:pt x="330247" y="2180528"/>
                </a:lnTo>
                <a:lnTo>
                  <a:pt x="326760" y="2205467"/>
                </a:lnTo>
                <a:moveTo>
                  <a:pt x="158911" y="2139513"/>
                </a:moveTo>
                <a:lnTo>
                  <a:pt x="158546" y="2139262"/>
                </a:lnTo>
                <a:lnTo>
                  <a:pt x="151232" y="2133936"/>
                </a:lnTo>
                <a:lnTo>
                  <a:pt x="144056" y="2128422"/>
                </a:lnTo>
                <a:lnTo>
                  <a:pt x="137019" y="2122758"/>
                </a:lnTo>
                <a:lnTo>
                  <a:pt x="130107" y="2116916"/>
                </a:lnTo>
                <a:lnTo>
                  <a:pt x="123360" y="2110924"/>
                </a:lnTo>
                <a:lnTo>
                  <a:pt x="116738" y="2104767"/>
                </a:lnTo>
                <a:lnTo>
                  <a:pt x="110280" y="2098461"/>
                </a:lnTo>
                <a:lnTo>
                  <a:pt x="103973" y="2092003"/>
                </a:lnTo>
                <a:lnTo>
                  <a:pt x="97817" y="2085381"/>
                </a:lnTo>
                <a:lnTo>
                  <a:pt x="91824" y="2078633"/>
                </a:lnTo>
                <a:lnTo>
                  <a:pt x="85983" y="2071722"/>
                </a:lnTo>
                <a:lnTo>
                  <a:pt x="83188" y="2068247"/>
                </a:lnTo>
                <a:lnTo>
                  <a:pt x="102789" y="2052460"/>
                </a:lnTo>
                <a:lnTo>
                  <a:pt x="105496" y="2055822"/>
                </a:lnTo>
                <a:lnTo>
                  <a:pt x="105307" y="2055582"/>
                </a:lnTo>
                <a:lnTo>
                  <a:pt x="110947" y="2062254"/>
                </a:lnTo>
                <a:lnTo>
                  <a:pt x="110745" y="2062028"/>
                </a:lnTo>
                <a:lnTo>
                  <a:pt x="116549" y="2068562"/>
                </a:lnTo>
                <a:lnTo>
                  <a:pt x="116348" y="2068335"/>
                </a:lnTo>
                <a:lnTo>
                  <a:pt x="122302" y="2074730"/>
                </a:lnTo>
                <a:lnTo>
                  <a:pt x="122088" y="2074516"/>
                </a:lnTo>
                <a:lnTo>
                  <a:pt x="128194" y="2080760"/>
                </a:lnTo>
                <a:lnTo>
                  <a:pt x="127980" y="2080546"/>
                </a:lnTo>
                <a:lnTo>
                  <a:pt x="134224" y="2086652"/>
                </a:lnTo>
                <a:lnTo>
                  <a:pt x="134010" y="2086438"/>
                </a:lnTo>
                <a:lnTo>
                  <a:pt x="140405" y="2092392"/>
                </a:lnTo>
                <a:lnTo>
                  <a:pt x="140179" y="2092191"/>
                </a:lnTo>
                <a:lnTo>
                  <a:pt x="146712" y="2097982"/>
                </a:lnTo>
                <a:lnTo>
                  <a:pt x="146486" y="2097793"/>
                </a:lnTo>
                <a:lnTo>
                  <a:pt x="153158" y="2103433"/>
                </a:lnTo>
                <a:lnTo>
                  <a:pt x="152919" y="2103244"/>
                </a:lnTo>
                <a:lnTo>
                  <a:pt x="159729" y="2108721"/>
                </a:lnTo>
                <a:lnTo>
                  <a:pt x="159490" y="2108544"/>
                </a:lnTo>
                <a:lnTo>
                  <a:pt x="166439" y="2113857"/>
                </a:lnTo>
                <a:lnTo>
                  <a:pt x="166200" y="2113681"/>
                </a:lnTo>
                <a:lnTo>
                  <a:pt x="173262" y="2118842"/>
                </a:lnTo>
                <a:lnTo>
                  <a:pt x="173023" y="2118666"/>
                </a:lnTo>
                <a:lnTo>
                  <a:pt x="173250" y="2118830"/>
                </a:lnTo>
                <a:lnTo>
                  <a:pt x="158911" y="2139513"/>
                </a:lnTo>
                <a:moveTo>
                  <a:pt x="40725" y="2002671"/>
                </a:moveTo>
                <a:lnTo>
                  <a:pt x="37138" y="1995457"/>
                </a:lnTo>
                <a:lnTo>
                  <a:pt x="33260" y="1987174"/>
                </a:lnTo>
                <a:lnTo>
                  <a:pt x="29597" y="1978777"/>
                </a:lnTo>
                <a:lnTo>
                  <a:pt x="26122" y="1970279"/>
                </a:lnTo>
                <a:lnTo>
                  <a:pt x="22849" y="1961681"/>
                </a:lnTo>
                <a:lnTo>
                  <a:pt x="19790" y="1952982"/>
                </a:lnTo>
                <a:lnTo>
                  <a:pt x="16932" y="1944182"/>
                </a:lnTo>
                <a:lnTo>
                  <a:pt x="14289" y="1935282"/>
                </a:lnTo>
                <a:lnTo>
                  <a:pt x="11859" y="1926306"/>
                </a:lnTo>
                <a:lnTo>
                  <a:pt x="9643" y="1917242"/>
                </a:lnTo>
                <a:lnTo>
                  <a:pt x="7654" y="1908090"/>
                </a:lnTo>
                <a:lnTo>
                  <a:pt x="6962" y="1904527"/>
                </a:lnTo>
                <a:lnTo>
                  <a:pt x="31699" y="1899781"/>
                </a:lnTo>
                <a:lnTo>
                  <a:pt x="32341" y="1903193"/>
                </a:lnTo>
                <a:lnTo>
                  <a:pt x="32278" y="1902890"/>
                </a:lnTo>
                <a:lnTo>
                  <a:pt x="34204" y="1911728"/>
                </a:lnTo>
                <a:lnTo>
                  <a:pt x="34141" y="1911426"/>
                </a:lnTo>
                <a:lnTo>
                  <a:pt x="36281" y="1920188"/>
                </a:lnTo>
                <a:lnTo>
                  <a:pt x="36193" y="1919886"/>
                </a:lnTo>
                <a:lnTo>
                  <a:pt x="38548" y="1928559"/>
                </a:lnTo>
                <a:lnTo>
                  <a:pt x="38459" y="1928258"/>
                </a:lnTo>
                <a:lnTo>
                  <a:pt x="41015" y="1936856"/>
                </a:lnTo>
                <a:lnTo>
                  <a:pt x="40927" y="1936553"/>
                </a:lnTo>
                <a:lnTo>
                  <a:pt x="43684" y="1945051"/>
                </a:lnTo>
                <a:lnTo>
                  <a:pt x="43583" y="1944762"/>
                </a:lnTo>
                <a:lnTo>
                  <a:pt x="46542" y="1953171"/>
                </a:lnTo>
                <a:lnTo>
                  <a:pt x="46441" y="1952882"/>
                </a:lnTo>
                <a:lnTo>
                  <a:pt x="49601" y="1961190"/>
                </a:lnTo>
                <a:lnTo>
                  <a:pt x="49487" y="1960900"/>
                </a:lnTo>
                <a:lnTo>
                  <a:pt x="52849" y="1969109"/>
                </a:lnTo>
                <a:lnTo>
                  <a:pt x="52723" y="1968832"/>
                </a:lnTo>
                <a:lnTo>
                  <a:pt x="56273" y="1976939"/>
                </a:lnTo>
                <a:lnTo>
                  <a:pt x="56147" y="1976662"/>
                </a:lnTo>
                <a:lnTo>
                  <a:pt x="59886" y="1984669"/>
                </a:lnTo>
                <a:lnTo>
                  <a:pt x="59747" y="1984392"/>
                </a:lnTo>
                <a:lnTo>
                  <a:pt x="63272" y="1991467"/>
                </a:lnTo>
                <a:lnTo>
                  <a:pt x="40725" y="20026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EA6DD3FF-6152-4CE5-A586-5A92FA62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783" y="602684"/>
            <a:ext cx="50356" cy="798772"/>
          </a:xfrm>
          <a:custGeom xmlns:a="http://schemas.openxmlformats.org/drawingml/2006/main">
            <a:pathLst>
              <a:path w="50356" h="798772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19" y="798772"/>
                </a:moveTo>
                <a:lnTo>
                  <a:pt x="34619" y="37767"/>
                </a:lnTo>
                <a:lnTo>
                  <a:pt x="15736" y="37767"/>
                </a:lnTo>
                <a:lnTo>
                  <a:pt x="15736" y="798772"/>
                </a:lnTo>
                <a:lnTo>
                  <a:pt x="34619" y="7987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3AEF7-44B7-4534-9E33-CB929BAA69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a7271203a48e3"/>
          <a:stretch xmlns:a="http://schemas.openxmlformats.org/drawingml/2006/main"/>
        </p:blipFill>
        <p:spPr>
          <a:xfrm xmlns:a="http://schemas.openxmlformats.org/drawingml/2006/main">
            <a:off x="9125963" y="5073691"/>
            <a:ext cx="1148671" cy="466906"/>
          </a:xfrm>
          <a:prstGeom xmlns:a="http://schemas.openxmlformats.org/drawingml/2006/main" prst="rect">
            <a:avLst/>
          </a:prstGeom>
        </p:spPr>
      </p:pic>
      <p:sp>
        <p:nvSpPr>
          <p:cNvPr id="6" name="text-6 Linear">
            <a:extLst xmlns:a="http://schemas.openxmlformats.org/drawingml/2006/main">
              <a:ext uri="{FF2B5EF4-FFF2-40B4-BE49-F238E27FC236}">
                <a16:creationId xmlns:a16="http://schemas.microsoft.com/office/drawing/2014/main" id="{1DB31DEE-C388-4D9B-B2B6-479910AA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7140" y="5131367"/>
            <a:ext cx="632436" cy="317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316F5-BA02-4D66-8DEF-C6B01223CB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2d11320294a07"/>
          <a:stretch xmlns:a="http://schemas.openxmlformats.org/drawingml/2006/main"/>
        </p:blipFill>
        <p:spPr>
          <a:xfrm xmlns:a="http://schemas.openxmlformats.org/drawingml/2006/main">
            <a:off x="7618817" y="4347912"/>
            <a:ext cx="441654" cy="458164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3EF826-600C-4261-8EE8-07CD5FB80B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4056a54b60428c"/>
          <a:stretch xmlns:a="http://schemas.openxmlformats.org/drawingml/2006/main"/>
        </p:blipFill>
        <p:spPr>
          <a:xfrm xmlns:a="http://schemas.openxmlformats.org/drawingml/2006/main">
            <a:off x="9471639" y="3924292"/>
            <a:ext cx="443474" cy="460052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4A788-6974-4EAC-A05A-6E66511C63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19ed2bb568416a"/>
          <a:stretch xmlns:a="http://schemas.openxmlformats.org/drawingml/2006/main"/>
        </p:blipFill>
        <p:spPr>
          <a:xfrm xmlns:a="http://schemas.openxmlformats.org/drawingml/2006/main">
            <a:off x="7204253" y="3824459"/>
            <a:ext cx="1295962" cy="474636"/>
          </a:xfrm>
          <a:prstGeom xmlns:a="http://schemas.openxmlformats.org/drawingml/2006/main" prst="rect">
            <a:avLst/>
          </a:prstGeom>
        </p:spPr>
      </p:pic>
      <p:sp>
        <p:nvSpPr>
          <p:cNvPr id="10" name="text-10 SSM">
            <a:extLst xmlns:a="http://schemas.openxmlformats.org/drawingml/2006/main">
              <a:ext uri="{FF2B5EF4-FFF2-40B4-BE49-F238E27FC236}">
                <a16:creationId xmlns:a16="http://schemas.microsoft.com/office/drawing/2014/main" id="{4E3A359C-9628-4F9B-9150-08041FAC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2361" y="3886305"/>
            <a:ext cx="506435" cy="317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SSM</a:t>
            </a:r>
          </a:p>
        </p:txBody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5CFCD7DC-0317-4013-81F0-5F3E9102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761" y="5448191"/>
            <a:ext cx="1505015" cy="551398"/>
          </a:xfrm>
          <a:custGeom xmlns:a="http://schemas.openxmlformats.org/drawingml/2006/main">
            <a:pathLst>
              <a:path w="1505015" h="551398">
                <a:moveTo>
                  <a:pt x="1454659" y="75534"/>
                </a:moveTo>
                <a:lnTo>
                  <a:pt x="1479837" y="75534"/>
                </a:lnTo>
                <a:lnTo>
                  <a:pt x="1505015" y="75534"/>
                </a:lnTo>
                <a:lnTo>
                  <a:pt x="1479837" y="0"/>
                </a:lnTo>
                <a:lnTo>
                  <a:pt x="1454659" y="75534"/>
                </a:lnTo>
                <a:moveTo>
                  <a:pt x="0" y="551398"/>
                </a:moveTo>
                <a:lnTo>
                  <a:pt x="1489279" y="551398"/>
                </a:lnTo>
                <a:lnTo>
                  <a:pt x="1489279" y="37767"/>
                </a:lnTo>
                <a:lnTo>
                  <a:pt x="1470394" y="37767"/>
                </a:lnTo>
                <a:lnTo>
                  <a:pt x="1470394" y="541956"/>
                </a:lnTo>
                <a:lnTo>
                  <a:pt x="1479837" y="532515"/>
                </a:lnTo>
                <a:lnTo>
                  <a:pt x="0" y="532515"/>
                </a:lnTo>
                <a:lnTo>
                  <a:pt x="0" y="55139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-12">
            <a:extLst xmlns:a="http://schemas.openxmlformats.org/drawingml/2006/main">
              <a:ext uri="{FF2B5EF4-FFF2-40B4-BE49-F238E27FC236}">
                <a16:creationId xmlns:a16="http://schemas.microsoft.com/office/drawing/2014/main" id="{5D4E1638-768A-46B2-8CC9-C1089AD6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1685" y="5210888"/>
            <a:ext cx="50356" cy="278217"/>
          </a:xfrm>
          <a:custGeom xmlns:a="http://schemas.openxmlformats.org/drawingml/2006/main">
            <a:pathLst>
              <a:path w="50356" h="278217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278217"/>
                </a:moveTo>
                <a:lnTo>
                  <a:pt x="34620" y="37767"/>
                </a:lnTo>
                <a:lnTo>
                  <a:pt x="15737" y="37767"/>
                </a:lnTo>
                <a:lnTo>
                  <a:pt x="15737" y="278217"/>
                </a:lnTo>
                <a:lnTo>
                  <a:pt x="34620" y="27821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9D383DD4-6B05-4492-9A29-C3C9F0BB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3573" y="4711105"/>
            <a:ext cx="50356" cy="164287"/>
          </a:xfrm>
          <a:custGeom xmlns:a="http://schemas.openxmlformats.org/drawingml/2006/main">
            <a:pathLst>
              <a:path w="50356" h="164287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19" y="164287"/>
                </a:moveTo>
                <a:lnTo>
                  <a:pt x="34619" y="37767"/>
                </a:lnTo>
                <a:lnTo>
                  <a:pt x="15736" y="37767"/>
                </a:lnTo>
                <a:lnTo>
                  <a:pt x="15736" y="164287"/>
                </a:lnTo>
                <a:lnTo>
                  <a:pt x="34619" y="16428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-14">
            <a:extLst xmlns:a="http://schemas.openxmlformats.org/drawingml/2006/main">
              <a:ext uri="{FF2B5EF4-FFF2-40B4-BE49-F238E27FC236}">
                <a16:creationId xmlns:a16="http://schemas.microsoft.com/office/drawing/2014/main" id="{765EEC64-9008-4C31-9D1E-FBBFC3B7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799" y="4212581"/>
            <a:ext cx="50356" cy="214101"/>
          </a:xfrm>
          <a:custGeom xmlns:a="http://schemas.openxmlformats.org/drawingml/2006/main">
            <a:pathLst>
              <a:path w="50356" h="214101">
                <a:moveTo>
                  <a:pt x="0" y="75307"/>
                </a:moveTo>
                <a:lnTo>
                  <a:pt x="25178" y="75534"/>
                </a:lnTo>
                <a:lnTo>
                  <a:pt x="50356" y="75748"/>
                </a:lnTo>
                <a:lnTo>
                  <a:pt x="25846" y="0"/>
                </a:lnTo>
                <a:lnTo>
                  <a:pt x="0" y="75307"/>
                </a:lnTo>
                <a:moveTo>
                  <a:pt x="33399" y="214101"/>
                </a:moveTo>
                <a:lnTo>
                  <a:pt x="34947" y="37842"/>
                </a:lnTo>
                <a:lnTo>
                  <a:pt x="16064" y="37679"/>
                </a:lnTo>
                <a:lnTo>
                  <a:pt x="14516" y="213925"/>
                </a:lnTo>
                <a:lnTo>
                  <a:pt x="33399" y="21410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A04668F1-E340-472A-9797-478CF61F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3926" y="3255527"/>
            <a:ext cx="190045" cy="190043"/>
          </a:xfrm>
          <a:custGeom xmlns:a="http://schemas.openxmlformats.org/drawingml/2006/main">
            <a:pathLst>
              <a:path w="190045" h="190043">
                <a:moveTo>
                  <a:pt x="13344" y="0"/>
                </a:moveTo>
                <a:lnTo>
                  <a:pt x="190045" y="176699"/>
                </a:lnTo>
                <a:lnTo>
                  <a:pt x="176701" y="190043"/>
                </a:lnTo>
                <a:lnTo>
                  <a:pt x="0" y="13344"/>
                </a:lnTo>
                <a:lnTo>
                  <a:pt x="13344" y="0"/>
                </a:lnTo>
                <a:moveTo>
                  <a:pt x="190045" y="13344"/>
                </a:moveTo>
                <a:lnTo>
                  <a:pt x="13344" y="190043"/>
                </a:lnTo>
                <a:lnTo>
                  <a:pt x="0" y="176699"/>
                </a:lnTo>
                <a:lnTo>
                  <a:pt x="176701" y="0"/>
                </a:lnTo>
                <a:lnTo>
                  <a:pt x="190045" y="1334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th-16">
            <a:extLst xmlns:a="http://schemas.openxmlformats.org/drawingml/2006/main">
              <a:ext uri="{FF2B5EF4-FFF2-40B4-BE49-F238E27FC236}">
                <a16:creationId xmlns:a16="http://schemas.microsoft.com/office/drawing/2014/main" id="{EE0609F3-64F7-4FA8-9C96-967B6691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560" y="3216161"/>
            <a:ext cx="268777" cy="268775"/>
          </a:xfrm>
          <a:custGeom xmlns:a="http://schemas.openxmlformats.org/drawingml/2006/main">
            <a:pathLst>
              <a:path w="268777" h="268775">
                <a:moveTo>
                  <a:pt x="178" y="127476"/>
                </a:moveTo>
                <a:lnTo>
                  <a:pt x="692" y="120653"/>
                </a:lnTo>
                <a:lnTo>
                  <a:pt x="1548" y="113931"/>
                </a:lnTo>
                <a:lnTo>
                  <a:pt x="2732" y="107308"/>
                </a:lnTo>
                <a:lnTo>
                  <a:pt x="4230" y="100812"/>
                </a:lnTo>
                <a:lnTo>
                  <a:pt x="6043" y="94430"/>
                </a:lnTo>
                <a:lnTo>
                  <a:pt x="8159" y="88186"/>
                </a:lnTo>
                <a:lnTo>
                  <a:pt x="10563" y="82080"/>
                </a:lnTo>
                <a:lnTo>
                  <a:pt x="13257" y="76113"/>
                </a:lnTo>
                <a:lnTo>
                  <a:pt x="16227" y="70322"/>
                </a:lnTo>
                <a:lnTo>
                  <a:pt x="19464" y="64695"/>
                </a:lnTo>
                <a:lnTo>
                  <a:pt x="22950" y="59244"/>
                </a:lnTo>
                <a:lnTo>
                  <a:pt x="26703" y="53969"/>
                </a:lnTo>
                <a:lnTo>
                  <a:pt x="30692" y="48896"/>
                </a:lnTo>
                <a:lnTo>
                  <a:pt x="34910" y="44024"/>
                </a:lnTo>
                <a:lnTo>
                  <a:pt x="39355" y="39353"/>
                </a:lnTo>
                <a:lnTo>
                  <a:pt x="44024" y="34909"/>
                </a:lnTo>
                <a:lnTo>
                  <a:pt x="48897" y="30692"/>
                </a:lnTo>
                <a:lnTo>
                  <a:pt x="53969" y="26701"/>
                </a:lnTo>
                <a:lnTo>
                  <a:pt x="59245" y="22950"/>
                </a:lnTo>
                <a:lnTo>
                  <a:pt x="64696" y="19463"/>
                </a:lnTo>
                <a:lnTo>
                  <a:pt x="70322" y="16227"/>
                </a:lnTo>
                <a:lnTo>
                  <a:pt x="76115" y="13256"/>
                </a:lnTo>
                <a:lnTo>
                  <a:pt x="82081" y="10562"/>
                </a:lnTo>
                <a:lnTo>
                  <a:pt x="88186" y="8158"/>
                </a:lnTo>
                <a:lnTo>
                  <a:pt x="94431" y="6043"/>
                </a:lnTo>
                <a:lnTo>
                  <a:pt x="100813" y="4229"/>
                </a:lnTo>
                <a:lnTo>
                  <a:pt x="107309" y="2732"/>
                </a:lnTo>
                <a:lnTo>
                  <a:pt x="113931" y="1548"/>
                </a:lnTo>
                <a:lnTo>
                  <a:pt x="120653" y="692"/>
                </a:lnTo>
                <a:lnTo>
                  <a:pt x="127477" y="176"/>
                </a:lnTo>
                <a:lnTo>
                  <a:pt x="134388" y="0"/>
                </a:lnTo>
                <a:lnTo>
                  <a:pt x="141299" y="176"/>
                </a:lnTo>
                <a:lnTo>
                  <a:pt x="148111" y="692"/>
                </a:lnTo>
                <a:lnTo>
                  <a:pt x="154844" y="1548"/>
                </a:lnTo>
                <a:lnTo>
                  <a:pt x="161468" y="2732"/>
                </a:lnTo>
                <a:lnTo>
                  <a:pt x="167963" y="4229"/>
                </a:lnTo>
                <a:lnTo>
                  <a:pt x="174345" y="6043"/>
                </a:lnTo>
                <a:lnTo>
                  <a:pt x="180590" y="8158"/>
                </a:lnTo>
                <a:lnTo>
                  <a:pt x="186695" y="10562"/>
                </a:lnTo>
                <a:lnTo>
                  <a:pt x="192664" y="13256"/>
                </a:lnTo>
                <a:lnTo>
                  <a:pt x="198454" y="16227"/>
                </a:lnTo>
                <a:lnTo>
                  <a:pt x="204080" y="19463"/>
                </a:lnTo>
                <a:lnTo>
                  <a:pt x="209532" y="22950"/>
                </a:lnTo>
                <a:lnTo>
                  <a:pt x="214806" y="26701"/>
                </a:lnTo>
                <a:lnTo>
                  <a:pt x="219880" y="30692"/>
                </a:lnTo>
                <a:lnTo>
                  <a:pt x="224753" y="34909"/>
                </a:lnTo>
                <a:lnTo>
                  <a:pt x="229411" y="39353"/>
                </a:lnTo>
                <a:lnTo>
                  <a:pt x="233867" y="44024"/>
                </a:lnTo>
                <a:lnTo>
                  <a:pt x="238083" y="48896"/>
                </a:lnTo>
                <a:lnTo>
                  <a:pt x="242075" y="53969"/>
                </a:lnTo>
                <a:lnTo>
                  <a:pt x="245826" y="59244"/>
                </a:lnTo>
                <a:lnTo>
                  <a:pt x="249313" y="64695"/>
                </a:lnTo>
                <a:lnTo>
                  <a:pt x="252549" y="70322"/>
                </a:lnTo>
                <a:lnTo>
                  <a:pt x="255519" y="76113"/>
                </a:lnTo>
                <a:lnTo>
                  <a:pt x="258214" y="82080"/>
                </a:lnTo>
                <a:lnTo>
                  <a:pt x="260618" y="88186"/>
                </a:lnTo>
                <a:lnTo>
                  <a:pt x="262734" y="94430"/>
                </a:lnTo>
                <a:lnTo>
                  <a:pt x="264546" y="100812"/>
                </a:lnTo>
                <a:lnTo>
                  <a:pt x="266044" y="107308"/>
                </a:lnTo>
                <a:lnTo>
                  <a:pt x="267227" y="113931"/>
                </a:lnTo>
                <a:lnTo>
                  <a:pt x="268082" y="120653"/>
                </a:lnTo>
                <a:lnTo>
                  <a:pt x="268599" y="127476"/>
                </a:lnTo>
                <a:lnTo>
                  <a:pt x="268777" y="134387"/>
                </a:lnTo>
                <a:lnTo>
                  <a:pt x="268599" y="141299"/>
                </a:lnTo>
                <a:lnTo>
                  <a:pt x="268082" y="148122"/>
                </a:lnTo>
                <a:lnTo>
                  <a:pt x="267227" y="154845"/>
                </a:lnTo>
                <a:lnTo>
                  <a:pt x="266044" y="161467"/>
                </a:lnTo>
                <a:lnTo>
                  <a:pt x="264546" y="167962"/>
                </a:lnTo>
                <a:lnTo>
                  <a:pt x="262734" y="174345"/>
                </a:lnTo>
                <a:lnTo>
                  <a:pt x="260618" y="180589"/>
                </a:lnTo>
                <a:lnTo>
                  <a:pt x="258214" y="186695"/>
                </a:lnTo>
                <a:lnTo>
                  <a:pt x="255519" y="192662"/>
                </a:lnTo>
                <a:lnTo>
                  <a:pt x="252549" y="198453"/>
                </a:lnTo>
                <a:lnTo>
                  <a:pt x="249313" y="204080"/>
                </a:lnTo>
                <a:lnTo>
                  <a:pt x="245826" y="209531"/>
                </a:lnTo>
                <a:lnTo>
                  <a:pt x="242075" y="214806"/>
                </a:lnTo>
                <a:lnTo>
                  <a:pt x="238083" y="219879"/>
                </a:lnTo>
                <a:lnTo>
                  <a:pt x="233867" y="224752"/>
                </a:lnTo>
                <a:lnTo>
                  <a:pt x="229411" y="229422"/>
                </a:lnTo>
                <a:lnTo>
                  <a:pt x="224753" y="233866"/>
                </a:lnTo>
                <a:lnTo>
                  <a:pt x="219880" y="238083"/>
                </a:lnTo>
                <a:lnTo>
                  <a:pt x="214806" y="242074"/>
                </a:lnTo>
                <a:lnTo>
                  <a:pt x="209532" y="245825"/>
                </a:lnTo>
                <a:lnTo>
                  <a:pt x="204080" y="249312"/>
                </a:lnTo>
                <a:lnTo>
                  <a:pt x="198454" y="252547"/>
                </a:lnTo>
                <a:lnTo>
                  <a:pt x="192664" y="255519"/>
                </a:lnTo>
                <a:lnTo>
                  <a:pt x="186695" y="258213"/>
                </a:lnTo>
                <a:lnTo>
                  <a:pt x="180590" y="260618"/>
                </a:lnTo>
                <a:lnTo>
                  <a:pt x="174345" y="262733"/>
                </a:lnTo>
                <a:lnTo>
                  <a:pt x="167963" y="264545"/>
                </a:lnTo>
                <a:lnTo>
                  <a:pt x="161468" y="266044"/>
                </a:lnTo>
                <a:lnTo>
                  <a:pt x="154844" y="267227"/>
                </a:lnTo>
                <a:lnTo>
                  <a:pt x="148111" y="268082"/>
                </a:lnTo>
                <a:lnTo>
                  <a:pt x="141299" y="268599"/>
                </a:lnTo>
                <a:lnTo>
                  <a:pt x="134388" y="268775"/>
                </a:lnTo>
                <a:lnTo>
                  <a:pt x="127477" y="268599"/>
                </a:lnTo>
                <a:lnTo>
                  <a:pt x="120653" y="268082"/>
                </a:lnTo>
                <a:lnTo>
                  <a:pt x="113931" y="267227"/>
                </a:lnTo>
                <a:lnTo>
                  <a:pt x="107309" y="266044"/>
                </a:lnTo>
                <a:lnTo>
                  <a:pt x="100813" y="264545"/>
                </a:lnTo>
                <a:lnTo>
                  <a:pt x="94431" y="262733"/>
                </a:lnTo>
                <a:lnTo>
                  <a:pt x="88186" y="260618"/>
                </a:lnTo>
                <a:lnTo>
                  <a:pt x="82081" y="258213"/>
                </a:lnTo>
                <a:lnTo>
                  <a:pt x="76115" y="255519"/>
                </a:lnTo>
                <a:lnTo>
                  <a:pt x="70322" y="252547"/>
                </a:lnTo>
                <a:lnTo>
                  <a:pt x="64696" y="249312"/>
                </a:lnTo>
                <a:lnTo>
                  <a:pt x="59245" y="245825"/>
                </a:lnTo>
                <a:lnTo>
                  <a:pt x="53969" y="242074"/>
                </a:lnTo>
                <a:lnTo>
                  <a:pt x="48897" y="238083"/>
                </a:lnTo>
                <a:lnTo>
                  <a:pt x="44024" y="233866"/>
                </a:lnTo>
                <a:lnTo>
                  <a:pt x="39355" y="229422"/>
                </a:lnTo>
                <a:lnTo>
                  <a:pt x="34910" y="224752"/>
                </a:lnTo>
                <a:lnTo>
                  <a:pt x="30692" y="219879"/>
                </a:lnTo>
                <a:lnTo>
                  <a:pt x="26703" y="214806"/>
                </a:lnTo>
                <a:lnTo>
                  <a:pt x="22950" y="209531"/>
                </a:lnTo>
                <a:lnTo>
                  <a:pt x="19464" y="204080"/>
                </a:lnTo>
                <a:lnTo>
                  <a:pt x="16227" y="198453"/>
                </a:lnTo>
                <a:lnTo>
                  <a:pt x="13257" y="192662"/>
                </a:lnTo>
                <a:lnTo>
                  <a:pt x="10563" y="186695"/>
                </a:lnTo>
                <a:lnTo>
                  <a:pt x="8159" y="180589"/>
                </a:lnTo>
                <a:lnTo>
                  <a:pt x="6043" y="174345"/>
                </a:lnTo>
                <a:lnTo>
                  <a:pt x="4230" y="167962"/>
                </a:lnTo>
                <a:lnTo>
                  <a:pt x="2732" y="161467"/>
                </a:lnTo>
                <a:lnTo>
                  <a:pt x="1548" y="154845"/>
                </a:lnTo>
                <a:lnTo>
                  <a:pt x="692" y="148122"/>
                </a:lnTo>
                <a:lnTo>
                  <a:pt x="178" y="141299"/>
                </a:lnTo>
                <a:lnTo>
                  <a:pt x="0" y="134387"/>
                </a:lnTo>
                <a:lnTo>
                  <a:pt x="178" y="127476"/>
                </a:lnTo>
                <a:moveTo>
                  <a:pt x="18885" y="134627"/>
                </a:moveTo>
                <a:lnTo>
                  <a:pt x="18885" y="134148"/>
                </a:lnTo>
                <a:lnTo>
                  <a:pt x="19048" y="140581"/>
                </a:lnTo>
                <a:lnTo>
                  <a:pt x="19022" y="140103"/>
                </a:lnTo>
                <a:lnTo>
                  <a:pt x="19501" y="146447"/>
                </a:lnTo>
                <a:lnTo>
                  <a:pt x="19451" y="145969"/>
                </a:lnTo>
                <a:lnTo>
                  <a:pt x="20245" y="152226"/>
                </a:lnTo>
                <a:lnTo>
                  <a:pt x="20181" y="151760"/>
                </a:lnTo>
                <a:lnTo>
                  <a:pt x="21276" y="157904"/>
                </a:lnTo>
                <a:lnTo>
                  <a:pt x="21175" y="157451"/>
                </a:lnTo>
                <a:lnTo>
                  <a:pt x="22574" y="163493"/>
                </a:lnTo>
                <a:lnTo>
                  <a:pt x="22458" y="163040"/>
                </a:lnTo>
                <a:lnTo>
                  <a:pt x="24147" y="168970"/>
                </a:lnTo>
                <a:lnTo>
                  <a:pt x="24008" y="168516"/>
                </a:lnTo>
                <a:lnTo>
                  <a:pt x="25972" y="174320"/>
                </a:lnTo>
                <a:lnTo>
                  <a:pt x="25808" y="173879"/>
                </a:lnTo>
                <a:lnTo>
                  <a:pt x="28049" y="179557"/>
                </a:lnTo>
                <a:lnTo>
                  <a:pt x="27860" y="179129"/>
                </a:lnTo>
                <a:lnTo>
                  <a:pt x="30365" y="184668"/>
                </a:lnTo>
                <a:lnTo>
                  <a:pt x="30163" y="184253"/>
                </a:lnTo>
                <a:lnTo>
                  <a:pt x="32920" y="189640"/>
                </a:lnTo>
                <a:lnTo>
                  <a:pt x="32707" y="189237"/>
                </a:lnTo>
                <a:lnTo>
                  <a:pt x="35716" y="194475"/>
                </a:lnTo>
                <a:lnTo>
                  <a:pt x="35476" y="194085"/>
                </a:lnTo>
                <a:lnTo>
                  <a:pt x="38725" y="199145"/>
                </a:lnTo>
                <a:lnTo>
                  <a:pt x="38473" y="198780"/>
                </a:lnTo>
                <a:lnTo>
                  <a:pt x="41959" y="203677"/>
                </a:lnTo>
                <a:lnTo>
                  <a:pt x="41682" y="203312"/>
                </a:lnTo>
                <a:lnTo>
                  <a:pt x="45396" y="208033"/>
                </a:lnTo>
                <a:lnTo>
                  <a:pt x="45107" y="207680"/>
                </a:lnTo>
                <a:lnTo>
                  <a:pt x="49035" y="212212"/>
                </a:lnTo>
                <a:lnTo>
                  <a:pt x="48734" y="211885"/>
                </a:lnTo>
                <a:lnTo>
                  <a:pt x="52875" y="216216"/>
                </a:lnTo>
                <a:lnTo>
                  <a:pt x="52547" y="215901"/>
                </a:lnTo>
                <a:lnTo>
                  <a:pt x="56891" y="220043"/>
                </a:lnTo>
                <a:lnTo>
                  <a:pt x="56564" y="219741"/>
                </a:lnTo>
                <a:lnTo>
                  <a:pt x="61094" y="223668"/>
                </a:lnTo>
                <a:lnTo>
                  <a:pt x="60743" y="223379"/>
                </a:lnTo>
                <a:lnTo>
                  <a:pt x="65463" y="227092"/>
                </a:lnTo>
                <a:lnTo>
                  <a:pt x="65099" y="226815"/>
                </a:lnTo>
                <a:lnTo>
                  <a:pt x="69995" y="230303"/>
                </a:lnTo>
                <a:lnTo>
                  <a:pt x="69630" y="230051"/>
                </a:lnTo>
                <a:lnTo>
                  <a:pt x="74691" y="233299"/>
                </a:lnTo>
                <a:lnTo>
                  <a:pt x="74302" y="233060"/>
                </a:lnTo>
                <a:lnTo>
                  <a:pt x="79537" y="236069"/>
                </a:lnTo>
                <a:lnTo>
                  <a:pt x="79134" y="235855"/>
                </a:lnTo>
                <a:lnTo>
                  <a:pt x="84522" y="238612"/>
                </a:lnTo>
                <a:lnTo>
                  <a:pt x="84108" y="238410"/>
                </a:lnTo>
                <a:lnTo>
                  <a:pt x="89647" y="240916"/>
                </a:lnTo>
                <a:lnTo>
                  <a:pt x="89219" y="240727"/>
                </a:lnTo>
                <a:lnTo>
                  <a:pt x="94897" y="242967"/>
                </a:lnTo>
                <a:lnTo>
                  <a:pt x="94456" y="242804"/>
                </a:lnTo>
                <a:lnTo>
                  <a:pt x="100260" y="244768"/>
                </a:lnTo>
                <a:lnTo>
                  <a:pt x="99807" y="244629"/>
                </a:lnTo>
                <a:lnTo>
                  <a:pt x="105736" y="246316"/>
                </a:lnTo>
                <a:lnTo>
                  <a:pt x="105283" y="246203"/>
                </a:lnTo>
                <a:lnTo>
                  <a:pt x="111325" y="247600"/>
                </a:lnTo>
                <a:lnTo>
                  <a:pt x="110872" y="247500"/>
                </a:lnTo>
                <a:lnTo>
                  <a:pt x="117016" y="248595"/>
                </a:lnTo>
                <a:lnTo>
                  <a:pt x="116549" y="248532"/>
                </a:lnTo>
                <a:lnTo>
                  <a:pt x="122807" y="249325"/>
                </a:lnTo>
                <a:lnTo>
                  <a:pt x="122329" y="249275"/>
                </a:lnTo>
                <a:lnTo>
                  <a:pt x="128672" y="249753"/>
                </a:lnTo>
                <a:lnTo>
                  <a:pt x="128194" y="249728"/>
                </a:lnTo>
                <a:lnTo>
                  <a:pt x="134628" y="249892"/>
                </a:lnTo>
                <a:lnTo>
                  <a:pt x="134149" y="249892"/>
                </a:lnTo>
                <a:lnTo>
                  <a:pt x="140582" y="249728"/>
                </a:lnTo>
                <a:lnTo>
                  <a:pt x="140104" y="249753"/>
                </a:lnTo>
                <a:lnTo>
                  <a:pt x="146449" y="249275"/>
                </a:lnTo>
                <a:lnTo>
                  <a:pt x="145970" y="249325"/>
                </a:lnTo>
                <a:lnTo>
                  <a:pt x="152228" y="248532"/>
                </a:lnTo>
                <a:lnTo>
                  <a:pt x="151761" y="248595"/>
                </a:lnTo>
                <a:lnTo>
                  <a:pt x="157905" y="247500"/>
                </a:lnTo>
                <a:lnTo>
                  <a:pt x="157452" y="247600"/>
                </a:lnTo>
                <a:lnTo>
                  <a:pt x="163493" y="246203"/>
                </a:lnTo>
                <a:lnTo>
                  <a:pt x="163040" y="246316"/>
                </a:lnTo>
                <a:lnTo>
                  <a:pt x="168957" y="244629"/>
                </a:lnTo>
                <a:lnTo>
                  <a:pt x="168517" y="244768"/>
                </a:lnTo>
                <a:lnTo>
                  <a:pt x="174320" y="242804"/>
                </a:lnTo>
                <a:lnTo>
                  <a:pt x="173880" y="242967"/>
                </a:lnTo>
                <a:lnTo>
                  <a:pt x="179557" y="240727"/>
                </a:lnTo>
                <a:lnTo>
                  <a:pt x="179129" y="240916"/>
                </a:lnTo>
                <a:lnTo>
                  <a:pt x="184668" y="238410"/>
                </a:lnTo>
                <a:lnTo>
                  <a:pt x="184253" y="238612"/>
                </a:lnTo>
                <a:lnTo>
                  <a:pt x="189642" y="235855"/>
                </a:lnTo>
                <a:lnTo>
                  <a:pt x="189237" y="236069"/>
                </a:lnTo>
                <a:lnTo>
                  <a:pt x="194476" y="233060"/>
                </a:lnTo>
                <a:lnTo>
                  <a:pt x="194086" y="233299"/>
                </a:lnTo>
                <a:lnTo>
                  <a:pt x="199147" y="230051"/>
                </a:lnTo>
                <a:lnTo>
                  <a:pt x="198769" y="230303"/>
                </a:lnTo>
                <a:lnTo>
                  <a:pt x="203679" y="226815"/>
                </a:lnTo>
                <a:lnTo>
                  <a:pt x="203313" y="227092"/>
                </a:lnTo>
                <a:lnTo>
                  <a:pt x="208034" y="223379"/>
                </a:lnTo>
                <a:lnTo>
                  <a:pt x="207682" y="223668"/>
                </a:lnTo>
                <a:lnTo>
                  <a:pt x="212212" y="219741"/>
                </a:lnTo>
                <a:lnTo>
                  <a:pt x="211886" y="220043"/>
                </a:lnTo>
                <a:lnTo>
                  <a:pt x="216216" y="215901"/>
                </a:lnTo>
                <a:lnTo>
                  <a:pt x="215901" y="216216"/>
                </a:lnTo>
                <a:lnTo>
                  <a:pt x="220043" y="211885"/>
                </a:lnTo>
                <a:lnTo>
                  <a:pt x="219741" y="212212"/>
                </a:lnTo>
                <a:lnTo>
                  <a:pt x="223670" y="207680"/>
                </a:lnTo>
                <a:lnTo>
                  <a:pt x="223380" y="208033"/>
                </a:lnTo>
                <a:lnTo>
                  <a:pt x="227094" y="203312"/>
                </a:lnTo>
                <a:lnTo>
                  <a:pt x="226817" y="203677"/>
                </a:lnTo>
                <a:lnTo>
                  <a:pt x="230304" y="198780"/>
                </a:lnTo>
                <a:lnTo>
                  <a:pt x="230052" y="199145"/>
                </a:lnTo>
                <a:lnTo>
                  <a:pt x="233300" y="194085"/>
                </a:lnTo>
                <a:lnTo>
                  <a:pt x="233061" y="194475"/>
                </a:lnTo>
                <a:lnTo>
                  <a:pt x="236070" y="189237"/>
                </a:lnTo>
                <a:lnTo>
                  <a:pt x="235855" y="189640"/>
                </a:lnTo>
                <a:lnTo>
                  <a:pt x="238614" y="184253"/>
                </a:lnTo>
                <a:lnTo>
                  <a:pt x="238411" y="184668"/>
                </a:lnTo>
                <a:lnTo>
                  <a:pt x="240916" y="179129"/>
                </a:lnTo>
                <a:lnTo>
                  <a:pt x="240728" y="179557"/>
                </a:lnTo>
                <a:lnTo>
                  <a:pt x="242968" y="173879"/>
                </a:lnTo>
                <a:lnTo>
                  <a:pt x="242805" y="174320"/>
                </a:lnTo>
                <a:lnTo>
                  <a:pt x="244768" y="168516"/>
                </a:lnTo>
                <a:lnTo>
                  <a:pt x="244630" y="168970"/>
                </a:lnTo>
                <a:lnTo>
                  <a:pt x="246318" y="163040"/>
                </a:lnTo>
                <a:lnTo>
                  <a:pt x="246205" y="163493"/>
                </a:lnTo>
                <a:lnTo>
                  <a:pt x="247602" y="157451"/>
                </a:lnTo>
                <a:lnTo>
                  <a:pt x="247500" y="157904"/>
                </a:lnTo>
                <a:lnTo>
                  <a:pt x="248596" y="151760"/>
                </a:lnTo>
                <a:lnTo>
                  <a:pt x="248532" y="152226"/>
                </a:lnTo>
                <a:lnTo>
                  <a:pt x="249325" y="145969"/>
                </a:lnTo>
                <a:lnTo>
                  <a:pt x="249276" y="146447"/>
                </a:lnTo>
                <a:lnTo>
                  <a:pt x="249753" y="140103"/>
                </a:lnTo>
                <a:lnTo>
                  <a:pt x="249728" y="140581"/>
                </a:lnTo>
                <a:lnTo>
                  <a:pt x="249893" y="134148"/>
                </a:lnTo>
                <a:lnTo>
                  <a:pt x="249893" y="134627"/>
                </a:lnTo>
                <a:lnTo>
                  <a:pt x="249728" y="128194"/>
                </a:lnTo>
                <a:lnTo>
                  <a:pt x="249753" y="128672"/>
                </a:lnTo>
                <a:lnTo>
                  <a:pt x="249276" y="122327"/>
                </a:lnTo>
                <a:lnTo>
                  <a:pt x="249325" y="122806"/>
                </a:lnTo>
                <a:lnTo>
                  <a:pt x="248532" y="116549"/>
                </a:lnTo>
                <a:lnTo>
                  <a:pt x="248596" y="117015"/>
                </a:lnTo>
                <a:lnTo>
                  <a:pt x="247500" y="110871"/>
                </a:lnTo>
                <a:lnTo>
                  <a:pt x="247602" y="111325"/>
                </a:lnTo>
                <a:lnTo>
                  <a:pt x="246205" y="105282"/>
                </a:lnTo>
                <a:lnTo>
                  <a:pt x="246318" y="105735"/>
                </a:lnTo>
                <a:lnTo>
                  <a:pt x="244630" y="99806"/>
                </a:lnTo>
                <a:lnTo>
                  <a:pt x="244768" y="100259"/>
                </a:lnTo>
                <a:lnTo>
                  <a:pt x="242805" y="94455"/>
                </a:lnTo>
                <a:lnTo>
                  <a:pt x="242968" y="94896"/>
                </a:lnTo>
                <a:lnTo>
                  <a:pt x="240728" y="89218"/>
                </a:lnTo>
                <a:lnTo>
                  <a:pt x="240916" y="89646"/>
                </a:lnTo>
                <a:lnTo>
                  <a:pt x="238411" y="84107"/>
                </a:lnTo>
                <a:lnTo>
                  <a:pt x="238614" y="84523"/>
                </a:lnTo>
                <a:lnTo>
                  <a:pt x="235855" y="79134"/>
                </a:lnTo>
                <a:lnTo>
                  <a:pt x="236070" y="79537"/>
                </a:lnTo>
                <a:lnTo>
                  <a:pt x="233061" y="74300"/>
                </a:lnTo>
                <a:lnTo>
                  <a:pt x="233300" y="74690"/>
                </a:lnTo>
                <a:lnTo>
                  <a:pt x="230052" y="69630"/>
                </a:lnTo>
                <a:lnTo>
                  <a:pt x="230304" y="69995"/>
                </a:lnTo>
                <a:lnTo>
                  <a:pt x="226817" y="65098"/>
                </a:lnTo>
                <a:lnTo>
                  <a:pt x="227094" y="65462"/>
                </a:lnTo>
                <a:lnTo>
                  <a:pt x="223380" y="60742"/>
                </a:lnTo>
                <a:lnTo>
                  <a:pt x="223670" y="61094"/>
                </a:lnTo>
                <a:lnTo>
                  <a:pt x="219741" y="56562"/>
                </a:lnTo>
                <a:lnTo>
                  <a:pt x="220043" y="56890"/>
                </a:lnTo>
                <a:lnTo>
                  <a:pt x="215901" y="52559"/>
                </a:lnTo>
                <a:lnTo>
                  <a:pt x="216216" y="52873"/>
                </a:lnTo>
                <a:lnTo>
                  <a:pt x="211886" y="48732"/>
                </a:lnTo>
                <a:lnTo>
                  <a:pt x="212212" y="49034"/>
                </a:lnTo>
                <a:lnTo>
                  <a:pt x="207682" y="45106"/>
                </a:lnTo>
                <a:lnTo>
                  <a:pt x="208034" y="45396"/>
                </a:lnTo>
                <a:lnTo>
                  <a:pt x="203313" y="41682"/>
                </a:lnTo>
                <a:lnTo>
                  <a:pt x="203679" y="41959"/>
                </a:lnTo>
                <a:lnTo>
                  <a:pt x="198769" y="38472"/>
                </a:lnTo>
                <a:lnTo>
                  <a:pt x="199147" y="38724"/>
                </a:lnTo>
                <a:lnTo>
                  <a:pt x="194086" y="35476"/>
                </a:lnTo>
                <a:lnTo>
                  <a:pt x="194476" y="35715"/>
                </a:lnTo>
                <a:lnTo>
                  <a:pt x="189237" y="32706"/>
                </a:lnTo>
                <a:lnTo>
                  <a:pt x="189642" y="32920"/>
                </a:lnTo>
                <a:lnTo>
                  <a:pt x="184253" y="30163"/>
                </a:lnTo>
                <a:lnTo>
                  <a:pt x="184668" y="30364"/>
                </a:lnTo>
                <a:lnTo>
                  <a:pt x="179129" y="27860"/>
                </a:lnTo>
                <a:lnTo>
                  <a:pt x="179557" y="28048"/>
                </a:lnTo>
                <a:lnTo>
                  <a:pt x="173880" y="25807"/>
                </a:lnTo>
                <a:lnTo>
                  <a:pt x="174320" y="25971"/>
                </a:lnTo>
                <a:lnTo>
                  <a:pt x="168517" y="24007"/>
                </a:lnTo>
                <a:lnTo>
                  <a:pt x="168957" y="24146"/>
                </a:lnTo>
                <a:lnTo>
                  <a:pt x="163040" y="22458"/>
                </a:lnTo>
                <a:lnTo>
                  <a:pt x="163493" y="22572"/>
                </a:lnTo>
                <a:lnTo>
                  <a:pt x="157452" y="21174"/>
                </a:lnTo>
                <a:lnTo>
                  <a:pt x="157905" y="21275"/>
                </a:lnTo>
                <a:lnTo>
                  <a:pt x="151761" y="20180"/>
                </a:lnTo>
                <a:lnTo>
                  <a:pt x="152228" y="20243"/>
                </a:lnTo>
                <a:lnTo>
                  <a:pt x="145970" y="19450"/>
                </a:lnTo>
                <a:lnTo>
                  <a:pt x="146449" y="19500"/>
                </a:lnTo>
                <a:lnTo>
                  <a:pt x="140104" y="19022"/>
                </a:lnTo>
                <a:lnTo>
                  <a:pt x="140582" y="19047"/>
                </a:lnTo>
                <a:lnTo>
                  <a:pt x="134149" y="18883"/>
                </a:lnTo>
                <a:lnTo>
                  <a:pt x="134628" y="18883"/>
                </a:lnTo>
                <a:lnTo>
                  <a:pt x="128194" y="19047"/>
                </a:lnTo>
                <a:lnTo>
                  <a:pt x="128672" y="19022"/>
                </a:lnTo>
                <a:lnTo>
                  <a:pt x="122329" y="19500"/>
                </a:lnTo>
                <a:lnTo>
                  <a:pt x="122807" y="19450"/>
                </a:lnTo>
                <a:lnTo>
                  <a:pt x="116549" y="20243"/>
                </a:lnTo>
                <a:lnTo>
                  <a:pt x="117016" y="20180"/>
                </a:lnTo>
                <a:lnTo>
                  <a:pt x="110872" y="21275"/>
                </a:lnTo>
                <a:lnTo>
                  <a:pt x="111325" y="21174"/>
                </a:lnTo>
                <a:lnTo>
                  <a:pt x="105283" y="22572"/>
                </a:lnTo>
                <a:lnTo>
                  <a:pt x="105736" y="22458"/>
                </a:lnTo>
                <a:lnTo>
                  <a:pt x="99807" y="24146"/>
                </a:lnTo>
                <a:lnTo>
                  <a:pt x="100260" y="24007"/>
                </a:lnTo>
                <a:lnTo>
                  <a:pt x="94456" y="25971"/>
                </a:lnTo>
                <a:lnTo>
                  <a:pt x="94897" y="25807"/>
                </a:lnTo>
                <a:lnTo>
                  <a:pt x="89219" y="28048"/>
                </a:lnTo>
                <a:lnTo>
                  <a:pt x="89647" y="27860"/>
                </a:lnTo>
                <a:lnTo>
                  <a:pt x="84108" y="30364"/>
                </a:lnTo>
                <a:lnTo>
                  <a:pt x="84522" y="30163"/>
                </a:lnTo>
                <a:lnTo>
                  <a:pt x="79134" y="32920"/>
                </a:lnTo>
                <a:lnTo>
                  <a:pt x="79537" y="32706"/>
                </a:lnTo>
                <a:lnTo>
                  <a:pt x="74302" y="35715"/>
                </a:lnTo>
                <a:lnTo>
                  <a:pt x="74691" y="35476"/>
                </a:lnTo>
                <a:lnTo>
                  <a:pt x="69630" y="38724"/>
                </a:lnTo>
                <a:lnTo>
                  <a:pt x="69995" y="38472"/>
                </a:lnTo>
                <a:lnTo>
                  <a:pt x="65099" y="41959"/>
                </a:lnTo>
                <a:lnTo>
                  <a:pt x="65463" y="41682"/>
                </a:lnTo>
                <a:lnTo>
                  <a:pt x="60743" y="45396"/>
                </a:lnTo>
                <a:lnTo>
                  <a:pt x="61094" y="45106"/>
                </a:lnTo>
                <a:lnTo>
                  <a:pt x="56564" y="49034"/>
                </a:lnTo>
                <a:lnTo>
                  <a:pt x="56891" y="48732"/>
                </a:lnTo>
                <a:lnTo>
                  <a:pt x="52547" y="52873"/>
                </a:lnTo>
                <a:lnTo>
                  <a:pt x="52875" y="52559"/>
                </a:lnTo>
                <a:lnTo>
                  <a:pt x="48734" y="56890"/>
                </a:lnTo>
                <a:lnTo>
                  <a:pt x="49035" y="56562"/>
                </a:lnTo>
                <a:lnTo>
                  <a:pt x="45107" y="61094"/>
                </a:lnTo>
                <a:lnTo>
                  <a:pt x="45396" y="60742"/>
                </a:lnTo>
                <a:lnTo>
                  <a:pt x="41682" y="65462"/>
                </a:lnTo>
                <a:lnTo>
                  <a:pt x="41959" y="65098"/>
                </a:lnTo>
                <a:lnTo>
                  <a:pt x="38473" y="69995"/>
                </a:lnTo>
                <a:lnTo>
                  <a:pt x="38725" y="69630"/>
                </a:lnTo>
                <a:lnTo>
                  <a:pt x="35476" y="74690"/>
                </a:lnTo>
                <a:lnTo>
                  <a:pt x="35716" y="74300"/>
                </a:lnTo>
                <a:lnTo>
                  <a:pt x="32707" y="79537"/>
                </a:lnTo>
                <a:lnTo>
                  <a:pt x="32920" y="79134"/>
                </a:lnTo>
                <a:lnTo>
                  <a:pt x="30163" y="84523"/>
                </a:lnTo>
                <a:lnTo>
                  <a:pt x="30365" y="84107"/>
                </a:lnTo>
                <a:lnTo>
                  <a:pt x="27860" y="89646"/>
                </a:lnTo>
                <a:lnTo>
                  <a:pt x="28049" y="89218"/>
                </a:lnTo>
                <a:lnTo>
                  <a:pt x="25808" y="94896"/>
                </a:lnTo>
                <a:lnTo>
                  <a:pt x="25972" y="94455"/>
                </a:lnTo>
                <a:lnTo>
                  <a:pt x="24008" y="100259"/>
                </a:lnTo>
                <a:lnTo>
                  <a:pt x="24147" y="99806"/>
                </a:lnTo>
                <a:lnTo>
                  <a:pt x="22458" y="105735"/>
                </a:lnTo>
                <a:lnTo>
                  <a:pt x="22574" y="105282"/>
                </a:lnTo>
                <a:lnTo>
                  <a:pt x="21175" y="111325"/>
                </a:lnTo>
                <a:lnTo>
                  <a:pt x="21276" y="110871"/>
                </a:lnTo>
                <a:lnTo>
                  <a:pt x="20181" y="117015"/>
                </a:lnTo>
                <a:lnTo>
                  <a:pt x="20245" y="116549"/>
                </a:lnTo>
                <a:lnTo>
                  <a:pt x="19451" y="122806"/>
                </a:lnTo>
                <a:lnTo>
                  <a:pt x="19501" y="122327"/>
                </a:lnTo>
                <a:lnTo>
                  <a:pt x="19022" y="128672"/>
                </a:lnTo>
                <a:lnTo>
                  <a:pt x="19048" y="128194"/>
                </a:lnTo>
                <a:lnTo>
                  <a:pt x="18885" y="1346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D568BB7A-37D4-4BF8-9644-120A9569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272" y="4290632"/>
            <a:ext cx="50356" cy="822125"/>
          </a:xfrm>
          <a:custGeom xmlns:a="http://schemas.openxmlformats.org/drawingml/2006/main">
            <a:pathLst>
              <a:path w="50356" h="822125">
                <a:moveTo>
                  <a:pt x="50356" y="75358"/>
                </a:moveTo>
                <a:lnTo>
                  <a:pt x="25178" y="75534"/>
                </a:lnTo>
                <a:lnTo>
                  <a:pt x="0" y="75710"/>
                </a:lnTo>
                <a:lnTo>
                  <a:pt x="24661" y="0"/>
                </a:lnTo>
                <a:lnTo>
                  <a:pt x="50356" y="75358"/>
                </a:lnTo>
                <a:moveTo>
                  <a:pt x="20884" y="822125"/>
                </a:moveTo>
                <a:lnTo>
                  <a:pt x="15484" y="37830"/>
                </a:lnTo>
                <a:lnTo>
                  <a:pt x="34367" y="37704"/>
                </a:lnTo>
                <a:lnTo>
                  <a:pt x="39769" y="821999"/>
                </a:lnTo>
                <a:lnTo>
                  <a:pt x="20884" y="82212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639C06-0060-4D60-95BB-6E6A77C5C3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c78e50a7c84bf5"/>
          <a:stretch xmlns:a="http://schemas.openxmlformats.org/drawingml/2006/main"/>
        </p:blipFill>
        <p:spPr>
          <a:xfrm xmlns:a="http://schemas.openxmlformats.org/drawingml/2006/main">
            <a:off x="9129111" y="2122200"/>
            <a:ext cx="1148671" cy="466906"/>
          </a:xfrm>
          <a:prstGeom xmlns:a="http://schemas.openxmlformats.org/drawingml/2006/main" prst="rect">
            <a:avLst/>
          </a:prstGeom>
        </p:spPr>
      </p:pic>
      <p:sp>
        <p:nvSpPr>
          <p:cNvPr id="19" name="text-19 Linear">
            <a:extLst xmlns:a="http://schemas.openxmlformats.org/drawingml/2006/main">
              <a:ext uri="{FF2B5EF4-FFF2-40B4-BE49-F238E27FC236}">
                <a16:creationId xmlns:a16="http://schemas.microsoft.com/office/drawing/2014/main" id="{AF978A22-C103-4EC7-B383-FDF0724E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0286" y="2179875"/>
            <a:ext cx="632438" cy="317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8E6975-888E-4101-AF2B-5727FA3CAD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ef8b76592d48ae"/>
          <a:stretch xmlns:a="http://schemas.openxmlformats.org/drawingml/2006/main"/>
        </p:blipFill>
        <p:spPr>
          <a:xfrm xmlns:a="http://schemas.openxmlformats.org/drawingml/2006/main">
            <a:off x="5437387" y="5190139"/>
            <a:ext cx="1148671" cy="466906"/>
          </a:xfrm>
          <a:prstGeom xmlns:a="http://schemas.openxmlformats.org/drawingml/2006/main" prst="rect">
            <a:avLst/>
          </a:prstGeom>
        </p:spPr>
      </p:pic>
      <p:sp>
        <p:nvSpPr>
          <p:cNvPr id="21" name="text-21 Linear">
            <a:extLst xmlns:a="http://schemas.openxmlformats.org/drawingml/2006/main">
              <a:ext uri="{FF2B5EF4-FFF2-40B4-BE49-F238E27FC236}">
                <a16:creationId xmlns:a16="http://schemas.microsoft.com/office/drawing/2014/main" id="{CAE39519-EA8E-4CBB-BB87-ADE64A4C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8562" y="5247815"/>
            <a:ext cx="632438" cy="317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7C3B5C-FA85-463F-A233-5333926C9B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f0ac907a543db"/>
          <a:stretch xmlns:a="http://schemas.openxmlformats.org/drawingml/2006/main"/>
        </p:blipFill>
        <p:spPr>
          <a:xfrm xmlns:a="http://schemas.openxmlformats.org/drawingml/2006/main">
            <a:off x="4135684" y="5190139"/>
            <a:ext cx="1148671" cy="466906"/>
          </a:xfrm>
          <a:prstGeom xmlns:a="http://schemas.openxmlformats.org/drawingml/2006/main" prst="rect">
            <a:avLst/>
          </a:prstGeom>
        </p:spPr>
      </p:pic>
      <p:sp>
        <p:nvSpPr>
          <p:cNvPr id="23" name="text-23 Linea">
            <a:extLst xmlns:a="http://schemas.openxmlformats.org/drawingml/2006/main">
              <a:ext uri="{FF2B5EF4-FFF2-40B4-BE49-F238E27FC236}">
                <a16:creationId xmlns:a16="http://schemas.microsoft.com/office/drawing/2014/main" id="{8AED4E70-905D-4805-8399-E3248609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6860" y="5247852"/>
            <a:ext cx="556836" cy="317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</a:t>
            </a:r>
          </a:p>
        </p:txBody>
      </p:sp>
      <p:sp>
        <p:nvSpPr>
          <p:cNvPr id="24" name="text-24 r">
            <a:extLst xmlns:a="http://schemas.openxmlformats.org/drawingml/2006/main">
              <a:ext uri="{FF2B5EF4-FFF2-40B4-BE49-F238E27FC236}">
                <a16:creationId xmlns:a16="http://schemas.microsoft.com/office/drawing/2014/main" id="{A7B86F82-ED83-44E4-8BDB-66614570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3009" y="5247973"/>
            <a:ext cx="116260" cy="317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25" name="text-25 𝑸">
            <a:extLst xmlns:a="http://schemas.openxmlformats.org/drawingml/2006/main">
              <a:ext uri="{FF2B5EF4-FFF2-40B4-BE49-F238E27FC236}">
                <a16:creationId xmlns:a16="http://schemas.microsoft.com/office/drawing/2014/main" id="{80ED2A73-0CA5-4084-A4F2-7C9AFDA0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9601" y="4775880"/>
            <a:ext cx="206767" cy="31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𝑸</a:t>
            </a:r>
          </a:p>
        </p:txBody>
      </p:sp>
      <p:sp>
        <p:nvSpPr>
          <p:cNvPr id="26" name="text-26 𝑲">
            <a:extLst xmlns:a="http://schemas.openxmlformats.org/drawingml/2006/main">
              <a:ext uri="{FF2B5EF4-FFF2-40B4-BE49-F238E27FC236}">
                <a16:creationId xmlns:a16="http://schemas.microsoft.com/office/drawing/2014/main" id="{4C182FAF-33FD-478B-833C-233F9387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97528" y="4778341"/>
            <a:ext cx="214633" cy="317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𝑲</a:t>
            </a:r>
          </a:p>
        </p:txBody>
      </p:sp>
      <p:sp>
        <p:nvSpPr>
          <p:cNvPr id="27" name="path-27">
            <a:extLst xmlns:a="http://schemas.openxmlformats.org/drawingml/2006/main">
              <a:ext uri="{FF2B5EF4-FFF2-40B4-BE49-F238E27FC236}">
                <a16:creationId xmlns:a16="http://schemas.microsoft.com/office/drawing/2014/main" id="{5ACF7E5F-1D9E-45E5-84BA-C48273D4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8140" y="5015129"/>
            <a:ext cx="50356" cy="214013"/>
          </a:xfrm>
          <a:custGeom xmlns:a="http://schemas.openxmlformats.org/drawingml/2006/main">
            <a:pathLst>
              <a:path w="50356" h="214013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214013"/>
                </a:moveTo>
                <a:lnTo>
                  <a:pt x="34620" y="37767"/>
                </a:lnTo>
                <a:lnTo>
                  <a:pt x="15736" y="37767"/>
                </a:lnTo>
                <a:lnTo>
                  <a:pt x="15736" y="214013"/>
                </a:lnTo>
                <a:lnTo>
                  <a:pt x="34620" y="2140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th-28">
            <a:extLst xmlns:a="http://schemas.openxmlformats.org/drawingml/2006/main">
              <a:ext uri="{FF2B5EF4-FFF2-40B4-BE49-F238E27FC236}">
                <a16:creationId xmlns:a16="http://schemas.microsoft.com/office/drawing/2014/main" id="{5C3D309B-2AB1-4212-BABB-014B1EBA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43" y="5015129"/>
            <a:ext cx="50355" cy="214013"/>
          </a:xfrm>
          <a:custGeom xmlns:a="http://schemas.openxmlformats.org/drawingml/2006/main">
            <a:pathLst>
              <a:path w="50355" h="214013">
                <a:moveTo>
                  <a:pt x="0" y="75534"/>
                </a:moveTo>
                <a:lnTo>
                  <a:pt x="25178" y="75534"/>
                </a:lnTo>
                <a:lnTo>
                  <a:pt x="50355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214013"/>
                </a:moveTo>
                <a:lnTo>
                  <a:pt x="34620" y="37767"/>
                </a:lnTo>
                <a:lnTo>
                  <a:pt x="15737" y="37767"/>
                </a:lnTo>
                <a:lnTo>
                  <a:pt x="15737" y="214013"/>
                </a:lnTo>
                <a:lnTo>
                  <a:pt x="34620" y="2140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D15C79-ABF3-469F-B443-50C68BAC1C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c4966a93e4ab7"/>
          <a:stretch xmlns:a="http://schemas.openxmlformats.org/drawingml/2006/main"/>
        </p:blipFill>
        <p:spPr>
          <a:xfrm xmlns:a="http://schemas.openxmlformats.org/drawingml/2006/main">
            <a:off x="4445373" y="4336768"/>
            <a:ext cx="1829736" cy="416224"/>
          </a:xfrm>
          <a:prstGeom xmlns:a="http://schemas.openxmlformats.org/drawingml/2006/main" prst="rect">
            <a:avLst/>
          </a:prstGeom>
        </p:spPr>
      </p:pic>
      <p:sp>
        <p:nvSpPr>
          <p:cNvPr id="30" name="text-30 Matmul">
            <a:extLst xmlns:a="http://schemas.openxmlformats.org/drawingml/2006/main">
              <a:ext uri="{FF2B5EF4-FFF2-40B4-BE49-F238E27FC236}">
                <a16:creationId xmlns:a16="http://schemas.microsoft.com/office/drawing/2014/main" id="{66FC580A-A320-444E-9951-0C11074B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703" y="4369151"/>
            <a:ext cx="758394" cy="317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Matmul</a:t>
            </a:r>
          </a:p>
        </p:txBody>
      </p:sp>
      <p:sp>
        <p:nvSpPr>
          <p:cNvPr id="31" name="path-31">
            <a:extLst xmlns:a="http://schemas.openxmlformats.org/drawingml/2006/main">
              <a:ext uri="{FF2B5EF4-FFF2-40B4-BE49-F238E27FC236}">
                <a16:creationId xmlns:a16="http://schemas.microsoft.com/office/drawing/2014/main" id="{274E3474-C8FB-45E7-8595-8BF9EADF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8140" y="4648789"/>
            <a:ext cx="50356" cy="178134"/>
          </a:xfrm>
          <a:custGeom xmlns:a="http://schemas.openxmlformats.org/drawingml/2006/main">
            <a:pathLst>
              <a:path w="50356" h="178134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178134"/>
                </a:moveTo>
                <a:lnTo>
                  <a:pt x="34620" y="37767"/>
                </a:lnTo>
                <a:lnTo>
                  <a:pt x="15736" y="37767"/>
                </a:lnTo>
                <a:lnTo>
                  <a:pt x="15736" y="178134"/>
                </a:lnTo>
                <a:lnTo>
                  <a:pt x="34620" y="1781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-32">
            <a:extLst xmlns:a="http://schemas.openxmlformats.org/drawingml/2006/main">
              <a:ext uri="{FF2B5EF4-FFF2-40B4-BE49-F238E27FC236}">
                <a16:creationId xmlns:a16="http://schemas.microsoft.com/office/drawing/2014/main" id="{D53578FE-63AE-459F-B0CC-5BCF66DE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43" y="4648789"/>
            <a:ext cx="50355" cy="178134"/>
          </a:xfrm>
          <a:custGeom xmlns:a="http://schemas.openxmlformats.org/drawingml/2006/main">
            <a:pathLst>
              <a:path w="50355" h="178134">
                <a:moveTo>
                  <a:pt x="0" y="75534"/>
                </a:moveTo>
                <a:lnTo>
                  <a:pt x="25178" y="75534"/>
                </a:lnTo>
                <a:lnTo>
                  <a:pt x="50355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178134"/>
                </a:moveTo>
                <a:lnTo>
                  <a:pt x="34620" y="37767"/>
                </a:lnTo>
                <a:lnTo>
                  <a:pt x="15737" y="37767"/>
                </a:lnTo>
                <a:lnTo>
                  <a:pt x="15737" y="178134"/>
                </a:lnTo>
                <a:lnTo>
                  <a:pt x="34620" y="1781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-33">
            <a:extLst xmlns:a="http://schemas.openxmlformats.org/drawingml/2006/main">
              <a:ext uri="{FF2B5EF4-FFF2-40B4-BE49-F238E27FC236}">
                <a16:creationId xmlns:a16="http://schemas.microsoft.com/office/drawing/2014/main" id="{BF6546C3-3E8E-426A-953D-31F7935A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930" y="3058924"/>
            <a:ext cx="785554" cy="779511"/>
          </a:xfrm>
          <a:custGeom xmlns:a="http://schemas.openxmlformats.org/drawingml/2006/main">
            <a:pathLst>
              <a:path w="785554" h="779511">
                <a:moveTo>
                  <a:pt x="0" y="0"/>
                </a:moveTo>
                <a:lnTo>
                  <a:pt x="0" y="779511"/>
                </a:lnTo>
                <a:lnTo>
                  <a:pt x="785554" y="779511"/>
                </a:lnTo>
                <a:lnTo>
                  <a:pt x="78555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ath-34">
            <a:extLst xmlns:a="http://schemas.openxmlformats.org/drawingml/2006/main">
              <a:ext uri="{FF2B5EF4-FFF2-40B4-BE49-F238E27FC236}">
                <a16:creationId xmlns:a16="http://schemas.microsoft.com/office/drawing/2014/main" id="{D723D3FE-FE22-4307-87F3-BB9A7909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741" y="3049986"/>
            <a:ext cx="804436" cy="798142"/>
          </a:xfrm>
          <a:custGeom xmlns:a="http://schemas.openxmlformats.org/drawingml/2006/main">
            <a:pathLst>
              <a:path w="804436" h="798142">
                <a:moveTo>
                  <a:pt x="804436" y="0"/>
                </a:moveTo>
                <a:lnTo>
                  <a:pt x="804436" y="798142"/>
                </a:lnTo>
                <a:lnTo>
                  <a:pt x="0" y="798142"/>
                </a:lnTo>
                <a:lnTo>
                  <a:pt x="0" y="0"/>
                </a:lnTo>
                <a:lnTo>
                  <a:pt x="804436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788701"/>
                </a:lnTo>
                <a:lnTo>
                  <a:pt x="9442" y="779259"/>
                </a:lnTo>
                <a:lnTo>
                  <a:pt x="794996" y="779259"/>
                </a:lnTo>
                <a:lnTo>
                  <a:pt x="785553" y="788701"/>
                </a:lnTo>
                <a:lnTo>
                  <a:pt x="785553" y="9442"/>
                </a:lnTo>
                <a:lnTo>
                  <a:pt x="794996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th-35">
            <a:extLst xmlns:a="http://schemas.openxmlformats.org/drawingml/2006/main">
              <a:ext uri="{FF2B5EF4-FFF2-40B4-BE49-F238E27FC236}">
                <a16:creationId xmlns:a16="http://schemas.microsoft.com/office/drawing/2014/main" id="{9B58FAD6-F003-44DF-85A2-694E0273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930" y="3060435"/>
            <a:ext cx="196388" cy="194878"/>
          </a:xfrm>
          <a:custGeom xmlns:a="http://schemas.openxmlformats.org/drawingml/2006/main">
            <a:pathLst>
              <a:path w="196388" h="194878">
                <a:moveTo>
                  <a:pt x="0" y="0"/>
                </a:moveTo>
                <a:lnTo>
                  <a:pt x="0" y="194878"/>
                </a:lnTo>
                <a:lnTo>
                  <a:pt x="196388" y="194878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ath-36">
            <a:extLst xmlns:a="http://schemas.openxmlformats.org/drawingml/2006/main">
              <a:ext uri="{FF2B5EF4-FFF2-40B4-BE49-F238E27FC236}">
                <a16:creationId xmlns:a16="http://schemas.microsoft.com/office/drawing/2014/main" id="{33AA7451-5241-4AE9-9176-CA1D07DB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741" y="3050616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8" y="205200"/>
                </a:lnTo>
                <a:lnTo>
                  <a:pt x="196388" y="9442"/>
                </a:lnTo>
                <a:lnTo>
                  <a:pt x="205830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th-37">
            <a:extLst xmlns:a="http://schemas.openxmlformats.org/drawingml/2006/main">
              <a:ext uri="{FF2B5EF4-FFF2-40B4-BE49-F238E27FC236}">
                <a16:creationId xmlns:a16="http://schemas.microsoft.com/office/drawing/2014/main" id="{B511C5CF-CD30-471A-B2CB-0112F699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930" y="3256823"/>
            <a:ext cx="196388" cy="196388"/>
          </a:xfrm>
          <a:custGeom xmlns:a="http://schemas.openxmlformats.org/drawingml/2006/main">
            <a:pathLst>
              <a:path w="196388" h="196388">
                <a:moveTo>
                  <a:pt x="0" y="0"/>
                </a:moveTo>
                <a:lnTo>
                  <a:pt x="0" y="196388"/>
                </a:lnTo>
                <a:lnTo>
                  <a:pt x="196388" y="196388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th-38">
            <a:extLst xmlns:a="http://schemas.openxmlformats.org/drawingml/2006/main">
              <a:ext uri="{FF2B5EF4-FFF2-40B4-BE49-F238E27FC236}">
                <a16:creationId xmlns:a16="http://schemas.microsoft.com/office/drawing/2014/main" id="{BEF4F83F-95A2-4B76-8790-5CFA0E5B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741" y="3247633"/>
            <a:ext cx="215272" cy="214643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th-39">
            <a:extLst xmlns:a="http://schemas.openxmlformats.org/drawingml/2006/main">
              <a:ext uri="{FF2B5EF4-FFF2-40B4-BE49-F238E27FC236}">
                <a16:creationId xmlns:a16="http://schemas.microsoft.com/office/drawing/2014/main" id="{34A8D13F-D814-4FCD-8471-249833CE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930" y="3453212"/>
            <a:ext cx="196388" cy="194878"/>
          </a:xfrm>
          <a:custGeom xmlns:a="http://schemas.openxmlformats.org/drawingml/2006/main">
            <a:pathLst>
              <a:path w="196388" h="194878">
                <a:moveTo>
                  <a:pt x="0" y="0"/>
                </a:moveTo>
                <a:lnTo>
                  <a:pt x="0" y="194878"/>
                </a:lnTo>
                <a:lnTo>
                  <a:pt x="196388" y="194878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th-40">
            <a:extLst xmlns:a="http://schemas.openxmlformats.org/drawingml/2006/main">
              <a:ext uri="{FF2B5EF4-FFF2-40B4-BE49-F238E27FC236}">
                <a16:creationId xmlns:a16="http://schemas.microsoft.com/office/drawing/2014/main" id="{38BB849F-E0BD-414B-BE8C-E2CF6DD5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741" y="3443392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ath-41">
            <a:extLst xmlns:a="http://schemas.openxmlformats.org/drawingml/2006/main">
              <a:ext uri="{FF2B5EF4-FFF2-40B4-BE49-F238E27FC236}">
                <a16:creationId xmlns:a16="http://schemas.microsoft.com/office/drawing/2014/main" id="{5F799BB7-D6DE-4FC3-A607-67531DDD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930" y="3648089"/>
            <a:ext cx="196388" cy="196389"/>
          </a:xfrm>
          <a:custGeom xmlns:a="http://schemas.openxmlformats.org/drawingml/2006/main">
            <a:pathLst>
              <a:path w="196388" h="196389">
                <a:moveTo>
                  <a:pt x="0" y="0"/>
                </a:moveTo>
                <a:lnTo>
                  <a:pt x="0" y="196389"/>
                </a:lnTo>
                <a:lnTo>
                  <a:pt x="196388" y="196389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th-42">
            <a:extLst xmlns:a="http://schemas.openxmlformats.org/drawingml/2006/main">
              <a:ext uri="{FF2B5EF4-FFF2-40B4-BE49-F238E27FC236}">
                <a16:creationId xmlns:a16="http://schemas.microsoft.com/office/drawing/2014/main" id="{16BFBF71-CD70-4FDA-B9C5-BE2EE1E1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9741" y="3639152"/>
            <a:ext cx="215272" cy="214643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0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th-43">
            <a:extLst xmlns:a="http://schemas.openxmlformats.org/drawingml/2006/main">
              <a:ext uri="{FF2B5EF4-FFF2-40B4-BE49-F238E27FC236}">
                <a16:creationId xmlns:a16="http://schemas.microsoft.com/office/drawing/2014/main" id="{94E4526B-AAFF-4F7A-AB17-E143AA04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5318" y="3060435"/>
            <a:ext cx="196389" cy="194878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ath-44">
            <a:extLst xmlns:a="http://schemas.openxmlformats.org/drawingml/2006/main">
              <a:ext uri="{FF2B5EF4-FFF2-40B4-BE49-F238E27FC236}">
                <a16:creationId xmlns:a16="http://schemas.microsoft.com/office/drawing/2014/main" id="{8568B107-12F4-4497-9C56-EC7F777C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129" y="3050616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9" y="205200"/>
                </a:lnTo>
                <a:lnTo>
                  <a:pt x="196389" y="9442"/>
                </a:lnTo>
                <a:lnTo>
                  <a:pt x="205830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ath-45">
            <a:extLst xmlns:a="http://schemas.openxmlformats.org/drawingml/2006/main">
              <a:ext uri="{FF2B5EF4-FFF2-40B4-BE49-F238E27FC236}">
                <a16:creationId xmlns:a16="http://schemas.microsoft.com/office/drawing/2014/main" id="{DF90ADC6-26FF-4226-A510-6421532B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5318" y="3256823"/>
            <a:ext cx="196389" cy="196388"/>
          </a:xfrm>
          <a:custGeom xmlns:a="http://schemas.openxmlformats.org/drawingml/2006/main">
            <a:pathLst>
              <a:path w="196389" h="196388">
                <a:moveTo>
                  <a:pt x="0" y="0"/>
                </a:moveTo>
                <a:lnTo>
                  <a:pt x="0" y="196388"/>
                </a:lnTo>
                <a:lnTo>
                  <a:pt x="196389" y="19638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th-46">
            <a:extLst xmlns:a="http://schemas.openxmlformats.org/drawingml/2006/main">
              <a:ext uri="{FF2B5EF4-FFF2-40B4-BE49-F238E27FC236}">
                <a16:creationId xmlns:a16="http://schemas.microsoft.com/office/drawing/2014/main" id="{D4D4AEAF-DBA6-4D22-A573-9600C50E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129" y="3247633"/>
            <a:ext cx="215272" cy="214643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th-47">
            <a:extLst xmlns:a="http://schemas.openxmlformats.org/drawingml/2006/main">
              <a:ext uri="{FF2B5EF4-FFF2-40B4-BE49-F238E27FC236}">
                <a16:creationId xmlns:a16="http://schemas.microsoft.com/office/drawing/2014/main" id="{876CF69E-EEFD-4AD1-8244-099865BB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5318" y="3453212"/>
            <a:ext cx="196389" cy="194878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91ACE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ath-48">
            <a:extLst xmlns:a="http://schemas.openxmlformats.org/drawingml/2006/main">
              <a:ext uri="{FF2B5EF4-FFF2-40B4-BE49-F238E27FC236}">
                <a16:creationId xmlns:a16="http://schemas.microsoft.com/office/drawing/2014/main" id="{CADBE92F-093F-4C43-8C88-3F3BF68C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129" y="3443392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ath-49">
            <a:extLst xmlns:a="http://schemas.openxmlformats.org/drawingml/2006/main">
              <a:ext uri="{FF2B5EF4-FFF2-40B4-BE49-F238E27FC236}">
                <a16:creationId xmlns:a16="http://schemas.microsoft.com/office/drawing/2014/main" id="{1B38CF94-6139-4107-A55C-A8529A35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5318" y="3648089"/>
            <a:ext cx="196389" cy="196389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ath-50">
            <a:extLst xmlns:a="http://schemas.openxmlformats.org/drawingml/2006/main">
              <a:ext uri="{FF2B5EF4-FFF2-40B4-BE49-F238E27FC236}">
                <a16:creationId xmlns:a16="http://schemas.microsoft.com/office/drawing/2014/main" id="{8DE3C780-13FD-4DA1-99B4-3DD88C8E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129" y="3639152"/>
            <a:ext cx="215272" cy="214643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0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th-51">
            <a:extLst xmlns:a="http://schemas.openxmlformats.org/drawingml/2006/main">
              <a:ext uri="{FF2B5EF4-FFF2-40B4-BE49-F238E27FC236}">
                <a16:creationId xmlns:a16="http://schemas.microsoft.com/office/drawing/2014/main" id="{899E7384-5E21-4699-BBEF-AA014046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1707" y="3060435"/>
            <a:ext cx="196389" cy="194878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ath-52">
            <a:extLst xmlns:a="http://schemas.openxmlformats.org/drawingml/2006/main">
              <a:ext uri="{FF2B5EF4-FFF2-40B4-BE49-F238E27FC236}">
                <a16:creationId xmlns:a16="http://schemas.microsoft.com/office/drawing/2014/main" id="{DE294298-467C-4190-BF76-ADB38963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2518" y="3050616"/>
            <a:ext cx="215271" cy="214642"/>
          </a:xfrm>
          <a:custGeom xmlns:a="http://schemas.openxmlformats.org/drawingml/2006/main">
            <a:pathLst>
              <a:path w="215271" h="214642">
                <a:moveTo>
                  <a:pt x="215271" y="0"/>
                </a:moveTo>
                <a:lnTo>
                  <a:pt x="215271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1" y="0"/>
                </a:lnTo>
                <a:moveTo>
                  <a:pt x="9441" y="18883"/>
                </a:moveTo>
                <a:lnTo>
                  <a:pt x="18883" y="9442"/>
                </a:lnTo>
                <a:lnTo>
                  <a:pt x="18883" y="205200"/>
                </a:lnTo>
                <a:lnTo>
                  <a:pt x="9441" y="195759"/>
                </a:lnTo>
                <a:lnTo>
                  <a:pt x="205830" y="195759"/>
                </a:lnTo>
                <a:lnTo>
                  <a:pt x="196388" y="205200"/>
                </a:lnTo>
                <a:lnTo>
                  <a:pt x="196388" y="9442"/>
                </a:lnTo>
                <a:lnTo>
                  <a:pt x="205830" y="18883"/>
                </a:lnTo>
                <a:lnTo>
                  <a:pt x="9441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ath-53">
            <a:extLst xmlns:a="http://schemas.openxmlformats.org/drawingml/2006/main">
              <a:ext uri="{FF2B5EF4-FFF2-40B4-BE49-F238E27FC236}">
                <a16:creationId xmlns:a16="http://schemas.microsoft.com/office/drawing/2014/main" id="{C763EE2E-E33F-4AD8-AFAA-EE103183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1707" y="3256823"/>
            <a:ext cx="196389" cy="196388"/>
          </a:xfrm>
          <a:custGeom xmlns:a="http://schemas.openxmlformats.org/drawingml/2006/main">
            <a:pathLst>
              <a:path w="196389" h="196388">
                <a:moveTo>
                  <a:pt x="0" y="0"/>
                </a:moveTo>
                <a:lnTo>
                  <a:pt x="0" y="196388"/>
                </a:lnTo>
                <a:lnTo>
                  <a:pt x="196389" y="19638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91ACE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ath-54">
            <a:extLst xmlns:a="http://schemas.openxmlformats.org/drawingml/2006/main">
              <a:ext uri="{FF2B5EF4-FFF2-40B4-BE49-F238E27FC236}">
                <a16:creationId xmlns:a16="http://schemas.microsoft.com/office/drawing/2014/main" id="{CADC6B2C-F3A3-44CF-8D54-51404AAB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2518" y="3247633"/>
            <a:ext cx="215271" cy="214643"/>
          </a:xfrm>
          <a:custGeom xmlns:a="http://schemas.openxmlformats.org/drawingml/2006/main">
            <a:pathLst>
              <a:path w="215271" h="214643">
                <a:moveTo>
                  <a:pt x="215271" y="0"/>
                </a:moveTo>
                <a:lnTo>
                  <a:pt x="215271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1" y="0"/>
                </a:lnTo>
                <a:moveTo>
                  <a:pt x="9441" y="18884"/>
                </a:moveTo>
                <a:lnTo>
                  <a:pt x="18883" y="9442"/>
                </a:lnTo>
                <a:lnTo>
                  <a:pt x="18883" y="205201"/>
                </a:lnTo>
                <a:lnTo>
                  <a:pt x="9441" y="195759"/>
                </a:lnTo>
                <a:lnTo>
                  <a:pt x="205830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0" y="18884"/>
                </a:lnTo>
                <a:lnTo>
                  <a:pt x="9441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ath-55">
            <a:extLst xmlns:a="http://schemas.openxmlformats.org/drawingml/2006/main">
              <a:ext uri="{FF2B5EF4-FFF2-40B4-BE49-F238E27FC236}">
                <a16:creationId xmlns:a16="http://schemas.microsoft.com/office/drawing/2014/main" id="{BC207CB2-6C57-4434-884F-C6310CE5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1707" y="3453212"/>
            <a:ext cx="196389" cy="194878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ath-56">
            <a:extLst xmlns:a="http://schemas.openxmlformats.org/drawingml/2006/main">
              <a:ext uri="{FF2B5EF4-FFF2-40B4-BE49-F238E27FC236}">
                <a16:creationId xmlns:a16="http://schemas.microsoft.com/office/drawing/2014/main" id="{A66750BD-8683-4DAE-8F14-A977B121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2518" y="3443392"/>
            <a:ext cx="215271" cy="214642"/>
          </a:xfrm>
          <a:custGeom xmlns:a="http://schemas.openxmlformats.org/drawingml/2006/main">
            <a:pathLst>
              <a:path w="215271" h="214642">
                <a:moveTo>
                  <a:pt x="215271" y="0"/>
                </a:moveTo>
                <a:lnTo>
                  <a:pt x="215271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1" y="0"/>
                </a:lnTo>
                <a:moveTo>
                  <a:pt x="9441" y="18884"/>
                </a:moveTo>
                <a:lnTo>
                  <a:pt x="18883" y="9442"/>
                </a:lnTo>
                <a:lnTo>
                  <a:pt x="18883" y="205201"/>
                </a:lnTo>
                <a:lnTo>
                  <a:pt x="9441" y="195759"/>
                </a:lnTo>
                <a:lnTo>
                  <a:pt x="205830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0" y="18884"/>
                </a:lnTo>
                <a:lnTo>
                  <a:pt x="9441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ath-57">
            <a:extLst xmlns:a="http://schemas.openxmlformats.org/drawingml/2006/main">
              <a:ext uri="{FF2B5EF4-FFF2-40B4-BE49-F238E27FC236}">
                <a16:creationId xmlns:a16="http://schemas.microsoft.com/office/drawing/2014/main" id="{5A51BB53-F7C1-4CF6-80A7-88F5DFE9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1707" y="3648089"/>
            <a:ext cx="196389" cy="196389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ath-58">
            <a:extLst xmlns:a="http://schemas.openxmlformats.org/drawingml/2006/main">
              <a:ext uri="{FF2B5EF4-FFF2-40B4-BE49-F238E27FC236}">
                <a16:creationId xmlns:a16="http://schemas.microsoft.com/office/drawing/2014/main" id="{2E2C47FF-5BBD-4069-9743-A8E3CF76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2518" y="3639152"/>
            <a:ext cx="215271" cy="214643"/>
          </a:xfrm>
          <a:custGeom xmlns:a="http://schemas.openxmlformats.org/drawingml/2006/main">
            <a:pathLst>
              <a:path w="215271" h="214643">
                <a:moveTo>
                  <a:pt x="215271" y="0"/>
                </a:moveTo>
                <a:lnTo>
                  <a:pt x="215271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1" y="0"/>
                </a:lnTo>
                <a:moveTo>
                  <a:pt x="9441" y="18883"/>
                </a:moveTo>
                <a:lnTo>
                  <a:pt x="18883" y="9442"/>
                </a:lnTo>
                <a:lnTo>
                  <a:pt x="18883" y="205201"/>
                </a:lnTo>
                <a:lnTo>
                  <a:pt x="9441" y="195759"/>
                </a:lnTo>
                <a:lnTo>
                  <a:pt x="205830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0" y="18883"/>
                </a:lnTo>
                <a:lnTo>
                  <a:pt x="9441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ath-59">
            <a:extLst xmlns:a="http://schemas.openxmlformats.org/drawingml/2006/main">
              <a:ext uri="{FF2B5EF4-FFF2-40B4-BE49-F238E27FC236}">
                <a16:creationId xmlns:a16="http://schemas.microsoft.com/office/drawing/2014/main" id="{045CCA40-96A2-4841-8A23-18800BC0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8096" y="3060435"/>
            <a:ext cx="196388" cy="194878"/>
          </a:xfrm>
          <a:custGeom xmlns:a="http://schemas.openxmlformats.org/drawingml/2006/main">
            <a:pathLst>
              <a:path w="196388" h="194878">
                <a:moveTo>
                  <a:pt x="0" y="0"/>
                </a:moveTo>
                <a:lnTo>
                  <a:pt x="0" y="194878"/>
                </a:lnTo>
                <a:lnTo>
                  <a:pt x="196388" y="194878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ath-60">
            <a:extLst xmlns:a="http://schemas.openxmlformats.org/drawingml/2006/main">
              <a:ext uri="{FF2B5EF4-FFF2-40B4-BE49-F238E27FC236}">
                <a16:creationId xmlns:a16="http://schemas.microsoft.com/office/drawing/2014/main" id="{6B606995-01F5-42D5-BDEC-883610DD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906" y="3050616"/>
            <a:ext cx="215271" cy="214642"/>
          </a:xfrm>
          <a:custGeom xmlns:a="http://schemas.openxmlformats.org/drawingml/2006/main">
            <a:pathLst>
              <a:path w="215271" h="214642">
                <a:moveTo>
                  <a:pt x="215271" y="0"/>
                </a:moveTo>
                <a:lnTo>
                  <a:pt x="215271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1" y="0"/>
                </a:lnTo>
                <a:moveTo>
                  <a:pt x="9442" y="18883"/>
                </a:moveTo>
                <a:lnTo>
                  <a:pt x="18883" y="9442"/>
                </a:lnTo>
                <a:lnTo>
                  <a:pt x="18883" y="205200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8" y="205200"/>
                </a:lnTo>
                <a:lnTo>
                  <a:pt x="196388" y="9442"/>
                </a:lnTo>
                <a:lnTo>
                  <a:pt x="205831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ath-61">
            <a:extLst xmlns:a="http://schemas.openxmlformats.org/drawingml/2006/main">
              <a:ext uri="{FF2B5EF4-FFF2-40B4-BE49-F238E27FC236}">
                <a16:creationId xmlns:a16="http://schemas.microsoft.com/office/drawing/2014/main" id="{9D7FD4BB-65E0-431C-A158-1F0C7420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8096" y="3256823"/>
            <a:ext cx="196388" cy="196388"/>
          </a:xfrm>
          <a:custGeom xmlns:a="http://schemas.openxmlformats.org/drawingml/2006/main">
            <a:pathLst>
              <a:path w="196388" h="196388">
                <a:moveTo>
                  <a:pt x="0" y="0"/>
                </a:moveTo>
                <a:lnTo>
                  <a:pt x="0" y="196388"/>
                </a:lnTo>
                <a:lnTo>
                  <a:pt x="196388" y="196388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ath-62">
            <a:extLst xmlns:a="http://schemas.openxmlformats.org/drawingml/2006/main">
              <a:ext uri="{FF2B5EF4-FFF2-40B4-BE49-F238E27FC236}">
                <a16:creationId xmlns:a16="http://schemas.microsoft.com/office/drawing/2014/main" id="{8F0444D7-5AF7-4780-8BC9-3786F26F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906" y="3247633"/>
            <a:ext cx="215271" cy="214643"/>
          </a:xfrm>
          <a:custGeom xmlns:a="http://schemas.openxmlformats.org/drawingml/2006/main">
            <a:pathLst>
              <a:path w="215271" h="214643">
                <a:moveTo>
                  <a:pt x="215271" y="0"/>
                </a:moveTo>
                <a:lnTo>
                  <a:pt x="215271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1" y="0"/>
                </a:lnTo>
                <a:moveTo>
                  <a:pt x="9442" y="18884"/>
                </a:moveTo>
                <a:lnTo>
                  <a:pt x="18883" y="9442"/>
                </a:lnTo>
                <a:lnTo>
                  <a:pt x="18883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ath-63">
            <a:extLst xmlns:a="http://schemas.openxmlformats.org/drawingml/2006/main">
              <a:ext uri="{FF2B5EF4-FFF2-40B4-BE49-F238E27FC236}">
                <a16:creationId xmlns:a16="http://schemas.microsoft.com/office/drawing/2014/main" id="{7C9E5765-80A8-4D87-B697-00AAFF0D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8096" y="3453212"/>
            <a:ext cx="196388" cy="194878"/>
          </a:xfrm>
          <a:custGeom xmlns:a="http://schemas.openxmlformats.org/drawingml/2006/main">
            <a:pathLst>
              <a:path w="196388" h="194878">
                <a:moveTo>
                  <a:pt x="0" y="0"/>
                </a:moveTo>
                <a:lnTo>
                  <a:pt x="0" y="194878"/>
                </a:lnTo>
                <a:lnTo>
                  <a:pt x="196388" y="194878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ath-64">
            <a:extLst xmlns:a="http://schemas.openxmlformats.org/drawingml/2006/main">
              <a:ext uri="{FF2B5EF4-FFF2-40B4-BE49-F238E27FC236}">
                <a16:creationId xmlns:a16="http://schemas.microsoft.com/office/drawing/2014/main" id="{3CB183BF-E422-4C0B-962E-2A660C56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906" y="3443392"/>
            <a:ext cx="215271" cy="214642"/>
          </a:xfrm>
          <a:custGeom xmlns:a="http://schemas.openxmlformats.org/drawingml/2006/main">
            <a:pathLst>
              <a:path w="215271" h="214642">
                <a:moveTo>
                  <a:pt x="215271" y="0"/>
                </a:moveTo>
                <a:lnTo>
                  <a:pt x="215271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1" y="0"/>
                </a:lnTo>
                <a:moveTo>
                  <a:pt x="9442" y="18884"/>
                </a:moveTo>
                <a:lnTo>
                  <a:pt x="18883" y="9442"/>
                </a:lnTo>
                <a:lnTo>
                  <a:pt x="18883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ath-65">
            <a:extLst xmlns:a="http://schemas.openxmlformats.org/drawingml/2006/main">
              <a:ext uri="{FF2B5EF4-FFF2-40B4-BE49-F238E27FC236}">
                <a16:creationId xmlns:a16="http://schemas.microsoft.com/office/drawing/2014/main" id="{44DB105D-FA5F-43AA-92EF-13A91C83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8096" y="3648089"/>
            <a:ext cx="196388" cy="196389"/>
          </a:xfrm>
          <a:custGeom xmlns:a="http://schemas.openxmlformats.org/drawingml/2006/main">
            <a:pathLst>
              <a:path w="196388" h="196389">
                <a:moveTo>
                  <a:pt x="0" y="0"/>
                </a:moveTo>
                <a:lnTo>
                  <a:pt x="0" y="196389"/>
                </a:lnTo>
                <a:lnTo>
                  <a:pt x="196388" y="196389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ath-66">
            <a:extLst xmlns:a="http://schemas.openxmlformats.org/drawingml/2006/main">
              <a:ext uri="{FF2B5EF4-FFF2-40B4-BE49-F238E27FC236}">
                <a16:creationId xmlns:a16="http://schemas.microsoft.com/office/drawing/2014/main" id="{928935B8-3E65-4D7A-9B48-B9DE6A67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906" y="3639152"/>
            <a:ext cx="215271" cy="214643"/>
          </a:xfrm>
          <a:custGeom xmlns:a="http://schemas.openxmlformats.org/drawingml/2006/main">
            <a:pathLst>
              <a:path w="215271" h="214643">
                <a:moveTo>
                  <a:pt x="215271" y="0"/>
                </a:moveTo>
                <a:lnTo>
                  <a:pt x="215271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1" y="0"/>
                </a:lnTo>
                <a:moveTo>
                  <a:pt x="9442" y="18883"/>
                </a:moveTo>
                <a:lnTo>
                  <a:pt x="18883" y="9442"/>
                </a:lnTo>
                <a:lnTo>
                  <a:pt x="18883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1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ath-67">
            <a:extLst xmlns:a="http://schemas.openxmlformats.org/drawingml/2006/main">
              <a:ext uri="{FF2B5EF4-FFF2-40B4-BE49-F238E27FC236}">
                <a16:creationId xmlns:a16="http://schemas.microsoft.com/office/drawing/2014/main" id="{8EE7CEB6-A98C-4C28-9DB2-8180BC9B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05" y="3166183"/>
            <a:ext cx="785554" cy="779511"/>
          </a:xfrm>
          <a:custGeom xmlns:a="http://schemas.openxmlformats.org/drawingml/2006/main">
            <a:pathLst>
              <a:path w="785554" h="779511">
                <a:moveTo>
                  <a:pt x="0" y="0"/>
                </a:moveTo>
                <a:lnTo>
                  <a:pt x="0" y="779511"/>
                </a:lnTo>
                <a:lnTo>
                  <a:pt x="785554" y="779511"/>
                </a:lnTo>
                <a:lnTo>
                  <a:pt x="78555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ath-68">
            <a:extLst xmlns:a="http://schemas.openxmlformats.org/drawingml/2006/main">
              <a:ext uri="{FF2B5EF4-FFF2-40B4-BE49-F238E27FC236}">
                <a16:creationId xmlns:a16="http://schemas.microsoft.com/office/drawing/2014/main" id="{B33DED13-0F34-4D6C-BCB4-072CF8CF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967" y="3156993"/>
            <a:ext cx="804437" cy="798143"/>
          </a:xfrm>
          <a:custGeom xmlns:a="http://schemas.openxmlformats.org/drawingml/2006/main">
            <a:pathLst>
              <a:path w="804437" h="798143">
                <a:moveTo>
                  <a:pt x="804437" y="0"/>
                </a:moveTo>
                <a:lnTo>
                  <a:pt x="804437" y="798143"/>
                </a:lnTo>
                <a:lnTo>
                  <a:pt x="0" y="798143"/>
                </a:lnTo>
                <a:lnTo>
                  <a:pt x="0" y="0"/>
                </a:lnTo>
                <a:lnTo>
                  <a:pt x="804437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788701"/>
                </a:lnTo>
                <a:lnTo>
                  <a:pt x="9442" y="779259"/>
                </a:lnTo>
                <a:lnTo>
                  <a:pt x="794996" y="779259"/>
                </a:lnTo>
                <a:lnTo>
                  <a:pt x="785554" y="788701"/>
                </a:lnTo>
                <a:lnTo>
                  <a:pt x="785554" y="9442"/>
                </a:lnTo>
                <a:lnTo>
                  <a:pt x="794996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ath-69">
            <a:extLst xmlns:a="http://schemas.openxmlformats.org/drawingml/2006/main">
              <a:ext uri="{FF2B5EF4-FFF2-40B4-BE49-F238E27FC236}">
                <a16:creationId xmlns:a16="http://schemas.microsoft.com/office/drawing/2014/main" id="{88746581-431A-4BBE-86F7-DA2CAE63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05" y="3167693"/>
            <a:ext cx="196389" cy="194878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ath-70">
            <a:extLst xmlns:a="http://schemas.openxmlformats.org/drawingml/2006/main">
              <a:ext uri="{FF2B5EF4-FFF2-40B4-BE49-F238E27FC236}">
                <a16:creationId xmlns:a16="http://schemas.microsoft.com/office/drawing/2014/main" id="{D84D9B28-B341-4991-B097-90D47E27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967" y="3157622"/>
            <a:ext cx="215272" cy="214643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71">
            <a:extLst xmlns:a="http://schemas.openxmlformats.org/drawingml/2006/main">
              <a:ext uri="{FF2B5EF4-FFF2-40B4-BE49-F238E27FC236}">
                <a16:creationId xmlns:a16="http://schemas.microsoft.com/office/drawing/2014/main" id="{CEE10C51-0C79-4E6F-828E-83E01A5A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05" y="3364082"/>
            <a:ext cx="196389" cy="196388"/>
          </a:xfrm>
          <a:custGeom xmlns:a="http://schemas.openxmlformats.org/drawingml/2006/main">
            <a:pathLst>
              <a:path w="196389" h="196388">
                <a:moveTo>
                  <a:pt x="0" y="0"/>
                </a:moveTo>
                <a:lnTo>
                  <a:pt x="0" y="196388"/>
                </a:lnTo>
                <a:lnTo>
                  <a:pt x="196389" y="19638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ath-72">
            <a:extLst xmlns:a="http://schemas.openxmlformats.org/drawingml/2006/main">
              <a:ext uri="{FF2B5EF4-FFF2-40B4-BE49-F238E27FC236}">
                <a16:creationId xmlns:a16="http://schemas.microsoft.com/office/drawing/2014/main" id="{F854C569-8915-4EF3-91C8-7F33E162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967" y="3354640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ath-73">
            <a:extLst xmlns:a="http://schemas.openxmlformats.org/drawingml/2006/main">
              <a:ext uri="{FF2B5EF4-FFF2-40B4-BE49-F238E27FC236}">
                <a16:creationId xmlns:a16="http://schemas.microsoft.com/office/drawing/2014/main" id="{47338F16-A6AA-4CF3-A465-480A0DA2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05" y="3560470"/>
            <a:ext cx="196389" cy="194878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ath-74">
            <a:extLst xmlns:a="http://schemas.openxmlformats.org/drawingml/2006/main">
              <a:ext uri="{FF2B5EF4-FFF2-40B4-BE49-F238E27FC236}">
                <a16:creationId xmlns:a16="http://schemas.microsoft.com/office/drawing/2014/main" id="{6CD03820-7860-4E73-90B7-7B7C35FC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967" y="3550399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8" y="205200"/>
                </a:lnTo>
                <a:lnTo>
                  <a:pt x="196388" y="9442"/>
                </a:lnTo>
                <a:lnTo>
                  <a:pt x="205830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ath-75">
            <a:extLst xmlns:a="http://schemas.openxmlformats.org/drawingml/2006/main">
              <a:ext uri="{FF2B5EF4-FFF2-40B4-BE49-F238E27FC236}">
                <a16:creationId xmlns:a16="http://schemas.microsoft.com/office/drawing/2014/main" id="{9F6422FD-29C9-46BE-8437-EECFC17D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905" y="3755348"/>
            <a:ext cx="196389" cy="196388"/>
          </a:xfrm>
          <a:custGeom xmlns:a="http://schemas.openxmlformats.org/drawingml/2006/main">
            <a:pathLst>
              <a:path w="196389" h="196388">
                <a:moveTo>
                  <a:pt x="0" y="0"/>
                </a:moveTo>
                <a:lnTo>
                  <a:pt x="0" y="196388"/>
                </a:lnTo>
                <a:lnTo>
                  <a:pt x="196389" y="19638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ath-76">
            <a:extLst xmlns:a="http://schemas.openxmlformats.org/drawingml/2006/main">
              <a:ext uri="{FF2B5EF4-FFF2-40B4-BE49-F238E27FC236}">
                <a16:creationId xmlns:a16="http://schemas.microsoft.com/office/drawing/2014/main" id="{A2D3507C-ABA8-40F6-8BE4-D8591446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967" y="3746158"/>
            <a:ext cx="215272" cy="214643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ath-77">
            <a:extLst xmlns:a="http://schemas.openxmlformats.org/drawingml/2006/main">
              <a:ext uri="{FF2B5EF4-FFF2-40B4-BE49-F238E27FC236}">
                <a16:creationId xmlns:a16="http://schemas.microsoft.com/office/drawing/2014/main" id="{74F5BF38-DC17-4742-94AA-821E8A2C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294" y="3167693"/>
            <a:ext cx="196389" cy="194878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ath-78">
            <a:extLst xmlns:a="http://schemas.openxmlformats.org/drawingml/2006/main">
              <a:ext uri="{FF2B5EF4-FFF2-40B4-BE49-F238E27FC236}">
                <a16:creationId xmlns:a16="http://schemas.microsoft.com/office/drawing/2014/main" id="{6294DD30-CFAE-4462-AC45-BF4620C2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1355" y="3157622"/>
            <a:ext cx="215273" cy="214643"/>
          </a:xfrm>
          <a:custGeom xmlns:a="http://schemas.openxmlformats.org/drawingml/2006/main">
            <a:pathLst>
              <a:path w="215273" h="214643">
                <a:moveTo>
                  <a:pt x="215273" y="0"/>
                </a:moveTo>
                <a:lnTo>
                  <a:pt x="215273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3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ath-79">
            <a:extLst xmlns:a="http://schemas.openxmlformats.org/drawingml/2006/main">
              <a:ext uri="{FF2B5EF4-FFF2-40B4-BE49-F238E27FC236}">
                <a16:creationId xmlns:a16="http://schemas.microsoft.com/office/drawing/2014/main" id="{8E5498F3-C579-4E95-B968-32EEBA9B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294" y="3364082"/>
            <a:ext cx="196389" cy="196388"/>
          </a:xfrm>
          <a:custGeom xmlns:a="http://schemas.openxmlformats.org/drawingml/2006/main">
            <a:pathLst>
              <a:path w="196389" h="196388">
                <a:moveTo>
                  <a:pt x="0" y="0"/>
                </a:moveTo>
                <a:lnTo>
                  <a:pt x="0" y="196388"/>
                </a:lnTo>
                <a:lnTo>
                  <a:pt x="196389" y="19638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ath-80">
            <a:extLst xmlns:a="http://schemas.openxmlformats.org/drawingml/2006/main">
              <a:ext uri="{FF2B5EF4-FFF2-40B4-BE49-F238E27FC236}">
                <a16:creationId xmlns:a16="http://schemas.microsoft.com/office/drawing/2014/main" id="{EADE9F63-E23B-425E-8E01-3789AA13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1355" y="3354640"/>
            <a:ext cx="215273" cy="214642"/>
          </a:xfrm>
          <a:custGeom xmlns:a="http://schemas.openxmlformats.org/drawingml/2006/main">
            <a:pathLst>
              <a:path w="215273" h="214642">
                <a:moveTo>
                  <a:pt x="215273" y="0"/>
                </a:moveTo>
                <a:lnTo>
                  <a:pt x="215273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3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th-81">
            <a:extLst xmlns:a="http://schemas.openxmlformats.org/drawingml/2006/main">
              <a:ext uri="{FF2B5EF4-FFF2-40B4-BE49-F238E27FC236}">
                <a16:creationId xmlns:a16="http://schemas.microsoft.com/office/drawing/2014/main" id="{3A34439A-6733-4FF1-9283-D6210F34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294" y="3560470"/>
            <a:ext cx="196389" cy="194878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91ACE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ath-82">
            <a:extLst xmlns:a="http://schemas.openxmlformats.org/drawingml/2006/main">
              <a:ext uri="{FF2B5EF4-FFF2-40B4-BE49-F238E27FC236}">
                <a16:creationId xmlns:a16="http://schemas.microsoft.com/office/drawing/2014/main" id="{20576A31-3ACE-47D9-90DF-AEC13DC3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1355" y="3550399"/>
            <a:ext cx="215273" cy="214642"/>
          </a:xfrm>
          <a:custGeom xmlns:a="http://schemas.openxmlformats.org/drawingml/2006/main">
            <a:pathLst>
              <a:path w="215273" h="214642">
                <a:moveTo>
                  <a:pt x="215273" y="0"/>
                </a:moveTo>
                <a:lnTo>
                  <a:pt x="215273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3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9" y="205200"/>
                </a:lnTo>
                <a:lnTo>
                  <a:pt x="196389" y="9442"/>
                </a:lnTo>
                <a:lnTo>
                  <a:pt x="205830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ath-83">
            <a:extLst xmlns:a="http://schemas.openxmlformats.org/drawingml/2006/main">
              <a:ext uri="{FF2B5EF4-FFF2-40B4-BE49-F238E27FC236}">
                <a16:creationId xmlns:a16="http://schemas.microsoft.com/office/drawing/2014/main" id="{8A7F77A7-A6C8-4C79-B504-26A40660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294" y="3755348"/>
            <a:ext cx="196389" cy="196388"/>
          </a:xfrm>
          <a:custGeom xmlns:a="http://schemas.openxmlformats.org/drawingml/2006/main">
            <a:pathLst>
              <a:path w="196389" h="196388">
                <a:moveTo>
                  <a:pt x="0" y="0"/>
                </a:moveTo>
                <a:lnTo>
                  <a:pt x="0" y="196388"/>
                </a:lnTo>
                <a:lnTo>
                  <a:pt x="196389" y="19638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ath-84">
            <a:extLst xmlns:a="http://schemas.openxmlformats.org/drawingml/2006/main">
              <a:ext uri="{FF2B5EF4-FFF2-40B4-BE49-F238E27FC236}">
                <a16:creationId xmlns:a16="http://schemas.microsoft.com/office/drawing/2014/main" id="{B189F34C-4415-41CF-A56F-77F82BBE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1355" y="3746158"/>
            <a:ext cx="215273" cy="214643"/>
          </a:xfrm>
          <a:custGeom xmlns:a="http://schemas.openxmlformats.org/drawingml/2006/main">
            <a:pathLst>
              <a:path w="215273" h="214643">
                <a:moveTo>
                  <a:pt x="215273" y="0"/>
                </a:moveTo>
                <a:lnTo>
                  <a:pt x="215273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3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ath-85">
            <a:extLst xmlns:a="http://schemas.openxmlformats.org/drawingml/2006/main">
              <a:ext uri="{FF2B5EF4-FFF2-40B4-BE49-F238E27FC236}">
                <a16:creationId xmlns:a16="http://schemas.microsoft.com/office/drawing/2014/main" id="{2C7F4F74-039B-4E51-97B1-A0247CF7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6682" y="3167693"/>
            <a:ext cx="196389" cy="194878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ath-86">
            <a:extLst xmlns:a="http://schemas.openxmlformats.org/drawingml/2006/main">
              <a:ext uri="{FF2B5EF4-FFF2-40B4-BE49-F238E27FC236}">
                <a16:creationId xmlns:a16="http://schemas.microsoft.com/office/drawing/2014/main" id="{773E28B0-016E-482B-B58C-1A3C2AE8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744" y="3157622"/>
            <a:ext cx="215272" cy="214643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ath-87">
            <a:extLst xmlns:a="http://schemas.openxmlformats.org/drawingml/2006/main">
              <a:ext uri="{FF2B5EF4-FFF2-40B4-BE49-F238E27FC236}">
                <a16:creationId xmlns:a16="http://schemas.microsoft.com/office/drawing/2014/main" id="{AED4B41B-8A8D-4A86-836C-D2BB9DF5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6682" y="3364082"/>
            <a:ext cx="196389" cy="196388"/>
          </a:xfrm>
          <a:custGeom xmlns:a="http://schemas.openxmlformats.org/drawingml/2006/main">
            <a:pathLst>
              <a:path w="196389" h="196388">
                <a:moveTo>
                  <a:pt x="0" y="0"/>
                </a:moveTo>
                <a:lnTo>
                  <a:pt x="0" y="196388"/>
                </a:lnTo>
                <a:lnTo>
                  <a:pt x="196389" y="19638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91ACE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ath-88">
            <a:extLst xmlns:a="http://schemas.openxmlformats.org/drawingml/2006/main">
              <a:ext uri="{FF2B5EF4-FFF2-40B4-BE49-F238E27FC236}">
                <a16:creationId xmlns:a16="http://schemas.microsoft.com/office/drawing/2014/main" id="{CDBEB875-7403-4778-B05D-8FC645EB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744" y="3354640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ath-89">
            <a:extLst xmlns:a="http://schemas.openxmlformats.org/drawingml/2006/main">
              <a:ext uri="{FF2B5EF4-FFF2-40B4-BE49-F238E27FC236}">
                <a16:creationId xmlns:a16="http://schemas.microsoft.com/office/drawing/2014/main" id="{55B09192-E49F-487E-B80D-77FEA6C0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6682" y="3560470"/>
            <a:ext cx="196389" cy="194878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ath-90">
            <a:extLst xmlns:a="http://schemas.openxmlformats.org/drawingml/2006/main">
              <a:ext uri="{FF2B5EF4-FFF2-40B4-BE49-F238E27FC236}">
                <a16:creationId xmlns:a16="http://schemas.microsoft.com/office/drawing/2014/main" id="{06ECA0AD-A810-49C2-B049-4B32C621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744" y="3550399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0"/>
                </a:lnTo>
                <a:lnTo>
                  <a:pt x="196389" y="9442"/>
                </a:lnTo>
                <a:lnTo>
                  <a:pt x="205831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ath-91">
            <a:extLst xmlns:a="http://schemas.openxmlformats.org/drawingml/2006/main">
              <a:ext uri="{FF2B5EF4-FFF2-40B4-BE49-F238E27FC236}">
                <a16:creationId xmlns:a16="http://schemas.microsoft.com/office/drawing/2014/main" id="{2D8FC41B-9661-40AF-BAD5-699DBB7B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6682" y="3755348"/>
            <a:ext cx="196389" cy="196388"/>
          </a:xfrm>
          <a:custGeom xmlns:a="http://schemas.openxmlformats.org/drawingml/2006/main">
            <a:pathLst>
              <a:path w="196389" h="196388">
                <a:moveTo>
                  <a:pt x="0" y="0"/>
                </a:moveTo>
                <a:lnTo>
                  <a:pt x="0" y="196388"/>
                </a:lnTo>
                <a:lnTo>
                  <a:pt x="196389" y="19638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ath-92">
            <a:extLst xmlns:a="http://schemas.openxmlformats.org/drawingml/2006/main">
              <a:ext uri="{FF2B5EF4-FFF2-40B4-BE49-F238E27FC236}">
                <a16:creationId xmlns:a16="http://schemas.microsoft.com/office/drawing/2014/main" id="{E649994A-EE60-4155-B743-F97646E3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744" y="3746158"/>
            <a:ext cx="215272" cy="214643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ath-93">
            <a:extLst xmlns:a="http://schemas.openxmlformats.org/drawingml/2006/main">
              <a:ext uri="{FF2B5EF4-FFF2-40B4-BE49-F238E27FC236}">
                <a16:creationId xmlns:a16="http://schemas.microsoft.com/office/drawing/2014/main" id="{66DF5FB9-394A-4E27-BE91-D5D17F82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071" y="3167693"/>
            <a:ext cx="196388" cy="194878"/>
          </a:xfrm>
          <a:custGeom xmlns:a="http://schemas.openxmlformats.org/drawingml/2006/main">
            <a:pathLst>
              <a:path w="196388" h="194878">
                <a:moveTo>
                  <a:pt x="0" y="0"/>
                </a:moveTo>
                <a:lnTo>
                  <a:pt x="0" y="194878"/>
                </a:lnTo>
                <a:lnTo>
                  <a:pt x="196388" y="194878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ath-94">
            <a:extLst xmlns:a="http://schemas.openxmlformats.org/drawingml/2006/main">
              <a:ext uri="{FF2B5EF4-FFF2-40B4-BE49-F238E27FC236}">
                <a16:creationId xmlns:a16="http://schemas.microsoft.com/office/drawing/2014/main" id="{7376C20C-C80F-4282-8683-1C3504F7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133" y="3157622"/>
            <a:ext cx="215271" cy="214643"/>
          </a:xfrm>
          <a:custGeom xmlns:a="http://schemas.openxmlformats.org/drawingml/2006/main">
            <a:pathLst>
              <a:path w="215271" h="214643">
                <a:moveTo>
                  <a:pt x="215271" y="0"/>
                </a:moveTo>
                <a:lnTo>
                  <a:pt x="215271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1" y="0"/>
                </a:lnTo>
                <a:moveTo>
                  <a:pt x="9442" y="18884"/>
                </a:moveTo>
                <a:lnTo>
                  <a:pt x="18883" y="9442"/>
                </a:lnTo>
                <a:lnTo>
                  <a:pt x="18883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ath-95">
            <a:extLst xmlns:a="http://schemas.openxmlformats.org/drawingml/2006/main">
              <a:ext uri="{FF2B5EF4-FFF2-40B4-BE49-F238E27FC236}">
                <a16:creationId xmlns:a16="http://schemas.microsoft.com/office/drawing/2014/main" id="{FDD18B23-3CAF-4051-8F1C-1D525C22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071" y="3364082"/>
            <a:ext cx="196388" cy="196388"/>
          </a:xfrm>
          <a:custGeom xmlns:a="http://schemas.openxmlformats.org/drawingml/2006/main">
            <a:pathLst>
              <a:path w="196388" h="196388">
                <a:moveTo>
                  <a:pt x="0" y="0"/>
                </a:moveTo>
                <a:lnTo>
                  <a:pt x="0" y="196388"/>
                </a:lnTo>
                <a:lnTo>
                  <a:pt x="196388" y="196388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ath-96">
            <a:extLst xmlns:a="http://schemas.openxmlformats.org/drawingml/2006/main">
              <a:ext uri="{FF2B5EF4-FFF2-40B4-BE49-F238E27FC236}">
                <a16:creationId xmlns:a16="http://schemas.microsoft.com/office/drawing/2014/main" id="{51654BDB-71A4-4E2E-B5AA-5E4A0EB6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133" y="3354640"/>
            <a:ext cx="215271" cy="214642"/>
          </a:xfrm>
          <a:custGeom xmlns:a="http://schemas.openxmlformats.org/drawingml/2006/main">
            <a:pathLst>
              <a:path w="215271" h="214642">
                <a:moveTo>
                  <a:pt x="215271" y="0"/>
                </a:moveTo>
                <a:lnTo>
                  <a:pt x="215271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1" y="0"/>
                </a:lnTo>
                <a:moveTo>
                  <a:pt x="9442" y="18884"/>
                </a:moveTo>
                <a:lnTo>
                  <a:pt x="18883" y="9442"/>
                </a:lnTo>
                <a:lnTo>
                  <a:pt x="18883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ath-97">
            <a:extLst xmlns:a="http://schemas.openxmlformats.org/drawingml/2006/main">
              <a:ext uri="{FF2B5EF4-FFF2-40B4-BE49-F238E27FC236}">
                <a16:creationId xmlns:a16="http://schemas.microsoft.com/office/drawing/2014/main" id="{8BEE29C8-C6E6-4A3E-8E9B-F8ACADB6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071" y="3560470"/>
            <a:ext cx="196388" cy="194878"/>
          </a:xfrm>
          <a:custGeom xmlns:a="http://schemas.openxmlformats.org/drawingml/2006/main">
            <a:pathLst>
              <a:path w="196388" h="194878">
                <a:moveTo>
                  <a:pt x="0" y="0"/>
                </a:moveTo>
                <a:lnTo>
                  <a:pt x="0" y="194878"/>
                </a:lnTo>
                <a:lnTo>
                  <a:pt x="196388" y="194878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ath-98">
            <a:extLst xmlns:a="http://schemas.openxmlformats.org/drawingml/2006/main">
              <a:ext uri="{FF2B5EF4-FFF2-40B4-BE49-F238E27FC236}">
                <a16:creationId xmlns:a16="http://schemas.microsoft.com/office/drawing/2014/main" id="{B8B9EFB9-2BED-4D77-AA7E-47BBC9CD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133" y="3550399"/>
            <a:ext cx="215271" cy="214642"/>
          </a:xfrm>
          <a:custGeom xmlns:a="http://schemas.openxmlformats.org/drawingml/2006/main">
            <a:pathLst>
              <a:path w="215271" h="214642">
                <a:moveTo>
                  <a:pt x="215271" y="0"/>
                </a:moveTo>
                <a:lnTo>
                  <a:pt x="215271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1" y="0"/>
                </a:lnTo>
                <a:moveTo>
                  <a:pt x="9442" y="18883"/>
                </a:moveTo>
                <a:lnTo>
                  <a:pt x="18883" y="9442"/>
                </a:lnTo>
                <a:lnTo>
                  <a:pt x="18883" y="205200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8" y="205200"/>
                </a:lnTo>
                <a:lnTo>
                  <a:pt x="196388" y="9442"/>
                </a:lnTo>
                <a:lnTo>
                  <a:pt x="205831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ath-99">
            <a:extLst xmlns:a="http://schemas.openxmlformats.org/drawingml/2006/main">
              <a:ext uri="{FF2B5EF4-FFF2-40B4-BE49-F238E27FC236}">
                <a16:creationId xmlns:a16="http://schemas.microsoft.com/office/drawing/2014/main" id="{F35D3246-1CB7-41CD-B21B-745588D6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071" y="3755348"/>
            <a:ext cx="196388" cy="196388"/>
          </a:xfrm>
          <a:custGeom xmlns:a="http://schemas.openxmlformats.org/drawingml/2006/main">
            <a:pathLst>
              <a:path w="196388" h="196388">
                <a:moveTo>
                  <a:pt x="0" y="0"/>
                </a:moveTo>
                <a:lnTo>
                  <a:pt x="0" y="196388"/>
                </a:lnTo>
                <a:lnTo>
                  <a:pt x="196388" y="196388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ath-100">
            <a:extLst xmlns:a="http://schemas.openxmlformats.org/drawingml/2006/main">
              <a:ext uri="{FF2B5EF4-FFF2-40B4-BE49-F238E27FC236}">
                <a16:creationId xmlns:a16="http://schemas.microsoft.com/office/drawing/2014/main" id="{50FC7EBA-CD93-4AB0-9E6F-A1343F84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133" y="3746158"/>
            <a:ext cx="215271" cy="214643"/>
          </a:xfrm>
          <a:custGeom xmlns:a="http://schemas.openxmlformats.org/drawingml/2006/main">
            <a:pathLst>
              <a:path w="215271" h="214643">
                <a:moveTo>
                  <a:pt x="215271" y="0"/>
                </a:moveTo>
                <a:lnTo>
                  <a:pt x="215271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1" y="0"/>
                </a:lnTo>
                <a:moveTo>
                  <a:pt x="9442" y="18884"/>
                </a:moveTo>
                <a:lnTo>
                  <a:pt x="18883" y="9442"/>
                </a:lnTo>
                <a:lnTo>
                  <a:pt x="18883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ath-101">
            <a:extLst xmlns:a="http://schemas.openxmlformats.org/drawingml/2006/main">
              <a:ext uri="{FF2B5EF4-FFF2-40B4-BE49-F238E27FC236}">
                <a16:creationId xmlns:a16="http://schemas.microsoft.com/office/drawing/2014/main" id="{3D310402-CF49-4C57-B159-40B5DA9E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834" y="3302144"/>
            <a:ext cx="785553" cy="779510"/>
          </a:xfrm>
          <a:custGeom xmlns:a="http://schemas.openxmlformats.org/drawingml/2006/main">
            <a:pathLst>
              <a:path w="785553" h="779510">
                <a:moveTo>
                  <a:pt x="0" y="0"/>
                </a:moveTo>
                <a:lnTo>
                  <a:pt x="0" y="779510"/>
                </a:lnTo>
                <a:lnTo>
                  <a:pt x="785553" y="779510"/>
                </a:lnTo>
                <a:lnTo>
                  <a:pt x="785553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ath-102">
            <a:extLst xmlns:a="http://schemas.openxmlformats.org/drawingml/2006/main">
              <a:ext uri="{FF2B5EF4-FFF2-40B4-BE49-F238E27FC236}">
                <a16:creationId xmlns:a16="http://schemas.microsoft.com/office/drawing/2014/main" id="{483A3114-74E8-44CD-BE4F-AB1B1F5A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643" y="3292954"/>
            <a:ext cx="804437" cy="798143"/>
          </a:xfrm>
          <a:custGeom xmlns:a="http://schemas.openxmlformats.org/drawingml/2006/main">
            <a:pathLst>
              <a:path w="804437" h="798143">
                <a:moveTo>
                  <a:pt x="804437" y="0"/>
                </a:moveTo>
                <a:lnTo>
                  <a:pt x="804437" y="798143"/>
                </a:lnTo>
                <a:lnTo>
                  <a:pt x="0" y="798143"/>
                </a:lnTo>
                <a:lnTo>
                  <a:pt x="0" y="0"/>
                </a:lnTo>
                <a:lnTo>
                  <a:pt x="804437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788701"/>
                </a:lnTo>
                <a:lnTo>
                  <a:pt x="9442" y="779259"/>
                </a:lnTo>
                <a:lnTo>
                  <a:pt x="794996" y="779259"/>
                </a:lnTo>
                <a:lnTo>
                  <a:pt x="785553" y="788701"/>
                </a:lnTo>
                <a:lnTo>
                  <a:pt x="785553" y="9442"/>
                </a:lnTo>
                <a:lnTo>
                  <a:pt x="794996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ath-103">
            <a:extLst xmlns:a="http://schemas.openxmlformats.org/drawingml/2006/main">
              <a:ext uri="{FF2B5EF4-FFF2-40B4-BE49-F238E27FC236}">
                <a16:creationId xmlns:a16="http://schemas.microsoft.com/office/drawing/2014/main" id="{814333E8-B577-4DEF-9572-3B597ACA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834" y="3303654"/>
            <a:ext cx="196389" cy="194878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path-104">
            <a:extLst xmlns:a="http://schemas.openxmlformats.org/drawingml/2006/main">
              <a:ext uri="{FF2B5EF4-FFF2-40B4-BE49-F238E27FC236}">
                <a16:creationId xmlns:a16="http://schemas.microsoft.com/office/drawing/2014/main" id="{899B8684-7169-4AE4-956A-6DAC8A09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643" y="3293583"/>
            <a:ext cx="215272" cy="214643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ath-105">
            <a:extLst xmlns:a="http://schemas.openxmlformats.org/drawingml/2006/main">
              <a:ext uri="{FF2B5EF4-FFF2-40B4-BE49-F238E27FC236}">
                <a16:creationId xmlns:a16="http://schemas.microsoft.com/office/drawing/2014/main" id="{464B297B-F7D1-44DE-AD4C-34CA74E9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834" y="3500043"/>
            <a:ext cx="196389" cy="196389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ath-106">
            <a:extLst xmlns:a="http://schemas.openxmlformats.org/drawingml/2006/main">
              <a:ext uri="{FF2B5EF4-FFF2-40B4-BE49-F238E27FC236}">
                <a16:creationId xmlns:a16="http://schemas.microsoft.com/office/drawing/2014/main" id="{14161DE7-BB12-4D7F-A80A-F1989B65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643" y="3490601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0"/>
                </a:lnTo>
                <a:lnTo>
                  <a:pt x="196389" y="9442"/>
                </a:lnTo>
                <a:lnTo>
                  <a:pt x="205831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ath-107">
            <a:extLst xmlns:a="http://schemas.openxmlformats.org/drawingml/2006/main">
              <a:ext uri="{FF2B5EF4-FFF2-40B4-BE49-F238E27FC236}">
                <a16:creationId xmlns:a16="http://schemas.microsoft.com/office/drawing/2014/main" id="{5302AA48-B049-431E-BC5D-1F08E15C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834" y="3696431"/>
            <a:ext cx="196389" cy="194878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ath-108">
            <a:extLst xmlns:a="http://schemas.openxmlformats.org/drawingml/2006/main">
              <a:ext uri="{FF2B5EF4-FFF2-40B4-BE49-F238E27FC236}">
                <a16:creationId xmlns:a16="http://schemas.microsoft.com/office/drawing/2014/main" id="{3682DFC4-18F7-4D99-A0FC-2FA5E5D8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643" y="3686360"/>
            <a:ext cx="215272" cy="214643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path-109">
            <a:extLst xmlns:a="http://schemas.openxmlformats.org/drawingml/2006/main">
              <a:ext uri="{FF2B5EF4-FFF2-40B4-BE49-F238E27FC236}">
                <a16:creationId xmlns:a16="http://schemas.microsoft.com/office/drawing/2014/main" id="{E68D1826-5A9C-438D-8B07-3CACA00D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834" y="3891309"/>
            <a:ext cx="196389" cy="196389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ath-110">
            <a:extLst xmlns:a="http://schemas.openxmlformats.org/drawingml/2006/main">
              <a:ext uri="{FF2B5EF4-FFF2-40B4-BE49-F238E27FC236}">
                <a16:creationId xmlns:a16="http://schemas.microsoft.com/office/drawing/2014/main" id="{5718CE0E-7988-4644-9619-0367AC4F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643" y="3882119"/>
            <a:ext cx="215272" cy="214643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ath-111">
            <a:extLst xmlns:a="http://schemas.openxmlformats.org/drawingml/2006/main">
              <a:ext uri="{FF2B5EF4-FFF2-40B4-BE49-F238E27FC236}">
                <a16:creationId xmlns:a16="http://schemas.microsoft.com/office/drawing/2014/main" id="{C9C6D9BD-0AB3-4F68-83F1-0AEB052F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7222" y="3303654"/>
            <a:ext cx="196389" cy="194878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ath-112">
            <a:extLst xmlns:a="http://schemas.openxmlformats.org/drawingml/2006/main">
              <a:ext uri="{FF2B5EF4-FFF2-40B4-BE49-F238E27FC236}">
                <a16:creationId xmlns:a16="http://schemas.microsoft.com/office/drawing/2014/main" id="{A27DB49D-5075-48E8-B9C1-5CB51E56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032" y="3293583"/>
            <a:ext cx="215272" cy="214643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ath-113">
            <a:extLst xmlns:a="http://schemas.openxmlformats.org/drawingml/2006/main">
              <a:ext uri="{FF2B5EF4-FFF2-40B4-BE49-F238E27FC236}">
                <a16:creationId xmlns:a16="http://schemas.microsoft.com/office/drawing/2014/main" id="{741B3F03-E7CA-42B7-A13E-02C47096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7222" y="3500043"/>
            <a:ext cx="196389" cy="196389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ath-114">
            <a:extLst xmlns:a="http://schemas.openxmlformats.org/drawingml/2006/main">
              <a:ext uri="{FF2B5EF4-FFF2-40B4-BE49-F238E27FC236}">
                <a16:creationId xmlns:a16="http://schemas.microsoft.com/office/drawing/2014/main" id="{F3BAD05E-C28E-4C56-8F64-A0DE8718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032" y="3490601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0"/>
                </a:lnTo>
                <a:lnTo>
                  <a:pt x="196389" y="9442"/>
                </a:lnTo>
                <a:lnTo>
                  <a:pt x="205831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ath-115">
            <a:extLst xmlns:a="http://schemas.openxmlformats.org/drawingml/2006/main">
              <a:ext uri="{FF2B5EF4-FFF2-40B4-BE49-F238E27FC236}">
                <a16:creationId xmlns:a16="http://schemas.microsoft.com/office/drawing/2014/main" id="{48F44948-CF47-49F1-A100-367631FD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7222" y="3696431"/>
            <a:ext cx="196389" cy="194878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91ACE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ath-116">
            <a:extLst xmlns:a="http://schemas.openxmlformats.org/drawingml/2006/main">
              <a:ext uri="{FF2B5EF4-FFF2-40B4-BE49-F238E27FC236}">
                <a16:creationId xmlns:a16="http://schemas.microsoft.com/office/drawing/2014/main" id="{FA85B825-5C77-4993-BA88-82D00E2E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032" y="3686360"/>
            <a:ext cx="215272" cy="214643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path-117">
            <a:extLst xmlns:a="http://schemas.openxmlformats.org/drawingml/2006/main">
              <a:ext uri="{FF2B5EF4-FFF2-40B4-BE49-F238E27FC236}">
                <a16:creationId xmlns:a16="http://schemas.microsoft.com/office/drawing/2014/main" id="{86AE95C9-AEA2-4E69-B138-49E6B6AF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7222" y="3891309"/>
            <a:ext cx="196389" cy="196389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ath-118">
            <a:extLst xmlns:a="http://schemas.openxmlformats.org/drawingml/2006/main">
              <a:ext uri="{FF2B5EF4-FFF2-40B4-BE49-F238E27FC236}">
                <a16:creationId xmlns:a16="http://schemas.microsoft.com/office/drawing/2014/main" id="{23D07A6E-F564-46D7-8611-E4C39E4C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032" y="3882119"/>
            <a:ext cx="215272" cy="214643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ath-119">
            <a:extLst xmlns:a="http://schemas.openxmlformats.org/drawingml/2006/main">
              <a:ext uri="{FF2B5EF4-FFF2-40B4-BE49-F238E27FC236}">
                <a16:creationId xmlns:a16="http://schemas.microsoft.com/office/drawing/2014/main" id="{8CF3826C-A2CB-4BF1-B871-3C89BB1C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610" y="3303654"/>
            <a:ext cx="196389" cy="194878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ath-120">
            <a:extLst xmlns:a="http://schemas.openxmlformats.org/drawingml/2006/main">
              <a:ext uri="{FF2B5EF4-FFF2-40B4-BE49-F238E27FC236}">
                <a16:creationId xmlns:a16="http://schemas.microsoft.com/office/drawing/2014/main" id="{FE7A4AD5-057F-434F-B5EA-AA549E74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4420" y="3293583"/>
            <a:ext cx="215272" cy="214643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ath-121">
            <a:extLst xmlns:a="http://schemas.openxmlformats.org/drawingml/2006/main">
              <a:ext uri="{FF2B5EF4-FFF2-40B4-BE49-F238E27FC236}">
                <a16:creationId xmlns:a16="http://schemas.microsoft.com/office/drawing/2014/main" id="{619D10A7-AE8B-402D-9D40-F0070BC6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610" y="3500043"/>
            <a:ext cx="196389" cy="196389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91ACE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ath-122">
            <a:extLst xmlns:a="http://schemas.openxmlformats.org/drawingml/2006/main">
              <a:ext uri="{FF2B5EF4-FFF2-40B4-BE49-F238E27FC236}">
                <a16:creationId xmlns:a16="http://schemas.microsoft.com/office/drawing/2014/main" id="{D002F016-208C-4BF3-A3F3-F789F82E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4420" y="3490601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8" y="205200"/>
                </a:lnTo>
                <a:lnTo>
                  <a:pt x="196388" y="9442"/>
                </a:lnTo>
                <a:lnTo>
                  <a:pt x="205831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ath-123">
            <a:extLst xmlns:a="http://schemas.openxmlformats.org/drawingml/2006/main">
              <a:ext uri="{FF2B5EF4-FFF2-40B4-BE49-F238E27FC236}">
                <a16:creationId xmlns:a16="http://schemas.microsoft.com/office/drawing/2014/main" id="{D4F84CF2-8C13-421F-B5CC-6E75E31E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610" y="3696431"/>
            <a:ext cx="196389" cy="194878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ath-124">
            <a:extLst xmlns:a="http://schemas.openxmlformats.org/drawingml/2006/main">
              <a:ext uri="{FF2B5EF4-FFF2-40B4-BE49-F238E27FC236}">
                <a16:creationId xmlns:a16="http://schemas.microsoft.com/office/drawing/2014/main" id="{14209E9B-905E-4AEC-B7D4-D7517CB7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4420" y="3686360"/>
            <a:ext cx="215272" cy="214643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1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ath-125">
            <a:extLst xmlns:a="http://schemas.openxmlformats.org/drawingml/2006/main">
              <a:ext uri="{FF2B5EF4-FFF2-40B4-BE49-F238E27FC236}">
                <a16:creationId xmlns:a16="http://schemas.microsoft.com/office/drawing/2014/main" id="{C90FFE5B-A5FA-4560-996B-DA29480A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610" y="3891309"/>
            <a:ext cx="196389" cy="196389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ath-126">
            <a:extLst xmlns:a="http://schemas.openxmlformats.org/drawingml/2006/main">
              <a:ext uri="{FF2B5EF4-FFF2-40B4-BE49-F238E27FC236}">
                <a16:creationId xmlns:a16="http://schemas.microsoft.com/office/drawing/2014/main" id="{71F99CAB-9DB3-49FE-A780-61253F4E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4420" y="3882119"/>
            <a:ext cx="215272" cy="214643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ath-127">
            <a:extLst xmlns:a="http://schemas.openxmlformats.org/drawingml/2006/main">
              <a:ext uri="{FF2B5EF4-FFF2-40B4-BE49-F238E27FC236}">
                <a16:creationId xmlns:a16="http://schemas.microsoft.com/office/drawing/2014/main" id="{E18F130D-072F-4AD4-AD8F-ECADCACF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999" y="3303654"/>
            <a:ext cx="196388" cy="194878"/>
          </a:xfrm>
          <a:custGeom xmlns:a="http://schemas.openxmlformats.org/drawingml/2006/main">
            <a:pathLst>
              <a:path w="196388" h="194878">
                <a:moveTo>
                  <a:pt x="0" y="0"/>
                </a:moveTo>
                <a:lnTo>
                  <a:pt x="0" y="194878"/>
                </a:lnTo>
                <a:lnTo>
                  <a:pt x="196388" y="194878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ath-128">
            <a:extLst xmlns:a="http://schemas.openxmlformats.org/drawingml/2006/main">
              <a:ext uri="{FF2B5EF4-FFF2-40B4-BE49-F238E27FC236}">
                <a16:creationId xmlns:a16="http://schemas.microsoft.com/office/drawing/2014/main" id="{D668C8A5-FFE1-44A0-B09C-B9905F96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808" y="3293583"/>
            <a:ext cx="215272" cy="214643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ath-129">
            <a:extLst xmlns:a="http://schemas.openxmlformats.org/drawingml/2006/main">
              <a:ext uri="{FF2B5EF4-FFF2-40B4-BE49-F238E27FC236}">
                <a16:creationId xmlns:a16="http://schemas.microsoft.com/office/drawing/2014/main" id="{1B49822D-70AE-4294-86B4-076F6398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999" y="3500043"/>
            <a:ext cx="196388" cy="196389"/>
          </a:xfrm>
          <a:custGeom xmlns:a="http://schemas.openxmlformats.org/drawingml/2006/main">
            <a:pathLst>
              <a:path w="196388" h="196389">
                <a:moveTo>
                  <a:pt x="0" y="0"/>
                </a:moveTo>
                <a:lnTo>
                  <a:pt x="0" y="196389"/>
                </a:lnTo>
                <a:lnTo>
                  <a:pt x="196388" y="196389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ath-130">
            <a:extLst xmlns:a="http://schemas.openxmlformats.org/drawingml/2006/main">
              <a:ext uri="{FF2B5EF4-FFF2-40B4-BE49-F238E27FC236}">
                <a16:creationId xmlns:a16="http://schemas.microsoft.com/office/drawing/2014/main" id="{9E7020E4-1B96-4FCD-8890-394F832E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808" y="3490601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8" y="205200"/>
                </a:lnTo>
                <a:lnTo>
                  <a:pt x="196388" y="9442"/>
                </a:lnTo>
                <a:lnTo>
                  <a:pt x="205831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ath-131">
            <a:extLst xmlns:a="http://schemas.openxmlformats.org/drawingml/2006/main">
              <a:ext uri="{FF2B5EF4-FFF2-40B4-BE49-F238E27FC236}">
                <a16:creationId xmlns:a16="http://schemas.microsoft.com/office/drawing/2014/main" id="{DC33D9C2-21D0-4B49-8340-D4517D18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999" y="3696431"/>
            <a:ext cx="196388" cy="194878"/>
          </a:xfrm>
          <a:custGeom xmlns:a="http://schemas.openxmlformats.org/drawingml/2006/main">
            <a:pathLst>
              <a:path w="196388" h="194878">
                <a:moveTo>
                  <a:pt x="0" y="0"/>
                </a:moveTo>
                <a:lnTo>
                  <a:pt x="0" y="194878"/>
                </a:lnTo>
                <a:lnTo>
                  <a:pt x="196388" y="194878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ath-132">
            <a:extLst xmlns:a="http://schemas.openxmlformats.org/drawingml/2006/main">
              <a:ext uri="{FF2B5EF4-FFF2-40B4-BE49-F238E27FC236}">
                <a16:creationId xmlns:a16="http://schemas.microsoft.com/office/drawing/2014/main" id="{6A5F948D-FB64-4C84-88DA-1FF91647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808" y="3686360"/>
            <a:ext cx="215272" cy="214643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1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ath-133">
            <a:extLst xmlns:a="http://schemas.openxmlformats.org/drawingml/2006/main">
              <a:ext uri="{FF2B5EF4-FFF2-40B4-BE49-F238E27FC236}">
                <a16:creationId xmlns:a16="http://schemas.microsoft.com/office/drawing/2014/main" id="{CBE83549-4788-4274-8C3B-37DF8062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999" y="3891309"/>
            <a:ext cx="196388" cy="196389"/>
          </a:xfrm>
          <a:custGeom xmlns:a="http://schemas.openxmlformats.org/drawingml/2006/main">
            <a:pathLst>
              <a:path w="196388" h="196389">
                <a:moveTo>
                  <a:pt x="0" y="0"/>
                </a:moveTo>
                <a:lnTo>
                  <a:pt x="0" y="196389"/>
                </a:lnTo>
                <a:lnTo>
                  <a:pt x="196388" y="196389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ath-134">
            <a:extLst xmlns:a="http://schemas.openxmlformats.org/drawingml/2006/main">
              <a:ext uri="{FF2B5EF4-FFF2-40B4-BE49-F238E27FC236}">
                <a16:creationId xmlns:a16="http://schemas.microsoft.com/office/drawing/2014/main" id="{E0196B05-9EC1-43FD-A26C-100D7279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808" y="3882119"/>
            <a:ext cx="215272" cy="214643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text-135 ...">
            <a:extLst xmlns:a="http://schemas.openxmlformats.org/drawingml/2006/main">
              <a:ext uri="{FF2B5EF4-FFF2-40B4-BE49-F238E27FC236}">
                <a16:creationId xmlns:a16="http://schemas.microsoft.com/office/drawing/2014/main" id="{3F958B39-CCDE-4225-B51F-5E83CEA6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69558">
            <a:off x="5574720" y="3891212"/>
            <a:ext cx="195247" cy="269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136" name="path-136">
            <a:extLst xmlns:a="http://schemas.openxmlformats.org/drawingml/2006/main">
              <a:ext uri="{FF2B5EF4-FFF2-40B4-BE49-F238E27FC236}">
                <a16:creationId xmlns:a16="http://schemas.microsoft.com/office/drawing/2014/main" id="{7CFC9903-78E0-46A4-9FF6-811BEB5A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326" y="4117533"/>
            <a:ext cx="50355" cy="249892"/>
          </a:xfrm>
          <a:custGeom xmlns:a="http://schemas.openxmlformats.org/drawingml/2006/main">
            <a:pathLst>
              <a:path w="50355" h="249892">
                <a:moveTo>
                  <a:pt x="0" y="75534"/>
                </a:moveTo>
                <a:lnTo>
                  <a:pt x="25178" y="75534"/>
                </a:lnTo>
                <a:lnTo>
                  <a:pt x="50355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249892"/>
                </a:moveTo>
                <a:lnTo>
                  <a:pt x="34620" y="37767"/>
                </a:lnTo>
                <a:lnTo>
                  <a:pt x="15737" y="37767"/>
                </a:lnTo>
                <a:lnTo>
                  <a:pt x="15737" y="249892"/>
                </a:lnTo>
                <a:lnTo>
                  <a:pt x="34620" y="24989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path-137">
            <a:extLst xmlns:a="http://schemas.openxmlformats.org/drawingml/2006/main">
              <a:ext uri="{FF2B5EF4-FFF2-40B4-BE49-F238E27FC236}">
                <a16:creationId xmlns:a16="http://schemas.microsoft.com/office/drawing/2014/main" id="{2092D0B6-7DCA-4F1F-A3D0-570BF5D3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9985" y="3367229"/>
            <a:ext cx="906408" cy="50356"/>
          </a:xfrm>
          <a:custGeom xmlns:a="http://schemas.openxmlformats.org/drawingml/2006/main">
            <a:pathLst>
              <a:path w="906408" h="50356">
                <a:moveTo>
                  <a:pt x="830874" y="50356"/>
                </a:moveTo>
                <a:lnTo>
                  <a:pt x="830874" y="25178"/>
                </a:lnTo>
                <a:lnTo>
                  <a:pt x="830874" y="0"/>
                </a:lnTo>
                <a:lnTo>
                  <a:pt x="906408" y="25178"/>
                </a:lnTo>
                <a:lnTo>
                  <a:pt x="830874" y="50356"/>
                </a:lnTo>
                <a:moveTo>
                  <a:pt x="0" y="15736"/>
                </a:moveTo>
                <a:lnTo>
                  <a:pt x="868642" y="15736"/>
                </a:lnTo>
                <a:lnTo>
                  <a:pt x="868642" y="34620"/>
                </a:lnTo>
                <a:lnTo>
                  <a:pt x="0" y="34620"/>
                </a:lnTo>
                <a:lnTo>
                  <a:pt x="0" y="15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AD01708-F223-42F4-B011-E637745C18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456ddef2948bb"/>
          <a:stretch xmlns:a="http://schemas.openxmlformats.org/drawingml/2006/main"/>
        </p:blipFill>
        <p:spPr>
          <a:xfrm xmlns:a="http://schemas.openxmlformats.org/drawingml/2006/main">
            <a:off x="4769933" y="6378519"/>
            <a:ext cx="478881" cy="458239"/>
          </a:xfrm>
          <a:prstGeom xmlns:a="http://schemas.openxmlformats.org/drawingml/2006/main" prst="rect">
            <a:avLst/>
          </a:prstGeom>
        </p:spPr>
      </p:pic>
      <p:pic>
        <p:nvPic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CA36095-1EE7-4816-96D6-00A44BB2B7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7b05f72b4a4174"/>
          <a:stretch xmlns:a="http://schemas.openxmlformats.org/drawingml/2006/main"/>
        </p:blipFill>
        <p:spPr>
          <a:xfrm xmlns:a="http://schemas.openxmlformats.org/drawingml/2006/main">
            <a:off x="5433622" y="6422580"/>
            <a:ext cx="458239" cy="458239"/>
          </a:xfrm>
          <a:prstGeom xmlns:a="http://schemas.openxmlformats.org/drawingml/2006/main" prst="rect">
            <a:avLst/>
          </a:prstGeom>
        </p:spPr>
      </p:pic>
      <p:pic>
        <p:nvPic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E4A61B8-4E7A-44CB-BE8F-01F8E5DBD8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fe2a1f037e4638"/>
          <a:stretch xmlns:a="http://schemas.openxmlformats.org/drawingml/2006/main"/>
        </p:blipFill>
        <p:spPr>
          <a:xfrm xmlns:a="http://schemas.openxmlformats.org/drawingml/2006/main">
            <a:off x="6102098" y="6442408"/>
            <a:ext cx="457610" cy="457610"/>
          </a:xfrm>
          <a:prstGeom xmlns:a="http://schemas.openxmlformats.org/drawingml/2006/main" prst="rect">
            <a:avLst/>
          </a:prstGeom>
        </p:spPr>
      </p:pic>
      <p:pic>
        <p:nvPic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B5CA654-DB29-4544-833B-33D3BF8CC6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6a783be7544b94"/>
          <a:stretch xmlns:a="http://schemas.openxmlformats.org/drawingml/2006/main"/>
        </p:blipFill>
        <p:spPr>
          <a:xfrm xmlns:a="http://schemas.openxmlformats.org/drawingml/2006/main">
            <a:off x="4160874" y="6422580"/>
            <a:ext cx="458239" cy="458239"/>
          </a:xfrm>
          <a:prstGeom xmlns:a="http://schemas.openxmlformats.org/drawingml/2006/main" prst="rect">
            <a:avLst/>
          </a:prstGeom>
        </p:spPr>
      </p:pic>
      <p:pic>
        <p:nvPic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C09D44F-C7F5-4C9D-9FD2-074773CE4E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5e66bf56784f94"/>
          <a:stretch xmlns:a="http://schemas.openxmlformats.org/drawingml/2006/main"/>
        </p:blipFill>
        <p:spPr>
          <a:xfrm xmlns:a="http://schemas.openxmlformats.org/drawingml/2006/main">
            <a:off x="7074349" y="6442094"/>
            <a:ext cx="478881" cy="458239"/>
          </a:xfrm>
          <a:prstGeom xmlns:a="http://schemas.openxmlformats.org/drawingml/2006/main" prst="rect">
            <a:avLst/>
          </a:prstGeom>
        </p:spPr>
      </p:pic>
      <p:sp>
        <p:nvSpPr>
          <p:cNvPr id="143" name="text-143 ...">
            <a:extLst xmlns:a="http://schemas.openxmlformats.org/drawingml/2006/main">
              <a:ext uri="{FF2B5EF4-FFF2-40B4-BE49-F238E27FC236}">
                <a16:creationId xmlns:a16="http://schemas.microsoft.com/office/drawing/2014/main" id="{BCE8A937-6B8B-4533-AEA0-B1E530C4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0777" y="6552537"/>
            <a:ext cx="208874" cy="28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144" name="path-144">
            <a:extLst xmlns:a="http://schemas.openxmlformats.org/drawingml/2006/main">
              <a:ext uri="{FF2B5EF4-FFF2-40B4-BE49-F238E27FC236}">
                <a16:creationId xmlns:a16="http://schemas.microsoft.com/office/drawing/2014/main" id="{84C9C010-81E9-4D25-AA1D-32C0355D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341" y="6179612"/>
            <a:ext cx="50356" cy="214013"/>
          </a:xfrm>
          <a:custGeom xmlns:a="http://schemas.openxmlformats.org/drawingml/2006/main">
            <a:pathLst>
              <a:path w="50356" h="214013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214013"/>
                </a:moveTo>
                <a:lnTo>
                  <a:pt x="34620" y="37767"/>
                </a:lnTo>
                <a:lnTo>
                  <a:pt x="15736" y="37767"/>
                </a:lnTo>
                <a:lnTo>
                  <a:pt x="15736" y="214013"/>
                </a:lnTo>
                <a:lnTo>
                  <a:pt x="34620" y="2140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316791E-C0A6-4E7D-BB0D-0863C50A7C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d373c257834d80"/>
          <a:stretch xmlns:a="http://schemas.openxmlformats.org/drawingml/2006/main"/>
        </p:blipFill>
        <p:spPr>
          <a:xfrm xmlns:a="http://schemas.openxmlformats.org/drawingml/2006/main">
            <a:off x="8398321" y="1363076"/>
            <a:ext cx="1310439" cy="465659"/>
          </a:xfrm>
          <a:prstGeom xmlns:a="http://schemas.openxmlformats.org/drawingml/2006/main" prst="rect">
            <a:avLst/>
          </a:prstGeom>
        </p:spPr>
      </p:pic>
      <p:sp>
        <p:nvSpPr>
          <p:cNvPr id="146" name="text-146 Expert">
            <a:extLst xmlns:a="http://schemas.openxmlformats.org/drawingml/2006/main">
              <a:ext uri="{FF2B5EF4-FFF2-40B4-BE49-F238E27FC236}">
                <a16:creationId xmlns:a16="http://schemas.microsoft.com/office/drawing/2014/main" id="{B3645951-1149-4B43-92CC-B3941CB5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0184" y="1419537"/>
            <a:ext cx="645107" cy="317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Expert</a:t>
            </a:r>
          </a:p>
        </p:txBody>
      </p:sp>
      <p:sp>
        <p:nvSpPr>
          <p:cNvPr id="147" name="text-147 𝑬">
            <a:extLst xmlns:a="http://schemas.openxmlformats.org/drawingml/2006/main">
              <a:ext uri="{FF2B5EF4-FFF2-40B4-BE49-F238E27FC236}">
                <a16:creationId xmlns:a16="http://schemas.microsoft.com/office/drawing/2014/main" id="{F9FF19F2-2287-423A-8B8B-1F5E2C08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1107" y="1419566"/>
            <a:ext cx="189414" cy="31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𝑬</a:t>
            </a:r>
          </a:p>
        </p:txBody>
      </p:sp>
      <p:sp>
        <p:nvSpPr>
          <p:cNvPr id="148" name="text-148 1">
            <a:extLst xmlns:a="http://schemas.openxmlformats.org/drawingml/2006/main">
              <a:ext uri="{FF2B5EF4-FFF2-40B4-BE49-F238E27FC236}">
                <a16:creationId xmlns:a16="http://schemas.microsoft.com/office/drawing/2014/main" id="{260F3FD4-4936-409B-BC44-7E14A3E2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9658" y="1520698"/>
            <a:ext cx="125214" cy="2402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1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1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351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1</a:t>
            </a:r>
          </a:p>
        </p:txBody>
      </p:sp>
      <p:pic>
        <p:nvPic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E975A7BB-3FA4-4EBE-ADFB-3920C5F492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b1b89b6884948"/>
          <a:stretch xmlns:a="http://schemas.openxmlformats.org/drawingml/2006/main"/>
        </p:blipFill>
        <p:spPr>
          <a:xfrm xmlns:a="http://schemas.openxmlformats.org/drawingml/2006/main">
            <a:off x="9636448" y="1362454"/>
            <a:ext cx="1309810" cy="466904"/>
          </a:xfrm>
          <a:prstGeom xmlns:a="http://schemas.openxmlformats.org/drawingml/2006/main" prst="rect">
            <a:avLst/>
          </a:prstGeom>
        </p:spPr>
      </p:pic>
      <p:sp>
        <p:nvSpPr>
          <p:cNvPr id="150" name="text-150 Expert">
            <a:extLst xmlns:a="http://schemas.openxmlformats.org/drawingml/2006/main">
              <a:ext uri="{FF2B5EF4-FFF2-40B4-BE49-F238E27FC236}">
                <a16:creationId xmlns:a16="http://schemas.microsoft.com/office/drawing/2014/main" id="{195DACFB-FE85-42A7-A16E-680F59FE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7683" y="1419537"/>
            <a:ext cx="645107" cy="317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Expert</a:t>
            </a:r>
          </a:p>
        </p:txBody>
      </p:sp>
      <p:sp>
        <p:nvSpPr>
          <p:cNvPr id="151" name="text-151 𝑬">
            <a:extLst xmlns:a="http://schemas.openxmlformats.org/drawingml/2006/main">
              <a:ext uri="{FF2B5EF4-FFF2-40B4-BE49-F238E27FC236}">
                <a16:creationId xmlns:a16="http://schemas.microsoft.com/office/drawing/2014/main" id="{9D4DC4C8-EB22-4D4A-B877-AED46271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68607" y="1419566"/>
            <a:ext cx="189414" cy="31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𝑬</a:t>
            </a:r>
          </a:p>
        </p:txBody>
      </p:sp>
      <p:sp>
        <p:nvSpPr>
          <p:cNvPr id="152" name="text-152 2">
            <a:extLst xmlns:a="http://schemas.openxmlformats.org/drawingml/2006/main">
              <a:ext uri="{FF2B5EF4-FFF2-40B4-BE49-F238E27FC236}">
                <a16:creationId xmlns:a16="http://schemas.microsoft.com/office/drawing/2014/main" id="{B64A48A8-01F0-4038-ACAF-344F5FD1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7156" y="1520698"/>
            <a:ext cx="125214" cy="2402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1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1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351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2</a:t>
            </a:r>
          </a:p>
        </p:txBody>
      </p:sp>
      <p:pic>
        <p:nvPic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B38C4B57-420D-4CB4-887D-3A1162E0E5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fd6c89fb948d1"/>
          <a:stretch xmlns:a="http://schemas.openxmlformats.org/drawingml/2006/main"/>
        </p:blipFill>
        <p:spPr>
          <a:xfrm xmlns:a="http://schemas.openxmlformats.org/drawingml/2006/main">
            <a:off x="11063411" y="1362959"/>
            <a:ext cx="1348206" cy="465894"/>
          </a:xfrm>
          <a:prstGeom xmlns:a="http://schemas.openxmlformats.org/drawingml/2006/main" prst="rect">
            <a:avLst/>
          </a:prstGeom>
        </p:spPr>
      </p:pic>
      <p:sp>
        <p:nvSpPr>
          <p:cNvPr id="154" name="text-154 Expert">
            <a:extLst xmlns:a="http://schemas.openxmlformats.org/drawingml/2006/main">
              <a:ext uri="{FF2B5EF4-FFF2-40B4-BE49-F238E27FC236}">
                <a16:creationId xmlns:a16="http://schemas.microsoft.com/office/drawing/2014/main" id="{D2A1CBBF-4F00-4A32-9CDC-11390738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47866" y="1419537"/>
            <a:ext cx="645107" cy="317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Expert</a:t>
            </a:r>
          </a:p>
        </p:txBody>
      </p:sp>
      <p:sp>
        <p:nvSpPr>
          <p:cNvPr id="155" name="text-155 𝑬">
            <a:extLst xmlns:a="http://schemas.openxmlformats.org/drawingml/2006/main">
              <a:ext uri="{FF2B5EF4-FFF2-40B4-BE49-F238E27FC236}">
                <a16:creationId xmlns:a16="http://schemas.microsoft.com/office/drawing/2014/main" id="{FE018FAD-1985-42B0-BC16-AF72A227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8789" y="1419566"/>
            <a:ext cx="189414" cy="31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𝑬</a:t>
            </a:r>
          </a:p>
        </p:txBody>
      </p:sp>
      <p:sp>
        <p:nvSpPr>
          <p:cNvPr id="156" name="path-156">
            <a:extLst xmlns:a="http://schemas.openxmlformats.org/drawingml/2006/main">
              <a:ext uri="{FF2B5EF4-FFF2-40B4-BE49-F238E27FC236}">
                <a16:creationId xmlns:a16="http://schemas.microsoft.com/office/drawing/2014/main" id="{99E37F6E-5F51-469B-9983-9B35D76A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0602" y="1611000"/>
            <a:ext cx="99663" cy="82708"/>
          </a:xfrm>
          <a:custGeom xmlns:a="http://schemas.openxmlformats.org/drawingml/2006/main">
            <a:pathLst>
              <a:path w="99663" h="82708">
                <a:moveTo>
                  <a:pt x="37891" y="21095"/>
                </a:moveTo>
                <a:cubicBezTo>
                  <a:pt x="43039" y="14037"/>
                  <a:pt x="48120" y="8756"/>
                  <a:pt x="53135" y="5254"/>
                </a:cubicBezTo>
                <a:cubicBezTo>
                  <a:pt x="58150" y="1751"/>
                  <a:pt x="63338" y="0"/>
                  <a:pt x="68698" y="0"/>
                </a:cubicBezTo>
                <a:cubicBezTo>
                  <a:pt x="74323" y="0"/>
                  <a:pt x="78529" y="1512"/>
                  <a:pt x="81315" y="4537"/>
                </a:cubicBezTo>
                <a:cubicBezTo>
                  <a:pt x="84101" y="7562"/>
                  <a:pt x="85494" y="11808"/>
                  <a:pt x="85494" y="17274"/>
                </a:cubicBezTo>
                <a:cubicBezTo>
                  <a:pt x="85494" y="18919"/>
                  <a:pt x="85255" y="21201"/>
                  <a:pt x="84778" y="24120"/>
                </a:cubicBezTo>
                <a:cubicBezTo>
                  <a:pt x="84300" y="27039"/>
                  <a:pt x="83690" y="30223"/>
                  <a:pt x="82947" y="33672"/>
                </a:cubicBezTo>
                <a:cubicBezTo>
                  <a:pt x="82204" y="37122"/>
                  <a:pt x="81408" y="40664"/>
                  <a:pt x="80559" y="44299"/>
                </a:cubicBezTo>
                <a:cubicBezTo>
                  <a:pt x="79709" y="47934"/>
                  <a:pt x="78913" y="51291"/>
                  <a:pt x="78170" y="54369"/>
                </a:cubicBezTo>
                <a:cubicBezTo>
                  <a:pt x="77427" y="57447"/>
                  <a:pt x="76817" y="60074"/>
                  <a:pt x="76340" y="62250"/>
                </a:cubicBezTo>
                <a:cubicBezTo>
                  <a:pt x="75862" y="64426"/>
                  <a:pt x="75623" y="65779"/>
                  <a:pt x="75623" y="66310"/>
                </a:cubicBezTo>
                <a:cubicBezTo>
                  <a:pt x="75623" y="68326"/>
                  <a:pt x="75995" y="69786"/>
                  <a:pt x="76738" y="70688"/>
                </a:cubicBezTo>
                <a:cubicBezTo>
                  <a:pt x="77481" y="71590"/>
                  <a:pt x="78675" y="72041"/>
                  <a:pt x="80320" y="72041"/>
                </a:cubicBezTo>
                <a:cubicBezTo>
                  <a:pt x="81328" y="72041"/>
                  <a:pt x="82323" y="71855"/>
                  <a:pt x="83305" y="71484"/>
                </a:cubicBezTo>
                <a:cubicBezTo>
                  <a:pt x="84287" y="71112"/>
                  <a:pt x="85308" y="70529"/>
                  <a:pt x="86370" y="69732"/>
                </a:cubicBezTo>
                <a:cubicBezTo>
                  <a:pt x="87431" y="68936"/>
                  <a:pt x="88598" y="67915"/>
                  <a:pt x="89872" y="66668"/>
                </a:cubicBezTo>
                <a:cubicBezTo>
                  <a:pt x="91146" y="65421"/>
                  <a:pt x="92579" y="63921"/>
                  <a:pt x="94171" y="62170"/>
                </a:cubicBezTo>
                <a:lnTo>
                  <a:pt x="99663" y="67424"/>
                </a:lnTo>
                <a:cubicBezTo>
                  <a:pt x="97063" y="70077"/>
                  <a:pt x="94675" y="72359"/>
                  <a:pt x="92499" y="74270"/>
                </a:cubicBezTo>
                <a:cubicBezTo>
                  <a:pt x="90323" y="76180"/>
                  <a:pt x="88214" y="77759"/>
                  <a:pt x="86171" y="79006"/>
                </a:cubicBezTo>
                <a:cubicBezTo>
                  <a:pt x="84127" y="80253"/>
                  <a:pt x="82098" y="81182"/>
                  <a:pt x="80081" y="81792"/>
                </a:cubicBezTo>
                <a:cubicBezTo>
                  <a:pt x="78064" y="82403"/>
                  <a:pt x="75915" y="82708"/>
                  <a:pt x="73633" y="82708"/>
                </a:cubicBezTo>
                <a:cubicBezTo>
                  <a:pt x="71723" y="82708"/>
                  <a:pt x="69958" y="82336"/>
                  <a:pt x="68339" y="81593"/>
                </a:cubicBezTo>
                <a:cubicBezTo>
                  <a:pt x="66721" y="80850"/>
                  <a:pt x="65328" y="79829"/>
                  <a:pt x="64160" y="78529"/>
                </a:cubicBezTo>
                <a:cubicBezTo>
                  <a:pt x="62993" y="77228"/>
                  <a:pt x="62091" y="75689"/>
                  <a:pt x="61454" y="73912"/>
                </a:cubicBezTo>
                <a:cubicBezTo>
                  <a:pt x="60817" y="72134"/>
                  <a:pt x="60499" y="70184"/>
                  <a:pt x="60499" y="68061"/>
                </a:cubicBezTo>
                <a:cubicBezTo>
                  <a:pt x="60499" y="65938"/>
                  <a:pt x="60724" y="63457"/>
                  <a:pt x="61175" y="60618"/>
                </a:cubicBezTo>
                <a:cubicBezTo>
                  <a:pt x="61626" y="57779"/>
                  <a:pt x="62303" y="54661"/>
                  <a:pt x="63205" y="51265"/>
                </a:cubicBezTo>
                <a:cubicBezTo>
                  <a:pt x="64160" y="47815"/>
                  <a:pt x="65049" y="44512"/>
                  <a:pt x="65872" y="41354"/>
                </a:cubicBezTo>
                <a:cubicBezTo>
                  <a:pt x="66694" y="38196"/>
                  <a:pt x="67411" y="35278"/>
                  <a:pt x="68021" y="32598"/>
                </a:cubicBezTo>
                <a:cubicBezTo>
                  <a:pt x="68631" y="29918"/>
                  <a:pt x="69109" y="27529"/>
                  <a:pt x="69454" y="25433"/>
                </a:cubicBezTo>
                <a:cubicBezTo>
                  <a:pt x="69799" y="23337"/>
                  <a:pt x="69971" y="21599"/>
                  <a:pt x="69971" y="20219"/>
                </a:cubicBezTo>
                <a:cubicBezTo>
                  <a:pt x="69971" y="16929"/>
                  <a:pt x="69348" y="14514"/>
                  <a:pt x="68101" y="12975"/>
                </a:cubicBezTo>
                <a:cubicBezTo>
                  <a:pt x="66854" y="11436"/>
                  <a:pt x="64850" y="10667"/>
                  <a:pt x="62091" y="10667"/>
                </a:cubicBezTo>
                <a:cubicBezTo>
                  <a:pt x="60499" y="10667"/>
                  <a:pt x="58787" y="11078"/>
                  <a:pt x="56956" y="11901"/>
                </a:cubicBezTo>
                <a:cubicBezTo>
                  <a:pt x="55125" y="12723"/>
                  <a:pt x="53281" y="13864"/>
                  <a:pt x="51424" y="15324"/>
                </a:cubicBezTo>
                <a:cubicBezTo>
                  <a:pt x="49566" y="16783"/>
                  <a:pt x="47749" y="18508"/>
                  <a:pt x="45971" y="20498"/>
                </a:cubicBezTo>
                <a:cubicBezTo>
                  <a:pt x="44193" y="22488"/>
                  <a:pt x="42561" y="24611"/>
                  <a:pt x="41075" y="26866"/>
                </a:cubicBezTo>
                <a:cubicBezTo>
                  <a:pt x="39589" y="29122"/>
                  <a:pt x="38276" y="31483"/>
                  <a:pt x="37135" y="33951"/>
                </a:cubicBezTo>
                <a:cubicBezTo>
                  <a:pt x="35994" y="36419"/>
                  <a:pt x="35158" y="38873"/>
                  <a:pt x="34627" y="41314"/>
                </a:cubicBezTo>
                <a:lnTo>
                  <a:pt x="25712" y="81275"/>
                </a:lnTo>
                <a:lnTo>
                  <a:pt x="10110" y="81275"/>
                </a:lnTo>
                <a:lnTo>
                  <a:pt x="22050" y="29374"/>
                </a:lnTo>
                <a:cubicBezTo>
                  <a:pt x="22740" y="26614"/>
                  <a:pt x="23244" y="24146"/>
                  <a:pt x="23563" y="21971"/>
                </a:cubicBezTo>
                <a:cubicBezTo>
                  <a:pt x="23881" y="19795"/>
                  <a:pt x="24040" y="18017"/>
                  <a:pt x="24040" y="16637"/>
                </a:cubicBezTo>
                <a:cubicBezTo>
                  <a:pt x="24040" y="12763"/>
                  <a:pt x="22475" y="10826"/>
                  <a:pt x="19344" y="10826"/>
                </a:cubicBezTo>
                <a:cubicBezTo>
                  <a:pt x="18388" y="10826"/>
                  <a:pt x="17420" y="11025"/>
                  <a:pt x="16438" y="11423"/>
                </a:cubicBezTo>
                <a:cubicBezTo>
                  <a:pt x="15456" y="11821"/>
                  <a:pt x="14421" y="12418"/>
                  <a:pt x="13334" y="13214"/>
                </a:cubicBezTo>
                <a:cubicBezTo>
                  <a:pt x="12246" y="14010"/>
                  <a:pt x="11065" y="15018"/>
                  <a:pt x="9791" y="16239"/>
                </a:cubicBezTo>
                <a:cubicBezTo>
                  <a:pt x="8518" y="17460"/>
                  <a:pt x="7085" y="18893"/>
                  <a:pt x="5493" y="20538"/>
                </a:cubicBezTo>
                <a:lnTo>
                  <a:pt x="0" y="15363"/>
                </a:lnTo>
                <a:cubicBezTo>
                  <a:pt x="2653" y="12657"/>
                  <a:pt x="5081" y="10335"/>
                  <a:pt x="7284" y="8398"/>
                </a:cubicBezTo>
                <a:cubicBezTo>
                  <a:pt x="9486" y="6461"/>
                  <a:pt x="11582" y="4869"/>
                  <a:pt x="13572" y="3622"/>
                </a:cubicBezTo>
                <a:cubicBezTo>
                  <a:pt x="15562" y="2375"/>
                  <a:pt x="17539" y="1459"/>
                  <a:pt x="19503" y="876"/>
                </a:cubicBezTo>
                <a:cubicBezTo>
                  <a:pt x="21466" y="292"/>
                  <a:pt x="23536" y="0"/>
                  <a:pt x="25712" y="0"/>
                </a:cubicBezTo>
                <a:cubicBezTo>
                  <a:pt x="29639" y="0"/>
                  <a:pt x="32677" y="1287"/>
                  <a:pt x="34826" y="3861"/>
                </a:cubicBezTo>
                <a:cubicBezTo>
                  <a:pt x="36976" y="6435"/>
                  <a:pt x="38050" y="9818"/>
                  <a:pt x="38050" y="14010"/>
                </a:cubicBezTo>
                <a:cubicBezTo>
                  <a:pt x="38050" y="15072"/>
                  <a:pt x="37958" y="16186"/>
                  <a:pt x="37772" y="17354"/>
                </a:cubicBezTo>
                <a:cubicBezTo>
                  <a:pt x="37586" y="18521"/>
                  <a:pt x="37254" y="19635"/>
                  <a:pt x="36777" y="20697"/>
                </a:cubicBezTo>
                <a:lnTo>
                  <a:pt x="37891" y="210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text-157 ...">
            <a:extLst xmlns:a="http://schemas.openxmlformats.org/drawingml/2006/main">
              <a:ext uri="{FF2B5EF4-FFF2-40B4-BE49-F238E27FC236}">
                <a16:creationId xmlns:a16="http://schemas.microsoft.com/office/drawing/2014/main" id="{536B4FAC-3D3B-4576-A528-F0B67301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85919" y="1360832"/>
            <a:ext cx="208874" cy="28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158" name="path-158">
            <a:extLst xmlns:a="http://schemas.openxmlformats.org/drawingml/2006/main">
              <a:ext uri="{FF2B5EF4-FFF2-40B4-BE49-F238E27FC236}">
                <a16:creationId xmlns:a16="http://schemas.microsoft.com/office/drawing/2014/main" id="{E7C3AA72-44D6-490E-993B-40FF033E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952" y="1736953"/>
            <a:ext cx="659236" cy="424476"/>
          </a:xfrm>
          <a:custGeom xmlns:a="http://schemas.openxmlformats.org/drawingml/2006/main">
            <a:pathLst>
              <a:path w="659236" h="424476">
                <a:moveTo>
                  <a:pt x="0" y="79626"/>
                </a:moveTo>
                <a:lnTo>
                  <a:pt x="23907" y="71720"/>
                </a:lnTo>
                <a:lnTo>
                  <a:pt x="47812" y="63814"/>
                </a:lnTo>
                <a:lnTo>
                  <a:pt x="201" y="0"/>
                </a:lnTo>
                <a:lnTo>
                  <a:pt x="0" y="79626"/>
                </a:lnTo>
                <a:moveTo>
                  <a:pt x="659236" y="424022"/>
                </a:moveTo>
                <a:lnTo>
                  <a:pt x="659110" y="418836"/>
                </a:lnTo>
                <a:lnTo>
                  <a:pt x="658719" y="413422"/>
                </a:lnTo>
                <a:lnTo>
                  <a:pt x="658089" y="408035"/>
                </a:lnTo>
                <a:lnTo>
                  <a:pt x="657221" y="402659"/>
                </a:lnTo>
                <a:lnTo>
                  <a:pt x="656101" y="397309"/>
                </a:lnTo>
                <a:lnTo>
                  <a:pt x="654754" y="391996"/>
                </a:lnTo>
                <a:lnTo>
                  <a:pt x="653167" y="386709"/>
                </a:lnTo>
                <a:lnTo>
                  <a:pt x="651366" y="381447"/>
                </a:lnTo>
                <a:lnTo>
                  <a:pt x="649353" y="376235"/>
                </a:lnTo>
                <a:lnTo>
                  <a:pt x="647125" y="371048"/>
                </a:lnTo>
                <a:lnTo>
                  <a:pt x="644683" y="365912"/>
                </a:lnTo>
                <a:lnTo>
                  <a:pt x="642052" y="360814"/>
                </a:lnTo>
                <a:lnTo>
                  <a:pt x="639206" y="355752"/>
                </a:lnTo>
                <a:lnTo>
                  <a:pt x="636185" y="350742"/>
                </a:lnTo>
                <a:lnTo>
                  <a:pt x="632963" y="345782"/>
                </a:lnTo>
                <a:lnTo>
                  <a:pt x="629526" y="340822"/>
                </a:lnTo>
                <a:lnTo>
                  <a:pt x="622237" y="331204"/>
                </a:lnTo>
                <a:lnTo>
                  <a:pt x="614216" y="321762"/>
                </a:lnTo>
                <a:lnTo>
                  <a:pt x="605542" y="312547"/>
                </a:lnTo>
                <a:lnTo>
                  <a:pt x="596253" y="303584"/>
                </a:lnTo>
                <a:lnTo>
                  <a:pt x="586358" y="294872"/>
                </a:lnTo>
                <a:lnTo>
                  <a:pt x="575921" y="286450"/>
                </a:lnTo>
                <a:lnTo>
                  <a:pt x="564943" y="278330"/>
                </a:lnTo>
                <a:lnTo>
                  <a:pt x="553463" y="270512"/>
                </a:lnTo>
                <a:lnTo>
                  <a:pt x="541503" y="263022"/>
                </a:lnTo>
                <a:lnTo>
                  <a:pt x="529115" y="255884"/>
                </a:lnTo>
                <a:lnTo>
                  <a:pt x="516300" y="249099"/>
                </a:lnTo>
                <a:lnTo>
                  <a:pt x="503094" y="242703"/>
                </a:lnTo>
                <a:lnTo>
                  <a:pt x="489547" y="236711"/>
                </a:lnTo>
                <a:lnTo>
                  <a:pt x="475663" y="231134"/>
                </a:lnTo>
                <a:lnTo>
                  <a:pt x="461474" y="225998"/>
                </a:lnTo>
                <a:lnTo>
                  <a:pt x="447009" y="221327"/>
                </a:lnTo>
                <a:lnTo>
                  <a:pt x="432305" y="217122"/>
                </a:lnTo>
                <a:lnTo>
                  <a:pt x="417388" y="213409"/>
                </a:lnTo>
                <a:lnTo>
                  <a:pt x="402332" y="210224"/>
                </a:lnTo>
                <a:lnTo>
                  <a:pt x="394677" y="208814"/>
                </a:lnTo>
                <a:lnTo>
                  <a:pt x="387023" y="207555"/>
                </a:lnTo>
                <a:lnTo>
                  <a:pt x="379345" y="206435"/>
                </a:lnTo>
                <a:lnTo>
                  <a:pt x="371640" y="205452"/>
                </a:lnTo>
                <a:lnTo>
                  <a:pt x="363909" y="204622"/>
                </a:lnTo>
                <a:lnTo>
                  <a:pt x="356155" y="203929"/>
                </a:lnTo>
                <a:lnTo>
                  <a:pt x="348387" y="203388"/>
                </a:lnTo>
                <a:lnTo>
                  <a:pt x="340595" y="202998"/>
                </a:lnTo>
                <a:lnTo>
                  <a:pt x="332802" y="202758"/>
                </a:lnTo>
                <a:lnTo>
                  <a:pt x="325097" y="202683"/>
                </a:lnTo>
                <a:lnTo>
                  <a:pt x="317482" y="202607"/>
                </a:lnTo>
                <a:lnTo>
                  <a:pt x="317672" y="202607"/>
                </a:lnTo>
                <a:lnTo>
                  <a:pt x="310067" y="202381"/>
                </a:lnTo>
                <a:lnTo>
                  <a:pt x="310255" y="202393"/>
                </a:lnTo>
                <a:lnTo>
                  <a:pt x="302651" y="202003"/>
                </a:lnTo>
                <a:lnTo>
                  <a:pt x="302829" y="202016"/>
                </a:lnTo>
                <a:lnTo>
                  <a:pt x="295250" y="201487"/>
                </a:lnTo>
                <a:lnTo>
                  <a:pt x="295426" y="201499"/>
                </a:lnTo>
                <a:lnTo>
                  <a:pt x="287848" y="200832"/>
                </a:lnTo>
                <a:lnTo>
                  <a:pt x="288024" y="200845"/>
                </a:lnTo>
                <a:lnTo>
                  <a:pt x="280470" y="200026"/>
                </a:lnTo>
                <a:lnTo>
                  <a:pt x="280646" y="200052"/>
                </a:lnTo>
                <a:lnTo>
                  <a:pt x="273119" y="199095"/>
                </a:lnTo>
                <a:lnTo>
                  <a:pt x="273282" y="199120"/>
                </a:lnTo>
                <a:lnTo>
                  <a:pt x="265778" y="198012"/>
                </a:lnTo>
                <a:lnTo>
                  <a:pt x="265956" y="198050"/>
                </a:lnTo>
                <a:lnTo>
                  <a:pt x="258477" y="196816"/>
                </a:lnTo>
                <a:lnTo>
                  <a:pt x="258640" y="196842"/>
                </a:lnTo>
                <a:lnTo>
                  <a:pt x="251200" y="195469"/>
                </a:lnTo>
                <a:lnTo>
                  <a:pt x="251440" y="195520"/>
                </a:lnTo>
                <a:lnTo>
                  <a:pt x="236673" y="192398"/>
                </a:lnTo>
                <a:lnTo>
                  <a:pt x="237000" y="192473"/>
                </a:lnTo>
                <a:lnTo>
                  <a:pt x="222397" y="188847"/>
                </a:lnTo>
                <a:lnTo>
                  <a:pt x="222724" y="188936"/>
                </a:lnTo>
                <a:lnTo>
                  <a:pt x="208335" y="184819"/>
                </a:lnTo>
                <a:lnTo>
                  <a:pt x="208650" y="184907"/>
                </a:lnTo>
                <a:lnTo>
                  <a:pt x="194499" y="180337"/>
                </a:lnTo>
                <a:lnTo>
                  <a:pt x="194803" y="180438"/>
                </a:lnTo>
                <a:lnTo>
                  <a:pt x="180917" y="175415"/>
                </a:lnTo>
                <a:lnTo>
                  <a:pt x="181219" y="175528"/>
                </a:lnTo>
                <a:lnTo>
                  <a:pt x="167635" y="170077"/>
                </a:lnTo>
                <a:lnTo>
                  <a:pt x="167937" y="170203"/>
                </a:lnTo>
                <a:lnTo>
                  <a:pt x="154681" y="164337"/>
                </a:lnTo>
                <a:lnTo>
                  <a:pt x="154983" y="164475"/>
                </a:lnTo>
                <a:lnTo>
                  <a:pt x="142079" y="158231"/>
                </a:lnTo>
                <a:lnTo>
                  <a:pt x="142382" y="158382"/>
                </a:lnTo>
                <a:lnTo>
                  <a:pt x="129869" y="151760"/>
                </a:lnTo>
                <a:lnTo>
                  <a:pt x="130158" y="151924"/>
                </a:lnTo>
                <a:lnTo>
                  <a:pt x="118060" y="144950"/>
                </a:lnTo>
                <a:lnTo>
                  <a:pt x="118362" y="145139"/>
                </a:lnTo>
                <a:lnTo>
                  <a:pt x="106716" y="137837"/>
                </a:lnTo>
                <a:lnTo>
                  <a:pt x="107020" y="138026"/>
                </a:lnTo>
                <a:lnTo>
                  <a:pt x="95839" y="130422"/>
                </a:lnTo>
                <a:lnTo>
                  <a:pt x="96141" y="130636"/>
                </a:lnTo>
                <a:lnTo>
                  <a:pt x="85467" y="122743"/>
                </a:lnTo>
                <a:lnTo>
                  <a:pt x="85781" y="122969"/>
                </a:lnTo>
                <a:lnTo>
                  <a:pt x="75646" y="114799"/>
                </a:lnTo>
                <a:lnTo>
                  <a:pt x="75962" y="115064"/>
                </a:lnTo>
                <a:lnTo>
                  <a:pt x="66394" y="106641"/>
                </a:lnTo>
                <a:lnTo>
                  <a:pt x="66708" y="106931"/>
                </a:lnTo>
                <a:lnTo>
                  <a:pt x="57732" y="98270"/>
                </a:lnTo>
                <a:lnTo>
                  <a:pt x="58048" y="98597"/>
                </a:lnTo>
                <a:lnTo>
                  <a:pt x="49701" y="89722"/>
                </a:lnTo>
                <a:lnTo>
                  <a:pt x="50015" y="90087"/>
                </a:lnTo>
                <a:lnTo>
                  <a:pt x="42325" y="81023"/>
                </a:lnTo>
                <a:lnTo>
                  <a:pt x="42652" y="81426"/>
                </a:lnTo>
                <a:lnTo>
                  <a:pt x="35639" y="72185"/>
                </a:lnTo>
                <a:lnTo>
                  <a:pt x="35879" y="72513"/>
                </a:lnTo>
                <a:lnTo>
                  <a:pt x="32630" y="67830"/>
                </a:lnTo>
                <a:lnTo>
                  <a:pt x="33802" y="70146"/>
                </a:lnTo>
                <a:lnTo>
                  <a:pt x="20985" y="32794"/>
                </a:lnTo>
                <a:lnTo>
                  <a:pt x="3123" y="38925"/>
                </a:lnTo>
                <a:lnTo>
                  <a:pt x="16366" y="77510"/>
                </a:lnTo>
                <a:lnTo>
                  <a:pt x="20470" y="83427"/>
                </a:lnTo>
                <a:lnTo>
                  <a:pt x="27757" y="93045"/>
                </a:lnTo>
                <a:lnTo>
                  <a:pt x="35778" y="102487"/>
                </a:lnTo>
                <a:lnTo>
                  <a:pt x="44452" y="111702"/>
                </a:lnTo>
                <a:lnTo>
                  <a:pt x="53741" y="120665"/>
                </a:lnTo>
                <a:lnTo>
                  <a:pt x="63637" y="129377"/>
                </a:lnTo>
                <a:lnTo>
                  <a:pt x="74073" y="137799"/>
                </a:lnTo>
                <a:lnTo>
                  <a:pt x="85051" y="145919"/>
                </a:lnTo>
                <a:lnTo>
                  <a:pt x="96532" y="153737"/>
                </a:lnTo>
                <a:lnTo>
                  <a:pt x="108491" y="161227"/>
                </a:lnTo>
                <a:lnTo>
                  <a:pt x="120879" y="168365"/>
                </a:lnTo>
                <a:lnTo>
                  <a:pt x="133696" y="175151"/>
                </a:lnTo>
                <a:lnTo>
                  <a:pt x="146902" y="181546"/>
                </a:lnTo>
                <a:lnTo>
                  <a:pt x="160447" y="187538"/>
                </a:lnTo>
                <a:lnTo>
                  <a:pt x="174333" y="193115"/>
                </a:lnTo>
                <a:lnTo>
                  <a:pt x="188520" y="198252"/>
                </a:lnTo>
                <a:lnTo>
                  <a:pt x="202985" y="202922"/>
                </a:lnTo>
                <a:lnTo>
                  <a:pt x="217689" y="207127"/>
                </a:lnTo>
                <a:lnTo>
                  <a:pt x="232606" y="210841"/>
                </a:lnTo>
                <a:lnTo>
                  <a:pt x="247664" y="214025"/>
                </a:lnTo>
                <a:lnTo>
                  <a:pt x="255317" y="215435"/>
                </a:lnTo>
                <a:lnTo>
                  <a:pt x="262959" y="216694"/>
                </a:lnTo>
                <a:lnTo>
                  <a:pt x="270639" y="217815"/>
                </a:lnTo>
                <a:lnTo>
                  <a:pt x="278356" y="218797"/>
                </a:lnTo>
                <a:lnTo>
                  <a:pt x="286085" y="219628"/>
                </a:lnTo>
                <a:lnTo>
                  <a:pt x="293839" y="220320"/>
                </a:lnTo>
                <a:lnTo>
                  <a:pt x="301608" y="220861"/>
                </a:lnTo>
                <a:lnTo>
                  <a:pt x="309399" y="221251"/>
                </a:lnTo>
                <a:lnTo>
                  <a:pt x="317192" y="221491"/>
                </a:lnTo>
                <a:lnTo>
                  <a:pt x="324897" y="221567"/>
                </a:lnTo>
                <a:lnTo>
                  <a:pt x="332513" y="221642"/>
                </a:lnTo>
                <a:lnTo>
                  <a:pt x="332324" y="221642"/>
                </a:lnTo>
                <a:lnTo>
                  <a:pt x="339928" y="221868"/>
                </a:lnTo>
                <a:lnTo>
                  <a:pt x="339739" y="221856"/>
                </a:lnTo>
                <a:lnTo>
                  <a:pt x="347343" y="222246"/>
                </a:lnTo>
                <a:lnTo>
                  <a:pt x="347167" y="222234"/>
                </a:lnTo>
                <a:lnTo>
                  <a:pt x="354745" y="222762"/>
                </a:lnTo>
                <a:lnTo>
                  <a:pt x="354570" y="222750"/>
                </a:lnTo>
                <a:lnTo>
                  <a:pt x="362148" y="223417"/>
                </a:lnTo>
                <a:lnTo>
                  <a:pt x="361971" y="223404"/>
                </a:lnTo>
                <a:lnTo>
                  <a:pt x="369524" y="224222"/>
                </a:lnTo>
                <a:lnTo>
                  <a:pt x="369348" y="224197"/>
                </a:lnTo>
                <a:lnTo>
                  <a:pt x="376875" y="225154"/>
                </a:lnTo>
                <a:lnTo>
                  <a:pt x="376700" y="225129"/>
                </a:lnTo>
                <a:lnTo>
                  <a:pt x="384216" y="226237"/>
                </a:lnTo>
                <a:lnTo>
                  <a:pt x="384040" y="226199"/>
                </a:lnTo>
                <a:lnTo>
                  <a:pt x="391518" y="227433"/>
                </a:lnTo>
                <a:lnTo>
                  <a:pt x="391354" y="227408"/>
                </a:lnTo>
                <a:lnTo>
                  <a:pt x="398794" y="228780"/>
                </a:lnTo>
                <a:lnTo>
                  <a:pt x="398555" y="228730"/>
                </a:lnTo>
                <a:lnTo>
                  <a:pt x="413321" y="231851"/>
                </a:lnTo>
                <a:lnTo>
                  <a:pt x="412994" y="231776"/>
                </a:lnTo>
                <a:lnTo>
                  <a:pt x="427597" y="235402"/>
                </a:lnTo>
                <a:lnTo>
                  <a:pt x="427271" y="235313"/>
                </a:lnTo>
                <a:lnTo>
                  <a:pt x="441661" y="239430"/>
                </a:lnTo>
                <a:lnTo>
                  <a:pt x="441345" y="239342"/>
                </a:lnTo>
                <a:lnTo>
                  <a:pt x="455495" y="243912"/>
                </a:lnTo>
                <a:lnTo>
                  <a:pt x="455193" y="243811"/>
                </a:lnTo>
                <a:lnTo>
                  <a:pt x="469079" y="248834"/>
                </a:lnTo>
                <a:lnTo>
                  <a:pt x="468777" y="248721"/>
                </a:lnTo>
                <a:lnTo>
                  <a:pt x="482359" y="254172"/>
                </a:lnTo>
                <a:lnTo>
                  <a:pt x="482058" y="254046"/>
                </a:lnTo>
                <a:lnTo>
                  <a:pt x="495313" y="259912"/>
                </a:lnTo>
                <a:lnTo>
                  <a:pt x="495011" y="259774"/>
                </a:lnTo>
                <a:lnTo>
                  <a:pt x="507916" y="266018"/>
                </a:lnTo>
                <a:lnTo>
                  <a:pt x="507614" y="265867"/>
                </a:lnTo>
                <a:lnTo>
                  <a:pt x="520127" y="272489"/>
                </a:lnTo>
                <a:lnTo>
                  <a:pt x="519836" y="272325"/>
                </a:lnTo>
                <a:lnTo>
                  <a:pt x="531934" y="279300"/>
                </a:lnTo>
                <a:lnTo>
                  <a:pt x="531633" y="279111"/>
                </a:lnTo>
                <a:lnTo>
                  <a:pt x="543278" y="286412"/>
                </a:lnTo>
                <a:lnTo>
                  <a:pt x="542976" y="286223"/>
                </a:lnTo>
                <a:lnTo>
                  <a:pt x="554155" y="293827"/>
                </a:lnTo>
                <a:lnTo>
                  <a:pt x="553853" y="293613"/>
                </a:lnTo>
                <a:lnTo>
                  <a:pt x="564515" y="301506"/>
                </a:lnTo>
                <a:lnTo>
                  <a:pt x="564213" y="301280"/>
                </a:lnTo>
                <a:lnTo>
                  <a:pt x="574348" y="309450"/>
                </a:lnTo>
                <a:lnTo>
                  <a:pt x="574032" y="309186"/>
                </a:lnTo>
                <a:lnTo>
                  <a:pt x="583601" y="317608"/>
                </a:lnTo>
                <a:lnTo>
                  <a:pt x="583286" y="317318"/>
                </a:lnTo>
                <a:lnTo>
                  <a:pt x="592262" y="325980"/>
                </a:lnTo>
                <a:lnTo>
                  <a:pt x="591948" y="325652"/>
                </a:lnTo>
                <a:lnTo>
                  <a:pt x="600293" y="334527"/>
                </a:lnTo>
                <a:lnTo>
                  <a:pt x="599979" y="334162"/>
                </a:lnTo>
                <a:lnTo>
                  <a:pt x="607671" y="343226"/>
                </a:lnTo>
                <a:lnTo>
                  <a:pt x="607343" y="342823"/>
                </a:lnTo>
                <a:lnTo>
                  <a:pt x="614355" y="352064"/>
                </a:lnTo>
                <a:lnTo>
                  <a:pt x="614117" y="351737"/>
                </a:lnTo>
                <a:lnTo>
                  <a:pt x="617364" y="356420"/>
                </a:lnTo>
                <a:lnTo>
                  <a:pt x="617200" y="356180"/>
                </a:lnTo>
                <a:lnTo>
                  <a:pt x="620259" y="360889"/>
                </a:lnTo>
                <a:lnTo>
                  <a:pt x="620096" y="360637"/>
                </a:lnTo>
                <a:lnTo>
                  <a:pt x="622979" y="365395"/>
                </a:lnTo>
                <a:lnTo>
                  <a:pt x="622815" y="365131"/>
                </a:lnTo>
                <a:lnTo>
                  <a:pt x="625496" y="369903"/>
                </a:lnTo>
                <a:lnTo>
                  <a:pt x="625345" y="369626"/>
                </a:lnTo>
                <a:lnTo>
                  <a:pt x="627839" y="374435"/>
                </a:lnTo>
                <a:lnTo>
                  <a:pt x="627687" y="374145"/>
                </a:lnTo>
                <a:lnTo>
                  <a:pt x="629991" y="378980"/>
                </a:lnTo>
                <a:lnTo>
                  <a:pt x="629840" y="378664"/>
                </a:lnTo>
                <a:lnTo>
                  <a:pt x="631942" y="383537"/>
                </a:lnTo>
                <a:lnTo>
                  <a:pt x="631803" y="383209"/>
                </a:lnTo>
                <a:lnTo>
                  <a:pt x="633692" y="388081"/>
                </a:lnTo>
                <a:lnTo>
                  <a:pt x="633566" y="387741"/>
                </a:lnTo>
                <a:lnTo>
                  <a:pt x="635240" y="392651"/>
                </a:lnTo>
                <a:lnTo>
                  <a:pt x="635127" y="392286"/>
                </a:lnTo>
                <a:lnTo>
                  <a:pt x="636600" y="397208"/>
                </a:lnTo>
                <a:lnTo>
                  <a:pt x="636501" y="396830"/>
                </a:lnTo>
                <a:lnTo>
                  <a:pt x="637747" y="401765"/>
                </a:lnTo>
                <a:lnTo>
                  <a:pt x="637658" y="401375"/>
                </a:lnTo>
                <a:lnTo>
                  <a:pt x="638691" y="406322"/>
                </a:lnTo>
                <a:lnTo>
                  <a:pt x="638615" y="405907"/>
                </a:lnTo>
                <a:lnTo>
                  <a:pt x="639421" y="410867"/>
                </a:lnTo>
                <a:lnTo>
                  <a:pt x="639357" y="410452"/>
                </a:lnTo>
                <a:lnTo>
                  <a:pt x="639948" y="415412"/>
                </a:lnTo>
                <a:lnTo>
                  <a:pt x="639898" y="414971"/>
                </a:lnTo>
                <a:lnTo>
                  <a:pt x="640252" y="419944"/>
                </a:lnTo>
                <a:lnTo>
                  <a:pt x="640239" y="419504"/>
                </a:lnTo>
                <a:lnTo>
                  <a:pt x="640351" y="424476"/>
                </a:lnTo>
                <a:lnTo>
                  <a:pt x="659236" y="42402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ath-159">
            <a:extLst xmlns:a="http://schemas.openxmlformats.org/drawingml/2006/main">
              <a:ext uri="{FF2B5EF4-FFF2-40B4-BE49-F238E27FC236}">
                <a16:creationId xmlns:a16="http://schemas.microsoft.com/office/drawing/2014/main" id="{AB55F916-D3E6-4250-A79A-487C930D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317" y="1736953"/>
            <a:ext cx="2043810" cy="424602"/>
          </a:xfrm>
          <a:custGeom xmlns:a="http://schemas.openxmlformats.org/drawingml/2006/main">
            <a:pathLst>
              <a:path w="2043810" h="424602">
                <a:moveTo>
                  <a:pt x="2014567" y="74061"/>
                </a:moveTo>
                <a:lnTo>
                  <a:pt x="1995279" y="57884"/>
                </a:lnTo>
                <a:lnTo>
                  <a:pt x="1975981" y="41695"/>
                </a:lnTo>
                <a:lnTo>
                  <a:pt x="2043810" y="0"/>
                </a:lnTo>
                <a:lnTo>
                  <a:pt x="2014567" y="74061"/>
                </a:lnTo>
                <a:moveTo>
                  <a:pt x="0" y="423897"/>
                </a:moveTo>
                <a:lnTo>
                  <a:pt x="99" y="421064"/>
                </a:lnTo>
                <a:lnTo>
                  <a:pt x="453" y="417892"/>
                </a:lnTo>
                <a:lnTo>
                  <a:pt x="1031" y="414745"/>
                </a:lnTo>
                <a:lnTo>
                  <a:pt x="1837" y="411635"/>
                </a:lnTo>
                <a:lnTo>
                  <a:pt x="2856" y="408564"/>
                </a:lnTo>
                <a:lnTo>
                  <a:pt x="4129" y="405416"/>
                </a:lnTo>
                <a:lnTo>
                  <a:pt x="7087" y="399638"/>
                </a:lnTo>
                <a:lnTo>
                  <a:pt x="10838" y="393910"/>
                </a:lnTo>
                <a:lnTo>
                  <a:pt x="15256" y="388333"/>
                </a:lnTo>
                <a:lnTo>
                  <a:pt x="20342" y="382907"/>
                </a:lnTo>
                <a:lnTo>
                  <a:pt x="26046" y="377582"/>
                </a:lnTo>
                <a:lnTo>
                  <a:pt x="32366" y="372357"/>
                </a:lnTo>
                <a:lnTo>
                  <a:pt x="39289" y="367221"/>
                </a:lnTo>
                <a:lnTo>
                  <a:pt x="46804" y="362160"/>
                </a:lnTo>
                <a:lnTo>
                  <a:pt x="54899" y="357163"/>
                </a:lnTo>
                <a:lnTo>
                  <a:pt x="63574" y="352228"/>
                </a:lnTo>
                <a:lnTo>
                  <a:pt x="72827" y="347343"/>
                </a:lnTo>
                <a:lnTo>
                  <a:pt x="82633" y="342522"/>
                </a:lnTo>
                <a:lnTo>
                  <a:pt x="92994" y="337737"/>
                </a:lnTo>
                <a:lnTo>
                  <a:pt x="103883" y="333017"/>
                </a:lnTo>
                <a:lnTo>
                  <a:pt x="115313" y="328346"/>
                </a:lnTo>
                <a:lnTo>
                  <a:pt x="127273" y="323726"/>
                </a:lnTo>
                <a:lnTo>
                  <a:pt x="139737" y="319156"/>
                </a:lnTo>
                <a:lnTo>
                  <a:pt x="152703" y="314650"/>
                </a:lnTo>
                <a:lnTo>
                  <a:pt x="166161" y="310193"/>
                </a:lnTo>
                <a:lnTo>
                  <a:pt x="180097" y="305799"/>
                </a:lnTo>
                <a:lnTo>
                  <a:pt x="194512" y="301469"/>
                </a:lnTo>
                <a:lnTo>
                  <a:pt x="209379" y="297189"/>
                </a:lnTo>
                <a:lnTo>
                  <a:pt x="224687" y="292984"/>
                </a:lnTo>
                <a:lnTo>
                  <a:pt x="240449" y="288829"/>
                </a:lnTo>
                <a:lnTo>
                  <a:pt x="256625" y="284763"/>
                </a:lnTo>
                <a:lnTo>
                  <a:pt x="273218" y="280747"/>
                </a:lnTo>
                <a:lnTo>
                  <a:pt x="290214" y="276820"/>
                </a:lnTo>
                <a:lnTo>
                  <a:pt x="307599" y="272955"/>
                </a:lnTo>
                <a:lnTo>
                  <a:pt x="325374" y="269165"/>
                </a:lnTo>
                <a:lnTo>
                  <a:pt x="343515" y="265464"/>
                </a:lnTo>
                <a:lnTo>
                  <a:pt x="362008" y="261838"/>
                </a:lnTo>
                <a:lnTo>
                  <a:pt x="380854" y="258301"/>
                </a:lnTo>
                <a:lnTo>
                  <a:pt x="400040" y="254852"/>
                </a:lnTo>
                <a:lnTo>
                  <a:pt x="419539" y="251478"/>
                </a:lnTo>
                <a:lnTo>
                  <a:pt x="439355" y="248205"/>
                </a:lnTo>
                <a:lnTo>
                  <a:pt x="459486" y="245020"/>
                </a:lnTo>
                <a:lnTo>
                  <a:pt x="479892" y="241936"/>
                </a:lnTo>
                <a:lnTo>
                  <a:pt x="500575" y="238952"/>
                </a:lnTo>
                <a:lnTo>
                  <a:pt x="521525" y="236056"/>
                </a:lnTo>
                <a:lnTo>
                  <a:pt x="542737" y="233274"/>
                </a:lnTo>
                <a:lnTo>
                  <a:pt x="564189" y="230593"/>
                </a:lnTo>
                <a:lnTo>
                  <a:pt x="585878" y="228012"/>
                </a:lnTo>
                <a:lnTo>
                  <a:pt x="607783" y="225544"/>
                </a:lnTo>
                <a:lnTo>
                  <a:pt x="629890" y="223190"/>
                </a:lnTo>
                <a:lnTo>
                  <a:pt x="652210" y="220962"/>
                </a:lnTo>
                <a:lnTo>
                  <a:pt x="674707" y="218834"/>
                </a:lnTo>
                <a:lnTo>
                  <a:pt x="697380" y="216833"/>
                </a:lnTo>
                <a:lnTo>
                  <a:pt x="720203" y="214957"/>
                </a:lnTo>
                <a:lnTo>
                  <a:pt x="743190" y="213195"/>
                </a:lnTo>
                <a:lnTo>
                  <a:pt x="766316" y="211571"/>
                </a:lnTo>
                <a:lnTo>
                  <a:pt x="789580" y="210060"/>
                </a:lnTo>
                <a:lnTo>
                  <a:pt x="812946" y="208701"/>
                </a:lnTo>
                <a:lnTo>
                  <a:pt x="836425" y="207454"/>
                </a:lnTo>
                <a:lnTo>
                  <a:pt x="859991" y="206359"/>
                </a:lnTo>
                <a:lnTo>
                  <a:pt x="883646" y="205402"/>
                </a:lnTo>
                <a:lnTo>
                  <a:pt x="907365" y="204584"/>
                </a:lnTo>
                <a:lnTo>
                  <a:pt x="931144" y="203904"/>
                </a:lnTo>
                <a:lnTo>
                  <a:pt x="954975" y="203375"/>
                </a:lnTo>
                <a:lnTo>
                  <a:pt x="978832" y="202985"/>
                </a:lnTo>
                <a:lnTo>
                  <a:pt x="1002727" y="202758"/>
                </a:lnTo>
                <a:lnTo>
                  <a:pt x="1026594" y="202683"/>
                </a:lnTo>
                <a:lnTo>
                  <a:pt x="1050425" y="202607"/>
                </a:lnTo>
                <a:lnTo>
                  <a:pt x="1050363" y="202607"/>
                </a:lnTo>
                <a:lnTo>
                  <a:pt x="1074194" y="202381"/>
                </a:lnTo>
                <a:lnTo>
                  <a:pt x="1074131" y="202381"/>
                </a:lnTo>
                <a:lnTo>
                  <a:pt x="1097936" y="201990"/>
                </a:lnTo>
                <a:lnTo>
                  <a:pt x="1097873" y="202003"/>
                </a:lnTo>
                <a:lnTo>
                  <a:pt x="1121642" y="201475"/>
                </a:lnTo>
                <a:lnTo>
                  <a:pt x="1121590" y="201475"/>
                </a:lnTo>
                <a:lnTo>
                  <a:pt x="1145309" y="200795"/>
                </a:lnTo>
                <a:lnTo>
                  <a:pt x="1145258" y="200795"/>
                </a:lnTo>
                <a:lnTo>
                  <a:pt x="1168913" y="199976"/>
                </a:lnTo>
                <a:lnTo>
                  <a:pt x="1168863" y="199976"/>
                </a:lnTo>
                <a:lnTo>
                  <a:pt x="1192454" y="199019"/>
                </a:lnTo>
                <a:lnTo>
                  <a:pt x="1192392" y="199019"/>
                </a:lnTo>
                <a:lnTo>
                  <a:pt x="1215908" y="197924"/>
                </a:lnTo>
                <a:lnTo>
                  <a:pt x="1215857" y="197937"/>
                </a:lnTo>
                <a:lnTo>
                  <a:pt x="1239274" y="196703"/>
                </a:lnTo>
                <a:lnTo>
                  <a:pt x="1239210" y="196703"/>
                </a:lnTo>
                <a:lnTo>
                  <a:pt x="1262524" y="195331"/>
                </a:lnTo>
                <a:lnTo>
                  <a:pt x="1262474" y="195343"/>
                </a:lnTo>
                <a:lnTo>
                  <a:pt x="1285676" y="193846"/>
                </a:lnTo>
                <a:lnTo>
                  <a:pt x="1285613" y="193846"/>
                </a:lnTo>
                <a:lnTo>
                  <a:pt x="1308689" y="192221"/>
                </a:lnTo>
                <a:lnTo>
                  <a:pt x="1308639" y="192221"/>
                </a:lnTo>
                <a:lnTo>
                  <a:pt x="1331563" y="190472"/>
                </a:lnTo>
                <a:lnTo>
                  <a:pt x="1331513" y="190472"/>
                </a:lnTo>
                <a:lnTo>
                  <a:pt x="1354285" y="188596"/>
                </a:lnTo>
                <a:lnTo>
                  <a:pt x="1354236" y="188609"/>
                </a:lnTo>
                <a:lnTo>
                  <a:pt x="1376845" y="186607"/>
                </a:lnTo>
                <a:lnTo>
                  <a:pt x="1376795" y="186607"/>
                </a:lnTo>
                <a:lnTo>
                  <a:pt x="1399229" y="184492"/>
                </a:lnTo>
                <a:lnTo>
                  <a:pt x="1399177" y="184504"/>
                </a:lnTo>
                <a:lnTo>
                  <a:pt x="1421435" y="182263"/>
                </a:lnTo>
                <a:lnTo>
                  <a:pt x="1421373" y="182276"/>
                </a:lnTo>
                <a:lnTo>
                  <a:pt x="1443428" y="179922"/>
                </a:lnTo>
                <a:lnTo>
                  <a:pt x="1443379" y="179935"/>
                </a:lnTo>
                <a:lnTo>
                  <a:pt x="1465221" y="177480"/>
                </a:lnTo>
                <a:lnTo>
                  <a:pt x="1465170" y="177480"/>
                </a:lnTo>
                <a:lnTo>
                  <a:pt x="1486797" y="174911"/>
                </a:lnTo>
                <a:lnTo>
                  <a:pt x="1486735" y="174924"/>
                </a:lnTo>
                <a:lnTo>
                  <a:pt x="1508123" y="172243"/>
                </a:lnTo>
                <a:lnTo>
                  <a:pt x="1508073" y="172255"/>
                </a:lnTo>
                <a:lnTo>
                  <a:pt x="1529223" y="169473"/>
                </a:lnTo>
                <a:lnTo>
                  <a:pt x="1529160" y="169486"/>
                </a:lnTo>
                <a:lnTo>
                  <a:pt x="1550058" y="166603"/>
                </a:lnTo>
                <a:lnTo>
                  <a:pt x="1549995" y="166603"/>
                </a:lnTo>
                <a:lnTo>
                  <a:pt x="1570616" y="163632"/>
                </a:lnTo>
                <a:lnTo>
                  <a:pt x="1570553" y="163632"/>
                </a:lnTo>
                <a:lnTo>
                  <a:pt x="1590909" y="160560"/>
                </a:lnTo>
                <a:lnTo>
                  <a:pt x="1590847" y="160572"/>
                </a:lnTo>
                <a:lnTo>
                  <a:pt x="1610900" y="157400"/>
                </a:lnTo>
                <a:lnTo>
                  <a:pt x="1610825" y="157413"/>
                </a:lnTo>
                <a:lnTo>
                  <a:pt x="1630589" y="154140"/>
                </a:lnTo>
                <a:lnTo>
                  <a:pt x="1630514" y="154152"/>
                </a:lnTo>
                <a:lnTo>
                  <a:pt x="1649951" y="150804"/>
                </a:lnTo>
                <a:lnTo>
                  <a:pt x="1649889" y="150816"/>
                </a:lnTo>
                <a:lnTo>
                  <a:pt x="1669000" y="147367"/>
                </a:lnTo>
                <a:lnTo>
                  <a:pt x="1668936" y="147379"/>
                </a:lnTo>
                <a:lnTo>
                  <a:pt x="1687705" y="143855"/>
                </a:lnTo>
                <a:lnTo>
                  <a:pt x="1687631" y="143867"/>
                </a:lnTo>
                <a:lnTo>
                  <a:pt x="1706061" y="140254"/>
                </a:lnTo>
                <a:lnTo>
                  <a:pt x="1705985" y="140279"/>
                </a:lnTo>
                <a:lnTo>
                  <a:pt x="1724049" y="136590"/>
                </a:lnTo>
                <a:lnTo>
                  <a:pt x="1723975" y="136603"/>
                </a:lnTo>
                <a:lnTo>
                  <a:pt x="1741661" y="132839"/>
                </a:lnTo>
                <a:lnTo>
                  <a:pt x="1741587" y="132852"/>
                </a:lnTo>
                <a:lnTo>
                  <a:pt x="1758897" y="129012"/>
                </a:lnTo>
                <a:lnTo>
                  <a:pt x="1758808" y="129024"/>
                </a:lnTo>
                <a:lnTo>
                  <a:pt x="1775716" y="125110"/>
                </a:lnTo>
                <a:lnTo>
                  <a:pt x="1775641" y="125134"/>
                </a:lnTo>
                <a:lnTo>
                  <a:pt x="1792144" y="121144"/>
                </a:lnTo>
                <a:lnTo>
                  <a:pt x="1792044" y="121169"/>
                </a:lnTo>
                <a:lnTo>
                  <a:pt x="1808133" y="117115"/>
                </a:lnTo>
                <a:lnTo>
                  <a:pt x="1808044" y="117141"/>
                </a:lnTo>
                <a:lnTo>
                  <a:pt x="1823691" y="113024"/>
                </a:lnTo>
                <a:lnTo>
                  <a:pt x="1823592" y="113049"/>
                </a:lnTo>
                <a:lnTo>
                  <a:pt x="1838812" y="108870"/>
                </a:lnTo>
                <a:lnTo>
                  <a:pt x="1838699" y="108895"/>
                </a:lnTo>
                <a:lnTo>
                  <a:pt x="1853453" y="104652"/>
                </a:lnTo>
                <a:lnTo>
                  <a:pt x="1853352" y="104690"/>
                </a:lnTo>
                <a:lnTo>
                  <a:pt x="1867640" y="100385"/>
                </a:lnTo>
                <a:lnTo>
                  <a:pt x="1867514" y="100422"/>
                </a:lnTo>
                <a:lnTo>
                  <a:pt x="1881338" y="96067"/>
                </a:lnTo>
                <a:lnTo>
                  <a:pt x="1881212" y="96105"/>
                </a:lnTo>
                <a:lnTo>
                  <a:pt x="1894530" y="91698"/>
                </a:lnTo>
                <a:lnTo>
                  <a:pt x="1894404" y="91736"/>
                </a:lnTo>
                <a:lnTo>
                  <a:pt x="1907233" y="87279"/>
                </a:lnTo>
                <a:lnTo>
                  <a:pt x="1907082" y="87330"/>
                </a:lnTo>
                <a:lnTo>
                  <a:pt x="1919394" y="82823"/>
                </a:lnTo>
                <a:lnTo>
                  <a:pt x="1919243" y="82873"/>
                </a:lnTo>
                <a:lnTo>
                  <a:pt x="1931025" y="78329"/>
                </a:lnTo>
                <a:lnTo>
                  <a:pt x="1930862" y="78392"/>
                </a:lnTo>
                <a:lnTo>
                  <a:pt x="1942116" y="73797"/>
                </a:lnTo>
                <a:lnTo>
                  <a:pt x="1941928" y="73872"/>
                </a:lnTo>
                <a:lnTo>
                  <a:pt x="1952642" y="69227"/>
                </a:lnTo>
                <a:lnTo>
                  <a:pt x="1952439" y="69315"/>
                </a:lnTo>
                <a:lnTo>
                  <a:pt x="1962587" y="64632"/>
                </a:lnTo>
                <a:lnTo>
                  <a:pt x="1962374" y="64745"/>
                </a:lnTo>
                <a:lnTo>
                  <a:pt x="1971953" y="60024"/>
                </a:lnTo>
                <a:lnTo>
                  <a:pt x="1971713" y="60138"/>
                </a:lnTo>
                <a:lnTo>
                  <a:pt x="1980715" y="55392"/>
                </a:lnTo>
                <a:lnTo>
                  <a:pt x="1980451" y="55543"/>
                </a:lnTo>
                <a:lnTo>
                  <a:pt x="1988848" y="50759"/>
                </a:lnTo>
                <a:lnTo>
                  <a:pt x="1986392" y="52773"/>
                </a:lnTo>
                <a:lnTo>
                  <a:pt x="2012414" y="22761"/>
                </a:lnTo>
                <a:lnTo>
                  <a:pt x="2026678" y="35123"/>
                </a:lnTo>
                <a:lnTo>
                  <a:pt x="1999598" y="66369"/>
                </a:lnTo>
                <a:lnTo>
                  <a:pt x="1989666" y="72021"/>
                </a:lnTo>
                <a:lnTo>
                  <a:pt x="1980413" y="76906"/>
                </a:lnTo>
                <a:lnTo>
                  <a:pt x="1970605" y="81728"/>
                </a:lnTo>
                <a:lnTo>
                  <a:pt x="1960245" y="86512"/>
                </a:lnTo>
                <a:lnTo>
                  <a:pt x="1949356" y="91232"/>
                </a:lnTo>
                <a:lnTo>
                  <a:pt x="1937925" y="95903"/>
                </a:lnTo>
                <a:lnTo>
                  <a:pt x="1925965" y="100523"/>
                </a:lnTo>
                <a:lnTo>
                  <a:pt x="1913502" y="105093"/>
                </a:lnTo>
                <a:lnTo>
                  <a:pt x="1900535" y="109600"/>
                </a:lnTo>
                <a:lnTo>
                  <a:pt x="1887077" y="114056"/>
                </a:lnTo>
                <a:lnTo>
                  <a:pt x="1873142" y="118450"/>
                </a:lnTo>
                <a:lnTo>
                  <a:pt x="1858727" y="122780"/>
                </a:lnTo>
                <a:lnTo>
                  <a:pt x="1843859" y="127061"/>
                </a:lnTo>
                <a:lnTo>
                  <a:pt x="1828552" y="131266"/>
                </a:lnTo>
                <a:lnTo>
                  <a:pt x="1812789" y="135420"/>
                </a:lnTo>
                <a:lnTo>
                  <a:pt x="1796614" y="139486"/>
                </a:lnTo>
                <a:lnTo>
                  <a:pt x="1780020" y="143502"/>
                </a:lnTo>
                <a:lnTo>
                  <a:pt x="1763026" y="147430"/>
                </a:lnTo>
                <a:lnTo>
                  <a:pt x="1745641" y="151295"/>
                </a:lnTo>
                <a:lnTo>
                  <a:pt x="1727864" y="155084"/>
                </a:lnTo>
                <a:lnTo>
                  <a:pt x="1709723" y="158785"/>
                </a:lnTo>
                <a:lnTo>
                  <a:pt x="1691231" y="162411"/>
                </a:lnTo>
                <a:lnTo>
                  <a:pt x="1672385" y="165948"/>
                </a:lnTo>
                <a:lnTo>
                  <a:pt x="1653200" y="169398"/>
                </a:lnTo>
                <a:lnTo>
                  <a:pt x="1633699" y="172771"/>
                </a:lnTo>
                <a:lnTo>
                  <a:pt x="1613884" y="176044"/>
                </a:lnTo>
                <a:lnTo>
                  <a:pt x="1593755" y="179230"/>
                </a:lnTo>
                <a:lnTo>
                  <a:pt x="1573347" y="182314"/>
                </a:lnTo>
                <a:lnTo>
                  <a:pt x="1552664" y="185297"/>
                </a:lnTo>
                <a:lnTo>
                  <a:pt x="1531716" y="188193"/>
                </a:lnTo>
                <a:lnTo>
                  <a:pt x="1510504" y="190975"/>
                </a:lnTo>
                <a:lnTo>
                  <a:pt x="1489052" y="193656"/>
                </a:lnTo>
                <a:lnTo>
                  <a:pt x="1467360" y="196237"/>
                </a:lnTo>
                <a:lnTo>
                  <a:pt x="1445456" y="198705"/>
                </a:lnTo>
                <a:lnTo>
                  <a:pt x="1423349" y="201059"/>
                </a:lnTo>
                <a:lnTo>
                  <a:pt x="1401029" y="203287"/>
                </a:lnTo>
                <a:lnTo>
                  <a:pt x="1378533" y="205415"/>
                </a:lnTo>
                <a:lnTo>
                  <a:pt x="1355860" y="207416"/>
                </a:lnTo>
                <a:lnTo>
                  <a:pt x="1333036" y="209292"/>
                </a:lnTo>
                <a:lnTo>
                  <a:pt x="1310049" y="211055"/>
                </a:lnTo>
                <a:lnTo>
                  <a:pt x="1286923" y="212678"/>
                </a:lnTo>
                <a:lnTo>
                  <a:pt x="1263658" y="214189"/>
                </a:lnTo>
                <a:lnTo>
                  <a:pt x="1240293" y="215549"/>
                </a:lnTo>
                <a:lnTo>
                  <a:pt x="1216814" y="216795"/>
                </a:lnTo>
                <a:lnTo>
                  <a:pt x="1193247" y="217891"/>
                </a:lnTo>
                <a:lnTo>
                  <a:pt x="1169593" y="218847"/>
                </a:lnTo>
                <a:lnTo>
                  <a:pt x="1145876" y="219665"/>
                </a:lnTo>
                <a:lnTo>
                  <a:pt x="1122095" y="220345"/>
                </a:lnTo>
                <a:lnTo>
                  <a:pt x="1098264" y="220874"/>
                </a:lnTo>
                <a:lnTo>
                  <a:pt x="1074407" y="221264"/>
                </a:lnTo>
                <a:lnTo>
                  <a:pt x="1050514" y="221491"/>
                </a:lnTo>
                <a:lnTo>
                  <a:pt x="1026644" y="221567"/>
                </a:lnTo>
                <a:lnTo>
                  <a:pt x="1002814" y="221642"/>
                </a:lnTo>
                <a:lnTo>
                  <a:pt x="1002876" y="221642"/>
                </a:lnTo>
                <a:lnTo>
                  <a:pt x="979045" y="221868"/>
                </a:lnTo>
                <a:lnTo>
                  <a:pt x="979109" y="221868"/>
                </a:lnTo>
                <a:lnTo>
                  <a:pt x="955303" y="222259"/>
                </a:lnTo>
                <a:lnTo>
                  <a:pt x="955365" y="222246"/>
                </a:lnTo>
                <a:lnTo>
                  <a:pt x="931598" y="222775"/>
                </a:lnTo>
                <a:lnTo>
                  <a:pt x="931648" y="222775"/>
                </a:lnTo>
                <a:lnTo>
                  <a:pt x="907931" y="223455"/>
                </a:lnTo>
                <a:lnTo>
                  <a:pt x="907981" y="223455"/>
                </a:lnTo>
                <a:lnTo>
                  <a:pt x="884326" y="224273"/>
                </a:lnTo>
                <a:lnTo>
                  <a:pt x="884377" y="224273"/>
                </a:lnTo>
                <a:lnTo>
                  <a:pt x="860785" y="225230"/>
                </a:lnTo>
                <a:lnTo>
                  <a:pt x="860847" y="225230"/>
                </a:lnTo>
                <a:lnTo>
                  <a:pt x="837332" y="226325"/>
                </a:lnTo>
                <a:lnTo>
                  <a:pt x="837382" y="226312"/>
                </a:lnTo>
                <a:lnTo>
                  <a:pt x="813967" y="227546"/>
                </a:lnTo>
                <a:lnTo>
                  <a:pt x="814016" y="227546"/>
                </a:lnTo>
                <a:lnTo>
                  <a:pt x="790702" y="228918"/>
                </a:lnTo>
                <a:lnTo>
                  <a:pt x="790764" y="228906"/>
                </a:lnTo>
                <a:lnTo>
                  <a:pt x="767562" y="230404"/>
                </a:lnTo>
                <a:lnTo>
                  <a:pt x="767626" y="230404"/>
                </a:lnTo>
                <a:lnTo>
                  <a:pt x="744550" y="232028"/>
                </a:lnTo>
                <a:lnTo>
                  <a:pt x="744601" y="232028"/>
                </a:lnTo>
                <a:lnTo>
                  <a:pt x="721676" y="233777"/>
                </a:lnTo>
                <a:lnTo>
                  <a:pt x="721726" y="233777"/>
                </a:lnTo>
                <a:lnTo>
                  <a:pt x="698953" y="235653"/>
                </a:lnTo>
                <a:lnTo>
                  <a:pt x="699003" y="235641"/>
                </a:lnTo>
                <a:lnTo>
                  <a:pt x="676394" y="237643"/>
                </a:lnTo>
                <a:lnTo>
                  <a:pt x="676443" y="237643"/>
                </a:lnTo>
                <a:lnTo>
                  <a:pt x="654010" y="239757"/>
                </a:lnTo>
                <a:lnTo>
                  <a:pt x="654061" y="239745"/>
                </a:lnTo>
                <a:lnTo>
                  <a:pt x="631803" y="241986"/>
                </a:lnTo>
                <a:lnTo>
                  <a:pt x="631866" y="241973"/>
                </a:lnTo>
                <a:lnTo>
                  <a:pt x="609810" y="244327"/>
                </a:lnTo>
                <a:lnTo>
                  <a:pt x="609860" y="244315"/>
                </a:lnTo>
                <a:lnTo>
                  <a:pt x="588019" y="246769"/>
                </a:lnTo>
                <a:lnTo>
                  <a:pt x="588069" y="246769"/>
                </a:lnTo>
                <a:lnTo>
                  <a:pt x="566441" y="249338"/>
                </a:lnTo>
                <a:lnTo>
                  <a:pt x="566505" y="249325"/>
                </a:lnTo>
                <a:lnTo>
                  <a:pt x="545116" y="252006"/>
                </a:lnTo>
                <a:lnTo>
                  <a:pt x="545165" y="251994"/>
                </a:lnTo>
                <a:lnTo>
                  <a:pt x="524017" y="254776"/>
                </a:lnTo>
                <a:lnTo>
                  <a:pt x="524079" y="254764"/>
                </a:lnTo>
                <a:lnTo>
                  <a:pt x="503181" y="257646"/>
                </a:lnTo>
                <a:lnTo>
                  <a:pt x="503245" y="257646"/>
                </a:lnTo>
                <a:lnTo>
                  <a:pt x="482624" y="260618"/>
                </a:lnTo>
                <a:lnTo>
                  <a:pt x="482686" y="260618"/>
                </a:lnTo>
                <a:lnTo>
                  <a:pt x="462330" y="263689"/>
                </a:lnTo>
                <a:lnTo>
                  <a:pt x="462393" y="263677"/>
                </a:lnTo>
                <a:lnTo>
                  <a:pt x="442339" y="266849"/>
                </a:lnTo>
                <a:lnTo>
                  <a:pt x="442401" y="266837"/>
                </a:lnTo>
                <a:lnTo>
                  <a:pt x="422650" y="270109"/>
                </a:lnTo>
                <a:lnTo>
                  <a:pt x="422726" y="270097"/>
                </a:lnTo>
                <a:lnTo>
                  <a:pt x="403287" y="273446"/>
                </a:lnTo>
                <a:lnTo>
                  <a:pt x="403351" y="273433"/>
                </a:lnTo>
                <a:lnTo>
                  <a:pt x="384241" y="276883"/>
                </a:lnTo>
                <a:lnTo>
                  <a:pt x="384303" y="276870"/>
                </a:lnTo>
                <a:lnTo>
                  <a:pt x="365534" y="280395"/>
                </a:lnTo>
                <a:lnTo>
                  <a:pt x="365610" y="280383"/>
                </a:lnTo>
                <a:lnTo>
                  <a:pt x="347179" y="283995"/>
                </a:lnTo>
                <a:lnTo>
                  <a:pt x="347254" y="283970"/>
                </a:lnTo>
                <a:lnTo>
                  <a:pt x="329189" y="287658"/>
                </a:lnTo>
                <a:lnTo>
                  <a:pt x="329264" y="287646"/>
                </a:lnTo>
                <a:lnTo>
                  <a:pt x="311577" y="291410"/>
                </a:lnTo>
                <a:lnTo>
                  <a:pt x="311652" y="291398"/>
                </a:lnTo>
                <a:lnTo>
                  <a:pt x="294343" y="295237"/>
                </a:lnTo>
                <a:lnTo>
                  <a:pt x="294430" y="295225"/>
                </a:lnTo>
                <a:lnTo>
                  <a:pt x="277523" y="299140"/>
                </a:lnTo>
                <a:lnTo>
                  <a:pt x="277599" y="299115"/>
                </a:lnTo>
                <a:lnTo>
                  <a:pt x="261095" y="303105"/>
                </a:lnTo>
                <a:lnTo>
                  <a:pt x="261196" y="303080"/>
                </a:lnTo>
                <a:lnTo>
                  <a:pt x="245107" y="307134"/>
                </a:lnTo>
                <a:lnTo>
                  <a:pt x="245194" y="307109"/>
                </a:lnTo>
                <a:lnTo>
                  <a:pt x="229546" y="311225"/>
                </a:lnTo>
                <a:lnTo>
                  <a:pt x="229649" y="311200"/>
                </a:lnTo>
                <a:lnTo>
                  <a:pt x="214428" y="315380"/>
                </a:lnTo>
                <a:lnTo>
                  <a:pt x="214542" y="315354"/>
                </a:lnTo>
                <a:lnTo>
                  <a:pt x="199773" y="319597"/>
                </a:lnTo>
                <a:lnTo>
                  <a:pt x="199887" y="319559"/>
                </a:lnTo>
                <a:lnTo>
                  <a:pt x="185598" y="323864"/>
                </a:lnTo>
                <a:lnTo>
                  <a:pt x="185712" y="323827"/>
                </a:lnTo>
                <a:lnTo>
                  <a:pt x="171902" y="328183"/>
                </a:lnTo>
                <a:lnTo>
                  <a:pt x="172028" y="328145"/>
                </a:lnTo>
                <a:lnTo>
                  <a:pt x="158709" y="332551"/>
                </a:lnTo>
                <a:lnTo>
                  <a:pt x="158835" y="332513"/>
                </a:lnTo>
                <a:lnTo>
                  <a:pt x="146005" y="336970"/>
                </a:lnTo>
                <a:lnTo>
                  <a:pt x="146158" y="336920"/>
                </a:lnTo>
                <a:lnTo>
                  <a:pt x="133845" y="341426"/>
                </a:lnTo>
                <a:lnTo>
                  <a:pt x="133996" y="341376"/>
                </a:lnTo>
                <a:lnTo>
                  <a:pt x="122212" y="345920"/>
                </a:lnTo>
                <a:lnTo>
                  <a:pt x="122377" y="345857"/>
                </a:lnTo>
                <a:lnTo>
                  <a:pt x="111122" y="350453"/>
                </a:lnTo>
                <a:lnTo>
                  <a:pt x="111310" y="350377"/>
                </a:lnTo>
                <a:lnTo>
                  <a:pt x="100597" y="355022"/>
                </a:lnTo>
                <a:lnTo>
                  <a:pt x="100799" y="354934"/>
                </a:lnTo>
                <a:lnTo>
                  <a:pt x="90652" y="359617"/>
                </a:lnTo>
                <a:lnTo>
                  <a:pt x="90867" y="359504"/>
                </a:lnTo>
                <a:lnTo>
                  <a:pt x="81286" y="364225"/>
                </a:lnTo>
                <a:lnTo>
                  <a:pt x="81526" y="364112"/>
                </a:lnTo>
                <a:lnTo>
                  <a:pt x="72525" y="368858"/>
                </a:lnTo>
                <a:lnTo>
                  <a:pt x="72788" y="368706"/>
                </a:lnTo>
                <a:lnTo>
                  <a:pt x="64393" y="373491"/>
                </a:lnTo>
                <a:lnTo>
                  <a:pt x="64668" y="373327"/>
                </a:lnTo>
                <a:lnTo>
                  <a:pt x="56877" y="378136"/>
                </a:lnTo>
                <a:lnTo>
                  <a:pt x="57191" y="377934"/>
                </a:lnTo>
                <a:lnTo>
                  <a:pt x="50015" y="382769"/>
                </a:lnTo>
                <a:lnTo>
                  <a:pt x="50369" y="382517"/>
                </a:lnTo>
                <a:lnTo>
                  <a:pt x="43809" y="387376"/>
                </a:lnTo>
                <a:lnTo>
                  <a:pt x="44200" y="387074"/>
                </a:lnTo>
                <a:lnTo>
                  <a:pt x="38295" y="391958"/>
                </a:lnTo>
                <a:lnTo>
                  <a:pt x="38711" y="391593"/>
                </a:lnTo>
                <a:lnTo>
                  <a:pt x="33449" y="396490"/>
                </a:lnTo>
                <a:lnTo>
                  <a:pt x="33914" y="396038"/>
                </a:lnTo>
                <a:lnTo>
                  <a:pt x="29320" y="400947"/>
                </a:lnTo>
                <a:lnTo>
                  <a:pt x="29810" y="400381"/>
                </a:lnTo>
                <a:lnTo>
                  <a:pt x="25893" y="405315"/>
                </a:lnTo>
                <a:lnTo>
                  <a:pt x="26398" y="404610"/>
                </a:lnTo>
                <a:lnTo>
                  <a:pt x="23163" y="409558"/>
                </a:lnTo>
                <a:lnTo>
                  <a:pt x="23667" y="408689"/>
                </a:lnTo>
                <a:lnTo>
                  <a:pt x="21136" y="413650"/>
                </a:lnTo>
                <a:lnTo>
                  <a:pt x="21489" y="412881"/>
                </a:lnTo>
                <a:lnTo>
                  <a:pt x="20481" y="415361"/>
                </a:lnTo>
                <a:lnTo>
                  <a:pt x="20683" y="414795"/>
                </a:lnTo>
                <a:lnTo>
                  <a:pt x="19865" y="417275"/>
                </a:lnTo>
                <a:lnTo>
                  <a:pt x="20041" y="416671"/>
                </a:lnTo>
                <a:lnTo>
                  <a:pt x="19398" y="419164"/>
                </a:lnTo>
                <a:lnTo>
                  <a:pt x="19538" y="418521"/>
                </a:lnTo>
                <a:lnTo>
                  <a:pt x="19084" y="421001"/>
                </a:lnTo>
                <a:lnTo>
                  <a:pt x="19185" y="420321"/>
                </a:lnTo>
                <a:lnTo>
                  <a:pt x="18908" y="422814"/>
                </a:lnTo>
                <a:lnTo>
                  <a:pt x="18958" y="422122"/>
                </a:lnTo>
                <a:lnTo>
                  <a:pt x="18858" y="424602"/>
                </a:lnTo>
                <a:lnTo>
                  <a:pt x="0" y="42389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ath-160">
            <a:extLst xmlns:a="http://schemas.openxmlformats.org/drawingml/2006/main">
              <a:ext uri="{FF2B5EF4-FFF2-40B4-BE49-F238E27FC236}">
                <a16:creationId xmlns:a16="http://schemas.microsoft.com/office/drawing/2014/main" id="{D87B7C2C-A6D2-4704-93A8-4EF058E8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303" y="1736953"/>
            <a:ext cx="599578" cy="424451"/>
          </a:xfrm>
          <a:custGeom xmlns:a="http://schemas.openxmlformats.org/drawingml/2006/main">
            <a:pathLst>
              <a:path w="599578" h="424451">
                <a:moveTo>
                  <a:pt x="599578" y="79587"/>
                </a:moveTo>
                <a:lnTo>
                  <a:pt x="575483" y="72298"/>
                </a:lnTo>
                <a:lnTo>
                  <a:pt x="551373" y="65009"/>
                </a:lnTo>
                <a:lnTo>
                  <a:pt x="597348" y="0"/>
                </a:lnTo>
                <a:lnTo>
                  <a:pt x="599578" y="79587"/>
                </a:lnTo>
                <a:moveTo>
                  <a:pt x="0" y="424048"/>
                </a:moveTo>
                <a:lnTo>
                  <a:pt x="114" y="418874"/>
                </a:lnTo>
                <a:lnTo>
                  <a:pt x="454" y="413511"/>
                </a:lnTo>
                <a:lnTo>
                  <a:pt x="1033" y="408161"/>
                </a:lnTo>
                <a:lnTo>
                  <a:pt x="1813" y="402823"/>
                </a:lnTo>
                <a:lnTo>
                  <a:pt x="2821" y="397510"/>
                </a:lnTo>
                <a:lnTo>
                  <a:pt x="4030" y="392223"/>
                </a:lnTo>
                <a:lnTo>
                  <a:pt x="5452" y="386961"/>
                </a:lnTo>
                <a:lnTo>
                  <a:pt x="7076" y="381724"/>
                </a:lnTo>
                <a:lnTo>
                  <a:pt x="8901" y="376524"/>
                </a:lnTo>
                <a:lnTo>
                  <a:pt x="10903" y="371363"/>
                </a:lnTo>
                <a:lnTo>
                  <a:pt x="13107" y="366239"/>
                </a:lnTo>
                <a:lnTo>
                  <a:pt x="15485" y="361154"/>
                </a:lnTo>
                <a:lnTo>
                  <a:pt x="18054" y="356105"/>
                </a:lnTo>
                <a:lnTo>
                  <a:pt x="20823" y="351045"/>
                </a:lnTo>
                <a:lnTo>
                  <a:pt x="26765" y="341237"/>
                </a:lnTo>
                <a:lnTo>
                  <a:pt x="33412" y="331569"/>
                </a:lnTo>
                <a:lnTo>
                  <a:pt x="40676" y="322115"/>
                </a:lnTo>
                <a:lnTo>
                  <a:pt x="48531" y="312887"/>
                </a:lnTo>
                <a:lnTo>
                  <a:pt x="56953" y="303911"/>
                </a:lnTo>
                <a:lnTo>
                  <a:pt x="65916" y="295187"/>
                </a:lnTo>
                <a:lnTo>
                  <a:pt x="75396" y="286740"/>
                </a:lnTo>
                <a:lnTo>
                  <a:pt x="85355" y="278594"/>
                </a:lnTo>
                <a:lnTo>
                  <a:pt x="95779" y="270752"/>
                </a:lnTo>
                <a:lnTo>
                  <a:pt x="106629" y="263248"/>
                </a:lnTo>
                <a:lnTo>
                  <a:pt x="117884" y="256085"/>
                </a:lnTo>
                <a:lnTo>
                  <a:pt x="129517" y="249288"/>
                </a:lnTo>
                <a:lnTo>
                  <a:pt x="141502" y="242867"/>
                </a:lnTo>
                <a:lnTo>
                  <a:pt x="153813" y="236850"/>
                </a:lnTo>
                <a:lnTo>
                  <a:pt x="166428" y="231260"/>
                </a:lnTo>
                <a:lnTo>
                  <a:pt x="179307" y="226098"/>
                </a:lnTo>
                <a:lnTo>
                  <a:pt x="192449" y="221402"/>
                </a:lnTo>
                <a:lnTo>
                  <a:pt x="205806" y="217185"/>
                </a:lnTo>
                <a:lnTo>
                  <a:pt x="219363" y="213459"/>
                </a:lnTo>
                <a:lnTo>
                  <a:pt x="233098" y="210249"/>
                </a:lnTo>
                <a:lnTo>
                  <a:pt x="246922" y="207592"/>
                </a:lnTo>
                <a:lnTo>
                  <a:pt x="253946" y="206459"/>
                </a:lnTo>
                <a:lnTo>
                  <a:pt x="260958" y="205465"/>
                </a:lnTo>
                <a:lnTo>
                  <a:pt x="267995" y="204634"/>
                </a:lnTo>
                <a:lnTo>
                  <a:pt x="275045" y="203929"/>
                </a:lnTo>
                <a:lnTo>
                  <a:pt x="282121" y="203388"/>
                </a:lnTo>
                <a:lnTo>
                  <a:pt x="289208" y="202998"/>
                </a:lnTo>
                <a:lnTo>
                  <a:pt x="296296" y="202758"/>
                </a:lnTo>
                <a:lnTo>
                  <a:pt x="303296" y="202683"/>
                </a:lnTo>
                <a:lnTo>
                  <a:pt x="310182" y="202607"/>
                </a:lnTo>
                <a:lnTo>
                  <a:pt x="309967" y="202607"/>
                </a:lnTo>
                <a:lnTo>
                  <a:pt x="316853" y="202381"/>
                </a:lnTo>
                <a:lnTo>
                  <a:pt x="316653" y="202393"/>
                </a:lnTo>
                <a:lnTo>
                  <a:pt x="323526" y="202003"/>
                </a:lnTo>
                <a:lnTo>
                  <a:pt x="323324" y="202028"/>
                </a:lnTo>
                <a:lnTo>
                  <a:pt x="330198" y="201499"/>
                </a:lnTo>
                <a:lnTo>
                  <a:pt x="329997" y="201512"/>
                </a:lnTo>
                <a:lnTo>
                  <a:pt x="336844" y="200832"/>
                </a:lnTo>
                <a:lnTo>
                  <a:pt x="336656" y="200858"/>
                </a:lnTo>
                <a:lnTo>
                  <a:pt x="343492" y="200039"/>
                </a:lnTo>
                <a:lnTo>
                  <a:pt x="343302" y="200064"/>
                </a:lnTo>
                <a:lnTo>
                  <a:pt x="350114" y="199108"/>
                </a:lnTo>
                <a:lnTo>
                  <a:pt x="349924" y="199133"/>
                </a:lnTo>
                <a:lnTo>
                  <a:pt x="356723" y="198038"/>
                </a:lnTo>
                <a:lnTo>
                  <a:pt x="356446" y="198088"/>
                </a:lnTo>
                <a:lnTo>
                  <a:pt x="369941" y="195495"/>
                </a:lnTo>
                <a:lnTo>
                  <a:pt x="369576" y="195570"/>
                </a:lnTo>
                <a:lnTo>
                  <a:pt x="382957" y="192448"/>
                </a:lnTo>
                <a:lnTo>
                  <a:pt x="382606" y="192536"/>
                </a:lnTo>
                <a:lnTo>
                  <a:pt x="395812" y="188910"/>
                </a:lnTo>
                <a:lnTo>
                  <a:pt x="395471" y="189011"/>
                </a:lnTo>
                <a:lnTo>
                  <a:pt x="408489" y="184895"/>
                </a:lnTo>
                <a:lnTo>
                  <a:pt x="408150" y="185008"/>
                </a:lnTo>
                <a:lnTo>
                  <a:pt x="420951" y="180426"/>
                </a:lnTo>
                <a:lnTo>
                  <a:pt x="420624" y="180551"/>
                </a:lnTo>
                <a:lnTo>
                  <a:pt x="433189" y="175528"/>
                </a:lnTo>
                <a:lnTo>
                  <a:pt x="432873" y="175654"/>
                </a:lnTo>
                <a:lnTo>
                  <a:pt x="445161" y="170203"/>
                </a:lnTo>
                <a:lnTo>
                  <a:pt x="444845" y="170354"/>
                </a:lnTo>
                <a:lnTo>
                  <a:pt x="456842" y="164488"/>
                </a:lnTo>
                <a:lnTo>
                  <a:pt x="456541" y="164651"/>
                </a:lnTo>
                <a:lnTo>
                  <a:pt x="468211" y="158395"/>
                </a:lnTo>
                <a:lnTo>
                  <a:pt x="467909" y="158571"/>
                </a:lnTo>
                <a:lnTo>
                  <a:pt x="479226" y="151949"/>
                </a:lnTo>
                <a:lnTo>
                  <a:pt x="478924" y="152138"/>
                </a:lnTo>
                <a:lnTo>
                  <a:pt x="489876" y="145163"/>
                </a:lnTo>
                <a:lnTo>
                  <a:pt x="489574" y="145365"/>
                </a:lnTo>
                <a:lnTo>
                  <a:pt x="500112" y="138076"/>
                </a:lnTo>
                <a:lnTo>
                  <a:pt x="499810" y="138290"/>
                </a:lnTo>
                <a:lnTo>
                  <a:pt x="509931" y="130686"/>
                </a:lnTo>
                <a:lnTo>
                  <a:pt x="509629" y="130913"/>
                </a:lnTo>
                <a:lnTo>
                  <a:pt x="519284" y="123020"/>
                </a:lnTo>
                <a:lnTo>
                  <a:pt x="518982" y="123271"/>
                </a:lnTo>
                <a:lnTo>
                  <a:pt x="528146" y="115101"/>
                </a:lnTo>
                <a:lnTo>
                  <a:pt x="527844" y="115378"/>
                </a:lnTo>
                <a:lnTo>
                  <a:pt x="536506" y="106956"/>
                </a:lnTo>
                <a:lnTo>
                  <a:pt x="536204" y="107271"/>
                </a:lnTo>
                <a:lnTo>
                  <a:pt x="544336" y="98609"/>
                </a:lnTo>
                <a:lnTo>
                  <a:pt x="544034" y="98949"/>
                </a:lnTo>
                <a:lnTo>
                  <a:pt x="551588" y="90074"/>
                </a:lnTo>
                <a:lnTo>
                  <a:pt x="551286" y="90439"/>
                </a:lnTo>
                <a:lnTo>
                  <a:pt x="558247" y="81375"/>
                </a:lnTo>
                <a:lnTo>
                  <a:pt x="557958" y="81790"/>
                </a:lnTo>
                <a:lnTo>
                  <a:pt x="564302" y="72550"/>
                </a:lnTo>
                <a:lnTo>
                  <a:pt x="563157" y="74829"/>
                </a:lnTo>
                <a:lnTo>
                  <a:pt x="577483" y="33084"/>
                </a:lnTo>
                <a:lnTo>
                  <a:pt x="595347" y="39215"/>
                </a:lnTo>
                <a:lnTo>
                  <a:pt x="580593" y="82168"/>
                </a:lnTo>
                <a:lnTo>
                  <a:pt x="573379" y="92680"/>
                </a:lnTo>
                <a:lnTo>
                  <a:pt x="566115" y="102135"/>
                </a:lnTo>
                <a:lnTo>
                  <a:pt x="558259" y="111362"/>
                </a:lnTo>
                <a:lnTo>
                  <a:pt x="549838" y="120338"/>
                </a:lnTo>
                <a:lnTo>
                  <a:pt x="540862" y="129063"/>
                </a:lnTo>
                <a:lnTo>
                  <a:pt x="531395" y="137510"/>
                </a:lnTo>
                <a:lnTo>
                  <a:pt x="521438" y="145655"/>
                </a:lnTo>
                <a:lnTo>
                  <a:pt x="511013" y="153498"/>
                </a:lnTo>
                <a:lnTo>
                  <a:pt x="500161" y="161001"/>
                </a:lnTo>
                <a:lnTo>
                  <a:pt x="488906" y="168164"/>
                </a:lnTo>
                <a:lnTo>
                  <a:pt x="477275" y="174962"/>
                </a:lnTo>
                <a:lnTo>
                  <a:pt x="465291" y="181382"/>
                </a:lnTo>
                <a:lnTo>
                  <a:pt x="452978" y="187400"/>
                </a:lnTo>
                <a:lnTo>
                  <a:pt x="440365" y="192989"/>
                </a:lnTo>
                <a:lnTo>
                  <a:pt x="427485" y="198151"/>
                </a:lnTo>
                <a:lnTo>
                  <a:pt x="414343" y="202846"/>
                </a:lnTo>
                <a:lnTo>
                  <a:pt x="400985" y="207064"/>
                </a:lnTo>
                <a:lnTo>
                  <a:pt x="387427" y="210790"/>
                </a:lnTo>
                <a:lnTo>
                  <a:pt x="373692" y="214001"/>
                </a:lnTo>
                <a:lnTo>
                  <a:pt x="359871" y="216657"/>
                </a:lnTo>
                <a:lnTo>
                  <a:pt x="352846" y="217790"/>
                </a:lnTo>
                <a:lnTo>
                  <a:pt x="345834" y="218784"/>
                </a:lnTo>
                <a:lnTo>
                  <a:pt x="338795" y="219615"/>
                </a:lnTo>
                <a:lnTo>
                  <a:pt x="331746" y="220320"/>
                </a:lnTo>
                <a:lnTo>
                  <a:pt x="324671" y="220861"/>
                </a:lnTo>
                <a:lnTo>
                  <a:pt x="317583" y="221251"/>
                </a:lnTo>
                <a:lnTo>
                  <a:pt x="310496" y="221491"/>
                </a:lnTo>
                <a:lnTo>
                  <a:pt x="303496" y="221567"/>
                </a:lnTo>
                <a:lnTo>
                  <a:pt x="296610" y="221642"/>
                </a:lnTo>
                <a:lnTo>
                  <a:pt x="296823" y="221642"/>
                </a:lnTo>
                <a:lnTo>
                  <a:pt x="289937" y="221868"/>
                </a:lnTo>
                <a:lnTo>
                  <a:pt x="290140" y="221856"/>
                </a:lnTo>
                <a:lnTo>
                  <a:pt x="283266" y="222246"/>
                </a:lnTo>
                <a:lnTo>
                  <a:pt x="283467" y="222221"/>
                </a:lnTo>
                <a:lnTo>
                  <a:pt x="276593" y="222750"/>
                </a:lnTo>
                <a:lnTo>
                  <a:pt x="276795" y="222737"/>
                </a:lnTo>
                <a:lnTo>
                  <a:pt x="269946" y="223417"/>
                </a:lnTo>
                <a:lnTo>
                  <a:pt x="270135" y="223392"/>
                </a:lnTo>
                <a:lnTo>
                  <a:pt x="263300" y="224210"/>
                </a:lnTo>
                <a:lnTo>
                  <a:pt x="263488" y="224185"/>
                </a:lnTo>
                <a:lnTo>
                  <a:pt x="256678" y="225142"/>
                </a:lnTo>
                <a:lnTo>
                  <a:pt x="256867" y="225117"/>
                </a:lnTo>
                <a:lnTo>
                  <a:pt x="250069" y="226211"/>
                </a:lnTo>
                <a:lnTo>
                  <a:pt x="250344" y="226161"/>
                </a:lnTo>
                <a:lnTo>
                  <a:pt x="236851" y="228754"/>
                </a:lnTo>
                <a:lnTo>
                  <a:pt x="237202" y="228679"/>
                </a:lnTo>
                <a:lnTo>
                  <a:pt x="223833" y="231801"/>
                </a:lnTo>
                <a:lnTo>
                  <a:pt x="224185" y="231713"/>
                </a:lnTo>
                <a:lnTo>
                  <a:pt x="210980" y="235339"/>
                </a:lnTo>
                <a:lnTo>
                  <a:pt x="211320" y="235238"/>
                </a:lnTo>
                <a:lnTo>
                  <a:pt x="198302" y="239355"/>
                </a:lnTo>
                <a:lnTo>
                  <a:pt x="198643" y="239242"/>
                </a:lnTo>
                <a:lnTo>
                  <a:pt x="185840" y="243823"/>
                </a:lnTo>
                <a:lnTo>
                  <a:pt x="186166" y="243698"/>
                </a:lnTo>
                <a:lnTo>
                  <a:pt x="173603" y="248721"/>
                </a:lnTo>
                <a:lnTo>
                  <a:pt x="173917" y="248595"/>
                </a:lnTo>
                <a:lnTo>
                  <a:pt x="161618" y="254046"/>
                </a:lnTo>
                <a:lnTo>
                  <a:pt x="161945" y="253895"/>
                </a:lnTo>
                <a:lnTo>
                  <a:pt x="149948" y="259761"/>
                </a:lnTo>
                <a:lnTo>
                  <a:pt x="150250" y="259598"/>
                </a:lnTo>
                <a:lnTo>
                  <a:pt x="138580" y="265854"/>
                </a:lnTo>
                <a:lnTo>
                  <a:pt x="138881" y="265678"/>
                </a:lnTo>
                <a:lnTo>
                  <a:pt x="127564" y="272300"/>
                </a:lnTo>
                <a:lnTo>
                  <a:pt x="127866" y="272111"/>
                </a:lnTo>
                <a:lnTo>
                  <a:pt x="116915" y="279086"/>
                </a:lnTo>
                <a:lnTo>
                  <a:pt x="117216" y="278884"/>
                </a:lnTo>
                <a:lnTo>
                  <a:pt x="106681" y="286173"/>
                </a:lnTo>
                <a:lnTo>
                  <a:pt x="106982" y="285959"/>
                </a:lnTo>
                <a:lnTo>
                  <a:pt x="96860" y="293563"/>
                </a:lnTo>
                <a:lnTo>
                  <a:pt x="97164" y="293336"/>
                </a:lnTo>
                <a:lnTo>
                  <a:pt x="87506" y="301229"/>
                </a:lnTo>
                <a:lnTo>
                  <a:pt x="87810" y="300978"/>
                </a:lnTo>
                <a:lnTo>
                  <a:pt x="78644" y="309148"/>
                </a:lnTo>
                <a:lnTo>
                  <a:pt x="78946" y="308871"/>
                </a:lnTo>
                <a:lnTo>
                  <a:pt x="70285" y="317293"/>
                </a:lnTo>
                <a:lnTo>
                  <a:pt x="70587" y="316978"/>
                </a:lnTo>
                <a:lnTo>
                  <a:pt x="62454" y="325640"/>
                </a:lnTo>
                <a:lnTo>
                  <a:pt x="62756" y="325300"/>
                </a:lnTo>
                <a:lnTo>
                  <a:pt x="55204" y="334175"/>
                </a:lnTo>
                <a:lnTo>
                  <a:pt x="55506" y="333810"/>
                </a:lnTo>
                <a:lnTo>
                  <a:pt x="48544" y="342874"/>
                </a:lnTo>
                <a:lnTo>
                  <a:pt x="48833" y="342459"/>
                </a:lnTo>
                <a:lnTo>
                  <a:pt x="42488" y="351712"/>
                </a:lnTo>
                <a:lnTo>
                  <a:pt x="42778" y="351258"/>
                </a:lnTo>
                <a:lnTo>
                  <a:pt x="37076" y="360649"/>
                </a:lnTo>
                <a:lnTo>
                  <a:pt x="37290" y="360285"/>
                </a:lnTo>
                <a:lnTo>
                  <a:pt x="34683" y="365043"/>
                </a:lnTo>
                <a:lnTo>
                  <a:pt x="34821" y="364779"/>
                </a:lnTo>
                <a:lnTo>
                  <a:pt x="32393" y="369563"/>
                </a:lnTo>
                <a:lnTo>
                  <a:pt x="32531" y="369298"/>
                </a:lnTo>
                <a:lnTo>
                  <a:pt x="30278" y="374107"/>
                </a:lnTo>
                <a:lnTo>
                  <a:pt x="30403" y="373818"/>
                </a:lnTo>
                <a:lnTo>
                  <a:pt x="28326" y="378664"/>
                </a:lnTo>
                <a:lnTo>
                  <a:pt x="28439" y="378363"/>
                </a:lnTo>
                <a:lnTo>
                  <a:pt x="26550" y="383221"/>
                </a:lnTo>
                <a:lnTo>
                  <a:pt x="26664" y="382920"/>
                </a:lnTo>
                <a:lnTo>
                  <a:pt x="24953" y="387804"/>
                </a:lnTo>
                <a:lnTo>
                  <a:pt x="25066" y="387477"/>
                </a:lnTo>
                <a:lnTo>
                  <a:pt x="23541" y="392386"/>
                </a:lnTo>
                <a:lnTo>
                  <a:pt x="23642" y="392047"/>
                </a:lnTo>
                <a:lnTo>
                  <a:pt x="22309" y="396969"/>
                </a:lnTo>
                <a:lnTo>
                  <a:pt x="22396" y="396616"/>
                </a:lnTo>
                <a:lnTo>
                  <a:pt x="21264" y="401552"/>
                </a:lnTo>
                <a:lnTo>
                  <a:pt x="21338" y="401199"/>
                </a:lnTo>
                <a:lnTo>
                  <a:pt x="20408" y="406146"/>
                </a:lnTo>
                <a:lnTo>
                  <a:pt x="20470" y="405769"/>
                </a:lnTo>
                <a:lnTo>
                  <a:pt x="19741" y="410729"/>
                </a:lnTo>
                <a:lnTo>
                  <a:pt x="19790" y="410338"/>
                </a:lnTo>
                <a:lnTo>
                  <a:pt x="19261" y="415311"/>
                </a:lnTo>
                <a:lnTo>
                  <a:pt x="19286" y="414908"/>
                </a:lnTo>
                <a:lnTo>
                  <a:pt x="18972" y="419881"/>
                </a:lnTo>
                <a:lnTo>
                  <a:pt x="18984" y="419478"/>
                </a:lnTo>
                <a:lnTo>
                  <a:pt x="18885" y="424451"/>
                </a:lnTo>
                <a:lnTo>
                  <a:pt x="0" y="4240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ath-161">
            <a:extLst xmlns:a="http://schemas.openxmlformats.org/drawingml/2006/main">
              <a:ext uri="{FF2B5EF4-FFF2-40B4-BE49-F238E27FC236}">
                <a16:creationId xmlns:a16="http://schemas.microsoft.com/office/drawing/2014/main" id="{A3B6EF66-D7A6-4903-8564-F8E497DB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316" y="1744192"/>
            <a:ext cx="2466173" cy="417124"/>
          </a:xfrm>
          <a:custGeom xmlns:a="http://schemas.openxmlformats.org/drawingml/2006/main">
            <a:pathLst>
              <a:path w="2466173" h="417124">
                <a:moveTo>
                  <a:pt x="34947" y="71543"/>
                </a:moveTo>
                <a:lnTo>
                  <a:pt x="52912" y="53906"/>
                </a:lnTo>
                <a:lnTo>
                  <a:pt x="70877" y="36269"/>
                </a:lnTo>
                <a:lnTo>
                  <a:pt x="0" y="0"/>
                </a:lnTo>
                <a:lnTo>
                  <a:pt x="34947" y="71543"/>
                </a:lnTo>
                <a:moveTo>
                  <a:pt x="2466173" y="416268"/>
                </a:moveTo>
                <a:lnTo>
                  <a:pt x="2466047" y="413385"/>
                </a:lnTo>
                <a:lnTo>
                  <a:pt x="2465595" y="410112"/>
                </a:lnTo>
                <a:lnTo>
                  <a:pt x="2464851" y="406877"/>
                </a:lnTo>
                <a:lnTo>
                  <a:pt x="2463844" y="403704"/>
                </a:lnTo>
                <a:lnTo>
                  <a:pt x="2462586" y="400595"/>
                </a:lnTo>
                <a:lnTo>
                  <a:pt x="2461075" y="397548"/>
                </a:lnTo>
                <a:lnTo>
                  <a:pt x="2459337" y="394578"/>
                </a:lnTo>
                <a:lnTo>
                  <a:pt x="2457310" y="391556"/>
                </a:lnTo>
                <a:lnTo>
                  <a:pt x="2452866" y="386029"/>
                </a:lnTo>
                <a:lnTo>
                  <a:pt x="2447541" y="380578"/>
                </a:lnTo>
                <a:lnTo>
                  <a:pt x="2441473" y="375278"/>
                </a:lnTo>
                <a:lnTo>
                  <a:pt x="2434651" y="370092"/>
                </a:lnTo>
                <a:lnTo>
                  <a:pt x="2427097" y="365006"/>
                </a:lnTo>
                <a:lnTo>
                  <a:pt x="2418814" y="360008"/>
                </a:lnTo>
                <a:lnTo>
                  <a:pt x="2409824" y="355073"/>
                </a:lnTo>
                <a:lnTo>
                  <a:pt x="2400119" y="350188"/>
                </a:lnTo>
                <a:lnTo>
                  <a:pt x="2389720" y="345367"/>
                </a:lnTo>
                <a:lnTo>
                  <a:pt x="2378630" y="340596"/>
                </a:lnTo>
                <a:lnTo>
                  <a:pt x="2366858" y="335874"/>
                </a:lnTo>
                <a:lnTo>
                  <a:pt x="2354407" y="331204"/>
                </a:lnTo>
                <a:lnTo>
                  <a:pt x="2341315" y="326584"/>
                </a:lnTo>
                <a:lnTo>
                  <a:pt x="2327569" y="322002"/>
                </a:lnTo>
                <a:lnTo>
                  <a:pt x="2313191" y="317482"/>
                </a:lnTo>
                <a:lnTo>
                  <a:pt x="2298185" y="313001"/>
                </a:lnTo>
                <a:lnTo>
                  <a:pt x="2282574" y="308582"/>
                </a:lnTo>
                <a:lnTo>
                  <a:pt x="2266373" y="304213"/>
                </a:lnTo>
                <a:lnTo>
                  <a:pt x="2249580" y="299895"/>
                </a:lnTo>
                <a:lnTo>
                  <a:pt x="2232220" y="295640"/>
                </a:lnTo>
                <a:lnTo>
                  <a:pt x="2214306" y="291448"/>
                </a:lnTo>
                <a:lnTo>
                  <a:pt x="2195849" y="287319"/>
                </a:lnTo>
                <a:lnTo>
                  <a:pt x="2176865" y="283240"/>
                </a:lnTo>
                <a:lnTo>
                  <a:pt x="2157365" y="279237"/>
                </a:lnTo>
                <a:lnTo>
                  <a:pt x="2137348" y="275309"/>
                </a:lnTo>
                <a:lnTo>
                  <a:pt x="2116853" y="271444"/>
                </a:lnTo>
                <a:lnTo>
                  <a:pt x="2095893" y="267642"/>
                </a:lnTo>
                <a:lnTo>
                  <a:pt x="2074453" y="263928"/>
                </a:lnTo>
                <a:lnTo>
                  <a:pt x="2052586" y="260290"/>
                </a:lnTo>
                <a:lnTo>
                  <a:pt x="2030266" y="256728"/>
                </a:lnTo>
                <a:lnTo>
                  <a:pt x="2007543" y="253253"/>
                </a:lnTo>
                <a:lnTo>
                  <a:pt x="1984405" y="249854"/>
                </a:lnTo>
                <a:lnTo>
                  <a:pt x="1960876" y="246556"/>
                </a:lnTo>
                <a:lnTo>
                  <a:pt x="1936969" y="243333"/>
                </a:lnTo>
                <a:lnTo>
                  <a:pt x="1912698" y="240198"/>
                </a:lnTo>
                <a:lnTo>
                  <a:pt x="1888074" y="237165"/>
                </a:lnTo>
                <a:lnTo>
                  <a:pt x="1863109" y="234231"/>
                </a:lnTo>
                <a:lnTo>
                  <a:pt x="1837830" y="231399"/>
                </a:lnTo>
                <a:lnTo>
                  <a:pt x="1812251" y="228654"/>
                </a:lnTo>
                <a:lnTo>
                  <a:pt x="1786354" y="226023"/>
                </a:lnTo>
                <a:lnTo>
                  <a:pt x="1760194" y="223493"/>
                </a:lnTo>
                <a:lnTo>
                  <a:pt x="1733770" y="221063"/>
                </a:lnTo>
                <a:lnTo>
                  <a:pt x="1707081" y="218747"/>
                </a:lnTo>
                <a:lnTo>
                  <a:pt x="1680167" y="216556"/>
                </a:lnTo>
                <a:lnTo>
                  <a:pt x="1653013" y="214467"/>
                </a:lnTo>
                <a:lnTo>
                  <a:pt x="1625655" y="212503"/>
                </a:lnTo>
                <a:lnTo>
                  <a:pt x="1598098" y="210652"/>
                </a:lnTo>
                <a:lnTo>
                  <a:pt x="1570365" y="208927"/>
                </a:lnTo>
                <a:lnTo>
                  <a:pt x="1542455" y="207316"/>
                </a:lnTo>
                <a:lnTo>
                  <a:pt x="1514407" y="205843"/>
                </a:lnTo>
                <a:lnTo>
                  <a:pt x="1486195" y="204496"/>
                </a:lnTo>
                <a:lnTo>
                  <a:pt x="1457869" y="203287"/>
                </a:lnTo>
                <a:lnTo>
                  <a:pt x="1429432" y="202205"/>
                </a:lnTo>
                <a:lnTo>
                  <a:pt x="1400891" y="201261"/>
                </a:lnTo>
                <a:lnTo>
                  <a:pt x="1372264" y="200455"/>
                </a:lnTo>
                <a:lnTo>
                  <a:pt x="1343575" y="199788"/>
                </a:lnTo>
                <a:lnTo>
                  <a:pt x="1314821" y="199271"/>
                </a:lnTo>
                <a:lnTo>
                  <a:pt x="1286031" y="198894"/>
                </a:lnTo>
                <a:lnTo>
                  <a:pt x="1257213" y="198667"/>
                </a:lnTo>
                <a:lnTo>
                  <a:pt x="1228398" y="198592"/>
                </a:lnTo>
                <a:lnTo>
                  <a:pt x="1199607" y="198516"/>
                </a:lnTo>
                <a:lnTo>
                  <a:pt x="1199657" y="198516"/>
                </a:lnTo>
                <a:lnTo>
                  <a:pt x="1170879" y="198290"/>
                </a:lnTo>
                <a:lnTo>
                  <a:pt x="1170928" y="198290"/>
                </a:lnTo>
                <a:lnTo>
                  <a:pt x="1142187" y="197912"/>
                </a:lnTo>
                <a:lnTo>
                  <a:pt x="1142239" y="197912"/>
                </a:lnTo>
                <a:lnTo>
                  <a:pt x="1113535" y="197396"/>
                </a:lnTo>
                <a:lnTo>
                  <a:pt x="1113585" y="197396"/>
                </a:lnTo>
                <a:lnTo>
                  <a:pt x="1084933" y="196741"/>
                </a:lnTo>
                <a:lnTo>
                  <a:pt x="1084983" y="196741"/>
                </a:lnTo>
                <a:lnTo>
                  <a:pt x="1056407" y="195935"/>
                </a:lnTo>
                <a:lnTo>
                  <a:pt x="1056444" y="195935"/>
                </a:lnTo>
                <a:lnTo>
                  <a:pt x="1027955" y="195004"/>
                </a:lnTo>
                <a:lnTo>
                  <a:pt x="1028005" y="195004"/>
                </a:lnTo>
                <a:lnTo>
                  <a:pt x="999605" y="193921"/>
                </a:lnTo>
                <a:lnTo>
                  <a:pt x="999654" y="193921"/>
                </a:lnTo>
                <a:lnTo>
                  <a:pt x="971368" y="192712"/>
                </a:lnTo>
                <a:lnTo>
                  <a:pt x="971418" y="192712"/>
                </a:lnTo>
                <a:lnTo>
                  <a:pt x="943270" y="191378"/>
                </a:lnTo>
                <a:lnTo>
                  <a:pt x="943307" y="191378"/>
                </a:lnTo>
                <a:lnTo>
                  <a:pt x="915296" y="189918"/>
                </a:lnTo>
                <a:lnTo>
                  <a:pt x="915333" y="189918"/>
                </a:lnTo>
                <a:lnTo>
                  <a:pt x="887474" y="188319"/>
                </a:lnTo>
                <a:lnTo>
                  <a:pt x="887524" y="188319"/>
                </a:lnTo>
                <a:lnTo>
                  <a:pt x="859829" y="186607"/>
                </a:lnTo>
                <a:lnTo>
                  <a:pt x="859880" y="186607"/>
                </a:lnTo>
                <a:lnTo>
                  <a:pt x="832373" y="184769"/>
                </a:lnTo>
                <a:lnTo>
                  <a:pt x="832410" y="184769"/>
                </a:lnTo>
                <a:lnTo>
                  <a:pt x="805104" y="182818"/>
                </a:lnTo>
                <a:lnTo>
                  <a:pt x="805155" y="182818"/>
                </a:lnTo>
                <a:lnTo>
                  <a:pt x="778051" y="180740"/>
                </a:lnTo>
                <a:lnTo>
                  <a:pt x="778101" y="180740"/>
                </a:lnTo>
                <a:lnTo>
                  <a:pt x="751224" y="178550"/>
                </a:lnTo>
                <a:lnTo>
                  <a:pt x="751261" y="178563"/>
                </a:lnTo>
                <a:lnTo>
                  <a:pt x="724622" y="176259"/>
                </a:lnTo>
                <a:lnTo>
                  <a:pt x="724674" y="176259"/>
                </a:lnTo>
                <a:lnTo>
                  <a:pt x="698287" y="173854"/>
                </a:lnTo>
                <a:lnTo>
                  <a:pt x="698336" y="173854"/>
                </a:lnTo>
                <a:lnTo>
                  <a:pt x="672228" y="171337"/>
                </a:lnTo>
                <a:lnTo>
                  <a:pt x="672265" y="171337"/>
                </a:lnTo>
                <a:lnTo>
                  <a:pt x="646432" y="168718"/>
                </a:lnTo>
                <a:lnTo>
                  <a:pt x="646484" y="168718"/>
                </a:lnTo>
                <a:lnTo>
                  <a:pt x="620940" y="165999"/>
                </a:lnTo>
                <a:lnTo>
                  <a:pt x="620990" y="165999"/>
                </a:lnTo>
                <a:lnTo>
                  <a:pt x="595762" y="163179"/>
                </a:lnTo>
                <a:lnTo>
                  <a:pt x="595812" y="163179"/>
                </a:lnTo>
                <a:lnTo>
                  <a:pt x="570898" y="160258"/>
                </a:lnTo>
                <a:lnTo>
                  <a:pt x="570950" y="160258"/>
                </a:lnTo>
                <a:lnTo>
                  <a:pt x="546389" y="157249"/>
                </a:lnTo>
                <a:lnTo>
                  <a:pt x="546439" y="157249"/>
                </a:lnTo>
                <a:lnTo>
                  <a:pt x="522218" y="154140"/>
                </a:lnTo>
                <a:lnTo>
                  <a:pt x="522267" y="154152"/>
                </a:lnTo>
                <a:lnTo>
                  <a:pt x="498412" y="150942"/>
                </a:lnTo>
                <a:lnTo>
                  <a:pt x="498474" y="150955"/>
                </a:lnTo>
                <a:lnTo>
                  <a:pt x="474997" y="147669"/>
                </a:lnTo>
                <a:lnTo>
                  <a:pt x="475046" y="147669"/>
                </a:lnTo>
                <a:lnTo>
                  <a:pt x="451970" y="144295"/>
                </a:lnTo>
                <a:lnTo>
                  <a:pt x="452032" y="144308"/>
                </a:lnTo>
                <a:lnTo>
                  <a:pt x="429361" y="140846"/>
                </a:lnTo>
                <a:lnTo>
                  <a:pt x="429411" y="140859"/>
                </a:lnTo>
                <a:lnTo>
                  <a:pt x="407167" y="137321"/>
                </a:lnTo>
                <a:lnTo>
                  <a:pt x="407229" y="137321"/>
                </a:lnTo>
                <a:lnTo>
                  <a:pt x="385412" y="133708"/>
                </a:lnTo>
                <a:lnTo>
                  <a:pt x="385476" y="133720"/>
                </a:lnTo>
                <a:lnTo>
                  <a:pt x="364112" y="130019"/>
                </a:lnTo>
                <a:lnTo>
                  <a:pt x="364175" y="130032"/>
                </a:lnTo>
                <a:lnTo>
                  <a:pt x="343277" y="126268"/>
                </a:lnTo>
                <a:lnTo>
                  <a:pt x="343341" y="126280"/>
                </a:lnTo>
                <a:lnTo>
                  <a:pt x="322920" y="122441"/>
                </a:lnTo>
                <a:lnTo>
                  <a:pt x="322996" y="122453"/>
                </a:lnTo>
                <a:lnTo>
                  <a:pt x="303068" y="118551"/>
                </a:lnTo>
                <a:lnTo>
                  <a:pt x="303144" y="118563"/>
                </a:lnTo>
                <a:lnTo>
                  <a:pt x="283718" y="114585"/>
                </a:lnTo>
                <a:lnTo>
                  <a:pt x="283794" y="114598"/>
                </a:lnTo>
                <a:lnTo>
                  <a:pt x="264886" y="110557"/>
                </a:lnTo>
                <a:lnTo>
                  <a:pt x="264973" y="110582"/>
                </a:lnTo>
                <a:lnTo>
                  <a:pt x="246606" y="106478"/>
                </a:lnTo>
                <a:lnTo>
                  <a:pt x="246694" y="106503"/>
                </a:lnTo>
                <a:lnTo>
                  <a:pt x="228869" y="102336"/>
                </a:lnTo>
                <a:lnTo>
                  <a:pt x="228956" y="102361"/>
                </a:lnTo>
                <a:lnTo>
                  <a:pt x="211697" y="98144"/>
                </a:lnTo>
                <a:lnTo>
                  <a:pt x="211798" y="98169"/>
                </a:lnTo>
                <a:lnTo>
                  <a:pt x="195118" y="93889"/>
                </a:lnTo>
                <a:lnTo>
                  <a:pt x="195230" y="93927"/>
                </a:lnTo>
                <a:lnTo>
                  <a:pt x="179128" y="89596"/>
                </a:lnTo>
                <a:lnTo>
                  <a:pt x="179254" y="89634"/>
                </a:lnTo>
                <a:lnTo>
                  <a:pt x="163758" y="85253"/>
                </a:lnTo>
                <a:lnTo>
                  <a:pt x="163884" y="85290"/>
                </a:lnTo>
                <a:lnTo>
                  <a:pt x="149017" y="80872"/>
                </a:lnTo>
                <a:lnTo>
                  <a:pt x="149155" y="80910"/>
                </a:lnTo>
                <a:lnTo>
                  <a:pt x="134916" y="76441"/>
                </a:lnTo>
                <a:lnTo>
                  <a:pt x="135055" y="76491"/>
                </a:lnTo>
                <a:lnTo>
                  <a:pt x="121471" y="71972"/>
                </a:lnTo>
                <a:lnTo>
                  <a:pt x="121623" y="72034"/>
                </a:lnTo>
                <a:lnTo>
                  <a:pt x="108695" y="67477"/>
                </a:lnTo>
                <a:lnTo>
                  <a:pt x="108870" y="67540"/>
                </a:lnTo>
                <a:lnTo>
                  <a:pt x="96620" y="62958"/>
                </a:lnTo>
                <a:lnTo>
                  <a:pt x="96809" y="63033"/>
                </a:lnTo>
                <a:lnTo>
                  <a:pt x="85240" y="58401"/>
                </a:lnTo>
                <a:lnTo>
                  <a:pt x="85467" y="58489"/>
                </a:lnTo>
                <a:lnTo>
                  <a:pt x="74603" y="53831"/>
                </a:lnTo>
                <a:lnTo>
                  <a:pt x="74842" y="53944"/>
                </a:lnTo>
                <a:lnTo>
                  <a:pt x="64695" y="49248"/>
                </a:lnTo>
                <a:lnTo>
                  <a:pt x="67049" y="50809"/>
                </a:lnTo>
                <a:lnTo>
                  <a:pt x="32770" y="19941"/>
                </a:lnTo>
                <a:lnTo>
                  <a:pt x="20130" y="33965"/>
                </a:lnTo>
                <a:lnTo>
                  <a:pt x="55468" y="65790"/>
                </a:lnTo>
                <a:lnTo>
                  <a:pt x="67037" y="71140"/>
                </a:lnTo>
                <a:lnTo>
                  <a:pt x="78127" y="75899"/>
                </a:lnTo>
                <a:lnTo>
                  <a:pt x="89898" y="80607"/>
                </a:lnTo>
                <a:lnTo>
                  <a:pt x="102337" y="85266"/>
                </a:lnTo>
                <a:lnTo>
                  <a:pt x="115440" y="89873"/>
                </a:lnTo>
                <a:lnTo>
                  <a:pt x="129189" y="94430"/>
                </a:lnTo>
                <a:lnTo>
                  <a:pt x="143565" y="98950"/>
                </a:lnTo>
                <a:lnTo>
                  <a:pt x="158559" y="103406"/>
                </a:lnTo>
                <a:lnTo>
                  <a:pt x="174169" y="107812"/>
                </a:lnTo>
                <a:lnTo>
                  <a:pt x="190383" y="112168"/>
                </a:lnTo>
                <a:lnTo>
                  <a:pt x="207165" y="116474"/>
                </a:lnTo>
                <a:lnTo>
                  <a:pt x="224525" y="120716"/>
                </a:lnTo>
                <a:lnTo>
                  <a:pt x="242438" y="124896"/>
                </a:lnTo>
                <a:lnTo>
                  <a:pt x="260895" y="129025"/>
                </a:lnTo>
                <a:lnTo>
                  <a:pt x="279892" y="133079"/>
                </a:lnTo>
                <a:lnTo>
                  <a:pt x="299391" y="137069"/>
                </a:lnTo>
                <a:lnTo>
                  <a:pt x="319396" y="140997"/>
                </a:lnTo>
                <a:lnTo>
                  <a:pt x="339891" y="144849"/>
                </a:lnTo>
                <a:lnTo>
                  <a:pt x="360864" y="148626"/>
                </a:lnTo>
                <a:lnTo>
                  <a:pt x="382291" y="152327"/>
                </a:lnTo>
                <a:lnTo>
                  <a:pt x="404170" y="155965"/>
                </a:lnTo>
                <a:lnTo>
                  <a:pt x="426478" y="159503"/>
                </a:lnTo>
                <a:lnTo>
                  <a:pt x="449213" y="162977"/>
                </a:lnTo>
                <a:lnTo>
                  <a:pt x="472352" y="166364"/>
                </a:lnTo>
                <a:lnTo>
                  <a:pt x="495880" y="169662"/>
                </a:lnTo>
                <a:lnTo>
                  <a:pt x="519787" y="172872"/>
                </a:lnTo>
                <a:lnTo>
                  <a:pt x="544060" y="175982"/>
                </a:lnTo>
                <a:lnTo>
                  <a:pt x="568670" y="179003"/>
                </a:lnTo>
                <a:lnTo>
                  <a:pt x="593635" y="181936"/>
                </a:lnTo>
                <a:lnTo>
                  <a:pt x="618913" y="184769"/>
                </a:lnTo>
                <a:lnTo>
                  <a:pt x="644506" y="187501"/>
                </a:lnTo>
                <a:lnTo>
                  <a:pt x="670389" y="190132"/>
                </a:lnTo>
                <a:lnTo>
                  <a:pt x="696550" y="192649"/>
                </a:lnTo>
                <a:lnTo>
                  <a:pt x="722975" y="195067"/>
                </a:lnTo>
                <a:lnTo>
                  <a:pt x="749663" y="197370"/>
                </a:lnTo>
                <a:lnTo>
                  <a:pt x="776590" y="199561"/>
                </a:lnTo>
                <a:lnTo>
                  <a:pt x="803732" y="201651"/>
                </a:lnTo>
                <a:lnTo>
                  <a:pt x="831088" y="203602"/>
                </a:lnTo>
                <a:lnTo>
                  <a:pt x="858645" y="205453"/>
                </a:lnTo>
                <a:lnTo>
                  <a:pt x="886379" y="207177"/>
                </a:lnTo>
                <a:lnTo>
                  <a:pt x="914289" y="208764"/>
                </a:lnTo>
                <a:lnTo>
                  <a:pt x="942338" y="210236"/>
                </a:lnTo>
                <a:lnTo>
                  <a:pt x="970550" y="211584"/>
                </a:lnTo>
                <a:lnTo>
                  <a:pt x="998875" y="212792"/>
                </a:lnTo>
                <a:lnTo>
                  <a:pt x="1027313" y="213875"/>
                </a:lnTo>
                <a:lnTo>
                  <a:pt x="1055853" y="214807"/>
                </a:lnTo>
                <a:lnTo>
                  <a:pt x="1084466" y="215612"/>
                </a:lnTo>
                <a:lnTo>
                  <a:pt x="1113170" y="216279"/>
                </a:lnTo>
                <a:lnTo>
                  <a:pt x="1141923" y="216795"/>
                </a:lnTo>
                <a:lnTo>
                  <a:pt x="1170714" y="217173"/>
                </a:lnTo>
                <a:lnTo>
                  <a:pt x="1199531" y="217400"/>
                </a:lnTo>
                <a:lnTo>
                  <a:pt x="1228346" y="217475"/>
                </a:lnTo>
                <a:lnTo>
                  <a:pt x="1257137" y="217551"/>
                </a:lnTo>
                <a:lnTo>
                  <a:pt x="1257087" y="217551"/>
                </a:lnTo>
                <a:lnTo>
                  <a:pt x="1285853" y="217777"/>
                </a:lnTo>
                <a:lnTo>
                  <a:pt x="1285803" y="217777"/>
                </a:lnTo>
                <a:lnTo>
                  <a:pt x="1314557" y="218155"/>
                </a:lnTo>
                <a:lnTo>
                  <a:pt x="1314505" y="218142"/>
                </a:lnTo>
                <a:lnTo>
                  <a:pt x="1343209" y="218671"/>
                </a:lnTo>
                <a:lnTo>
                  <a:pt x="1343157" y="218671"/>
                </a:lnTo>
                <a:lnTo>
                  <a:pt x="1371811" y="219326"/>
                </a:lnTo>
                <a:lnTo>
                  <a:pt x="1371762" y="219326"/>
                </a:lnTo>
                <a:lnTo>
                  <a:pt x="1400338" y="220131"/>
                </a:lnTo>
                <a:lnTo>
                  <a:pt x="1400288" y="220131"/>
                </a:lnTo>
                <a:lnTo>
                  <a:pt x="1428789" y="221076"/>
                </a:lnTo>
                <a:lnTo>
                  <a:pt x="1428739" y="221076"/>
                </a:lnTo>
                <a:lnTo>
                  <a:pt x="1457139" y="222158"/>
                </a:lnTo>
                <a:lnTo>
                  <a:pt x="1457090" y="222146"/>
                </a:lnTo>
                <a:lnTo>
                  <a:pt x="1485364" y="223367"/>
                </a:lnTo>
                <a:lnTo>
                  <a:pt x="1485327" y="223367"/>
                </a:lnTo>
                <a:lnTo>
                  <a:pt x="1513475" y="224701"/>
                </a:lnTo>
                <a:lnTo>
                  <a:pt x="1513437" y="224701"/>
                </a:lnTo>
                <a:lnTo>
                  <a:pt x="1541449" y="226174"/>
                </a:lnTo>
                <a:lnTo>
                  <a:pt x="1541397" y="226174"/>
                </a:lnTo>
                <a:lnTo>
                  <a:pt x="1569257" y="227773"/>
                </a:lnTo>
                <a:lnTo>
                  <a:pt x="1569220" y="227773"/>
                </a:lnTo>
                <a:lnTo>
                  <a:pt x="1596903" y="229497"/>
                </a:lnTo>
                <a:lnTo>
                  <a:pt x="1596864" y="229497"/>
                </a:lnTo>
                <a:lnTo>
                  <a:pt x="1624371" y="231336"/>
                </a:lnTo>
                <a:lnTo>
                  <a:pt x="1624321" y="231336"/>
                </a:lnTo>
                <a:lnTo>
                  <a:pt x="1651639" y="233299"/>
                </a:lnTo>
                <a:lnTo>
                  <a:pt x="1651589" y="233299"/>
                </a:lnTo>
                <a:lnTo>
                  <a:pt x="1678693" y="235377"/>
                </a:lnTo>
                <a:lnTo>
                  <a:pt x="1678643" y="235377"/>
                </a:lnTo>
                <a:lnTo>
                  <a:pt x="1705520" y="237567"/>
                </a:lnTo>
                <a:lnTo>
                  <a:pt x="1705471" y="237567"/>
                </a:lnTo>
                <a:lnTo>
                  <a:pt x="1732108" y="239871"/>
                </a:lnTo>
                <a:lnTo>
                  <a:pt x="1732071" y="239871"/>
                </a:lnTo>
                <a:lnTo>
                  <a:pt x="1758445" y="242288"/>
                </a:lnTo>
                <a:lnTo>
                  <a:pt x="1758408" y="242288"/>
                </a:lnTo>
                <a:lnTo>
                  <a:pt x="1784516" y="244806"/>
                </a:lnTo>
                <a:lnTo>
                  <a:pt x="1784467" y="244806"/>
                </a:lnTo>
                <a:lnTo>
                  <a:pt x="1810312" y="247437"/>
                </a:lnTo>
                <a:lnTo>
                  <a:pt x="1810261" y="247437"/>
                </a:lnTo>
                <a:lnTo>
                  <a:pt x="1835804" y="250169"/>
                </a:lnTo>
                <a:lnTo>
                  <a:pt x="1835753" y="250156"/>
                </a:lnTo>
                <a:lnTo>
                  <a:pt x="1860982" y="253001"/>
                </a:lnTo>
                <a:lnTo>
                  <a:pt x="1860931" y="252989"/>
                </a:lnTo>
                <a:lnTo>
                  <a:pt x="1885832" y="255922"/>
                </a:lnTo>
                <a:lnTo>
                  <a:pt x="1885782" y="255909"/>
                </a:lnTo>
                <a:lnTo>
                  <a:pt x="1910355" y="258943"/>
                </a:lnTo>
                <a:lnTo>
                  <a:pt x="1910305" y="258931"/>
                </a:lnTo>
                <a:lnTo>
                  <a:pt x="1934527" y="262053"/>
                </a:lnTo>
                <a:lnTo>
                  <a:pt x="1934477" y="262053"/>
                </a:lnTo>
                <a:lnTo>
                  <a:pt x="1958320" y="265263"/>
                </a:lnTo>
                <a:lnTo>
                  <a:pt x="1958270" y="265250"/>
                </a:lnTo>
                <a:lnTo>
                  <a:pt x="1981748" y="268549"/>
                </a:lnTo>
                <a:lnTo>
                  <a:pt x="1981685" y="268549"/>
                </a:lnTo>
                <a:lnTo>
                  <a:pt x="2004774" y="271935"/>
                </a:lnTo>
                <a:lnTo>
                  <a:pt x="2004710" y="271923"/>
                </a:lnTo>
                <a:lnTo>
                  <a:pt x="2027383" y="275397"/>
                </a:lnTo>
                <a:lnTo>
                  <a:pt x="2027319" y="275384"/>
                </a:lnTo>
                <a:lnTo>
                  <a:pt x="2049577" y="278935"/>
                </a:lnTo>
                <a:lnTo>
                  <a:pt x="2049515" y="278922"/>
                </a:lnTo>
                <a:lnTo>
                  <a:pt x="2071333" y="282548"/>
                </a:lnTo>
                <a:lnTo>
                  <a:pt x="2071269" y="282548"/>
                </a:lnTo>
                <a:lnTo>
                  <a:pt x="2092632" y="286249"/>
                </a:lnTo>
                <a:lnTo>
                  <a:pt x="2092557" y="286236"/>
                </a:lnTo>
                <a:lnTo>
                  <a:pt x="2113468" y="290013"/>
                </a:lnTo>
                <a:lnTo>
                  <a:pt x="2113391" y="290000"/>
                </a:lnTo>
                <a:lnTo>
                  <a:pt x="2133824" y="293852"/>
                </a:lnTo>
                <a:lnTo>
                  <a:pt x="2133748" y="293840"/>
                </a:lnTo>
                <a:lnTo>
                  <a:pt x="2153677" y="297755"/>
                </a:lnTo>
                <a:lnTo>
                  <a:pt x="2153600" y="297742"/>
                </a:lnTo>
                <a:lnTo>
                  <a:pt x="2173027" y="301733"/>
                </a:lnTo>
                <a:lnTo>
                  <a:pt x="2172950" y="301721"/>
                </a:lnTo>
                <a:lnTo>
                  <a:pt x="2191846" y="305774"/>
                </a:lnTo>
                <a:lnTo>
                  <a:pt x="2191769" y="305749"/>
                </a:lnTo>
                <a:lnTo>
                  <a:pt x="2210138" y="309866"/>
                </a:lnTo>
                <a:lnTo>
                  <a:pt x="2210051" y="309841"/>
                </a:lnTo>
                <a:lnTo>
                  <a:pt x="2227863" y="314020"/>
                </a:lnTo>
                <a:lnTo>
                  <a:pt x="2227775" y="313995"/>
                </a:lnTo>
                <a:lnTo>
                  <a:pt x="2245035" y="318225"/>
                </a:lnTo>
                <a:lnTo>
                  <a:pt x="2244934" y="318200"/>
                </a:lnTo>
                <a:lnTo>
                  <a:pt x="2261614" y="322480"/>
                </a:lnTo>
                <a:lnTo>
                  <a:pt x="2261515" y="322455"/>
                </a:lnTo>
                <a:lnTo>
                  <a:pt x="2277602" y="326798"/>
                </a:lnTo>
                <a:lnTo>
                  <a:pt x="2277490" y="326760"/>
                </a:lnTo>
                <a:lnTo>
                  <a:pt x="2292973" y="331154"/>
                </a:lnTo>
                <a:lnTo>
                  <a:pt x="2292847" y="331116"/>
                </a:lnTo>
                <a:lnTo>
                  <a:pt x="2307715" y="335548"/>
                </a:lnTo>
                <a:lnTo>
                  <a:pt x="2307589" y="335510"/>
                </a:lnTo>
                <a:lnTo>
                  <a:pt x="2321828" y="339991"/>
                </a:lnTo>
                <a:lnTo>
                  <a:pt x="2321677" y="339941"/>
                </a:lnTo>
                <a:lnTo>
                  <a:pt x="2335273" y="344473"/>
                </a:lnTo>
                <a:lnTo>
                  <a:pt x="2335110" y="344410"/>
                </a:lnTo>
                <a:lnTo>
                  <a:pt x="2348037" y="348980"/>
                </a:lnTo>
                <a:lnTo>
                  <a:pt x="2347862" y="348917"/>
                </a:lnTo>
                <a:lnTo>
                  <a:pt x="2360111" y="353525"/>
                </a:lnTo>
                <a:lnTo>
                  <a:pt x="2359921" y="353449"/>
                </a:lnTo>
                <a:lnTo>
                  <a:pt x="2371492" y="358082"/>
                </a:lnTo>
                <a:lnTo>
                  <a:pt x="2371277" y="357994"/>
                </a:lnTo>
                <a:lnTo>
                  <a:pt x="2382141" y="362664"/>
                </a:lnTo>
                <a:lnTo>
                  <a:pt x="2381902" y="362563"/>
                </a:lnTo>
                <a:lnTo>
                  <a:pt x="2392049" y="367259"/>
                </a:lnTo>
                <a:lnTo>
                  <a:pt x="2391772" y="367133"/>
                </a:lnTo>
                <a:lnTo>
                  <a:pt x="2401188" y="371867"/>
                </a:lnTo>
                <a:lnTo>
                  <a:pt x="2400886" y="371703"/>
                </a:lnTo>
                <a:lnTo>
                  <a:pt x="2409561" y="376462"/>
                </a:lnTo>
                <a:lnTo>
                  <a:pt x="2409221" y="376273"/>
                </a:lnTo>
                <a:lnTo>
                  <a:pt x="2417126" y="381057"/>
                </a:lnTo>
                <a:lnTo>
                  <a:pt x="2416749" y="380804"/>
                </a:lnTo>
                <a:lnTo>
                  <a:pt x="2423887" y="385614"/>
                </a:lnTo>
                <a:lnTo>
                  <a:pt x="2423445" y="385299"/>
                </a:lnTo>
                <a:lnTo>
                  <a:pt x="2429792" y="390121"/>
                </a:lnTo>
                <a:lnTo>
                  <a:pt x="2429300" y="389718"/>
                </a:lnTo>
                <a:lnTo>
                  <a:pt x="2434851" y="394552"/>
                </a:lnTo>
                <a:lnTo>
                  <a:pt x="2434297" y="394036"/>
                </a:lnTo>
                <a:lnTo>
                  <a:pt x="2439032" y="398882"/>
                </a:lnTo>
                <a:lnTo>
                  <a:pt x="2438427" y="398203"/>
                </a:lnTo>
                <a:lnTo>
                  <a:pt x="2442329" y="403075"/>
                </a:lnTo>
                <a:lnTo>
                  <a:pt x="2441863" y="402421"/>
                </a:lnTo>
                <a:lnTo>
                  <a:pt x="2443500" y="404862"/>
                </a:lnTo>
                <a:lnTo>
                  <a:pt x="2443186" y="404359"/>
                </a:lnTo>
                <a:lnTo>
                  <a:pt x="2444608" y="406801"/>
                </a:lnTo>
                <a:lnTo>
                  <a:pt x="2444294" y="406235"/>
                </a:lnTo>
                <a:lnTo>
                  <a:pt x="2445515" y="408664"/>
                </a:lnTo>
                <a:lnTo>
                  <a:pt x="2445224" y="408035"/>
                </a:lnTo>
                <a:lnTo>
                  <a:pt x="2446220" y="410477"/>
                </a:lnTo>
                <a:lnTo>
                  <a:pt x="2445968" y="409772"/>
                </a:lnTo>
                <a:lnTo>
                  <a:pt x="2446736" y="412214"/>
                </a:lnTo>
                <a:lnTo>
                  <a:pt x="2446534" y="411459"/>
                </a:lnTo>
                <a:lnTo>
                  <a:pt x="2447088" y="413901"/>
                </a:lnTo>
                <a:lnTo>
                  <a:pt x="2446937" y="413083"/>
                </a:lnTo>
                <a:lnTo>
                  <a:pt x="2447276" y="415538"/>
                </a:lnTo>
                <a:lnTo>
                  <a:pt x="2447202" y="414682"/>
                </a:lnTo>
                <a:lnTo>
                  <a:pt x="2447315" y="417124"/>
                </a:lnTo>
                <a:lnTo>
                  <a:pt x="2466173" y="41626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ath-162">
            <a:extLst xmlns:a="http://schemas.openxmlformats.org/drawingml/2006/main">
              <a:ext uri="{FF2B5EF4-FFF2-40B4-BE49-F238E27FC236}">
                <a16:creationId xmlns:a16="http://schemas.microsoft.com/office/drawing/2014/main" id="{6DB44EE0-4E98-44AB-B440-3E2C0F6B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974" y="602684"/>
            <a:ext cx="50356" cy="798772"/>
          </a:xfrm>
          <a:custGeom xmlns:a="http://schemas.openxmlformats.org/drawingml/2006/main">
            <a:pathLst>
              <a:path w="50356" h="798772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798772"/>
                </a:moveTo>
                <a:lnTo>
                  <a:pt x="34620" y="37767"/>
                </a:lnTo>
                <a:lnTo>
                  <a:pt x="15737" y="37767"/>
                </a:lnTo>
                <a:lnTo>
                  <a:pt x="15737" y="798772"/>
                </a:lnTo>
                <a:lnTo>
                  <a:pt x="34620" y="7987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ath-163">
            <a:extLst xmlns:a="http://schemas.openxmlformats.org/drawingml/2006/main">
              <a:ext uri="{FF2B5EF4-FFF2-40B4-BE49-F238E27FC236}">
                <a16:creationId xmlns:a16="http://schemas.microsoft.com/office/drawing/2014/main" id="{8F8A8D9F-8601-4AE5-B745-D2AB011C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1461" y="1057777"/>
            <a:ext cx="250394" cy="249892"/>
          </a:xfrm>
          <a:custGeom xmlns:a="http://schemas.openxmlformats.org/drawingml/2006/main">
            <a:pathLst>
              <a:path w="250394" h="249892">
                <a:moveTo>
                  <a:pt x="0" y="124883"/>
                </a:moveTo>
                <a:cubicBezTo>
                  <a:pt x="502" y="55945"/>
                  <a:pt x="56449" y="0"/>
                  <a:pt x="125448" y="0"/>
                </a:cubicBezTo>
                <a:cubicBezTo>
                  <a:pt x="194450" y="0"/>
                  <a:pt x="250394" y="55945"/>
                  <a:pt x="250394" y="124946"/>
                </a:cubicBezTo>
                <a:cubicBezTo>
                  <a:pt x="250394" y="193946"/>
                  <a:pt x="194450" y="249892"/>
                  <a:pt x="125448" y="249892"/>
                </a:cubicBezTo>
                <a:cubicBezTo>
                  <a:pt x="56449" y="249892"/>
                  <a:pt x="502" y="193946"/>
                  <a:pt x="0" y="12488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ath-164">
            <a:extLst xmlns:a="http://schemas.openxmlformats.org/drawingml/2006/main">
              <a:ext uri="{FF2B5EF4-FFF2-40B4-BE49-F238E27FC236}">
                <a16:creationId xmlns:a16="http://schemas.microsoft.com/office/drawing/2014/main" id="{7574F5BC-C695-4DFA-A850-4B4D8641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1888" y="1087701"/>
            <a:ext cx="190043" cy="190043"/>
          </a:xfrm>
          <a:custGeom xmlns:a="http://schemas.openxmlformats.org/drawingml/2006/main">
            <a:pathLst>
              <a:path w="190043" h="190043">
                <a:moveTo>
                  <a:pt x="13344" y="0"/>
                </a:moveTo>
                <a:lnTo>
                  <a:pt x="190043" y="176699"/>
                </a:lnTo>
                <a:lnTo>
                  <a:pt x="176699" y="190043"/>
                </a:lnTo>
                <a:lnTo>
                  <a:pt x="0" y="13344"/>
                </a:lnTo>
                <a:lnTo>
                  <a:pt x="13344" y="0"/>
                </a:lnTo>
                <a:moveTo>
                  <a:pt x="190043" y="13344"/>
                </a:moveTo>
                <a:lnTo>
                  <a:pt x="13344" y="190043"/>
                </a:lnTo>
                <a:lnTo>
                  <a:pt x="0" y="176699"/>
                </a:lnTo>
                <a:lnTo>
                  <a:pt x="176699" y="0"/>
                </a:lnTo>
                <a:lnTo>
                  <a:pt x="190043" y="1334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ath-165">
            <a:extLst xmlns:a="http://schemas.openxmlformats.org/drawingml/2006/main">
              <a:ext uri="{FF2B5EF4-FFF2-40B4-BE49-F238E27FC236}">
                <a16:creationId xmlns:a16="http://schemas.microsoft.com/office/drawing/2014/main" id="{B2722F25-5281-4269-A1B9-6E9A4390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521" y="1048335"/>
            <a:ext cx="268777" cy="268775"/>
          </a:xfrm>
          <a:custGeom xmlns:a="http://schemas.openxmlformats.org/drawingml/2006/main">
            <a:pathLst>
              <a:path w="268777" h="268775">
                <a:moveTo>
                  <a:pt x="178" y="127476"/>
                </a:moveTo>
                <a:lnTo>
                  <a:pt x="692" y="120653"/>
                </a:lnTo>
                <a:lnTo>
                  <a:pt x="1550" y="113931"/>
                </a:lnTo>
                <a:lnTo>
                  <a:pt x="2734" y="107309"/>
                </a:lnTo>
                <a:lnTo>
                  <a:pt x="4230" y="100813"/>
                </a:lnTo>
                <a:lnTo>
                  <a:pt x="6045" y="94430"/>
                </a:lnTo>
                <a:lnTo>
                  <a:pt x="8159" y="88186"/>
                </a:lnTo>
                <a:lnTo>
                  <a:pt x="10563" y="82080"/>
                </a:lnTo>
                <a:lnTo>
                  <a:pt x="13257" y="76113"/>
                </a:lnTo>
                <a:lnTo>
                  <a:pt x="16227" y="70322"/>
                </a:lnTo>
                <a:lnTo>
                  <a:pt x="19464" y="64695"/>
                </a:lnTo>
                <a:lnTo>
                  <a:pt x="22950" y="59244"/>
                </a:lnTo>
                <a:lnTo>
                  <a:pt x="26703" y="53969"/>
                </a:lnTo>
                <a:lnTo>
                  <a:pt x="30692" y="48896"/>
                </a:lnTo>
                <a:lnTo>
                  <a:pt x="34910" y="44024"/>
                </a:lnTo>
                <a:lnTo>
                  <a:pt x="39355" y="39353"/>
                </a:lnTo>
                <a:lnTo>
                  <a:pt x="44024" y="34909"/>
                </a:lnTo>
                <a:lnTo>
                  <a:pt x="48897" y="30692"/>
                </a:lnTo>
                <a:lnTo>
                  <a:pt x="53970" y="26701"/>
                </a:lnTo>
                <a:lnTo>
                  <a:pt x="59245" y="22950"/>
                </a:lnTo>
                <a:lnTo>
                  <a:pt x="64696" y="19463"/>
                </a:lnTo>
                <a:lnTo>
                  <a:pt x="70322" y="16227"/>
                </a:lnTo>
                <a:lnTo>
                  <a:pt x="76115" y="13256"/>
                </a:lnTo>
                <a:lnTo>
                  <a:pt x="82081" y="10562"/>
                </a:lnTo>
                <a:lnTo>
                  <a:pt x="88186" y="8158"/>
                </a:lnTo>
                <a:lnTo>
                  <a:pt x="94431" y="6043"/>
                </a:lnTo>
                <a:lnTo>
                  <a:pt x="100813" y="4230"/>
                </a:lnTo>
                <a:lnTo>
                  <a:pt x="107309" y="2732"/>
                </a:lnTo>
                <a:lnTo>
                  <a:pt x="113931" y="1548"/>
                </a:lnTo>
                <a:lnTo>
                  <a:pt x="120653" y="692"/>
                </a:lnTo>
                <a:lnTo>
                  <a:pt x="127477" y="176"/>
                </a:lnTo>
                <a:lnTo>
                  <a:pt x="134388" y="0"/>
                </a:lnTo>
                <a:lnTo>
                  <a:pt x="141299" y="176"/>
                </a:lnTo>
                <a:lnTo>
                  <a:pt x="148111" y="692"/>
                </a:lnTo>
                <a:lnTo>
                  <a:pt x="154846" y="1548"/>
                </a:lnTo>
                <a:lnTo>
                  <a:pt x="161468" y="2732"/>
                </a:lnTo>
                <a:lnTo>
                  <a:pt x="167963" y="4230"/>
                </a:lnTo>
                <a:lnTo>
                  <a:pt x="174345" y="6043"/>
                </a:lnTo>
                <a:lnTo>
                  <a:pt x="180590" y="8158"/>
                </a:lnTo>
                <a:lnTo>
                  <a:pt x="186695" y="10562"/>
                </a:lnTo>
                <a:lnTo>
                  <a:pt x="192664" y="13256"/>
                </a:lnTo>
                <a:lnTo>
                  <a:pt x="198454" y="16227"/>
                </a:lnTo>
                <a:lnTo>
                  <a:pt x="204082" y="19463"/>
                </a:lnTo>
                <a:lnTo>
                  <a:pt x="209532" y="22950"/>
                </a:lnTo>
                <a:lnTo>
                  <a:pt x="214806" y="26701"/>
                </a:lnTo>
                <a:lnTo>
                  <a:pt x="219880" y="30692"/>
                </a:lnTo>
                <a:lnTo>
                  <a:pt x="224753" y="34909"/>
                </a:lnTo>
                <a:lnTo>
                  <a:pt x="229411" y="39353"/>
                </a:lnTo>
                <a:lnTo>
                  <a:pt x="233867" y="44024"/>
                </a:lnTo>
                <a:lnTo>
                  <a:pt x="238085" y="48896"/>
                </a:lnTo>
                <a:lnTo>
                  <a:pt x="242075" y="53969"/>
                </a:lnTo>
                <a:lnTo>
                  <a:pt x="245826" y="59244"/>
                </a:lnTo>
                <a:lnTo>
                  <a:pt x="249313" y="64695"/>
                </a:lnTo>
                <a:lnTo>
                  <a:pt x="252549" y="70322"/>
                </a:lnTo>
                <a:lnTo>
                  <a:pt x="255519" y="76113"/>
                </a:lnTo>
                <a:lnTo>
                  <a:pt x="258214" y="82080"/>
                </a:lnTo>
                <a:lnTo>
                  <a:pt x="260619" y="88186"/>
                </a:lnTo>
                <a:lnTo>
                  <a:pt x="262734" y="94430"/>
                </a:lnTo>
                <a:lnTo>
                  <a:pt x="264546" y="100813"/>
                </a:lnTo>
                <a:lnTo>
                  <a:pt x="266044" y="107309"/>
                </a:lnTo>
                <a:lnTo>
                  <a:pt x="267227" y="113931"/>
                </a:lnTo>
                <a:lnTo>
                  <a:pt x="268084" y="120653"/>
                </a:lnTo>
                <a:lnTo>
                  <a:pt x="268599" y="127476"/>
                </a:lnTo>
                <a:lnTo>
                  <a:pt x="268777" y="134388"/>
                </a:lnTo>
                <a:lnTo>
                  <a:pt x="268599" y="141299"/>
                </a:lnTo>
                <a:lnTo>
                  <a:pt x="268084" y="148122"/>
                </a:lnTo>
                <a:lnTo>
                  <a:pt x="267227" y="154845"/>
                </a:lnTo>
                <a:lnTo>
                  <a:pt x="266044" y="161466"/>
                </a:lnTo>
                <a:lnTo>
                  <a:pt x="264546" y="167962"/>
                </a:lnTo>
                <a:lnTo>
                  <a:pt x="262734" y="174345"/>
                </a:lnTo>
                <a:lnTo>
                  <a:pt x="260619" y="180589"/>
                </a:lnTo>
                <a:lnTo>
                  <a:pt x="258214" y="186695"/>
                </a:lnTo>
                <a:lnTo>
                  <a:pt x="255519" y="192662"/>
                </a:lnTo>
                <a:lnTo>
                  <a:pt x="252549" y="198453"/>
                </a:lnTo>
                <a:lnTo>
                  <a:pt x="249313" y="204080"/>
                </a:lnTo>
                <a:lnTo>
                  <a:pt x="245826" y="209531"/>
                </a:lnTo>
                <a:lnTo>
                  <a:pt x="242075" y="214806"/>
                </a:lnTo>
                <a:lnTo>
                  <a:pt x="238085" y="219879"/>
                </a:lnTo>
                <a:lnTo>
                  <a:pt x="233867" y="224752"/>
                </a:lnTo>
                <a:lnTo>
                  <a:pt x="229411" y="229422"/>
                </a:lnTo>
                <a:lnTo>
                  <a:pt x="224753" y="233866"/>
                </a:lnTo>
                <a:lnTo>
                  <a:pt x="219880" y="238083"/>
                </a:lnTo>
                <a:lnTo>
                  <a:pt x="214806" y="242074"/>
                </a:lnTo>
                <a:lnTo>
                  <a:pt x="209532" y="245825"/>
                </a:lnTo>
                <a:lnTo>
                  <a:pt x="204082" y="249313"/>
                </a:lnTo>
                <a:lnTo>
                  <a:pt x="198454" y="252548"/>
                </a:lnTo>
                <a:lnTo>
                  <a:pt x="192664" y="255519"/>
                </a:lnTo>
                <a:lnTo>
                  <a:pt x="186695" y="258213"/>
                </a:lnTo>
                <a:lnTo>
                  <a:pt x="180590" y="260618"/>
                </a:lnTo>
                <a:lnTo>
                  <a:pt x="174345" y="262733"/>
                </a:lnTo>
                <a:lnTo>
                  <a:pt x="167963" y="264545"/>
                </a:lnTo>
                <a:lnTo>
                  <a:pt x="161468" y="266043"/>
                </a:lnTo>
                <a:lnTo>
                  <a:pt x="154846" y="267227"/>
                </a:lnTo>
                <a:lnTo>
                  <a:pt x="148111" y="268083"/>
                </a:lnTo>
                <a:lnTo>
                  <a:pt x="141299" y="268599"/>
                </a:lnTo>
                <a:lnTo>
                  <a:pt x="134388" y="268775"/>
                </a:lnTo>
                <a:lnTo>
                  <a:pt x="127477" y="268599"/>
                </a:lnTo>
                <a:lnTo>
                  <a:pt x="120653" y="268083"/>
                </a:lnTo>
                <a:lnTo>
                  <a:pt x="113931" y="267227"/>
                </a:lnTo>
                <a:lnTo>
                  <a:pt x="107309" y="266043"/>
                </a:lnTo>
                <a:lnTo>
                  <a:pt x="100813" y="264545"/>
                </a:lnTo>
                <a:lnTo>
                  <a:pt x="94431" y="262733"/>
                </a:lnTo>
                <a:lnTo>
                  <a:pt x="88186" y="260618"/>
                </a:lnTo>
                <a:lnTo>
                  <a:pt x="82081" y="258213"/>
                </a:lnTo>
                <a:lnTo>
                  <a:pt x="76115" y="255519"/>
                </a:lnTo>
                <a:lnTo>
                  <a:pt x="70322" y="252548"/>
                </a:lnTo>
                <a:lnTo>
                  <a:pt x="64696" y="249313"/>
                </a:lnTo>
                <a:lnTo>
                  <a:pt x="59245" y="245825"/>
                </a:lnTo>
                <a:lnTo>
                  <a:pt x="53970" y="242074"/>
                </a:lnTo>
                <a:lnTo>
                  <a:pt x="48897" y="238083"/>
                </a:lnTo>
                <a:lnTo>
                  <a:pt x="44024" y="233866"/>
                </a:lnTo>
                <a:lnTo>
                  <a:pt x="39355" y="229422"/>
                </a:lnTo>
                <a:lnTo>
                  <a:pt x="34910" y="224752"/>
                </a:lnTo>
                <a:lnTo>
                  <a:pt x="30692" y="219879"/>
                </a:lnTo>
                <a:lnTo>
                  <a:pt x="26703" y="214806"/>
                </a:lnTo>
                <a:lnTo>
                  <a:pt x="22950" y="209531"/>
                </a:lnTo>
                <a:lnTo>
                  <a:pt x="19464" y="204080"/>
                </a:lnTo>
                <a:lnTo>
                  <a:pt x="16227" y="198453"/>
                </a:lnTo>
                <a:lnTo>
                  <a:pt x="13257" y="192662"/>
                </a:lnTo>
                <a:lnTo>
                  <a:pt x="10563" y="186695"/>
                </a:lnTo>
                <a:lnTo>
                  <a:pt x="8159" y="180589"/>
                </a:lnTo>
                <a:lnTo>
                  <a:pt x="6045" y="174345"/>
                </a:lnTo>
                <a:lnTo>
                  <a:pt x="4230" y="167962"/>
                </a:lnTo>
                <a:lnTo>
                  <a:pt x="2734" y="161466"/>
                </a:lnTo>
                <a:lnTo>
                  <a:pt x="1550" y="154845"/>
                </a:lnTo>
                <a:lnTo>
                  <a:pt x="692" y="148122"/>
                </a:lnTo>
                <a:lnTo>
                  <a:pt x="178" y="141299"/>
                </a:lnTo>
                <a:lnTo>
                  <a:pt x="0" y="134388"/>
                </a:lnTo>
                <a:lnTo>
                  <a:pt x="178" y="127476"/>
                </a:lnTo>
                <a:moveTo>
                  <a:pt x="18885" y="134627"/>
                </a:moveTo>
                <a:lnTo>
                  <a:pt x="18885" y="134148"/>
                </a:lnTo>
                <a:lnTo>
                  <a:pt x="19048" y="140581"/>
                </a:lnTo>
                <a:lnTo>
                  <a:pt x="19023" y="140103"/>
                </a:lnTo>
                <a:lnTo>
                  <a:pt x="19501" y="146448"/>
                </a:lnTo>
                <a:lnTo>
                  <a:pt x="19451" y="145970"/>
                </a:lnTo>
                <a:lnTo>
                  <a:pt x="20245" y="152226"/>
                </a:lnTo>
                <a:lnTo>
                  <a:pt x="20181" y="151760"/>
                </a:lnTo>
                <a:lnTo>
                  <a:pt x="21276" y="157904"/>
                </a:lnTo>
                <a:lnTo>
                  <a:pt x="21175" y="157451"/>
                </a:lnTo>
                <a:lnTo>
                  <a:pt x="22574" y="163493"/>
                </a:lnTo>
                <a:lnTo>
                  <a:pt x="22460" y="163040"/>
                </a:lnTo>
                <a:lnTo>
                  <a:pt x="24147" y="168970"/>
                </a:lnTo>
                <a:lnTo>
                  <a:pt x="24008" y="168516"/>
                </a:lnTo>
                <a:lnTo>
                  <a:pt x="25972" y="174320"/>
                </a:lnTo>
                <a:lnTo>
                  <a:pt x="25808" y="173879"/>
                </a:lnTo>
                <a:lnTo>
                  <a:pt x="28049" y="179557"/>
                </a:lnTo>
                <a:lnTo>
                  <a:pt x="27860" y="179129"/>
                </a:lnTo>
                <a:lnTo>
                  <a:pt x="30365" y="184668"/>
                </a:lnTo>
                <a:lnTo>
                  <a:pt x="30165" y="184253"/>
                </a:lnTo>
                <a:lnTo>
                  <a:pt x="32922" y="189641"/>
                </a:lnTo>
                <a:lnTo>
                  <a:pt x="32707" y="189238"/>
                </a:lnTo>
                <a:lnTo>
                  <a:pt x="35716" y="194475"/>
                </a:lnTo>
                <a:lnTo>
                  <a:pt x="35476" y="194084"/>
                </a:lnTo>
                <a:lnTo>
                  <a:pt x="38725" y="199145"/>
                </a:lnTo>
                <a:lnTo>
                  <a:pt x="38473" y="198780"/>
                </a:lnTo>
                <a:lnTo>
                  <a:pt x="41959" y="203677"/>
                </a:lnTo>
                <a:lnTo>
                  <a:pt x="41684" y="203312"/>
                </a:lnTo>
                <a:lnTo>
                  <a:pt x="45396" y="208033"/>
                </a:lnTo>
                <a:lnTo>
                  <a:pt x="45107" y="207681"/>
                </a:lnTo>
                <a:lnTo>
                  <a:pt x="49035" y="212213"/>
                </a:lnTo>
                <a:lnTo>
                  <a:pt x="48734" y="211886"/>
                </a:lnTo>
                <a:lnTo>
                  <a:pt x="52875" y="216216"/>
                </a:lnTo>
                <a:lnTo>
                  <a:pt x="52547" y="215901"/>
                </a:lnTo>
                <a:lnTo>
                  <a:pt x="56891" y="220043"/>
                </a:lnTo>
                <a:lnTo>
                  <a:pt x="56564" y="219741"/>
                </a:lnTo>
                <a:lnTo>
                  <a:pt x="61096" y="223669"/>
                </a:lnTo>
                <a:lnTo>
                  <a:pt x="60743" y="223379"/>
                </a:lnTo>
                <a:lnTo>
                  <a:pt x="65463" y="227093"/>
                </a:lnTo>
                <a:lnTo>
                  <a:pt x="65099" y="226816"/>
                </a:lnTo>
                <a:lnTo>
                  <a:pt x="69995" y="230303"/>
                </a:lnTo>
                <a:lnTo>
                  <a:pt x="69632" y="230051"/>
                </a:lnTo>
                <a:lnTo>
                  <a:pt x="74691" y="233299"/>
                </a:lnTo>
                <a:lnTo>
                  <a:pt x="74302" y="233060"/>
                </a:lnTo>
                <a:lnTo>
                  <a:pt x="79537" y="236069"/>
                </a:lnTo>
                <a:lnTo>
                  <a:pt x="79136" y="235855"/>
                </a:lnTo>
                <a:lnTo>
                  <a:pt x="84524" y="238612"/>
                </a:lnTo>
                <a:lnTo>
                  <a:pt x="84108" y="238411"/>
                </a:lnTo>
                <a:lnTo>
                  <a:pt x="89647" y="240916"/>
                </a:lnTo>
                <a:lnTo>
                  <a:pt x="89219" y="240727"/>
                </a:lnTo>
                <a:lnTo>
                  <a:pt x="94897" y="242968"/>
                </a:lnTo>
                <a:lnTo>
                  <a:pt x="94456" y="242804"/>
                </a:lnTo>
                <a:lnTo>
                  <a:pt x="100260" y="244768"/>
                </a:lnTo>
                <a:lnTo>
                  <a:pt x="99807" y="244629"/>
                </a:lnTo>
                <a:lnTo>
                  <a:pt x="105736" y="246317"/>
                </a:lnTo>
                <a:lnTo>
                  <a:pt x="105283" y="246203"/>
                </a:lnTo>
                <a:lnTo>
                  <a:pt x="111326" y="247601"/>
                </a:lnTo>
                <a:lnTo>
                  <a:pt x="110872" y="247500"/>
                </a:lnTo>
                <a:lnTo>
                  <a:pt x="117016" y="248595"/>
                </a:lnTo>
                <a:lnTo>
                  <a:pt x="116549" y="248532"/>
                </a:lnTo>
                <a:lnTo>
                  <a:pt x="122807" y="249325"/>
                </a:lnTo>
                <a:lnTo>
                  <a:pt x="122329" y="249275"/>
                </a:lnTo>
                <a:lnTo>
                  <a:pt x="128674" y="249753"/>
                </a:lnTo>
                <a:lnTo>
                  <a:pt x="128194" y="249728"/>
                </a:lnTo>
                <a:lnTo>
                  <a:pt x="134628" y="249892"/>
                </a:lnTo>
                <a:lnTo>
                  <a:pt x="134149" y="249892"/>
                </a:lnTo>
                <a:lnTo>
                  <a:pt x="140582" y="249728"/>
                </a:lnTo>
                <a:lnTo>
                  <a:pt x="140104" y="249753"/>
                </a:lnTo>
                <a:lnTo>
                  <a:pt x="146449" y="249275"/>
                </a:lnTo>
                <a:lnTo>
                  <a:pt x="145970" y="249325"/>
                </a:lnTo>
                <a:lnTo>
                  <a:pt x="152228" y="248532"/>
                </a:lnTo>
                <a:lnTo>
                  <a:pt x="151761" y="248595"/>
                </a:lnTo>
                <a:lnTo>
                  <a:pt x="157905" y="247500"/>
                </a:lnTo>
                <a:lnTo>
                  <a:pt x="157452" y="247601"/>
                </a:lnTo>
                <a:lnTo>
                  <a:pt x="163495" y="246203"/>
                </a:lnTo>
                <a:lnTo>
                  <a:pt x="163040" y="246317"/>
                </a:lnTo>
                <a:lnTo>
                  <a:pt x="168957" y="244629"/>
                </a:lnTo>
                <a:lnTo>
                  <a:pt x="168517" y="244768"/>
                </a:lnTo>
                <a:lnTo>
                  <a:pt x="174320" y="242804"/>
                </a:lnTo>
                <a:lnTo>
                  <a:pt x="173880" y="242968"/>
                </a:lnTo>
                <a:lnTo>
                  <a:pt x="179557" y="240727"/>
                </a:lnTo>
                <a:lnTo>
                  <a:pt x="179129" y="240916"/>
                </a:lnTo>
                <a:lnTo>
                  <a:pt x="184670" y="238411"/>
                </a:lnTo>
                <a:lnTo>
                  <a:pt x="184253" y="238612"/>
                </a:lnTo>
                <a:lnTo>
                  <a:pt x="189642" y="235855"/>
                </a:lnTo>
                <a:lnTo>
                  <a:pt x="189239" y="236069"/>
                </a:lnTo>
                <a:lnTo>
                  <a:pt x="194476" y="233060"/>
                </a:lnTo>
                <a:lnTo>
                  <a:pt x="194086" y="233299"/>
                </a:lnTo>
                <a:lnTo>
                  <a:pt x="199147" y="230051"/>
                </a:lnTo>
                <a:lnTo>
                  <a:pt x="198769" y="230303"/>
                </a:lnTo>
                <a:lnTo>
                  <a:pt x="203679" y="226816"/>
                </a:lnTo>
                <a:lnTo>
                  <a:pt x="203313" y="227093"/>
                </a:lnTo>
                <a:lnTo>
                  <a:pt x="208034" y="223379"/>
                </a:lnTo>
                <a:lnTo>
                  <a:pt x="207682" y="223669"/>
                </a:lnTo>
                <a:lnTo>
                  <a:pt x="212214" y="219741"/>
                </a:lnTo>
                <a:lnTo>
                  <a:pt x="211886" y="220043"/>
                </a:lnTo>
                <a:lnTo>
                  <a:pt x="216217" y="215901"/>
                </a:lnTo>
                <a:lnTo>
                  <a:pt x="215903" y="216216"/>
                </a:lnTo>
                <a:lnTo>
                  <a:pt x="220045" y="211886"/>
                </a:lnTo>
                <a:lnTo>
                  <a:pt x="219741" y="212213"/>
                </a:lnTo>
                <a:lnTo>
                  <a:pt x="223670" y="207681"/>
                </a:lnTo>
                <a:lnTo>
                  <a:pt x="223380" y="208033"/>
                </a:lnTo>
                <a:lnTo>
                  <a:pt x="227094" y="203312"/>
                </a:lnTo>
                <a:lnTo>
                  <a:pt x="226817" y="203677"/>
                </a:lnTo>
                <a:lnTo>
                  <a:pt x="230304" y="198780"/>
                </a:lnTo>
                <a:lnTo>
                  <a:pt x="230052" y="199145"/>
                </a:lnTo>
                <a:lnTo>
                  <a:pt x="233300" y="194084"/>
                </a:lnTo>
                <a:lnTo>
                  <a:pt x="233061" y="194475"/>
                </a:lnTo>
                <a:lnTo>
                  <a:pt x="236070" y="189238"/>
                </a:lnTo>
                <a:lnTo>
                  <a:pt x="235855" y="189641"/>
                </a:lnTo>
                <a:lnTo>
                  <a:pt x="238614" y="184253"/>
                </a:lnTo>
                <a:lnTo>
                  <a:pt x="238411" y="184668"/>
                </a:lnTo>
                <a:lnTo>
                  <a:pt x="240916" y="179129"/>
                </a:lnTo>
                <a:lnTo>
                  <a:pt x="240728" y="179557"/>
                </a:lnTo>
                <a:lnTo>
                  <a:pt x="242968" y="173879"/>
                </a:lnTo>
                <a:lnTo>
                  <a:pt x="242805" y="174320"/>
                </a:lnTo>
                <a:lnTo>
                  <a:pt x="244768" y="168516"/>
                </a:lnTo>
                <a:lnTo>
                  <a:pt x="244630" y="168970"/>
                </a:lnTo>
                <a:lnTo>
                  <a:pt x="246318" y="163040"/>
                </a:lnTo>
                <a:lnTo>
                  <a:pt x="246205" y="163493"/>
                </a:lnTo>
                <a:lnTo>
                  <a:pt x="247602" y="157451"/>
                </a:lnTo>
                <a:lnTo>
                  <a:pt x="247500" y="157904"/>
                </a:lnTo>
                <a:lnTo>
                  <a:pt x="248596" y="151760"/>
                </a:lnTo>
                <a:lnTo>
                  <a:pt x="248534" y="152226"/>
                </a:lnTo>
                <a:lnTo>
                  <a:pt x="249325" y="145970"/>
                </a:lnTo>
                <a:lnTo>
                  <a:pt x="249276" y="146448"/>
                </a:lnTo>
                <a:lnTo>
                  <a:pt x="249753" y="140103"/>
                </a:lnTo>
                <a:lnTo>
                  <a:pt x="249730" y="140581"/>
                </a:lnTo>
                <a:lnTo>
                  <a:pt x="249893" y="134148"/>
                </a:lnTo>
                <a:lnTo>
                  <a:pt x="249893" y="134627"/>
                </a:lnTo>
                <a:lnTo>
                  <a:pt x="249730" y="128194"/>
                </a:lnTo>
                <a:lnTo>
                  <a:pt x="249753" y="128672"/>
                </a:lnTo>
                <a:lnTo>
                  <a:pt x="249276" y="122327"/>
                </a:lnTo>
                <a:lnTo>
                  <a:pt x="249325" y="122806"/>
                </a:lnTo>
                <a:lnTo>
                  <a:pt x="248534" y="116549"/>
                </a:lnTo>
                <a:lnTo>
                  <a:pt x="248596" y="117015"/>
                </a:lnTo>
                <a:lnTo>
                  <a:pt x="247500" y="110871"/>
                </a:lnTo>
                <a:lnTo>
                  <a:pt x="247602" y="111325"/>
                </a:lnTo>
                <a:lnTo>
                  <a:pt x="246205" y="105282"/>
                </a:lnTo>
                <a:lnTo>
                  <a:pt x="246318" y="105735"/>
                </a:lnTo>
                <a:lnTo>
                  <a:pt x="244630" y="99806"/>
                </a:lnTo>
                <a:lnTo>
                  <a:pt x="244768" y="100259"/>
                </a:lnTo>
                <a:lnTo>
                  <a:pt x="242805" y="94455"/>
                </a:lnTo>
                <a:lnTo>
                  <a:pt x="242968" y="94896"/>
                </a:lnTo>
                <a:lnTo>
                  <a:pt x="240728" y="89218"/>
                </a:lnTo>
                <a:lnTo>
                  <a:pt x="240916" y="89646"/>
                </a:lnTo>
                <a:lnTo>
                  <a:pt x="238411" y="84107"/>
                </a:lnTo>
                <a:lnTo>
                  <a:pt x="238614" y="84523"/>
                </a:lnTo>
                <a:lnTo>
                  <a:pt x="235855" y="79135"/>
                </a:lnTo>
                <a:lnTo>
                  <a:pt x="236070" y="79537"/>
                </a:lnTo>
                <a:lnTo>
                  <a:pt x="233061" y="74300"/>
                </a:lnTo>
                <a:lnTo>
                  <a:pt x="233300" y="74690"/>
                </a:lnTo>
                <a:lnTo>
                  <a:pt x="230052" y="69630"/>
                </a:lnTo>
                <a:lnTo>
                  <a:pt x="230304" y="69995"/>
                </a:lnTo>
                <a:lnTo>
                  <a:pt x="226817" y="65098"/>
                </a:lnTo>
                <a:lnTo>
                  <a:pt x="227094" y="65463"/>
                </a:lnTo>
                <a:lnTo>
                  <a:pt x="223380" y="60742"/>
                </a:lnTo>
                <a:lnTo>
                  <a:pt x="223670" y="61094"/>
                </a:lnTo>
                <a:lnTo>
                  <a:pt x="219741" y="56563"/>
                </a:lnTo>
                <a:lnTo>
                  <a:pt x="220045" y="56890"/>
                </a:lnTo>
                <a:lnTo>
                  <a:pt x="215903" y="52547"/>
                </a:lnTo>
                <a:lnTo>
                  <a:pt x="216217" y="52874"/>
                </a:lnTo>
                <a:lnTo>
                  <a:pt x="211886" y="48732"/>
                </a:lnTo>
                <a:lnTo>
                  <a:pt x="212214" y="49034"/>
                </a:lnTo>
                <a:lnTo>
                  <a:pt x="207682" y="45107"/>
                </a:lnTo>
                <a:lnTo>
                  <a:pt x="208034" y="45396"/>
                </a:lnTo>
                <a:lnTo>
                  <a:pt x="203313" y="41682"/>
                </a:lnTo>
                <a:lnTo>
                  <a:pt x="203679" y="41959"/>
                </a:lnTo>
                <a:lnTo>
                  <a:pt x="198769" y="38472"/>
                </a:lnTo>
                <a:lnTo>
                  <a:pt x="199147" y="38724"/>
                </a:lnTo>
                <a:lnTo>
                  <a:pt x="194086" y="35476"/>
                </a:lnTo>
                <a:lnTo>
                  <a:pt x="194476" y="35715"/>
                </a:lnTo>
                <a:lnTo>
                  <a:pt x="189239" y="32706"/>
                </a:lnTo>
                <a:lnTo>
                  <a:pt x="189642" y="32920"/>
                </a:lnTo>
                <a:lnTo>
                  <a:pt x="184253" y="30163"/>
                </a:lnTo>
                <a:lnTo>
                  <a:pt x="184670" y="30365"/>
                </a:lnTo>
                <a:lnTo>
                  <a:pt x="179129" y="27860"/>
                </a:lnTo>
                <a:lnTo>
                  <a:pt x="179557" y="28048"/>
                </a:lnTo>
                <a:lnTo>
                  <a:pt x="173880" y="25808"/>
                </a:lnTo>
                <a:lnTo>
                  <a:pt x="174320" y="25971"/>
                </a:lnTo>
                <a:lnTo>
                  <a:pt x="168517" y="24007"/>
                </a:lnTo>
                <a:lnTo>
                  <a:pt x="168957" y="24146"/>
                </a:lnTo>
                <a:lnTo>
                  <a:pt x="163040" y="22459"/>
                </a:lnTo>
                <a:lnTo>
                  <a:pt x="163495" y="22572"/>
                </a:lnTo>
                <a:lnTo>
                  <a:pt x="157452" y="21175"/>
                </a:lnTo>
                <a:lnTo>
                  <a:pt x="157905" y="21275"/>
                </a:lnTo>
                <a:lnTo>
                  <a:pt x="151761" y="20180"/>
                </a:lnTo>
                <a:lnTo>
                  <a:pt x="152228" y="20243"/>
                </a:lnTo>
                <a:lnTo>
                  <a:pt x="145970" y="19450"/>
                </a:lnTo>
                <a:lnTo>
                  <a:pt x="146449" y="19500"/>
                </a:lnTo>
                <a:lnTo>
                  <a:pt x="140104" y="19022"/>
                </a:lnTo>
                <a:lnTo>
                  <a:pt x="140582" y="19047"/>
                </a:lnTo>
                <a:lnTo>
                  <a:pt x="134149" y="18884"/>
                </a:lnTo>
                <a:lnTo>
                  <a:pt x="134628" y="18884"/>
                </a:lnTo>
                <a:lnTo>
                  <a:pt x="128194" y="19047"/>
                </a:lnTo>
                <a:lnTo>
                  <a:pt x="128674" y="19022"/>
                </a:lnTo>
                <a:lnTo>
                  <a:pt x="122329" y="19500"/>
                </a:lnTo>
                <a:lnTo>
                  <a:pt x="122807" y="19450"/>
                </a:lnTo>
                <a:lnTo>
                  <a:pt x="116549" y="20243"/>
                </a:lnTo>
                <a:lnTo>
                  <a:pt x="117016" y="20180"/>
                </a:lnTo>
                <a:lnTo>
                  <a:pt x="110872" y="21275"/>
                </a:lnTo>
                <a:lnTo>
                  <a:pt x="111326" y="21175"/>
                </a:lnTo>
                <a:lnTo>
                  <a:pt x="105283" y="22572"/>
                </a:lnTo>
                <a:lnTo>
                  <a:pt x="105736" y="22459"/>
                </a:lnTo>
                <a:lnTo>
                  <a:pt x="99807" y="24146"/>
                </a:lnTo>
                <a:lnTo>
                  <a:pt x="100260" y="24007"/>
                </a:lnTo>
                <a:lnTo>
                  <a:pt x="94456" y="25971"/>
                </a:lnTo>
                <a:lnTo>
                  <a:pt x="94897" y="25808"/>
                </a:lnTo>
                <a:lnTo>
                  <a:pt x="89219" y="28048"/>
                </a:lnTo>
                <a:lnTo>
                  <a:pt x="89647" y="27860"/>
                </a:lnTo>
                <a:lnTo>
                  <a:pt x="84108" y="30365"/>
                </a:lnTo>
                <a:lnTo>
                  <a:pt x="84524" y="30163"/>
                </a:lnTo>
                <a:lnTo>
                  <a:pt x="79136" y="32920"/>
                </a:lnTo>
                <a:lnTo>
                  <a:pt x="79537" y="32706"/>
                </a:lnTo>
                <a:lnTo>
                  <a:pt x="74302" y="35715"/>
                </a:lnTo>
                <a:lnTo>
                  <a:pt x="74691" y="35476"/>
                </a:lnTo>
                <a:lnTo>
                  <a:pt x="69632" y="38724"/>
                </a:lnTo>
                <a:lnTo>
                  <a:pt x="69995" y="38472"/>
                </a:lnTo>
                <a:lnTo>
                  <a:pt x="65099" y="41959"/>
                </a:lnTo>
                <a:lnTo>
                  <a:pt x="65463" y="41682"/>
                </a:lnTo>
                <a:lnTo>
                  <a:pt x="60743" y="45396"/>
                </a:lnTo>
                <a:lnTo>
                  <a:pt x="61096" y="45107"/>
                </a:lnTo>
                <a:lnTo>
                  <a:pt x="56564" y="49034"/>
                </a:lnTo>
                <a:lnTo>
                  <a:pt x="56891" y="48732"/>
                </a:lnTo>
                <a:lnTo>
                  <a:pt x="52547" y="52874"/>
                </a:lnTo>
                <a:lnTo>
                  <a:pt x="52875" y="52547"/>
                </a:lnTo>
                <a:lnTo>
                  <a:pt x="48734" y="56890"/>
                </a:lnTo>
                <a:lnTo>
                  <a:pt x="49035" y="56563"/>
                </a:lnTo>
                <a:lnTo>
                  <a:pt x="45107" y="61094"/>
                </a:lnTo>
                <a:lnTo>
                  <a:pt x="45396" y="60742"/>
                </a:lnTo>
                <a:lnTo>
                  <a:pt x="41684" y="65463"/>
                </a:lnTo>
                <a:lnTo>
                  <a:pt x="41959" y="65098"/>
                </a:lnTo>
                <a:lnTo>
                  <a:pt x="38473" y="69995"/>
                </a:lnTo>
                <a:lnTo>
                  <a:pt x="38725" y="69630"/>
                </a:lnTo>
                <a:lnTo>
                  <a:pt x="35476" y="74690"/>
                </a:lnTo>
                <a:lnTo>
                  <a:pt x="35716" y="74300"/>
                </a:lnTo>
                <a:lnTo>
                  <a:pt x="32707" y="79537"/>
                </a:lnTo>
                <a:lnTo>
                  <a:pt x="32922" y="79135"/>
                </a:lnTo>
                <a:lnTo>
                  <a:pt x="30165" y="84523"/>
                </a:lnTo>
                <a:lnTo>
                  <a:pt x="30365" y="84107"/>
                </a:lnTo>
                <a:lnTo>
                  <a:pt x="27860" y="89646"/>
                </a:lnTo>
                <a:lnTo>
                  <a:pt x="28049" y="89218"/>
                </a:lnTo>
                <a:lnTo>
                  <a:pt x="25808" y="94896"/>
                </a:lnTo>
                <a:lnTo>
                  <a:pt x="25972" y="94455"/>
                </a:lnTo>
                <a:lnTo>
                  <a:pt x="24008" y="100259"/>
                </a:lnTo>
                <a:lnTo>
                  <a:pt x="24147" y="99806"/>
                </a:lnTo>
                <a:lnTo>
                  <a:pt x="22460" y="105735"/>
                </a:lnTo>
                <a:lnTo>
                  <a:pt x="22574" y="105282"/>
                </a:lnTo>
                <a:lnTo>
                  <a:pt x="21175" y="111325"/>
                </a:lnTo>
                <a:lnTo>
                  <a:pt x="21276" y="110871"/>
                </a:lnTo>
                <a:lnTo>
                  <a:pt x="20181" y="117015"/>
                </a:lnTo>
                <a:lnTo>
                  <a:pt x="20245" y="116549"/>
                </a:lnTo>
                <a:lnTo>
                  <a:pt x="19451" y="122806"/>
                </a:lnTo>
                <a:lnTo>
                  <a:pt x="19501" y="122327"/>
                </a:lnTo>
                <a:lnTo>
                  <a:pt x="19023" y="128672"/>
                </a:lnTo>
                <a:lnTo>
                  <a:pt x="19048" y="128194"/>
                </a:lnTo>
                <a:lnTo>
                  <a:pt x="18885" y="1346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ath-166">
            <a:extLst xmlns:a="http://schemas.openxmlformats.org/drawingml/2006/main">
              <a:ext uri="{FF2B5EF4-FFF2-40B4-BE49-F238E27FC236}">
                <a16:creationId xmlns:a16="http://schemas.microsoft.com/office/drawing/2014/main" id="{2A2F83E4-2D35-4256-B223-AB9D1AF3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322" y="888454"/>
            <a:ext cx="250270" cy="249892"/>
          </a:xfrm>
          <a:custGeom xmlns:a="http://schemas.openxmlformats.org/drawingml/2006/main">
            <a:pathLst>
              <a:path w="250270" h="249892">
                <a:moveTo>
                  <a:pt x="0" y="125009"/>
                </a:moveTo>
                <a:cubicBezTo>
                  <a:pt x="378" y="55946"/>
                  <a:pt x="56324" y="0"/>
                  <a:pt x="125324" y="0"/>
                </a:cubicBezTo>
                <a:cubicBezTo>
                  <a:pt x="194325" y="0"/>
                  <a:pt x="250270" y="55946"/>
                  <a:pt x="250270" y="124946"/>
                </a:cubicBezTo>
                <a:cubicBezTo>
                  <a:pt x="250270" y="193946"/>
                  <a:pt x="194325" y="249892"/>
                  <a:pt x="125324" y="249892"/>
                </a:cubicBezTo>
                <a:cubicBezTo>
                  <a:pt x="56324" y="249892"/>
                  <a:pt x="378" y="193946"/>
                  <a:pt x="0" y="12500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ath-167">
            <a:extLst xmlns:a="http://schemas.openxmlformats.org/drawingml/2006/main">
              <a:ext uri="{FF2B5EF4-FFF2-40B4-BE49-F238E27FC236}">
                <a16:creationId xmlns:a16="http://schemas.microsoft.com/office/drawing/2014/main" id="{3555ACAB-A29F-4189-AA54-94BCEB7F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4625" y="918379"/>
            <a:ext cx="190043" cy="190043"/>
          </a:xfrm>
          <a:custGeom xmlns:a="http://schemas.openxmlformats.org/drawingml/2006/main">
            <a:pathLst>
              <a:path w="190043" h="190043">
                <a:moveTo>
                  <a:pt x="13344" y="0"/>
                </a:moveTo>
                <a:lnTo>
                  <a:pt x="190043" y="176699"/>
                </a:lnTo>
                <a:lnTo>
                  <a:pt x="176699" y="190043"/>
                </a:lnTo>
                <a:lnTo>
                  <a:pt x="0" y="13344"/>
                </a:lnTo>
                <a:lnTo>
                  <a:pt x="13344" y="0"/>
                </a:lnTo>
                <a:moveTo>
                  <a:pt x="190043" y="13344"/>
                </a:moveTo>
                <a:lnTo>
                  <a:pt x="13344" y="190043"/>
                </a:lnTo>
                <a:lnTo>
                  <a:pt x="0" y="176699"/>
                </a:lnTo>
                <a:lnTo>
                  <a:pt x="176699" y="0"/>
                </a:lnTo>
                <a:lnTo>
                  <a:pt x="190043" y="1334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ath-168">
            <a:extLst xmlns:a="http://schemas.openxmlformats.org/drawingml/2006/main">
              <a:ext uri="{FF2B5EF4-FFF2-40B4-BE49-F238E27FC236}">
                <a16:creationId xmlns:a16="http://schemas.microsoft.com/office/drawing/2014/main" id="{EF20E649-BA5B-4311-A328-EAA2DA57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259" y="879013"/>
            <a:ext cx="268775" cy="268775"/>
          </a:xfrm>
          <a:custGeom xmlns:a="http://schemas.openxmlformats.org/drawingml/2006/main">
            <a:pathLst>
              <a:path w="268775" h="268775">
                <a:moveTo>
                  <a:pt x="176" y="127476"/>
                </a:moveTo>
                <a:lnTo>
                  <a:pt x="692" y="120653"/>
                </a:lnTo>
                <a:lnTo>
                  <a:pt x="1548" y="113931"/>
                </a:lnTo>
                <a:lnTo>
                  <a:pt x="2730" y="107309"/>
                </a:lnTo>
                <a:lnTo>
                  <a:pt x="4229" y="100813"/>
                </a:lnTo>
                <a:lnTo>
                  <a:pt x="6043" y="94430"/>
                </a:lnTo>
                <a:lnTo>
                  <a:pt x="8157" y="88186"/>
                </a:lnTo>
                <a:lnTo>
                  <a:pt x="10561" y="82080"/>
                </a:lnTo>
                <a:lnTo>
                  <a:pt x="13256" y="76113"/>
                </a:lnTo>
                <a:lnTo>
                  <a:pt x="16227" y="70322"/>
                </a:lnTo>
                <a:lnTo>
                  <a:pt x="19462" y="64695"/>
                </a:lnTo>
                <a:lnTo>
                  <a:pt x="22948" y="59244"/>
                </a:lnTo>
                <a:lnTo>
                  <a:pt x="26701" y="53969"/>
                </a:lnTo>
                <a:lnTo>
                  <a:pt x="30692" y="48896"/>
                </a:lnTo>
                <a:lnTo>
                  <a:pt x="34908" y="44024"/>
                </a:lnTo>
                <a:lnTo>
                  <a:pt x="39353" y="39353"/>
                </a:lnTo>
                <a:lnTo>
                  <a:pt x="44024" y="34909"/>
                </a:lnTo>
                <a:lnTo>
                  <a:pt x="48895" y="30692"/>
                </a:lnTo>
                <a:lnTo>
                  <a:pt x="53969" y="26701"/>
                </a:lnTo>
                <a:lnTo>
                  <a:pt x="59243" y="22950"/>
                </a:lnTo>
                <a:lnTo>
                  <a:pt x="64695" y="19463"/>
                </a:lnTo>
                <a:lnTo>
                  <a:pt x="70322" y="16227"/>
                </a:lnTo>
                <a:lnTo>
                  <a:pt x="76125" y="13256"/>
                </a:lnTo>
                <a:lnTo>
                  <a:pt x="82079" y="10562"/>
                </a:lnTo>
                <a:lnTo>
                  <a:pt x="88186" y="8158"/>
                </a:lnTo>
                <a:lnTo>
                  <a:pt x="94430" y="6043"/>
                </a:lnTo>
                <a:lnTo>
                  <a:pt x="100812" y="4230"/>
                </a:lnTo>
                <a:lnTo>
                  <a:pt x="107307" y="2732"/>
                </a:lnTo>
                <a:lnTo>
                  <a:pt x="113931" y="1548"/>
                </a:lnTo>
                <a:lnTo>
                  <a:pt x="120652" y="693"/>
                </a:lnTo>
                <a:lnTo>
                  <a:pt x="127476" y="176"/>
                </a:lnTo>
                <a:lnTo>
                  <a:pt x="134386" y="0"/>
                </a:lnTo>
                <a:lnTo>
                  <a:pt x="141299" y="176"/>
                </a:lnTo>
                <a:lnTo>
                  <a:pt x="148121" y="693"/>
                </a:lnTo>
                <a:lnTo>
                  <a:pt x="154844" y="1548"/>
                </a:lnTo>
                <a:lnTo>
                  <a:pt x="161466" y="2732"/>
                </a:lnTo>
                <a:lnTo>
                  <a:pt x="167961" y="4230"/>
                </a:lnTo>
                <a:lnTo>
                  <a:pt x="174345" y="6043"/>
                </a:lnTo>
                <a:lnTo>
                  <a:pt x="180589" y="8158"/>
                </a:lnTo>
                <a:lnTo>
                  <a:pt x="186695" y="10562"/>
                </a:lnTo>
                <a:lnTo>
                  <a:pt x="192662" y="13256"/>
                </a:lnTo>
                <a:lnTo>
                  <a:pt x="198453" y="16227"/>
                </a:lnTo>
                <a:lnTo>
                  <a:pt x="204080" y="19463"/>
                </a:lnTo>
                <a:lnTo>
                  <a:pt x="209530" y="22950"/>
                </a:lnTo>
                <a:lnTo>
                  <a:pt x="214806" y="26701"/>
                </a:lnTo>
                <a:lnTo>
                  <a:pt x="219880" y="30692"/>
                </a:lnTo>
                <a:lnTo>
                  <a:pt x="224751" y="34909"/>
                </a:lnTo>
                <a:lnTo>
                  <a:pt x="229422" y="39353"/>
                </a:lnTo>
                <a:lnTo>
                  <a:pt x="233865" y="44024"/>
                </a:lnTo>
                <a:lnTo>
                  <a:pt x="238083" y="48896"/>
                </a:lnTo>
                <a:lnTo>
                  <a:pt x="242074" y="53969"/>
                </a:lnTo>
                <a:lnTo>
                  <a:pt x="245825" y="59244"/>
                </a:lnTo>
                <a:lnTo>
                  <a:pt x="249313" y="64695"/>
                </a:lnTo>
                <a:lnTo>
                  <a:pt x="252547" y="70322"/>
                </a:lnTo>
                <a:lnTo>
                  <a:pt x="255519" y="76113"/>
                </a:lnTo>
                <a:lnTo>
                  <a:pt x="258212" y="82080"/>
                </a:lnTo>
                <a:lnTo>
                  <a:pt x="260618" y="88186"/>
                </a:lnTo>
                <a:lnTo>
                  <a:pt x="262732" y="94430"/>
                </a:lnTo>
                <a:lnTo>
                  <a:pt x="264544" y="100813"/>
                </a:lnTo>
                <a:lnTo>
                  <a:pt x="266043" y="107309"/>
                </a:lnTo>
                <a:lnTo>
                  <a:pt x="267227" y="113931"/>
                </a:lnTo>
                <a:lnTo>
                  <a:pt x="268082" y="120653"/>
                </a:lnTo>
                <a:lnTo>
                  <a:pt x="268599" y="127476"/>
                </a:lnTo>
                <a:lnTo>
                  <a:pt x="268775" y="134388"/>
                </a:lnTo>
                <a:lnTo>
                  <a:pt x="268599" y="141299"/>
                </a:lnTo>
                <a:lnTo>
                  <a:pt x="268082" y="148122"/>
                </a:lnTo>
                <a:lnTo>
                  <a:pt x="267227" y="154845"/>
                </a:lnTo>
                <a:lnTo>
                  <a:pt x="266043" y="161466"/>
                </a:lnTo>
                <a:lnTo>
                  <a:pt x="264544" y="167962"/>
                </a:lnTo>
                <a:lnTo>
                  <a:pt x="262732" y="174345"/>
                </a:lnTo>
                <a:lnTo>
                  <a:pt x="260618" y="180589"/>
                </a:lnTo>
                <a:lnTo>
                  <a:pt x="258212" y="186695"/>
                </a:lnTo>
                <a:lnTo>
                  <a:pt x="255519" y="192662"/>
                </a:lnTo>
                <a:lnTo>
                  <a:pt x="252547" y="198453"/>
                </a:lnTo>
                <a:lnTo>
                  <a:pt x="249313" y="204080"/>
                </a:lnTo>
                <a:lnTo>
                  <a:pt x="245825" y="209531"/>
                </a:lnTo>
                <a:lnTo>
                  <a:pt x="242074" y="214806"/>
                </a:lnTo>
                <a:lnTo>
                  <a:pt x="238083" y="219879"/>
                </a:lnTo>
                <a:lnTo>
                  <a:pt x="233865" y="224752"/>
                </a:lnTo>
                <a:lnTo>
                  <a:pt x="229422" y="229422"/>
                </a:lnTo>
                <a:lnTo>
                  <a:pt x="224751" y="233866"/>
                </a:lnTo>
                <a:lnTo>
                  <a:pt x="219880" y="238083"/>
                </a:lnTo>
                <a:lnTo>
                  <a:pt x="214806" y="242074"/>
                </a:lnTo>
                <a:lnTo>
                  <a:pt x="209530" y="245825"/>
                </a:lnTo>
                <a:lnTo>
                  <a:pt x="204080" y="249313"/>
                </a:lnTo>
                <a:lnTo>
                  <a:pt x="198453" y="252548"/>
                </a:lnTo>
                <a:lnTo>
                  <a:pt x="192662" y="255519"/>
                </a:lnTo>
                <a:lnTo>
                  <a:pt x="186695" y="258213"/>
                </a:lnTo>
                <a:lnTo>
                  <a:pt x="180589" y="260617"/>
                </a:lnTo>
                <a:lnTo>
                  <a:pt x="174345" y="262733"/>
                </a:lnTo>
                <a:lnTo>
                  <a:pt x="167961" y="264545"/>
                </a:lnTo>
                <a:lnTo>
                  <a:pt x="161466" y="266043"/>
                </a:lnTo>
                <a:lnTo>
                  <a:pt x="154844" y="267227"/>
                </a:lnTo>
                <a:lnTo>
                  <a:pt x="148121" y="268083"/>
                </a:lnTo>
                <a:lnTo>
                  <a:pt x="141299" y="268599"/>
                </a:lnTo>
                <a:lnTo>
                  <a:pt x="134386" y="268775"/>
                </a:lnTo>
                <a:lnTo>
                  <a:pt x="127476" y="268599"/>
                </a:lnTo>
                <a:lnTo>
                  <a:pt x="120652" y="268083"/>
                </a:lnTo>
                <a:lnTo>
                  <a:pt x="113931" y="267227"/>
                </a:lnTo>
                <a:lnTo>
                  <a:pt x="107307" y="266043"/>
                </a:lnTo>
                <a:lnTo>
                  <a:pt x="100812" y="264545"/>
                </a:lnTo>
                <a:lnTo>
                  <a:pt x="94430" y="262733"/>
                </a:lnTo>
                <a:lnTo>
                  <a:pt x="88186" y="260617"/>
                </a:lnTo>
                <a:lnTo>
                  <a:pt x="82079" y="258213"/>
                </a:lnTo>
                <a:lnTo>
                  <a:pt x="76125" y="255519"/>
                </a:lnTo>
                <a:lnTo>
                  <a:pt x="70322" y="252548"/>
                </a:lnTo>
                <a:lnTo>
                  <a:pt x="64695" y="249313"/>
                </a:lnTo>
                <a:lnTo>
                  <a:pt x="59243" y="245825"/>
                </a:lnTo>
                <a:lnTo>
                  <a:pt x="53969" y="242074"/>
                </a:lnTo>
                <a:lnTo>
                  <a:pt x="48895" y="238083"/>
                </a:lnTo>
                <a:lnTo>
                  <a:pt x="44024" y="233866"/>
                </a:lnTo>
                <a:lnTo>
                  <a:pt x="39353" y="229422"/>
                </a:lnTo>
                <a:lnTo>
                  <a:pt x="34908" y="224752"/>
                </a:lnTo>
                <a:lnTo>
                  <a:pt x="30692" y="219879"/>
                </a:lnTo>
                <a:lnTo>
                  <a:pt x="26701" y="214806"/>
                </a:lnTo>
                <a:lnTo>
                  <a:pt x="22948" y="209531"/>
                </a:lnTo>
                <a:lnTo>
                  <a:pt x="19462" y="204080"/>
                </a:lnTo>
                <a:lnTo>
                  <a:pt x="16227" y="198453"/>
                </a:lnTo>
                <a:lnTo>
                  <a:pt x="13256" y="192662"/>
                </a:lnTo>
                <a:lnTo>
                  <a:pt x="10561" y="186695"/>
                </a:lnTo>
                <a:lnTo>
                  <a:pt x="8157" y="180589"/>
                </a:lnTo>
                <a:lnTo>
                  <a:pt x="6043" y="174345"/>
                </a:lnTo>
                <a:lnTo>
                  <a:pt x="4229" y="167962"/>
                </a:lnTo>
                <a:lnTo>
                  <a:pt x="2730" y="161466"/>
                </a:lnTo>
                <a:lnTo>
                  <a:pt x="1548" y="154845"/>
                </a:lnTo>
                <a:lnTo>
                  <a:pt x="692" y="148122"/>
                </a:lnTo>
                <a:lnTo>
                  <a:pt x="176" y="141299"/>
                </a:lnTo>
                <a:lnTo>
                  <a:pt x="0" y="134388"/>
                </a:lnTo>
                <a:lnTo>
                  <a:pt x="176" y="127476"/>
                </a:lnTo>
                <a:moveTo>
                  <a:pt x="18883" y="134627"/>
                </a:moveTo>
                <a:lnTo>
                  <a:pt x="18883" y="134148"/>
                </a:lnTo>
                <a:lnTo>
                  <a:pt x="19046" y="140581"/>
                </a:lnTo>
                <a:lnTo>
                  <a:pt x="19022" y="140103"/>
                </a:lnTo>
                <a:lnTo>
                  <a:pt x="19501" y="146448"/>
                </a:lnTo>
                <a:lnTo>
                  <a:pt x="19449" y="145970"/>
                </a:lnTo>
                <a:lnTo>
                  <a:pt x="20243" y="152226"/>
                </a:lnTo>
                <a:lnTo>
                  <a:pt x="20181" y="151760"/>
                </a:lnTo>
                <a:lnTo>
                  <a:pt x="21274" y="157904"/>
                </a:lnTo>
                <a:lnTo>
                  <a:pt x="21175" y="157451"/>
                </a:lnTo>
                <a:lnTo>
                  <a:pt x="22572" y="163493"/>
                </a:lnTo>
                <a:lnTo>
                  <a:pt x="22458" y="163040"/>
                </a:lnTo>
                <a:lnTo>
                  <a:pt x="24145" y="168969"/>
                </a:lnTo>
                <a:lnTo>
                  <a:pt x="24006" y="168516"/>
                </a:lnTo>
                <a:lnTo>
                  <a:pt x="25970" y="174320"/>
                </a:lnTo>
                <a:lnTo>
                  <a:pt x="25806" y="173879"/>
                </a:lnTo>
                <a:lnTo>
                  <a:pt x="28049" y="179557"/>
                </a:lnTo>
                <a:lnTo>
                  <a:pt x="27859" y="179129"/>
                </a:lnTo>
                <a:lnTo>
                  <a:pt x="30363" y="184668"/>
                </a:lnTo>
                <a:lnTo>
                  <a:pt x="30163" y="184253"/>
                </a:lnTo>
                <a:lnTo>
                  <a:pt x="32920" y="189641"/>
                </a:lnTo>
                <a:lnTo>
                  <a:pt x="32707" y="189238"/>
                </a:lnTo>
                <a:lnTo>
                  <a:pt x="35714" y="194475"/>
                </a:lnTo>
                <a:lnTo>
                  <a:pt x="35474" y="194085"/>
                </a:lnTo>
                <a:lnTo>
                  <a:pt x="38723" y="199145"/>
                </a:lnTo>
                <a:lnTo>
                  <a:pt x="38473" y="198780"/>
                </a:lnTo>
                <a:lnTo>
                  <a:pt x="41959" y="203677"/>
                </a:lnTo>
                <a:lnTo>
                  <a:pt x="41681" y="203313"/>
                </a:lnTo>
                <a:lnTo>
                  <a:pt x="45396" y="208033"/>
                </a:lnTo>
                <a:lnTo>
                  <a:pt x="45107" y="207681"/>
                </a:lnTo>
                <a:lnTo>
                  <a:pt x="49034" y="212213"/>
                </a:lnTo>
                <a:lnTo>
                  <a:pt x="48732" y="211886"/>
                </a:lnTo>
                <a:lnTo>
                  <a:pt x="52873" y="216229"/>
                </a:lnTo>
                <a:lnTo>
                  <a:pt x="52547" y="215901"/>
                </a:lnTo>
                <a:lnTo>
                  <a:pt x="56889" y="220043"/>
                </a:lnTo>
                <a:lnTo>
                  <a:pt x="56562" y="219741"/>
                </a:lnTo>
                <a:lnTo>
                  <a:pt x="61094" y="223669"/>
                </a:lnTo>
                <a:lnTo>
                  <a:pt x="60741" y="223379"/>
                </a:lnTo>
                <a:lnTo>
                  <a:pt x="65463" y="227093"/>
                </a:lnTo>
                <a:lnTo>
                  <a:pt x="65098" y="226816"/>
                </a:lnTo>
                <a:lnTo>
                  <a:pt x="69994" y="230303"/>
                </a:lnTo>
                <a:lnTo>
                  <a:pt x="69630" y="230051"/>
                </a:lnTo>
                <a:lnTo>
                  <a:pt x="74689" y="233299"/>
                </a:lnTo>
                <a:lnTo>
                  <a:pt x="74300" y="233060"/>
                </a:lnTo>
                <a:lnTo>
                  <a:pt x="79537" y="236069"/>
                </a:lnTo>
                <a:lnTo>
                  <a:pt x="79134" y="235855"/>
                </a:lnTo>
                <a:lnTo>
                  <a:pt x="84522" y="238612"/>
                </a:lnTo>
                <a:lnTo>
                  <a:pt x="84107" y="238411"/>
                </a:lnTo>
                <a:lnTo>
                  <a:pt x="89645" y="240916"/>
                </a:lnTo>
                <a:lnTo>
                  <a:pt x="89218" y="240727"/>
                </a:lnTo>
                <a:lnTo>
                  <a:pt x="94897" y="242968"/>
                </a:lnTo>
                <a:lnTo>
                  <a:pt x="94455" y="242804"/>
                </a:lnTo>
                <a:lnTo>
                  <a:pt x="100258" y="244768"/>
                </a:lnTo>
                <a:lnTo>
                  <a:pt x="99805" y="244630"/>
                </a:lnTo>
                <a:lnTo>
                  <a:pt x="105734" y="246317"/>
                </a:lnTo>
                <a:lnTo>
                  <a:pt x="105282" y="246203"/>
                </a:lnTo>
                <a:lnTo>
                  <a:pt x="111325" y="247601"/>
                </a:lnTo>
                <a:lnTo>
                  <a:pt x="110872" y="247500"/>
                </a:lnTo>
                <a:lnTo>
                  <a:pt x="117014" y="248595"/>
                </a:lnTo>
                <a:lnTo>
                  <a:pt x="116549" y="248532"/>
                </a:lnTo>
                <a:lnTo>
                  <a:pt x="122805" y="249325"/>
                </a:lnTo>
                <a:lnTo>
                  <a:pt x="122327" y="249275"/>
                </a:lnTo>
                <a:lnTo>
                  <a:pt x="128672" y="249753"/>
                </a:lnTo>
                <a:lnTo>
                  <a:pt x="128193" y="249728"/>
                </a:lnTo>
                <a:lnTo>
                  <a:pt x="134626" y="249892"/>
                </a:lnTo>
                <a:lnTo>
                  <a:pt x="134149" y="249892"/>
                </a:lnTo>
                <a:lnTo>
                  <a:pt x="140580" y="249728"/>
                </a:lnTo>
                <a:lnTo>
                  <a:pt x="140103" y="249753"/>
                </a:lnTo>
                <a:lnTo>
                  <a:pt x="146447" y="249275"/>
                </a:lnTo>
                <a:lnTo>
                  <a:pt x="145968" y="249325"/>
                </a:lnTo>
                <a:lnTo>
                  <a:pt x="152226" y="248532"/>
                </a:lnTo>
                <a:lnTo>
                  <a:pt x="151761" y="248595"/>
                </a:lnTo>
                <a:lnTo>
                  <a:pt x="157903" y="247500"/>
                </a:lnTo>
                <a:lnTo>
                  <a:pt x="157450" y="247601"/>
                </a:lnTo>
                <a:lnTo>
                  <a:pt x="163493" y="246203"/>
                </a:lnTo>
                <a:lnTo>
                  <a:pt x="163039" y="246317"/>
                </a:lnTo>
                <a:lnTo>
                  <a:pt x="168970" y="244630"/>
                </a:lnTo>
                <a:lnTo>
                  <a:pt x="168515" y="244768"/>
                </a:lnTo>
                <a:lnTo>
                  <a:pt x="174318" y="242804"/>
                </a:lnTo>
                <a:lnTo>
                  <a:pt x="173878" y="242968"/>
                </a:lnTo>
                <a:lnTo>
                  <a:pt x="179557" y="240727"/>
                </a:lnTo>
                <a:lnTo>
                  <a:pt x="179129" y="240916"/>
                </a:lnTo>
                <a:lnTo>
                  <a:pt x="184668" y="238411"/>
                </a:lnTo>
                <a:lnTo>
                  <a:pt x="184253" y="238612"/>
                </a:lnTo>
                <a:lnTo>
                  <a:pt x="189640" y="235855"/>
                </a:lnTo>
                <a:lnTo>
                  <a:pt x="189237" y="236069"/>
                </a:lnTo>
                <a:lnTo>
                  <a:pt x="194474" y="233060"/>
                </a:lnTo>
                <a:lnTo>
                  <a:pt x="194084" y="233299"/>
                </a:lnTo>
                <a:lnTo>
                  <a:pt x="199145" y="230051"/>
                </a:lnTo>
                <a:lnTo>
                  <a:pt x="198767" y="230303"/>
                </a:lnTo>
                <a:lnTo>
                  <a:pt x="203677" y="226816"/>
                </a:lnTo>
                <a:lnTo>
                  <a:pt x="203311" y="227093"/>
                </a:lnTo>
                <a:lnTo>
                  <a:pt x="208034" y="223379"/>
                </a:lnTo>
                <a:lnTo>
                  <a:pt x="207680" y="223669"/>
                </a:lnTo>
                <a:lnTo>
                  <a:pt x="212212" y="219741"/>
                </a:lnTo>
                <a:lnTo>
                  <a:pt x="211884" y="220043"/>
                </a:lnTo>
                <a:lnTo>
                  <a:pt x="216216" y="215901"/>
                </a:lnTo>
                <a:lnTo>
                  <a:pt x="215901" y="216229"/>
                </a:lnTo>
                <a:lnTo>
                  <a:pt x="220043" y="211886"/>
                </a:lnTo>
                <a:lnTo>
                  <a:pt x="219741" y="212213"/>
                </a:lnTo>
                <a:lnTo>
                  <a:pt x="223668" y="207681"/>
                </a:lnTo>
                <a:lnTo>
                  <a:pt x="223379" y="208033"/>
                </a:lnTo>
                <a:lnTo>
                  <a:pt x="227092" y="203313"/>
                </a:lnTo>
                <a:lnTo>
                  <a:pt x="226815" y="203677"/>
                </a:lnTo>
                <a:lnTo>
                  <a:pt x="230302" y="198780"/>
                </a:lnTo>
                <a:lnTo>
                  <a:pt x="230050" y="199145"/>
                </a:lnTo>
                <a:lnTo>
                  <a:pt x="233299" y="194085"/>
                </a:lnTo>
                <a:lnTo>
                  <a:pt x="233059" y="194475"/>
                </a:lnTo>
                <a:lnTo>
                  <a:pt x="236068" y="189238"/>
                </a:lnTo>
                <a:lnTo>
                  <a:pt x="235855" y="189641"/>
                </a:lnTo>
                <a:lnTo>
                  <a:pt x="238612" y="184253"/>
                </a:lnTo>
                <a:lnTo>
                  <a:pt x="238409" y="184668"/>
                </a:lnTo>
                <a:lnTo>
                  <a:pt x="240916" y="179129"/>
                </a:lnTo>
                <a:lnTo>
                  <a:pt x="240726" y="179557"/>
                </a:lnTo>
                <a:lnTo>
                  <a:pt x="242966" y="173879"/>
                </a:lnTo>
                <a:lnTo>
                  <a:pt x="242803" y="174320"/>
                </a:lnTo>
                <a:lnTo>
                  <a:pt x="244767" y="168516"/>
                </a:lnTo>
                <a:lnTo>
                  <a:pt x="244630" y="168969"/>
                </a:lnTo>
                <a:lnTo>
                  <a:pt x="246316" y="163040"/>
                </a:lnTo>
                <a:lnTo>
                  <a:pt x="246203" y="163493"/>
                </a:lnTo>
                <a:lnTo>
                  <a:pt x="247600" y="157451"/>
                </a:lnTo>
                <a:lnTo>
                  <a:pt x="247499" y="157904"/>
                </a:lnTo>
                <a:lnTo>
                  <a:pt x="248594" y="151760"/>
                </a:lnTo>
                <a:lnTo>
                  <a:pt x="248532" y="152226"/>
                </a:lnTo>
                <a:lnTo>
                  <a:pt x="249325" y="145970"/>
                </a:lnTo>
                <a:lnTo>
                  <a:pt x="249274" y="146448"/>
                </a:lnTo>
                <a:lnTo>
                  <a:pt x="249753" y="140103"/>
                </a:lnTo>
                <a:lnTo>
                  <a:pt x="249727" y="140581"/>
                </a:lnTo>
                <a:lnTo>
                  <a:pt x="249892" y="134148"/>
                </a:lnTo>
                <a:lnTo>
                  <a:pt x="249892" y="134627"/>
                </a:lnTo>
                <a:lnTo>
                  <a:pt x="249727" y="128194"/>
                </a:lnTo>
                <a:lnTo>
                  <a:pt x="249753" y="128672"/>
                </a:lnTo>
                <a:lnTo>
                  <a:pt x="249274" y="122327"/>
                </a:lnTo>
                <a:lnTo>
                  <a:pt x="249325" y="122806"/>
                </a:lnTo>
                <a:lnTo>
                  <a:pt x="248532" y="116549"/>
                </a:lnTo>
                <a:lnTo>
                  <a:pt x="248594" y="117015"/>
                </a:lnTo>
                <a:lnTo>
                  <a:pt x="247499" y="110871"/>
                </a:lnTo>
                <a:lnTo>
                  <a:pt x="247600" y="111325"/>
                </a:lnTo>
                <a:lnTo>
                  <a:pt x="246203" y="105282"/>
                </a:lnTo>
                <a:lnTo>
                  <a:pt x="246316" y="105735"/>
                </a:lnTo>
                <a:lnTo>
                  <a:pt x="244630" y="99806"/>
                </a:lnTo>
                <a:lnTo>
                  <a:pt x="244767" y="100259"/>
                </a:lnTo>
                <a:lnTo>
                  <a:pt x="242803" y="94455"/>
                </a:lnTo>
                <a:lnTo>
                  <a:pt x="242966" y="94896"/>
                </a:lnTo>
                <a:lnTo>
                  <a:pt x="240726" y="89218"/>
                </a:lnTo>
                <a:lnTo>
                  <a:pt x="240916" y="89646"/>
                </a:lnTo>
                <a:lnTo>
                  <a:pt x="238409" y="84107"/>
                </a:lnTo>
                <a:lnTo>
                  <a:pt x="238612" y="84523"/>
                </a:lnTo>
                <a:lnTo>
                  <a:pt x="235855" y="79135"/>
                </a:lnTo>
                <a:lnTo>
                  <a:pt x="236068" y="79537"/>
                </a:lnTo>
                <a:lnTo>
                  <a:pt x="233059" y="74300"/>
                </a:lnTo>
                <a:lnTo>
                  <a:pt x="233299" y="74691"/>
                </a:lnTo>
                <a:lnTo>
                  <a:pt x="230050" y="69630"/>
                </a:lnTo>
                <a:lnTo>
                  <a:pt x="230302" y="69995"/>
                </a:lnTo>
                <a:lnTo>
                  <a:pt x="226815" y="65098"/>
                </a:lnTo>
                <a:lnTo>
                  <a:pt x="227092" y="65463"/>
                </a:lnTo>
                <a:lnTo>
                  <a:pt x="223379" y="60742"/>
                </a:lnTo>
                <a:lnTo>
                  <a:pt x="223668" y="61094"/>
                </a:lnTo>
                <a:lnTo>
                  <a:pt x="219741" y="56563"/>
                </a:lnTo>
                <a:lnTo>
                  <a:pt x="220043" y="56890"/>
                </a:lnTo>
                <a:lnTo>
                  <a:pt x="215901" y="52547"/>
                </a:lnTo>
                <a:lnTo>
                  <a:pt x="216216" y="52874"/>
                </a:lnTo>
                <a:lnTo>
                  <a:pt x="211884" y="48732"/>
                </a:lnTo>
                <a:lnTo>
                  <a:pt x="212212" y="49034"/>
                </a:lnTo>
                <a:lnTo>
                  <a:pt x="207680" y="45107"/>
                </a:lnTo>
                <a:lnTo>
                  <a:pt x="208034" y="45396"/>
                </a:lnTo>
                <a:lnTo>
                  <a:pt x="203311" y="41682"/>
                </a:lnTo>
                <a:lnTo>
                  <a:pt x="203677" y="41959"/>
                </a:lnTo>
                <a:lnTo>
                  <a:pt x="198767" y="38472"/>
                </a:lnTo>
                <a:lnTo>
                  <a:pt x="199145" y="38724"/>
                </a:lnTo>
                <a:lnTo>
                  <a:pt x="194084" y="35476"/>
                </a:lnTo>
                <a:lnTo>
                  <a:pt x="194474" y="35715"/>
                </a:lnTo>
                <a:lnTo>
                  <a:pt x="189237" y="32706"/>
                </a:lnTo>
                <a:lnTo>
                  <a:pt x="189640" y="32920"/>
                </a:lnTo>
                <a:lnTo>
                  <a:pt x="184253" y="30163"/>
                </a:lnTo>
                <a:lnTo>
                  <a:pt x="184668" y="30365"/>
                </a:lnTo>
                <a:lnTo>
                  <a:pt x="179129" y="27860"/>
                </a:lnTo>
                <a:lnTo>
                  <a:pt x="179557" y="28048"/>
                </a:lnTo>
                <a:lnTo>
                  <a:pt x="173878" y="25808"/>
                </a:lnTo>
                <a:lnTo>
                  <a:pt x="174318" y="25971"/>
                </a:lnTo>
                <a:lnTo>
                  <a:pt x="168515" y="24007"/>
                </a:lnTo>
                <a:lnTo>
                  <a:pt x="168970" y="24146"/>
                </a:lnTo>
                <a:lnTo>
                  <a:pt x="163039" y="22459"/>
                </a:lnTo>
                <a:lnTo>
                  <a:pt x="163493" y="22572"/>
                </a:lnTo>
                <a:lnTo>
                  <a:pt x="157450" y="21175"/>
                </a:lnTo>
                <a:lnTo>
                  <a:pt x="157903" y="21275"/>
                </a:lnTo>
                <a:lnTo>
                  <a:pt x="151761" y="20180"/>
                </a:lnTo>
                <a:lnTo>
                  <a:pt x="152226" y="20243"/>
                </a:lnTo>
                <a:lnTo>
                  <a:pt x="145968" y="19450"/>
                </a:lnTo>
                <a:lnTo>
                  <a:pt x="146447" y="19500"/>
                </a:lnTo>
                <a:lnTo>
                  <a:pt x="140103" y="19022"/>
                </a:lnTo>
                <a:lnTo>
                  <a:pt x="140580" y="19047"/>
                </a:lnTo>
                <a:lnTo>
                  <a:pt x="134149" y="18884"/>
                </a:lnTo>
                <a:lnTo>
                  <a:pt x="134626" y="18884"/>
                </a:lnTo>
                <a:lnTo>
                  <a:pt x="128193" y="19047"/>
                </a:lnTo>
                <a:lnTo>
                  <a:pt x="128672" y="19022"/>
                </a:lnTo>
                <a:lnTo>
                  <a:pt x="122327" y="19500"/>
                </a:lnTo>
                <a:lnTo>
                  <a:pt x="122805" y="19450"/>
                </a:lnTo>
                <a:lnTo>
                  <a:pt x="116549" y="20243"/>
                </a:lnTo>
                <a:lnTo>
                  <a:pt x="117014" y="20180"/>
                </a:lnTo>
                <a:lnTo>
                  <a:pt x="110872" y="21275"/>
                </a:lnTo>
                <a:lnTo>
                  <a:pt x="111325" y="21175"/>
                </a:lnTo>
                <a:lnTo>
                  <a:pt x="105282" y="22572"/>
                </a:lnTo>
                <a:lnTo>
                  <a:pt x="105734" y="22459"/>
                </a:lnTo>
                <a:lnTo>
                  <a:pt x="99805" y="24146"/>
                </a:lnTo>
                <a:lnTo>
                  <a:pt x="100258" y="24007"/>
                </a:lnTo>
                <a:lnTo>
                  <a:pt x="94455" y="25971"/>
                </a:lnTo>
                <a:lnTo>
                  <a:pt x="94897" y="25808"/>
                </a:lnTo>
                <a:lnTo>
                  <a:pt x="89218" y="28048"/>
                </a:lnTo>
                <a:lnTo>
                  <a:pt x="89645" y="27860"/>
                </a:lnTo>
                <a:lnTo>
                  <a:pt x="84107" y="30365"/>
                </a:lnTo>
                <a:lnTo>
                  <a:pt x="84522" y="30163"/>
                </a:lnTo>
                <a:lnTo>
                  <a:pt x="79134" y="32920"/>
                </a:lnTo>
                <a:lnTo>
                  <a:pt x="79537" y="32706"/>
                </a:lnTo>
                <a:lnTo>
                  <a:pt x="74300" y="35715"/>
                </a:lnTo>
                <a:lnTo>
                  <a:pt x="74689" y="35476"/>
                </a:lnTo>
                <a:lnTo>
                  <a:pt x="69630" y="38724"/>
                </a:lnTo>
                <a:lnTo>
                  <a:pt x="69994" y="38472"/>
                </a:lnTo>
                <a:lnTo>
                  <a:pt x="65098" y="41959"/>
                </a:lnTo>
                <a:lnTo>
                  <a:pt x="65463" y="41682"/>
                </a:lnTo>
                <a:lnTo>
                  <a:pt x="60741" y="45396"/>
                </a:lnTo>
                <a:lnTo>
                  <a:pt x="61094" y="45107"/>
                </a:lnTo>
                <a:lnTo>
                  <a:pt x="56562" y="49034"/>
                </a:lnTo>
                <a:lnTo>
                  <a:pt x="56889" y="48732"/>
                </a:lnTo>
                <a:lnTo>
                  <a:pt x="52547" y="52874"/>
                </a:lnTo>
                <a:lnTo>
                  <a:pt x="52873" y="52547"/>
                </a:lnTo>
                <a:lnTo>
                  <a:pt x="48732" y="56890"/>
                </a:lnTo>
                <a:lnTo>
                  <a:pt x="49034" y="56563"/>
                </a:lnTo>
                <a:lnTo>
                  <a:pt x="45107" y="61094"/>
                </a:lnTo>
                <a:lnTo>
                  <a:pt x="45396" y="60742"/>
                </a:lnTo>
                <a:lnTo>
                  <a:pt x="41681" y="65463"/>
                </a:lnTo>
                <a:lnTo>
                  <a:pt x="41959" y="65098"/>
                </a:lnTo>
                <a:lnTo>
                  <a:pt x="38473" y="69995"/>
                </a:lnTo>
                <a:lnTo>
                  <a:pt x="38723" y="69630"/>
                </a:lnTo>
                <a:lnTo>
                  <a:pt x="35474" y="74691"/>
                </a:lnTo>
                <a:lnTo>
                  <a:pt x="35714" y="74300"/>
                </a:lnTo>
                <a:lnTo>
                  <a:pt x="32707" y="79537"/>
                </a:lnTo>
                <a:lnTo>
                  <a:pt x="32920" y="79135"/>
                </a:lnTo>
                <a:lnTo>
                  <a:pt x="30163" y="84523"/>
                </a:lnTo>
                <a:lnTo>
                  <a:pt x="30363" y="84107"/>
                </a:lnTo>
                <a:lnTo>
                  <a:pt x="27859" y="89646"/>
                </a:lnTo>
                <a:lnTo>
                  <a:pt x="28049" y="89218"/>
                </a:lnTo>
                <a:lnTo>
                  <a:pt x="25806" y="94896"/>
                </a:lnTo>
                <a:lnTo>
                  <a:pt x="25970" y="94455"/>
                </a:lnTo>
                <a:lnTo>
                  <a:pt x="24006" y="100259"/>
                </a:lnTo>
                <a:lnTo>
                  <a:pt x="24145" y="99806"/>
                </a:lnTo>
                <a:lnTo>
                  <a:pt x="22458" y="105735"/>
                </a:lnTo>
                <a:lnTo>
                  <a:pt x="22572" y="105282"/>
                </a:lnTo>
                <a:lnTo>
                  <a:pt x="21175" y="111325"/>
                </a:lnTo>
                <a:lnTo>
                  <a:pt x="21274" y="110871"/>
                </a:lnTo>
                <a:lnTo>
                  <a:pt x="20181" y="117015"/>
                </a:lnTo>
                <a:lnTo>
                  <a:pt x="20243" y="116549"/>
                </a:lnTo>
                <a:lnTo>
                  <a:pt x="19449" y="122806"/>
                </a:lnTo>
                <a:lnTo>
                  <a:pt x="19501" y="122327"/>
                </a:lnTo>
                <a:lnTo>
                  <a:pt x="19022" y="128672"/>
                </a:lnTo>
                <a:lnTo>
                  <a:pt x="19046" y="128194"/>
                </a:lnTo>
                <a:lnTo>
                  <a:pt x="18883" y="1346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path-169">
            <a:extLst xmlns:a="http://schemas.openxmlformats.org/drawingml/2006/main">
              <a:ext uri="{FF2B5EF4-FFF2-40B4-BE49-F238E27FC236}">
                <a16:creationId xmlns:a16="http://schemas.microsoft.com/office/drawing/2014/main" id="{506F2D1C-AF9E-4A35-B2BA-C6B09189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9097" y="602684"/>
            <a:ext cx="50356" cy="798772"/>
          </a:xfrm>
          <a:custGeom xmlns:a="http://schemas.openxmlformats.org/drawingml/2006/main">
            <a:pathLst>
              <a:path w="50356" h="798772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798772"/>
                </a:moveTo>
                <a:lnTo>
                  <a:pt x="34620" y="37767"/>
                </a:lnTo>
                <a:lnTo>
                  <a:pt x="15737" y="37767"/>
                </a:lnTo>
                <a:lnTo>
                  <a:pt x="15737" y="798772"/>
                </a:lnTo>
                <a:lnTo>
                  <a:pt x="34620" y="7987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path-170">
            <a:extLst xmlns:a="http://schemas.openxmlformats.org/drawingml/2006/main">
              <a:ext uri="{FF2B5EF4-FFF2-40B4-BE49-F238E27FC236}">
                <a16:creationId xmlns:a16="http://schemas.microsoft.com/office/drawing/2014/main" id="{A2BB3DCF-68DB-4B6E-A17B-20C5FB2D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5938" y="748717"/>
            <a:ext cx="249892" cy="249892"/>
          </a:xfrm>
          <a:custGeom xmlns:a="http://schemas.openxmlformats.org/drawingml/2006/main">
            <a:pathLst>
              <a:path w="249892" h="249892">
                <a:moveTo>
                  <a:pt x="0" y="124253"/>
                </a:moveTo>
                <a:cubicBezTo>
                  <a:pt x="0" y="55945"/>
                  <a:pt x="55946" y="0"/>
                  <a:pt x="124946" y="0"/>
                </a:cubicBezTo>
                <a:cubicBezTo>
                  <a:pt x="193947" y="0"/>
                  <a:pt x="249892" y="55945"/>
                  <a:pt x="249892" y="124946"/>
                </a:cubicBezTo>
                <a:cubicBezTo>
                  <a:pt x="249892" y="193946"/>
                  <a:pt x="193947" y="249892"/>
                  <a:pt x="124946" y="249892"/>
                </a:cubicBezTo>
                <a:cubicBezTo>
                  <a:pt x="55946" y="249892"/>
                  <a:pt x="0" y="193946"/>
                  <a:pt x="0" y="12425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ath-171">
            <a:extLst xmlns:a="http://schemas.openxmlformats.org/drawingml/2006/main">
              <a:ext uri="{FF2B5EF4-FFF2-40B4-BE49-F238E27FC236}">
                <a16:creationId xmlns:a16="http://schemas.microsoft.com/office/drawing/2014/main" id="{F990F1CD-1D47-4D18-81BC-C59EFEAB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5863" y="778641"/>
            <a:ext cx="190043" cy="190043"/>
          </a:xfrm>
          <a:custGeom xmlns:a="http://schemas.openxmlformats.org/drawingml/2006/main">
            <a:pathLst>
              <a:path w="190043" h="190043">
                <a:moveTo>
                  <a:pt x="13344" y="0"/>
                </a:moveTo>
                <a:lnTo>
                  <a:pt x="190043" y="176699"/>
                </a:lnTo>
                <a:lnTo>
                  <a:pt x="176699" y="190043"/>
                </a:lnTo>
                <a:lnTo>
                  <a:pt x="0" y="13344"/>
                </a:lnTo>
                <a:lnTo>
                  <a:pt x="13344" y="0"/>
                </a:lnTo>
                <a:moveTo>
                  <a:pt x="190043" y="13344"/>
                </a:moveTo>
                <a:lnTo>
                  <a:pt x="13344" y="190043"/>
                </a:lnTo>
                <a:lnTo>
                  <a:pt x="0" y="176699"/>
                </a:lnTo>
                <a:lnTo>
                  <a:pt x="176699" y="0"/>
                </a:lnTo>
                <a:lnTo>
                  <a:pt x="190043" y="1334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path-172">
            <a:extLst xmlns:a="http://schemas.openxmlformats.org/drawingml/2006/main">
              <a:ext uri="{FF2B5EF4-FFF2-40B4-BE49-F238E27FC236}">
                <a16:creationId xmlns:a16="http://schemas.microsoft.com/office/drawing/2014/main" id="{5048E096-09E9-4F8B-901E-9C3AA5C0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6498" y="739275"/>
            <a:ext cx="268775" cy="268775"/>
          </a:xfrm>
          <a:custGeom xmlns:a="http://schemas.openxmlformats.org/drawingml/2006/main">
            <a:pathLst>
              <a:path w="268775" h="268775">
                <a:moveTo>
                  <a:pt x="176" y="127476"/>
                </a:moveTo>
                <a:lnTo>
                  <a:pt x="692" y="120653"/>
                </a:lnTo>
                <a:lnTo>
                  <a:pt x="1548" y="113931"/>
                </a:lnTo>
                <a:lnTo>
                  <a:pt x="2730" y="107309"/>
                </a:lnTo>
                <a:lnTo>
                  <a:pt x="4229" y="100813"/>
                </a:lnTo>
                <a:lnTo>
                  <a:pt x="6041" y="94430"/>
                </a:lnTo>
                <a:lnTo>
                  <a:pt x="8157" y="88186"/>
                </a:lnTo>
                <a:lnTo>
                  <a:pt x="10561" y="82080"/>
                </a:lnTo>
                <a:lnTo>
                  <a:pt x="13256" y="76113"/>
                </a:lnTo>
                <a:lnTo>
                  <a:pt x="16226" y="70322"/>
                </a:lnTo>
                <a:lnTo>
                  <a:pt x="19462" y="64695"/>
                </a:lnTo>
                <a:lnTo>
                  <a:pt x="22948" y="59244"/>
                </a:lnTo>
                <a:lnTo>
                  <a:pt x="26699" y="53969"/>
                </a:lnTo>
                <a:lnTo>
                  <a:pt x="30690" y="48896"/>
                </a:lnTo>
                <a:lnTo>
                  <a:pt x="34908" y="44024"/>
                </a:lnTo>
                <a:lnTo>
                  <a:pt x="39351" y="39353"/>
                </a:lnTo>
                <a:lnTo>
                  <a:pt x="44024" y="34909"/>
                </a:lnTo>
                <a:lnTo>
                  <a:pt x="48895" y="30692"/>
                </a:lnTo>
                <a:lnTo>
                  <a:pt x="53969" y="26701"/>
                </a:lnTo>
                <a:lnTo>
                  <a:pt x="59243" y="22950"/>
                </a:lnTo>
                <a:lnTo>
                  <a:pt x="64695" y="19463"/>
                </a:lnTo>
                <a:lnTo>
                  <a:pt x="70322" y="16227"/>
                </a:lnTo>
                <a:lnTo>
                  <a:pt x="76125" y="13256"/>
                </a:lnTo>
                <a:lnTo>
                  <a:pt x="82079" y="10562"/>
                </a:lnTo>
                <a:lnTo>
                  <a:pt x="88184" y="8158"/>
                </a:lnTo>
                <a:lnTo>
                  <a:pt x="94430" y="6043"/>
                </a:lnTo>
                <a:lnTo>
                  <a:pt x="100812" y="4230"/>
                </a:lnTo>
                <a:lnTo>
                  <a:pt x="107307" y="2732"/>
                </a:lnTo>
                <a:lnTo>
                  <a:pt x="113929" y="1548"/>
                </a:lnTo>
                <a:lnTo>
                  <a:pt x="120652" y="692"/>
                </a:lnTo>
                <a:lnTo>
                  <a:pt x="127476" y="176"/>
                </a:lnTo>
                <a:lnTo>
                  <a:pt x="134386" y="0"/>
                </a:lnTo>
                <a:lnTo>
                  <a:pt x="141297" y="176"/>
                </a:lnTo>
                <a:lnTo>
                  <a:pt x="148121" y="692"/>
                </a:lnTo>
                <a:lnTo>
                  <a:pt x="154844" y="1548"/>
                </a:lnTo>
                <a:lnTo>
                  <a:pt x="161466" y="2732"/>
                </a:lnTo>
                <a:lnTo>
                  <a:pt x="167961" y="4230"/>
                </a:lnTo>
                <a:lnTo>
                  <a:pt x="174345" y="6043"/>
                </a:lnTo>
                <a:lnTo>
                  <a:pt x="180589" y="8158"/>
                </a:lnTo>
                <a:lnTo>
                  <a:pt x="186694" y="10562"/>
                </a:lnTo>
                <a:lnTo>
                  <a:pt x="192662" y="13256"/>
                </a:lnTo>
                <a:lnTo>
                  <a:pt x="198453" y="16227"/>
                </a:lnTo>
                <a:lnTo>
                  <a:pt x="204080" y="19463"/>
                </a:lnTo>
                <a:lnTo>
                  <a:pt x="209530" y="22950"/>
                </a:lnTo>
                <a:lnTo>
                  <a:pt x="214804" y="26701"/>
                </a:lnTo>
                <a:lnTo>
                  <a:pt x="219878" y="30692"/>
                </a:lnTo>
                <a:lnTo>
                  <a:pt x="224751" y="34909"/>
                </a:lnTo>
                <a:lnTo>
                  <a:pt x="229422" y="39353"/>
                </a:lnTo>
                <a:lnTo>
                  <a:pt x="233865" y="44024"/>
                </a:lnTo>
                <a:lnTo>
                  <a:pt x="238083" y="48896"/>
                </a:lnTo>
                <a:lnTo>
                  <a:pt x="242074" y="53969"/>
                </a:lnTo>
                <a:lnTo>
                  <a:pt x="245825" y="59244"/>
                </a:lnTo>
                <a:lnTo>
                  <a:pt x="249311" y="64695"/>
                </a:lnTo>
                <a:lnTo>
                  <a:pt x="252547" y="70322"/>
                </a:lnTo>
                <a:lnTo>
                  <a:pt x="255517" y="76113"/>
                </a:lnTo>
                <a:lnTo>
                  <a:pt x="258212" y="82080"/>
                </a:lnTo>
                <a:lnTo>
                  <a:pt x="260618" y="88186"/>
                </a:lnTo>
                <a:lnTo>
                  <a:pt x="262732" y="94430"/>
                </a:lnTo>
                <a:lnTo>
                  <a:pt x="264544" y="100813"/>
                </a:lnTo>
                <a:lnTo>
                  <a:pt x="266043" y="107309"/>
                </a:lnTo>
                <a:lnTo>
                  <a:pt x="267225" y="113931"/>
                </a:lnTo>
                <a:lnTo>
                  <a:pt x="268082" y="120653"/>
                </a:lnTo>
                <a:lnTo>
                  <a:pt x="268597" y="127476"/>
                </a:lnTo>
                <a:lnTo>
                  <a:pt x="268775" y="134388"/>
                </a:lnTo>
                <a:lnTo>
                  <a:pt x="268597" y="141299"/>
                </a:lnTo>
                <a:lnTo>
                  <a:pt x="268082" y="148122"/>
                </a:lnTo>
                <a:lnTo>
                  <a:pt x="267225" y="154845"/>
                </a:lnTo>
                <a:lnTo>
                  <a:pt x="266043" y="161466"/>
                </a:lnTo>
                <a:lnTo>
                  <a:pt x="264544" y="167962"/>
                </a:lnTo>
                <a:lnTo>
                  <a:pt x="262732" y="174345"/>
                </a:lnTo>
                <a:lnTo>
                  <a:pt x="260618" y="180589"/>
                </a:lnTo>
                <a:lnTo>
                  <a:pt x="258212" y="186695"/>
                </a:lnTo>
                <a:lnTo>
                  <a:pt x="255517" y="192662"/>
                </a:lnTo>
                <a:lnTo>
                  <a:pt x="252547" y="198453"/>
                </a:lnTo>
                <a:lnTo>
                  <a:pt x="249311" y="204080"/>
                </a:lnTo>
                <a:lnTo>
                  <a:pt x="245825" y="209531"/>
                </a:lnTo>
                <a:lnTo>
                  <a:pt x="242074" y="214806"/>
                </a:lnTo>
                <a:lnTo>
                  <a:pt x="238083" y="219879"/>
                </a:lnTo>
                <a:lnTo>
                  <a:pt x="233865" y="224752"/>
                </a:lnTo>
                <a:lnTo>
                  <a:pt x="229422" y="229422"/>
                </a:lnTo>
                <a:lnTo>
                  <a:pt x="224751" y="233866"/>
                </a:lnTo>
                <a:lnTo>
                  <a:pt x="219878" y="238083"/>
                </a:lnTo>
                <a:lnTo>
                  <a:pt x="214804" y="242074"/>
                </a:lnTo>
                <a:lnTo>
                  <a:pt x="209530" y="245825"/>
                </a:lnTo>
                <a:lnTo>
                  <a:pt x="204080" y="249313"/>
                </a:lnTo>
                <a:lnTo>
                  <a:pt x="198453" y="252548"/>
                </a:lnTo>
                <a:lnTo>
                  <a:pt x="192662" y="255519"/>
                </a:lnTo>
                <a:lnTo>
                  <a:pt x="186694" y="258213"/>
                </a:lnTo>
                <a:lnTo>
                  <a:pt x="180589" y="260618"/>
                </a:lnTo>
                <a:lnTo>
                  <a:pt x="174345" y="262733"/>
                </a:lnTo>
                <a:lnTo>
                  <a:pt x="167961" y="264545"/>
                </a:lnTo>
                <a:lnTo>
                  <a:pt x="161466" y="266043"/>
                </a:lnTo>
                <a:lnTo>
                  <a:pt x="154844" y="267227"/>
                </a:lnTo>
                <a:lnTo>
                  <a:pt x="148121" y="268083"/>
                </a:lnTo>
                <a:lnTo>
                  <a:pt x="141297" y="268599"/>
                </a:lnTo>
                <a:lnTo>
                  <a:pt x="134386" y="268775"/>
                </a:lnTo>
                <a:lnTo>
                  <a:pt x="127476" y="268599"/>
                </a:lnTo>
                <a:lnTo>
                  <a:pt x="120652" y="268083"/>
                </a:lnTo>
                <a:lnTo>
                  <a:pt x="113929" y="267227"/>
                </a:lnTo>
                <a:lnTo>
                  <a:pt x="107307" y="266043"/>
                </a:lnTo>
                <a:lnTo>
                  <a:pt x="100812" y="264545"/>
                </a:lnTo>
                <a:lnTo>
                  <a:pt x="94430" y="262733"/>
                </a:lnTo>
                <a:lnTo>
                  <a:pt x="88184" y="260618"/>
                </a:lnTo>
                <a:lnTo>
                  <a:pt x="82079" y="258213"/>
                </a:lnTo>
                <a:lnTo>
                  <a:pt x="76125" y="255519"/>
                </a:lnTo>
                <a:lnTo>
                  <a:pt x="70322" y="252548"/>
                </a:lnTo>
                <a:lnTo>
                  <a:pt x="64695" y="249313"/>
                </a:lnTo>
                <a:lnTo>
                  <a:pt x="59243" y="245825"/>
                </a:lnTo>
                <a:lnTo>
                  <a:pt x="53969" y="242074"/>
                </a:lnTo>
                <a:lnTo>
                  <a:pt x="48895" y="238083"/>
                </a:lnTo>
                <a:lnTo>
                  <a:pt x="44024" y="233866"/>
                </a:lnTo>
                <a:lnTo>
                  <a:pt x="39351" y="229422"/>
                </a:lnTo>
                <a:lnTo>
                  <a:pt x="34908" y="224752"/>
                </a:lnTo>
                <a:lnTo>
                  <a:pt x="30690" y="219879"/>
                </a:lnTo>
                <a:lnTo>
                  <a:pt x="26699" y="214806"/>
                </a:lnTo>
                <a:lnTo>
                  <a:pt x="22948" y="209531"/>
                </a:lnTo>
                <a:lnTo>
                  <a:pt x="19462" y="204080"/>
                </a:lnTo>
                <a:lnTo>
                  <a:pt x="16226" y="198453"/>
                </a:lnTo>
                <a:lnTo>
                  <a:pt x="13256" y="192662"/>
                </a:lnTo>
                <a:lnTo>
                  <a:pt x="10561" y="186695"/>
                </a:lnTo>
                <a:lnTo>
                  <a:pt x="8157" y="180589"/>
                </a:lnTo>
                <a:lnTo>
                  <a:pt x="6041" y="174345"/>
                </a:lnTo>
                <a:lnTo>
                  <a:pt x="4229" y="167962"/>
                </a:lnTo>
                <a:lnTo>
                  <a:pt x="2730" y="161466"/>
                </a:lnTo>
                <a:lnTo>
                  <a:pt x="1548" y="154845"/>
                </a:lnTo>
                <a:lnTo>
                  <a:pt x="692" y="148122"/>
                </a:lnTo>
                <a:lnTo>
                  <a:pt x="176" y="141299"/>
                </a:lnTo>
                <a:lnTo>
                  <a:pt x="0" y="134388"/>
                </a:lnTo>
                <a:lnTo>
                  <a:pt x="176" y="127476"/>
                </a:lnTo>
                <a:moveTo>
                  <a:pt x="18883" y="134627"/>
                </a:moveTo>
                <a:lnTo>
                  <a:pt x="18883" y="134148"/>
                </a:lnTo>
                <a:lnTo>
                  <a:pt x="19046" y="140581"/>
                </a:lnTo>
                <a:lnTo>
                  <a:pt x="19022" y="140103"/>
                </a:lnTo>
                <a:lnTo>
                  <a:pt x="19499" y="146448"/>
                </a:lnTo>
                <a:lnTo>
                  <a:pt x="19449" y="145970"/>
                </a:lnTo>
                <a:lnTo>
                  <a:pt x="20241" y="152226"/>
                </a:lnTo>
                <a:lnTo>
                  <a:pt x="20179" y="151760"/>
                </a:lnTo>
                <a:lnTo>
                  <a:pt x="21274" y="157904"/>
                </a:lnTo>
                <a:lnTo>
                  <a:pt x="21173" y="157451"/>
                </a:lnTo>
                <a:lnTo>
                  <a:pt x="22572" y="163493"/>
                </a:lnTo>
                <a:lnTo>
                  <a:pt x="22458" y="163040"/>
                </a:lnTo>
                <a:lnTo>
                  <a:pt x="24145" y="168970"/>
                </a:lnTo>
                <a:lnTo>
                  <a:pt x="24006" y="168516"/>
                </a:lnTo>
                <a:lnTo>
                  <a:pt x="25970" y="174320"/>
                </a:lnTo>
                <a:lnTo>
                  <a:pt x="25806" y="173879"/>
                </a:lnTo>
                <a:lnTo>
                  <a:pt x="28049" y="179557"/>
                </a:lnTo>
                <a:lnTo>
                  <a:pt x="27859" y="179129"/>
                </a:lnTo>
                <a:lnTo>
                  <a:pt x="30363" y="184668"/>
                </a:lnTo>
                <a:lnTo>
                  <a:pt x="30163" y="184253"/>
                </a:lnTo>
                <a:lnTo>
                  <a:pt x="32920" y="189641"/>
                </a:lnTo>
                <a:lnTo>
                  <a:pt x="32705" y="189238"/>
                </a:lnTo>
                <a:lnTo>
                  <a:pt x="35714" y="194475"/>
                </a:lnTo>
                <a:lnTo>
                  <a:pt x="35474" y="194085"/>
                </a:lnTo>
                <a:lnTo>
                  <a:pt x="38723" y="199145"/>
                </a:lnTo>
                <a:lnTo>
                  <a:pt x="38471" y="198780"/>
                </a:lnTo>
                <a:lnTo>
                  <a:pt x="41959" y="203677"/>
                </a:lnTo>
                <a:lnTo>
                  <a:pt x="41681" y="203312"/>
                </a:lnTo>
                <a:lnTo>
                  <a:pt x="45396" y="208033"/>
                </a:lnTo>
                <a:lnTo>
                  <a:pt x="45105" y="207681"/>
                </a:lnTo>
                <a:lnTo>
                  <a:pt x="49034" y="212213"/>
                </a:lnTo>
                <a:lnTo>
                  <a:pt x="48730" y="211886"/>
                </a:lnTo>
                <a:lnTo>
                  <a:pt x="52873" y="216216"/>
                </a:lnTo>
                <a:lnTo>
                  <a:pt x="52545" y="215901"/>
                </a:lnTo>
                <a:lnTo>
                  <a:pt x="56889" y="220043"/>
                </a:lnTo>
                <a:lnTo>
                  <a:pt x="56561" y="219741"/>
                </a:lnTo>
                <a:lnTo>
                  <a:pt x="61094" y="223669"/>
                </a:lnTo>
                <a:lnTo>
                  <a:pt x="60741" y="223379"/>
                </a:lnTo>
                <a:lnTo>
                  <a:pt x="65462" y="227093"/>
                </a:lnTo>
                <a:lnTo>
                  <a:pt x="65098" y="226816"/>
                </a:lnTo>
                <a:lnTo>
                  <a:pt x="69994" y="230303"/>
                </a:lnTo>
                <a:lnTo>
                  <a:pt x="69630" y="230051"/>
                </a:lnTo>
                <a:lnTo>
                  <a:pt x="74689" y="233299"/>
                </a:lnTo>
                <a:lnTo>
                  <a:pt x="74299" y="233060"/>
                </a:lnTo>
                <a:lnTo>
                  <a:pt x="79536" y="236069"/>
                </a:lnTo>
                <a:lnTo>
                  <a:pt x="79134" y="235855"/>
                </a:lnTo>
                <a:lnTo>
                  <a:pt x="84522" y="238612"/>
                </a:lnTo>
                <a:lnTo>
                  <a:pt x="84107" y="238411"/>
                </a:lnTo>
                <a:lnTo>
                  <a:pt x="89645" y="240916"/>
                </a:lnTo>
                <a:lnTo>
                  <a:pt x="89218" y="240727"/>
                </a:lnTo>
                <a:lnTo>
                  <a:pt x="94895" y="242968"/>
                </a:lnTo>
                <a:lnTo>
                  <a:pt x="94455" y="242804"/>
                </a:lnTo>
                <a:lnTo>
                  <a:pt x="100258" y="244768"/>
                </a:lnTo>
                <a:lnTo>
                  <a:pt x="99805" y="244629"/>
                </a:lnTo>
                <a:lnTo>
                  <a:pt x="105734" y="246317"/>
                </a:lnTo>
                <a:lnTo>
                  <a:pt x="105280" y="246203"/>
                </a:lnTo>
                <a:lnTo>
                  <a:pt x="111325" y="247601"/>
                </a:lnTo>
                <a:lnTo>
                  <a:pt x="110870" y="247500"/>
                </a:lnTo>
                <a:lnTo>
                  <a:pt x="117014" y="248595"/>
                </a:lnTo>
                <a:lnTo>
                  <a:pt x="116547" y="248532"/>
                </a:lnTo>
                <a:lnTo>
                  <a:pt x="122805" y="249325"/>
                </a:lnTo>
                <a:lnTo>
                  <a:pt x="122326" y="249275"/>
                </a:lnTo>
                <a:lnTo>
                  <a:pt x="128672" y="249753"/>
                </a:lnTo>
                <a:lnTo>
                  <a:pt x="128193" y="249728"/>
                </a:lnTo>
                <a:lnTo>
                  <a:pt x="134626" y="249892"/>
                </a:lnTo>
                <a:lnTo>
                  <a:pt x="134147" y="249892"/>
                </a:lnTo>
                <a:lnTo>
                  <a:pt x="140580" y="249728"/>
                </a:lnTo>
                <a:lnTo>
                  <a:pt x="140103" y="249753"/>
                </a:lnTo>
                <a:lnTo>
                  <a:pt x="146447" y="249275"/>
                </a:lnTo>
                <a:lnTo>
                  <a:pt x="145968" y="249325"/>
                </a:lnTo>
                <a:lnTo>
                  <a:pt x="152226" y="248532"/>
                </a:lnTo>
                <a:lnTo>
                  <a:pt x="151759" y="248595"/>
                </a:lnTo>
                <a:lnTo>
                  <a:pt x="157903" y="247500"/>
                </a:lnTo>
                <a:lnTo>
                  <a:pt x="157450" y="247601"/>
                </a:lnTo>
                <a:lnTo>
                  <a:pt x="163493" y="246203"/>
                </a:lnTo>
                <a:lnTo>
                  <a:pt x="163039" y="246317"/>
                </a:lnTo>
                <a:lnTo>
                  <a:pt x="168968" y="244629"/>
                </a:lnTo>
                <a:lnTo>
                  <a:pt x="168515" y="244768"/>
                </a:lnTo>
                <a:lnTo>
                  <a:pt x="174318" y="242804"/>
                </a:lnTo>
                <a:lnTo>
                  <a:pt x="173878" y="242968"/>
                </a:lnTo>
                <a:lnTo>
                  <a:pt x="179555" y="240727"/>
                </a:lnTo>
                <a:lnTo>
                  <a:pt x="179128" y="240916"/>
                </a:lnTo>
                <a:lnTo>
                  <a:pt x="184668" y="238411"/>
                </a:lnTo>
                <a:lnTo>
                  <a:pt x="184251" y="238612"/>
                </a:lnTo>
                <a:lnTo>
                  <a:pt x="189640" y="235855"/>
                </a:lnTo>
                <a:lnTo>
                  <a:pt x="189237" y="236069"/>
                </a:lnTo>
                <a:lnTo>
                  <a:pt x="194474" y="233060"/>
                </a:lnTo>
                <a:lnTo>
                  <a:pt x="194084" y="233299"/>
                </a:lnTo>
                <a:lnTo>
                  <a:pt x="199145" y="230051"/>
                </a:lnTo>
                <a:lnTo>
                  <a:pt x="198767" y="230303"/>
                </a:lnTo>
                <a:lnTo>
                  <a:pt x="203677" y="226816"/>
                </a:lnTo>
                <a:lnTo>
                  <a:pt x="203311" y="227093"/>
                </a:lnTo>
                <a:lnTo>
                  <a:pt x="208034" y="223379"/>
                </a:lnTo>
                <a:lnTo>
                  <a:pt x="207680" y="223669"/>
                </a:lnTo>
                <a:lnTo>
                  <a:pt x="212212" y="219741"/>
                </a:lnTo>
                <a:lnTo>
                  <a:pt x="211884" y="220043"/>
                </a:lnTo>
                <a:lnTo>
                  <a:pt x="216216" y="215901"/>
                </a:lnTo>
                <a:lnTo>
                  <a:pt x="215901" y="216216"/>
                </a:lnTo>
                <a:lnTo>
                  <a:pt x="220043" y="211886"/>
                </a:lnTo>
                <a:lnTo>
                  <a:pt x="219741" y="212213"/>
                </a:lnTo>
                <a:lnTo>
                  <a:pt x="223668" y="207681"/>
                </a:lnTo>
                <a:lnTo>
                  <a:pt x="223379" y="208033"/>
                </a:lnTo>
                <a:lnTo>
                  <a:pt x="227092" y="203312"/>
                </a:lnTo>
                <a:lnTo>
                  <a:pt x="226815" y="203677"/>
                </a:lnTo>
                <a:lnTo>
                  <a:pt x="230302" y="198780"/>
                </a:lnTo>
                <a:lnTo>
                  <a:pt x="230050" y="199145"/>
                </a:lnTo>
                <a:lnTo>
                  <a:pt x="233299" y="194085"/>
                </a:lnTo>
                <a:lnTo>
                  <a:pt x="233059" y="194475"/>
                </a:lnTo>
                <a:lnTo>
                  <a:pt x="236068" y="189238"/>
                </a:lnTo>
                <a:lnTo>
                  <a:pt x="235853" y="189641"/>
                </a:lnTo>
                <a:lnTo>
                  <a:pt x="238610" y="184253"/>
                </a:lnTo>
                <a:lnTo>
                  <a:pt x="238409" y="184668"/>
                </a:lnTo>
                <a:lnTo>
                  <a:pt x="240914" y="179129"/>
                </a:lnTo>
                <a:lnTo>
                  <a:pt x="240726" y="179557"/>
                </a:lnTo>
                <a:lnTo>
                  <a:pt x="242966" y="173879"/>
                </a:lnTo>
                <a:lnTo>
                  <a:pt x="242803" y="174320"/>
                </a:lnTo>
                <a:lnTo>
                  <a:pt x="244767" y="168516"/>
                </a:lnTo>
                <a:lnTo>
                  <a:pt x="244628" y="168970"/>
                </a:lnTo>
                <a:lnTo>
                  <a:pt x="246315" y="163040"/>
                </a:lnTo>
                <a:lnTo>
                  <a:pt x="246203" y="163493"/>
                </a:lnTo>
                <a:lnTo>
                  <a:pt x="247600" y="157451"/>
                </a:lnTo>
                <a:lnTo>
                  <a:pt x="247499" y="157904"/>
                </a:lnTo>
                <a:lnTo>
                  <a:pt x="248594" y="151760"/>
                </a:lnTo>
                <a:lnTo>
                  <a:pt x="248532" y="152226"/>
                </a:lnTo>
                <a:lnTo>
                  <a:pt x="249324" y="145970"/>
                </a:lnTo>
                <a:lnTo>
                  <a:pt x="249274" y="146448"/>
                </a:lnTo>
                <a:lnTo>
                  <a:pt x="249751" y="140103"/>
                </a:lnTo>
                <a:lnTo>
                  <a:pt x="249727" y="140581"/>
                </a:lnTo>
                <a:lnTo>
                  <a:pt x="249890" y="134148"/>
                </a:lnTo>
                <a:lnTo>
                  <a:pt x="249890" y="134627"/>
                </a:lnTo>
                <a:lnTo>
                  <a:pt x="249727" y="128194"/>
                </a:lnTo>
                <a:lnTo>
                  <a:pt x="249751" y="128672"/>
                </a:lnTo>
                <a:lnTo>
                  <a:pt x="249274" y="122327"/>
                </a:lnTo>
                <a:lnTo>
                  <a:pt x="249324" y="122806"/>
                </a:lnTo>
                <a:lnTo>
                  <a:pt x="248532" y="116549"/>
                </a:lnTo>
                <a:lnTo>
                  <a:pt x="248594" y="117015"/>
                </a:lnTo>
                <a:lnTo>
                  <a:pt x="247499" y="110871"/>
                </a:lnTo>
                <a:lnTo>
                  <a:pt x="247600" y="111325"/>
                </a:lnTo>
                <a:lnTo>
                  <a:pt x="246203" y="105282"/>
                </a:lnTo>
                <a:lnTo>
                  <a:pt x="246315" y="105735"/>
                </a:lnTo>
                <a:lnTo>
                  <a:pt x="244628" y="99806"/>
                </a:lnTo>
                <a:lnTo>
                  <a:pt x="244767" y="100259"/>
                </a:lnTo>
                <a:lnTo>
                  <a:pt x="242803" y="94455"/>
                </a:lnTo>
                <a:lnTo>
                  <a:pt x="242966" y="94896"/>
                </a:lnTo>
                <a:lnTo>
                  <a:pt x="240726" y="89218"/>
                </a:lnTo>
                <a:lnTo>
                  <a:pt x="240914" y="89646"/>
                </a:lnTo>
                <a:lnTo>
                  <a:pt x="238409" y="84107"/>
                </a:lnTo>
                <a:lnTo>
                  <a:pt x="238610" y="84523"/>
                </a:lnTo>
                <a:lnTo>
                  <a:pt x="235853" y="79135"/>
                </a:lnTo>
                <a:lnTo>
                  <a:pt x="236068" y="79537"/>
                </a:lnTo>
                <a:lnTo>
                  <a:pt x="233059" y="74300"/>
                </a:lnTo>
                <a:lnTo>
                  <a:pt x="233299" y="74691"/>
                </a:lnTo>
                <a:lnTo>
                  <a:pt x="230050" y="69630"/>
                </a:lnTo>
                <a:lnTo>
                  <a:pt x="230302" y="69995"/>
                </a:lnTo>
                <a:lnTo>
                  <a:pt x="226815" y="65098"/>
                </a:lnTo>
                <a:lnTo>
                  <a:pt x="227092" y="65463"/>
                </a:lnTo>
                <a:lnTo>
                  <a:pt x="223379" y="60742"/>
                </a:lnTo>
                <a:lnTo>
                  <a:pt x="223668" y="61094"/>
                </a:lnTo>
                <a:lnTo>
                  <a:pt x="219741" y="56563"/>
                </a:lnTo>
                <a:lnTo>
                  <a:pt x="220043" y="56890"/>
                </a:lnTo>
                <a:lnTo>
                  <a:pt x="215901" y="52547"/>
                </a:lnTo>
                <a:lnTo>
                  <a:pt x="216216" y="52874"/>
                </a:lnTo>
                <a:lnTo>
                  <a:pt x="211884" y="48732"/>
                </a:lnTo>
                <a:lnTo>
                  <a:pt x="212212" y="49034"/>
                </a:lnTo>
                <a:lnTo>
                  <a:pt x="207680" y="45107"/>
                </a:lnTo>
                <a:lnTo>
                  <a:pt x="208034" y="45396"/>
                </a:lnTo>
                <a:lnTo>
                  <a:pt x="203311" y="41682"/>
                </a:lnTo>
                <a:lnTo>
                  <a:pt x="203677" y="41959"/>
                </a:lnTo>
                <a:lnTo>
                  <a:pt x="198767" y="38472"/>
                </a:lnTo>
                <a:lnTo>
                  <a:pt x="199145" y="38724"/>
                </a:lnTo>
                <a:lnTo>
                  <a:pt x="194084" y="35476"/>
                </a:lnTo>
                <a:lnTo>
                  <a:pt x="194474" y="35715"/>
                </a:lnTo>
                <a:lnTo>
                  <a:pt x="189237" y="32706"/>
                </a:lnTo>
                <a:lnTo>
                  <a:pt x="189640" y="32920"/>
                </a:lnTo>
                <a:lnTo>
                  <a:pt x="184251" y="30163"/>
                </a:lnTo>
                <a:lnTo>
                  <a:pt x="184668" y="30365"/>
                </a:lnTo>
                <a:lnTo>
                  <a:pt x="179128" y="27860"/>
                </a:lnTo>
                <a:lnTo>
                  <a:pt x="179555" y="28048"/>
                </a:lnTo>
                <a:lnTo>
                  <a:pt x="173878" y="25808"/>
                </a:lnTo>
                <a:lnTo>
                  <a:pt x="174318" y="25971"/>
                </a:lnTo>
                <a:lnTo>
                  <a:pt x="168515" y="24007"/>
                </a:lnTo>
                <a:lnTo>
                  <a:pt x="168968" y="24146"/>
                </a:lnTo>
                <a:lnTo>
                  <a:pt x="163039" y="22459"/>
                </a:lnTo>
                <a:lnTo>
                  <a:pt x="163493" y="22572"/>
                </a:lnTo>
                <a:lnTo>
                  <a:pt x="157450" y="21175"/>
                </a:lnTo>
                <a:lnTo>
                  <a:pt x="157903" y="21275"/>
                </a:lnTo>
                <a:lnTo>
                  <a:pt x="151759" y="20180"/>
                </a:lnTo>
                <a:lnTo>
                  <a:pt x="152226" y="20243"/>
                </a:lnTo>
                <a:lnTo>
                  <a:pt x="145968" y="19450"/>
                </a:lnTo>
                <a:lnTo>
                  <a:pt x="146447" y="19500"/>
                </a:lnTo>
                <a:lnTo>
                  <a:pt x="140103" y="19022"/>
                </a:lnTo>
                <a:lnTo>
                  <a:pt x="140580" y="19047"/>
                </a:lnTo>
                <a:lnTo>
                  <a:pt x="134147" y="18884"/>
                </a:lnTo>
                <a:lnTo>
                  <a:pt x="134626" y="18884"/>
                </a:lnTo>
                <a:lnTo>
                  <a:pt x="128193" y="19047"/>
                </a:lnTo>
                <a:lnTo>
                  <a:pt x="128672" y="19022"/>
                </a:lnTo>
                <a:lnTo>
                  <a:pt x="122326" y="19500"/>
                </a:lnTo>
                <a:lnTo>
                  <a:pt x="122805" y="19450"/>
                </a:lnTo>
                <a:lnTo>
                  <a:pt x="116547" y="20243"/>
                </a:lnTo>
                <a:lnTo>
                  <a:pt x="117014" y="20180"/>
                </a:lnTo>
                <a:lnTo>
                  <a:pt x="110870" y="21275"/>
                </a:lnTo>
                <a:lnTo>
                  <a:pt x="111325" y="21175"/>
                </a:lnTo>
                <a:lnTo>
                  <a:pt x="105280" y="22572"/>
                </a:lnTo>
                <a:lnTo>
                  <a:pt x="105734" y="22459"/>
                </a:lnTo>
                <a:lnTo>
                  <a:pt x="99805" y="24146"/>
                </a:lnTo>
                <a:lnTo>
                  <a:pt x="100258" y="24007"/>
                </a:lnTo>
                <a:lnTo>
                  <a:pt x="94455" y="25971"/>
                </a:lnTo>
                <a:lnTo>
                  <a:pt x="94895" y="25808"/>
                </a:lnTo>
                <a:lnTo>
                  <a:pt x="89218" y="28048"/>
                </a:lnTo>
                <a:lnTo>
                  <a:pt x="89645" y="27860"/>
                </a:lnTo>
                <a:lnTo>
                  <a:pt x="84107" y="30365"/>
                </a:lnTo>
                <a:lnTo>
                  <a:pt x="84522" y="30163"/>
                </a:lnTo>
                <a:lnTo>
                  <a:pt x="79134" y="32920"/>
                </a:lnTo>
                <a:lnTo>
                  <a:pt x="79536" y="32706"/>
                </a:lnTo>
                <a:lnTo>
                  <a:pt x="74299" y="35715"/>
                </a:lnTo>
                <a:lnTo>
                  <a:pt x="74689" y="35476"/>
                </a:lnTo>
                <a:lnTo>
                  <a:pt x="69630" y="38724"/>
                </a:lnTo>
                <a:lnTo>
                  <a:pt x="69994" y="38472"/>
                </a:lnTo>
                <a:lnTo>
                  <a:pt x="65098" y="41959"/>
                </a:lnTo>
                <a:lnTo>
                  <a:pt x="65462" y="41682"/>
                </a:lnTo>
                <a:lnTo>
                  <a:pt x="60741" y="45396"/>
                </a:lnTo>
                <a:lnTo>
                  <a:pt x="61094" y="45107"/>
                </a:lnTo>
                <a:lnTo>
                  <a:pt x="56561" y="49034"/>
                </a:lnTo>
                <a:lnTo>
                  <a:pt x="56889" y="48732"/>
                </a:lnTo>
                <a:lnTo>
                  <a:pt x="52545" y="52874"/>
                </a:lnTo>
                <a:lnTo>
                  <a:pt x="52873" y="52547"/>
                </a:lnTo>
                <a:lnTo>
                  <a:pt x="48730" y="56890"/>
                </a:lnTo>
                <a:lnTo>
                  <a:pt x="49034" y="56563"/>
                </a:lnTo>
                <a:lnTo>
                  <a:pt x="45105" y="61094"/>
                </a:lnTo>
                <a:lnTo>
                  <a:pt x="45396" y="60742"/>
                </a:lnTo>
                <a:lnTo>
                  <a:pt x="41681" y="65463"/>
                </a:lnTo>
                <a:lnTo>
                  <a:pt x="41959" y="65098"/>
                </a:lnTo>
                <a:lnTo>
                  <a:pt x="38471" y="69995"/>
                </a:lnTo>
                <a:lnTo>
                  <a:pt x="38723" y="69630"/>
                </a:lnTo>
                <a:lnTo>
                  <a:pt x="35474" y="74691"/>
                </a:lnTo>
                <a:lnTo>
                  <a:pt x="35714" y="74300"/>
                </a:lnTo>
                <a:lnTo>
                  <a:pt x="32705" y="79537"/>
                </a:lnTo>
                <a:lnTo>
                  <a:pt x="32920" y="79135"/>
                </a:lnTo>
                <a:lnTo>
                  <a:pt x="30163" y="84523"/>
                </a:lnTo>
                <a:lnTo>
                  <a:pt x="30363" y="84107"/>
                </a:lnTo>
                <a:lnTo>
                  <a:pt x="27859" y="89646"/>
                </a:lnTo>
                <a:lnTo>
                  <a:pt x="28049" y="89218"/>
                </a:lnTo>
                <a:lnTo>
                  <a:pt x="25806" y="94896"/>
                </a:lnTo>
                <a:lnTo>
                  <a:pt x="25970" y="94455"/>
                </a:lnTo>
                <a:lnTo>
                  <a:pt x="24006" y="100259"/>
                </a:lnTo>
                <a:lnTo>
                  <a:pt x="24145" y="99806"/>
                </a:lnTo>
                <a:lnTo>
                  <a:pt x="22458" y="105735"/>
                </a:lnTo>
                <a:lnTo>
                  <a:pt x="22572" y="105282"/>
                </a:lnTo>
                <a:lnTo>
                  <a:pt x="21173" y="111325"/>
                </a:lnTo>
                <a:lnTo>
                  <a:pt x="21274" y="110871"/>
                </a:lnTo>
                <a:lnTo>
                  <a:pt x="20179" y="117015"/>
                </a:lnTo>
                <a:lnTo>
                  <a:pt x="20241" y="116549"/>
                </a:lnTo>
                <a:lnTo>
                  <a:pt x="19449" y="122806"/>
                </a:lnTo>
                <a:lnTo>
                  <a:pt x="19499" y="122327"/>
                </a:lnTo>
                <a:lnTo>
                  <a:pt x="19022" y="128672"/>
                </a:lnTo>
                <a:lnTo>
                  <a:pt x="19046" y="128194"/>
                </a:lnTo>
                <a:lnTo>
                  <a:pt x="18883" y="1346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18EEDF48-55E6-45CA-B096-D74E1683AD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4d08fb4ecb4588"/>
          <a:stretch xmlns:a="http://schemas.openxmlformats.org/drawingml/2006/main"/>
        </p:blipFill>
        <p:spPr>
          <a:xfrm xmlns:a="http://schemas.openxmlformats.org/drawingml/2006/main">
            <a:off x="8769066" y="228656"/>
            <a:ext cx="3261734" cy="465962"/>
          </a:xfrm>
          <a:prstGeom xmlns:a="http://schemas.openxmlformats.org/drawingml/2006/main" prst="rect">
            <a:avLst/>
          </a:prstGeom>
        </p:spPr>
      </p:pic>
      <p:sp>
        <p:nvSpPr>
          <p:cNvPr id="174" name="text-174 Prediction">
            <a:extLst xmlns:a="http://schemas.openxmlformats.org/drawingml/2006/main">
              <a:ext uri="{FF2B5EF4-FFF2-40B4-BE49-F238E27FC236}">
                <a16:creationId xmlns:a16="http://schemas.microsoft.com/office/drawing/2014/main" id="{002A3EB1-A583-4A4C-AF15-5A4B718F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4442" y="285957"/>
            <a:ext cx="972398" cy="317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Prediction</a:t>
            </a:r>
          </a:p>
        </p:txBody>
      </p:sp>
      <p:sp>
        <p:nvSpPr>
          <p:cNvPr id="175" name="text-174 Layer">
            <a:extLst xmlns:a="http://schemas.openxmlformats.org/drawingml/2006/main">
              <a:ext uri="{FF2B5EF4-FFF2-40B4-BE49-F238E27FC236}">
                <a16:creationId xmlns:a16="http://schemas.microsoft.com/office/drawing/2014/main" id="{04600E1C-ED36-4CBA-92EE-5277BB8C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2679" y="285867"/>
            <a:ext cx="569493" cy="3175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Layer</a:t>
            </a:r>
          </a:p>
        </p:txBody>
      </p:sp>
      <p:sp>
        <p:nvSpPr>
          <p:cNvPr id="176" name="path-175">
            <a:extLst xmlns:a="http://schemas.openxmlformats.org/drawingml/2006/main">
              <a:ext uri="{FF2B5EF4-FFF2-40B4-BE49-F238E27FC236}">
                <a16:creationId xmlns:a16="http://schemas.microsoft.com/office/drawing/2014/main" id="{A30ABAFA-DF5F-4789-93A7-DC662377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2779" y="833063"/>
            <a:ext cx="3981901" cy="50356"/>
          </a:xfrm>
          <a:custGeom xmlns:a="http://schemas.openxmlformats.org/drawingml/2006/main">
            <a:pathLst>
              <a:path w="3981901" h="50356">
                <a:moveTo>
                  <a:pt x="3906367" y="50356"/>
                </a:moveTo>
                <a:lnTo>
                  <a:pt x="3906367" y="25178"/>
                </a:lnTo>
                <a:lnTo>
                  <a:pt x="3906367" y="0"/>
                </a:lnTo>
                <a:lnTo>
                  <a:pt x="3981901" y="25178"/>
                </a:lnTo>
                <a:lnTo>
                  <a:pt x="3906367" y="50356"/>
                </a:lnTo>
                <a:moveTo>
                  <a:pt x="0" y="15736"/>
                </a:moveTo>
                <a:lnTo>
                  <a:pt x="3944134" y="15736"/>
                </a:lnTo>
                <a:lnTo>
                  <a:pt x="3944134" y="34620"/>
                </a:lnTo>
                <a:lnTo>
                  <a:pt x="0" y="34620"/>
                </a:lnTo>
                <a:lnTo>
                  <a:pt x="0" y="15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ath-176">
            <a:extLst xmlns:a="http://schemas.openxmlformats.org/drawingml/2006/main">
              <a:ext uri="{FF2B5EF4-FFF2-40B4-BE49-F238E27FC236}">
                <a16:creationId xmlns:a16="http://schemas.microsoft.com/office/drawing/2014/main" id="{74B894DF-A725-45E7-A0B6-86D42ED6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063" y="973430"/>
            <a:ext cx="2442896" cy="50356"/>
          </a:xfrm>
          <a:custGeom xmlns:a="http://schemas.openxmlformats.org/drawingml/2006/main">
            <a:pathLst>
              <a:path w="2442896" h="50356">
                <a:moveTo>
                  <a:pt x="2367362" y="50356"/>
                </a:moveTo>
                <a:lnTo>
                  <a:pt x="2367362" y="25178"/>
                </a:lnTo>
                <a:lnTo>
                  <a:pt x="2367362" y="0"/>
                </a:lnTo>
                <a:lnTo>
                  <a:pt x="2442896" y="25178"/>
                </a:lnTo>
                <a:lnTo>
                  <a:pt x="2367362" y="50356"/>
                </a:lnTo>
                <a:moveTo>
                  <a:pt x="0" y="15736"/>
                </a:moveTo>
                <a:lnTo>
                  <a:pt x="2405130" y="15736"/>
                </a:lnTo>
                <a:lnTo>
                  <a:pt x="2405130" y="34620"/>
                </a:lnTo>
                <a:lnTo>
                  <a:pt x="0" y="34620"/>
                </a:lnTo>
                <a:lnTo>
                  <a:pt x="0" y="15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ath-177">
            <a:extLst xmlns:a="http://schemas.openxmlformats.org/drawingml/2006/main">
              <a:ext uri="{FF2B5EF4-FFF2-40B4-BE49-F238E27FC236}">
                <a16:creationId xmlns:a16="http://schemas.microsoft.com/office/drawing/2014/main" id="{25B238CD-D508-4A0B-86D3-611B8DF6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196" y="1157859"/>
            <a:ext cx="1208543" cy="50356"/>
          </a:xfrm>
          <a:custGeom xmlns:a="http://schemas.openxmlformats.org/drawingml/2006/main">
            <a:pathLst>
              <a:path w="1208543" h="50356">
                <a:moveTo>
                  <a:pt x="1133010" y="50356"/>
                </a:moveTo>
                <a:lnTo>
                  <a:pt x="1133010" y="25178"/>
                </a:lnTo>
                <a:lnTo>
                  <a:pt x="1133010" y="0"/>
                </a:lnTo>
                <a:lnTo>
                  <a:pt x="1208543" y="25178"/>
                </a:lnTo>
                <a:lnTo>
                  <a:pt x="1133010" y="50356"/>
                </a:lnTo>
                <a:moveTo>
                  <a:pt x="0" y="15736"/>
                </a:moveTo>
                <a:lnTo>
                  <a:pt x="1170777" y="15736"/>
                </a:lnTo>
                <a:lnTo>
                  <a:pt x="1170777" y="34620"/>
                </a:lnTo>
                <a:lnTo>
                  <a:pt x="0" y="34620"/>
                </a:lnTo>
                <a:lnTo>
                  <a:pt x="0" y="15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ath-178">
            <a:extLst xmlns:a="http://schemas.openxmlformats.org/drawingml/2006/main">
              <a:ext uri="{FF2B5EF4-FFF2-40B4-BE49-F238E27FC236}">
                <a16:creationId xmlns:a16="http://schemas.microsoft.com/office/drawing/2014/main" id="{CB00F4B4-BE3A-4C6A-938E-8B58DFD1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8140" y="5607442"/>
            <a:ext cx="50356" cy="392776"/>
          </a:xfrm>
          <a:custGeom xmlns:a="http://schemas.openxmlformats.org/drawingml/2006/main">
            <a:pathLst>
              <a:path w="50356" h="392776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392776"/>
                </a:moveTo>
                <a:lnTo>
                  <a:pt x="34620" y="37766"/>
                </a:lnTo>
                <a:lnTo>
                  <a:pt x="15736" y="37766"/>
                </a:lnTo>
                <a:lnTo>
                  <a:pt x="15736" y="392776"/>
                </a:lnTo>
                <a:lnTo>
                  <a:pt x="34620" y="39277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ath-179">
            <a:extLst xmlns:a="http://schemas.openxmlformats.org/drawingml/2006/main">
              <a:ext uri="{FF2B5EF4-FFF2-40B4-BE49-F238E27FC236}">
                <a16:creationId xmlns:a16="http://schemas.microsoft.com/office/drawing/2014/main" id="{B4CE7CC8-BB4F-40D9-BF9C-F14966E5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843" y="5564639"/>
            <a:ext cx="50355" cy="392776"/>
          </a:xfrm>
          <a:custGeom xmlns:a="http://schemas.openxmlformats.org/drawingml/2006/main">
            <a:pathLst>
              <a:path w="50355" h="392776">
                <a:moveTo>
                  <a:pt x="0" y="75534"/>
                </a:moveTo>
                <a:lnTo>
                  <a:pt x="25178" y="75534"/>
                </a:lnTo>
                <a:lnTo>
                  <a:pt x="50355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392776"/>
                </a:moveTo>
                <a:lnTo>
                  <a:pt x="34620" y="37766"/>
                </a:lnTo>
                <a:lnTo>
                  <a:pt x="15737" y="37766"/>
                </a:lnTo>
                <a:lnTo>
                  <a:pt x="15737" y="392776"/>
                </a:lnTo>
                <a:lnTo>
                  <a:pt x="34620" y="39277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50C9211E-AD62-42CB-837B-1C1B47A3AB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bd32c877ac48a2"/>
          <a:stretch xmlns:a="http://schemas.openxmlformats.org/drawingml/2006/main"/>
        </p:blipFill>
        <p:spPr>
          <a:xfrm xmlns:a="http://schemas.openxmlformats.org/drawingml/2006/main">
            <a:off x="1689641" y="5222871"/>
            <a:ext cx="1148671" cy="466906"/>
          </a:xfrm>
          <a:prstGeom xmlns:a="http://schemas.openxmlformats.org/drawingml/2006/main" prst="rect">
            <a:avLst/>
          </a:prstGeom>
        </p:spPr>
      </p:pic>
      <p:sp>
        <p:nvSpPr>
          <p:cNvPr id="182" name="text-181 Linea">
            <a:extLst xmlns:a="http://schemas.openxmlformats.org/drawingml/2006/main">
              <a:ext uri="{FF2B5EF4-FFF2-40B4-BE49-F238E27FC236}">
                <a16:creationId xmlns:a16="http://schemas.microsoft.com/office/drawing/2014/main" id="{E1F99C19-0481-40A5-84D2-F9C0F4CF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0817" y="5280582"/>
            <a:ext cx="556836" cy="317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</a:t>
            </a:r>
          </a:p>
        </p:txBody>
      </p:sp>
      <p:sp>
        <p:nvSpPr>
          <p:cNvPr id="183" name="text-182 r">
            <a:extLst xmlns:a="http://schemas.openxmlformats.org/drawingml/2006/main">
              <a:ext uri="{FF2B5EF4-FFF2-40B4-BE49-F238E27FC236}">
                <a16:creationId xmlns:a16="http://schemas.microsoft.com/office/drawing/2014/main" id="{80F2F366-A11C-46EE-9F3C-0545CF81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6966" y="5280703"/>
            <a:ext cx="116260" cy="317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84" name="path-183">
            <a:extLst xmlns:a="http://schemas.openxmlformats.org/drawingml/2006/main">
              <a:ext uri="{FF2B5EF4-FFF2-40B4-BE49-F238E27FC236}">
                <a16:creationId xmlns:a16="http://schemas.microsoft.com/office/drawing/2014/main" id="{391C63A3-720D-4563-9735-59F0E976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097" y="5597371"/>
            <a:ext cx="1004602" cy="402218"/>
          </a:xfrm>
          <a:custGeom xmlns:a="http://schemas.openxmlformats.org/drawingml/2006/main">
            <a:pathLst>
              <a:path w="1004602" h="402218">
                <a:moveTo>
                  <a:pt x="50356" y="75534"/>
                </a:moveTo>
                <a:lnTo>
                  <a:pt x="25178" y="75534"/>
                </a:lnTo>
                <a:lnTo>
                  <a:pt x="0" y="75534"/>
                </a:lnTo>
                <a:lnTo>
                  <a:pt x="25178" y="0"/>
                </a:lnTo>
                <a:lnTo>
                  <a:pt x="50356" y="75534"/>
                </a:lnTo>
                <a:moveTo>
                  <a:pt x="1004602" y="402218"/>
                </a:moveTo>
                <a:lnTo>
                  <a:pt x="15736" y="402218"/>
                </a:lnTo>
                <a:lnTo>
                  <a:pt x="15736" y="37766"/>
                </a:lnTo>
                <a:lnTo>
                  <a:pt x="34620" y="37766"/>
                </a:lnTo>
                <a:lnTo>
                  <a:pt x="34620" y="392776"/>
                </a:lnTo>
                <a:lnTo>
                  <a:pt x="25178" y="383335"/>
                </a:lnTo>
                <a:lnTo>
                  <a:pt x="1004602" y="383335"/>
                </a:lnTo>
                <a:lnTo>
                  <a:pt x="1004602" y="40221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C162B153-CE7E-4F9B-8B3C-07E1FCCE18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37419358c41f9"/>
          <a:stretch xmlns:a="http://schemas.openxmlformats.org/drawingml/2006/main"/>
        </p:blipFill>
        <p:spPr>
          <a:xfrm xmlns:a="http://schemas.openxmlformats.org/drawingml/2006/main">
            <a:off x="1325428" y="4325868"/>
            <a:ext cx="1984104" cy="416621"/>
          </a:xfrm>
          <a:prstGeom xmlns:a="http://schemas.openxmlformats.org/drawingml/2006/main" prst="rect">
            <a:avLst/>
          </a:prstGeom>
        </p:spPr>
      </p:pic>
      <p:sp>
        <p:nvSpPr>
          <p:cNvPr id="186" name="text-185 Cosine">
            <a:extLst xmlns:a="http://schemas.openxmlformats.org/drawingml/2006/main">
              <a:ext uri="{FF2B5EF4-FFF2-40B4-BE49-F238E27FC236}">
                <a16:creationId xmlns:a16="http://schemas.microsoft.com/office/drawing/2014/main" id="{32463B17-461A-43F4-B1AD-79F0BBC2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4474" y="4358529"/>
            <a:ext cx="670109" cy="317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Cosine</a:t>
            </a:r>
          </a:p>
        </p:txBody>
      </p:sp>
      <p:sp>
        <p:nvSpPr>
          <p:cNvPr id="187" name="text-185 Similarity">
            <a:extLst xmlns:a="http://schemas.openxmlformats.org/drawingml/2006/main">
              <a:ext uri="{FF2B5EF4-FFF2-40B4-BE49-F238E27FC236}">
                <a16:creationId xmlns:a16="http://schemas.microsoft.com/office/drawing/2014/main" id="{2F20BF3E-84A5-434A-BA4B-DD6E90E8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0575" y="4358489"/>
            <a:ext cx="947210" cy="317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Similarity</a:t>
            </a:r>
          </a:p>
        </p:txBody>
      </p:sp>
      <p:sp>
        <p:nvSpPr>
          <p:cNvPr id="188" name="path-186">
            <a:extLst xmlns:a="http://schemas.openxmlformats.org/drawingml/2006/main">
              <a:ext uri="{FF2B5EF4-FFF2-40B4-BE49-F238E27FC236}">
                <a16:creationId xmlns:a16="http://schemas.microsoft.com/office/drawing/2014/main" id="{7179F964-5EC2-4846-9CF2-68487ED0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783" y="4655084"/>
            <a:ext cx="50356" cy="606790"/>
          </a:xfrm>
          <a:custGeom xmlns:a="http://schemas.openxmlformats.org/drawingml/2006/main">
            <a:pathLst>
              <a:path w="50356" h="606790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606790"/>
                </a:moveTo>
                <a:lnTo>
                  <a:pt x="34620" y="37767"/>
                </a:lnTo>
                <a:lnTo>
                  <a:pt x="15736" y="37767"/>
                </a:lnTo>
                <a:lnTo>
                  <a:pt x="15736" y="606790"/>
                </a:lnTo>
                <a:lnTo>
                  <a:pt x="34620" y="6067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ath-187">
            <a:extLst xmlns:a="http://schemas.openxmlformats.org/drawingml/2006/main">
              <a:ext uri="{FF2B5EF4-FFF2-40B4-BE49-F238E27FC236}">
                <a16:creationId xmlns:a16="http://schemas.microsoft.com/office/drawing/2014/main" id="{118D7B3E-B5B8-41BF-AF23-2D9D0803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5908" y="4655084"/>
            <a:ext cx="50356" cy="606790"/>
          </a:xfrm>
          <a:custGeom xmlns:a="http://schemas.openxmlformats.org/drawingml/2006/main">
            <a:pathLst>
              <a:path w="50356" h="606790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606790"/>
                </a:moveTo>
                <a:lnTo>
                  <a:pt x="34620" y="37767"/>
                </a:lnTo>
                <a:lnTo>
                  <a:pt x="15736" y="37767"/>
                </a:lnTo>
                <a:lnTo>
                  <a:pt x="15736" y="606790"/>
                </a:lnTo>
                <a:lnTo>
                  <a:pt x="34620" y="6067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text-188 Head-wise">
            <a:extLst xmlns:a="http://schemas.openxmlformats.org/drawingml/2006/main">
              <a:ext uri="{FF2B5EF4-FFF2-40B4-BE49-F238E27FC236}">
                <a16:creationId xmlns:a16="http://schemas.microsoft.com/office/drawing/2014/main" id="{8E468167-04C3-4557-80D6-390A67A6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1154" y="3306027"/>
            <a:ext cx="1010032" cy="3174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Head-wise</a:t>
            </a:r>
          </a:p>
        </p:txBody>
      </p:sp>
      <p:sp>
        <p:nvSpPr>
          <p:cNvPr id="191" name="text-189 Fusion">
            <a:extLst xmlns:a="http://schemas.openxmlformats.org/drawingml/2006/main">
              <a:ext uri="{FF2B5EF4-FFF2-40B4-BE49-F238E27FC236}">
                <a16:creationId xmlns:a16="http://schemas.microsoft.com/office/drawing/2014/main" id="{A907151C-F037-4553-B1E0-3AD71F28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7400" y="3578087"/>
            <a:ext cx="657651" cy="317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Fusion</a:t>
            </a:r>
          </a:p>
        </p:txBody>
      </p:sp>
      <p:sp>
        <p:nvSpPr>
          <p:cNvPr id="192" name="text-190 Sequential">
            <a:extLst xmlns:a="http://schemas.openxmlformats.org/drawingml/2006/main">
              <a:ext uri="{FF2B5EF4-FFF2-40B4-BE49-F238E27FC236}">
                <a16:creationId xmlns:a16="http://schemas.microsoft.com/office/drawing/2014/main" id="{AB7374C0-0380-44E7-8A0D-2AA63211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8941" y="6469655"/>
            <a:ext cx="997589" cy="317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Sequential</a:t>
            </a:r>
          </a:p>
        </p:txBody>
      </p:sp>
      <p:sp>
        <p:nvSpPr>
          <p:cNvPr id="193" name="text-190 Interactions">
            <a:extLst xmlns:a="http://schemas.openxmlformats.org/drawingml/2006/main">
              <a:ext uri="{FF2B5EF4-FFF2-40B4-BE49-F238E27FC236}">
                <a16:creationId xmlns:a16="http://schemas.microsoft.com/office/drawing/2014/main" id="{72330942-C5D1-44C0-8DF2-E2CA5DE7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2356" y="6469588"/>
            <a:ext cx="1110951" cy="317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Interactions</a:t>
            </a:r>
          </a:p>
        </p:txBody>
      </p:sp>
      <p:sp>
        <p:nvSpPr>
          <p:cNvPr id="194" name="path-191">
            <a:extLst xmlns:a="http://schemas.openxmlformats.org/drawingml/2006/main">
              <a:ext uri="{FF2B5EF4-FFF2-40B4-BE49-F238E27FC236}">
                <a16:creationId xmlns:a16="http://schemas.microsoft.com/office/drawing/2014/main" id="{C798DE26-D4AD-4DC5-BE21-FBE2CF5E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772" y="4109980"/>
            <a:ext cx="50356" cy="249892"/>
          </a:xfrm>
          <a:custGeom xmlns:a="http://schemas.openxmlformats.org/drawingml/2006/main">
            <a:pathLst>
              <a:path w="50356" h="249892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249892"/>
                </a:moveTo>
                <a:lnTo>
                  <a:pt x="34620" y="37767"/>
                </a:lnTo>
                <a:lnTo>
                  <a:pt x="15737" y="37767"/>
                </a:lnTo>
                <a:lnTo>
                  <a:pt x="15737" y="249892"/>
                </a:lnTo>
                <a:lnTo>
                  <a:pt x="34620" y="24989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ath-192">
            <a:extLst xmlns:a="http://schemas.openxmlformats.org/drawingml/2006/main">
              <a:ext uri="{FF2B5EF4-FFF2-40B4-BE49-F238E27FC236}">
                <a16:creationId xmlns:a16="http://schemas.microsoft.com/office/drawing/2014/main" id="{5584BBAF-134A-447A-9CE5-B7C22531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667" y="3563617"/>
            <a:ext cx="1965773" cy="50356"/>
          </a:xfrm>
          <a:custGeom xmlns:a="http://schemas.openxmlformats.org/drawingml/2006/main">
            <a:pathLst>
              <a:path w="1965773" h="50356">
                <a:moveTo>
                  <a:pt x="1890239" y="50356"/>
                </a:moveTo>
                <a:lnTo>
                  <a:pt x="1890239" y="25178"/>
                </a:lnTo>
                <a:lnTo>
                  <a:pt x="1890239" y="0"/>
                </a:lnTo>
                <a:lnTo>
                  <a:pt x="1965773" y="25178"/>
                </a:lnTo>
                <a:lnTo>
                  <a:pt x="1890239" y="50356"/>
                </a:lnTo>
                <a:moveTo>
                  <a:pt x="0" y="15736"/>
                </a:moveTo>
                <a:lnTo>
                  <a:pt x="1928006" y="15736"/>
                </a:lnTo>
                <a:lnTo>
                  <a:pt x="1928006" y="34620"/>
                </a:lnTo>
                <a:lnTo>
                  <a:pt x="0" y="34620"/>
                </a:lnTo>
                <a:lnTo>
                  <a:pt x="0" y="15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path-193">
            <a:extLst xmlns:a="http://schemas.openxmlformats.org/drawingml/2006/main">
              <a:ext uri="{FF2B5EF4-FFF2-40B4-BE49-F238E27FC236}">
                <a16:creationId xmlns:a16="http://schemas.microsoft.com/office/drawing/2014/main" id="{8DECC547-7855-4710-B8D9-0BFB0F95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1263" y="3274951"/>
            <a:ext cx="785554" cy="779512"/>
          </a:xfrm>
          <a:custGeom xmlns:a="http://schemas.openxmlformats.org/drawingml/2006/main">
            <a:pathLst>
              <a:path w="785554" h="779512">
                <a:moveTo>
                  <a:pt x="0" y="0"/>
                </a:moveTo>
                <a:lnTo>
                  <a:pt x="0" y="779512"/>
                </a:lnTo>
                <a:lnTo>
                  <a:pt x="785554" y="779512"/>
                </a:lnTo>
                <a:lnTo>
                  <a:pt x="78555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path-194">
            <a:extLst xmlns:a="http://schemas.openxmlformats.org/drawingml/2006/main">
              <a:ext uri="{FF2B5EF4-FFF2-40B4-BE49-F238E27FC236}">
                <a16:creationId xmlns:a16="http://schemas.microsoft.com/office/drawing/2014/main" id="{FF3C1647-F3BC-4889-A7E5-91CFFFCC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473" y="3268405"/>
            <a:ext cx="798142" cy="791849"/>
          </a:xfrm>
          <a:custGeom xmlns:a="http://schemas.openxmlformats.org/drawingml/2006/main">
            <a:pathLst>
              <a:path w="798142" h="791849">
                <a:moveTo>
                  <a:pt x="798142" y="0"/>
                </a:moveTo>
                <a:lnTo>
                  <a:pt x="798142" y="791849"/>
                </a:lnTo>
                <a:lnTo>
                  <a:pt x="0" y="791849"/>
                </a:lnTo>
                <a:lnTo>
                  <a:pt x="0" y="0"/>
                </a:lnTo>
                <a:lnTo>
                  <a:pt x="798142" y="0"/>
                </a:lnTo>
                <a:moveTo>
                  <a:pt x="6294" y="12589"/>
                </a:moveTo>
                <a:lnTo>
                  <a:pt x="12589" y="6295"/>
                </a:lnTo>
                <a:lnTo>
                  <a:pt x="12589" y="785554"/>
                </a:lnTo>
                <a:lnTo>
                  <a:pt x="6294" y="779260"/>
                </a:lnTo>
                <a:lnTo>
                  <a:pt x="791848" y="779260"/>
                </a:lnTo>
                <a:lnTo>
                  <a:pt x="785553" y="785554"/>
                </a:lnTo>
                <a:lnTo>
                  <a:pt x="785553" y="6295"/>
                </a:lnTo>
                <a:lnTo>
                  <a:pt x="791848" y="12589"/>
                </a:lnTo>
                <a:lnTo>
                  <a:pt x="6294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ath-195">
            <a:extLst xmlns:a="http://schemas.openxmlformats.org/drawingml/2006/main">
              <a:ext uri="{FF2B5EF4-FFF2-40B4-BE49-F238E27FC236}">
                <a16:creationId xmlns:a16="http://schemas.microsoft.com/office/drawing/2014/main" id="{D690FDD7-92D9-4EB5-9CC8-D35CFF10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1263" y="3274951"/>
            <a:ext cx="196388" cy="196389"/>
          </a:xfrm>
          <a:custGeom xmlns:a="http://schemas.openxmlformats.org/drawingml/2006/main">
            <a:pathLst>
              <a:path w="196388" h="196389">
                <a:moveTo>
                  <a:pt x="0" y="0"/>
                </a:moveTo>
                <a:lnTo>
                  <a:pt x="0" y="196389"/>
                </a:lnTo>
                <a:lnTo>
                  <a:pt x="196388" y="196389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path-196">
            <a:extLst xmlns:a="http://schemas.openxmlformats.org/drawingml/2006/main">
              <a:ext uri="{FF2B5EF4-FFF2-40B4-BE49-F238E27FC236}">
                <a16:creationId xmlns:a16="http://schemas.microsoft.com/office/drawing/2014/main" id="{8930502E-9708-42BF-AA96-5383EA40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473" y="3269034"/>
            <a:ext cx="208977" cy="208348"/>
          </a:xfrm>
          <a:custGeom xmlns:a="http://schemas.openxmlformats.org/drawingml/2006/main">
            <a:pathLst>
              <a:path w="208977" h="208348">
                <a:moveTo>
                  <a:pt x="208977" y="0"/>
                </a:moveTo>
                <a:lnTo>
                  <a:pt x="208977" y="208348"/>
                </a:lnTo>
                <a:lnTo>
                  <a:pt x="0" y="208348"/>
                </a:lnTo>
                <a:lnTo>
                  <a:pt x="0" y="0"/>
                </a:lnTo>
                <a:lnTo>
                  <a:pt x="208977" y="0"/>
                </a:lnTo>
                <a:moveTo>
                  <a:pt x="6294" y="12589"/>
                </a:moveTo>
                <a:lnTo>
                  <a:pt x="12589" y="6295"/>
                </a:lnTo>
                <a:lnTo>
                  <a:pt x="12589" y="202054"/>
                </a:lnTo>
                <a:lnTo>
                  <a:pt x="6294" y="195759"/>
                </a:lnTo>
                <a:lnTo>
                  <a:pt x="202683" y="195759"/>
                </a:lnTo>
                <a:lnTo>
                  <a:pt x="196388" y="202054"/>
                </a:lnTo>
                <a:lnTo>
                  <a:pt x="196388" y="6295"/>
                </a:lnTo>
                <a:lnTo>
                  <a:pt x="202683" y="12589"/>
                </a:lnTo>
                <a:lnTo>
                  <a:pt x="6294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path-197">
            <a:extLst xmlns:a="http://schemas.openxmlformats.org/drawingml/2006/main">
              <a:ext uri="{FF2B5EF4-FFF2-40B4-BE49-F238E27FC236}">
                <a16:creationId xmlns:a16="http://schemas.microsoft.com/office/drawing/2014/main" id="{E45FE331-A50F-4386-8CD3-C448E744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1263" y="3472851"/>
            <a:ext cx="196388" cy="194877"/>
          </a:xfrm>
          <a:custGeom xmlns:a="http://schemas.openxmlformats.org/drawingml/2006/main">
            <a:pathLst>
              <a:path w="196388" h="194877">
                <a:moveTo>
                  <a:pt x="0" y="0"/>
                </a:moveTo>
                <a:lnTo>
                  <a:pt x="0" y="194877"/>
                </a:lnTo>
                <a:lnTo>
                  <a:pt x="196388" y="194877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ath-198">
            <a:extLst xmlns:a="http://schemas.openxmlformats.org/drawingml/2006/main">
              <a:ext uri="{FF2B5EF4-FFF2-40B4-BE49-F238E27FC236}">
                <a16:creationId xmlns:a16="http://schemas.microsoft.com/office/drawing/2014/main" id="{9C4C679B-CBEB-499F-A677-A8A81648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473" y="3466053"/>
            <a:ext cx="208977" cy="208348"/>
          </a:xfrm>
          <a:custGeom xmlns:a="http://schemas.openxmlformats.org/drawingml/2006/main">
            <a:pathLst>
              <a:path w="208977" h="208348">
                <a:moveTo>
                  <a:pt x="208977" y="0"/>
                </a:moveTo>
                <a:lnTo>
                  <a:pt x="208977" y="208348"/>
                </a:lnTo>
                <a:lnTo>
                  <a:pt x="0" y="208348"/>
                </a:lnTo>
                <a:lnTo>
                  <a:pt x="0" y="0"/>
                </a:lnTo>
                <a:lnTo>
                  <a:pt x="208977" y="0"/>
                </a:lnTo>
                <a:moveTo>
                  <a:pt x="6294" y="12589"/>
                </a:moveTo>
                <a:lnTo>
                  <a:pt x="12589" y="6294"/>
                </a:lnTo>
                <a:lnTo>
                  <a:pt x="12589" y="202054"/>
                </a:lnTo>
                <a:lnTo>
                  <a:pt x="6294" y="195759"/>
                </a:lnTo>
                <a:lnTo>
                  <a:pt x="202683" y="195759"/>
                </a:lnTo>
                <a:lnTo>
                  <a:pt x="196388" y="202054"/>
                </a:lnTo>
                <a:lnTo>
                  <a:pt x="196388" y="6294"/>
                </a:lnTo>
                <a:lnTo>
                  <a:pt x="202683" y="12589"/>
                </a:lnTo>
                <a:lnTo>
                  <a:pt x="6294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path-199">
            <a:extLst xmlns:a="http://schemas.openxmlformats.org/drawingml/2006/main">
              <a:ext uri="{FF2B5EF4-FFF2-40B4-BE49-F238E27FC236}">
                <a16:creationId xmlns:a16="http://schemas.microsoft.com/office/drawing/2014/main" id="{35897A88-C8C3-498C-978F-225FA5C4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1263" y="3667728"/>
            <a:ext cx="196388" cy="196389"/>
          </a:xfrm>
          <a:custGeom xmlns:a="http://schemas.openxmlformats.org/drawingml/2006/main">
            <a:pathLst>
              <a:path w="196388" h="196389">
                <a:moveTo>
                  <a:pt x="0" y="0"/>
                </a:moveTo>
                <a:lnTo>
                  <a:pt x="0" y="196389"/>
                </a:lnTo>
                <a:lnTo>
                  <a:pt x="196388" y="196389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1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path-200">
            <a:extLst xmlns:a="http://schemas.openxmlformats.org/drawingml/2006/main">
              <a:ext uri="{FF2B5EF4-FFF2-40B4-BE49-F238E27FC236}">
                <a16:creationId xmlns:a16="http://schemas.microsoft.com/office/drawing/2014/main" id="{C6281A7E-96F5-4718-93C2-0EEF7809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473" y="3661811"/>
            <a:ext cx="208977" cy="208348"/>
          </a:xfrm>
          <a:custGeom xmlns:a="http://schemas.openxmlformats.org/drawingml/2006/main">
            <a:pathLst>
              <a:path w="208977" h="208348">
                <a:moveTo>
                  <a:pt x="208977" y="0"/>
                </a:moveTo>
                <a:lnTo>
                  <a:pt x="208977" y="208348"/>
                </a:lnTo>
                <a:lnTo>
                  <a:pt x="0" y="208348"/>
                </a:lnTo>
                <a:lnTo>
                  <a:pt x="0" y="0"/>
                </a:lnTo>
                <a:lnTo>
                  <a:pt x="208977" y="0"/>
                </a:lnTo>
                <a:moveTo>
                  <a:pt x="6294" y="12589"/>
                </a:moveTo>
                <a:lnTo>
                  <a:pt x="12589" y="6295"/>
                </a:lnTo>
                <a:lnTo>
                  <a:pt x="12589" y="202054"/>
                </a:lnTo>
                <a:lnTo>
                  <a:pt x="6294" y="195759"/>
                </a:lnTo>
                <a:lnTo>
                  <a:pt x="202683" y="195759"/>
                </a:lnTo>
                <a:lnTo>
                  <a:pt x="196388" y="202054"/>
                </a:lnTo>
                <a:lnTo>
                  <a:pt x="196388" y="6295"/>
                </a:lnTo>
                <a:lnTo>
                  <a:pt x="202683" y="12589"/>
                </a:lnTo>
                <a:lnTo>
                  <a:pt x="6294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path-201">
            <a:extLst xmlns:a="http://schemas.openxmlformats.org/drawingml/2006/main">
              <a:ext uri="{FF2B5EF4-FFF2-40B4-BE49-F238E27FC236}">
                <a16:creationId xmlns:a16="http://schemas.microsoft.com/office/drawing/2014/main" id="{13872024-1D49-4DF2-A1AA-29D5C5C6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1263" y="3864116"/>
            <a:ext cx="196388" cy="194878"/>
          </a:xfrm>
          <a:custGeom xmlns:a="http://schemas.openxmlformats.org/drawingml/2006/main">
            <a:pathLst>
              <a:path w="196388" h="194878">
                <a:moveTo>
                  <a:pt x="0" y="0"/>
                </a:moveTo>
                <a:lnTo>
                  <a:pt x="0" y="194878"/>
                </a:lnTo>
                <a:lnTo>
                  <a:pt x="196388" y="194878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6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path-202">
            <a:extLst xmlns:a="http://schemas.openxmlformats.org/drawingml/2006/main">
              <a:ext uri="{FF2B5EF4-FFF2-40B4-BE49-F238E27FC236}">
                <a16:creationId xmlns:a16="http://schemas.microsoft.com/office/drawing/2014/main" id="{14AA609A-98DA-4B43-A43A-1F4B6537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473" y="3857570"/>
            <a:ext cx="208977" cy="208348"/>
          </a:xfrm>
          <a:custGeom xmlns:a="http://schemas.openxmlformats.org/drawingml/2006/main">
            <a:pathLst>
              <a:path w="208977" h="208348">
                <a:moveTo>
                  <a:pt x="208977" y="0"/>
                </a:moveTo>
                <a:lnTo>
                  <a:pt x="208977" y="208348"/>
                </a:lnTo>
                <a:lnTo>
                  <a:pt x="0" y="208348"/>
                </a:lnTo>
                <a:lnTo>
                  <a:pt x="0" y="0"/>
                </a:lnTo>
                <a:lnTo>
                  <a:pt x="208977" y="0"/>
                </a:lnTo>
                <a:moveTo>
                  <a:pt x="6294" y="12589"/>
                </a:moveTo>
                <a:lnTo>
                  <a:pt x="12589" y="6295"/>
                </a:lnTo>
                <a:lnTo>
                  <a:pt x="12589" y="202054"/>
                </a:lnTo>
                <a:lnTo>
                  <a:pt x="6294" y="195759"/>
                </a:lnTo>
                <a:lnTo>
                  <a:pt x="202683" y="195759"/>
                </a:lnTo>
                <a:lnTo>
                  <a:pt x="196388" y="202054"/>
                </a:lnTo>
                <a:lnTo>
                  <a:pt x="196388" y="6295"/>
                </a:lnTo>
                <a:lnTo>
                  <a:pt x="202683" y="12589"/>
                </a:lnTo>
                <a:lnTo>
                  <a:pt x="6294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path-203">
            <a:extLst xmlns:a="http://schemas.openxmlformats.org/drawingml/2006/main">
              <a:ext uri="{FF2B5EF4-FFF2-40B4-BE49-F238E27FC236}">
                <a16:creationId xmlns:a16="http://schemas.microsoft.com/office/drawing/2014/main" id="{E893F8BB-8BFF-4CD0-9518-C358BEF4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651" y="3274951"/>
            <a:ext cx="196389" cy="196389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ath-204">
            <a:extLst xmlns:a="http://schemas.openxmlformats.org/drawingml/2006/main">
              <a:ext uri="{FF2B5EF4-FFF2-40B4-BE49-F238E27FC236}">
                <a16:creationId xmlns:a16="http://schemas.microsoft.com/office/drawing/2014/main" id="{FF30026A-7CD0-4CDE-9619-1CFFC1F4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861" y="3269034"/>
            <a:ext cx="208978" cy="208348"/>
          </a:xfrm>
          <a:custGeom xmlns:a="http://schemas.openxmlformats.org/drawingml/2006/main">
            <a:pathLst>
              <a:path w="208978" h="208348">
                <a:moveTo>
                  <a:pt x="208978" y="0"/>
                </a:moveTo>
                <a:lnTo>
                  <a:pt x="208978" y="208348"/>
                </a:lnTo>
                <a:lnTo>
                  <a:pt x="0" y="208348"/>
                </a:lnTo>
                <a:lnTo>
                  <a:pt x="0" y="0"/>
                </a:lnTo>
                <a:lnTo>
                  <a:pt x="208978" y="0"/>
                </a:lnTo>
                <a:moveTo>
                  <a:pt x="6295" y="12589"/>
                </a:moveTo>
                <a:lnTo>
                  <a:pt x="12589" y="6295"/>
                </a:lnTo>
                <a:lnTo>
                  <a:pt x="12589" y="202054"/>
                </a:lnTo>
                <a:lnTo>
                  <a:pt x="6295" y="195759"/>
                </a:lnTo>
                <a:lnTo>
                  <a:pt x="202683" y="195759"/>
                </a:lnTo>
                <a:lnTo>
                  <a:pt x="196389" y="202054"/>
                </a:lnTo>
                <a:lnTo>
                  <a:pt x="196389" y="6295"/>
                </a:lnTo>
                <a:lnTo>
                  <a:pt x="202683" y="12589"/>
                </a:lnTo>
                <a:lnTo>
                  <a:pt x="6295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path-205">
            <a:extLst xmlns:a="http://schemas.openxmlformats.org/drawingml/2006/main">
              <a:ext uri="{FF2B5EF4-FFF2-40B4-BE49-F238E27FC236}">
                <a16:creationId xmlns:a16="http://schemas.microsoft.com/office/drawing/2014/main" id="{053AADB5-84F8-4C25-9E1A-AC159694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651" y="3472851"/>
            <a:ext cx="196389" cy="194877"/>
          </a:xfrm>
          <a:custGeom xmlns:a="http://schemas.openxmlformats.org/drawingml/2006/main">
            <a:pathLst>
              <a:path w="196389" h="194877">
                <a:moveTo>
                  <a:pt x="0" y="0"/>
                </a:moveTo>
                <a:lnTo>
                  <a:pt x="0" y="194877"/>
                </a:lnTo>
                <a:lnTo>
                  <a:pt x="196389" y="194877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path-206">
            <a:extLst xmlns:a="http://schemas.openxmlformats.org/drawingml/2006/main">
              <a:ext uri="{FF2B5EF4-FFF2-40B4-BE49-F238E27FC236}">
                <a16:creationId xmlns:a16="http://schemas.microsoft.com/office/drawing/2014/main" id="{04D09C63-643E-45E3-BE76-7BFAFF36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861" y="3466053"/>
            <a:ext cx="208978" cy="208348"/>
          </a:xfrm>
          <a:custGeom xmlns:a="http://schemas.openxmlformats.org/drawingml/2006/main">
            <a:pathLst>
              <a:path w="208978" h="208348">
                <a:moveTo>
                  <a:pt x="208978" y="0"/>
                </a:moveTo>
                <a:lnTo>
                  <a:pt x="208978" y="208348"/>
                </a:lnTo>
                <a:lnTo>
                  <a:pt x="0" y="208348"/>
                </a:lnTo>
                <a:lnTo>
                  <a:pt x="0" y="0"/>
                </a:lnTo>
                <a:lnTo>
                  <a:pt x="208978" y="0"/>
                </a:lnTo>
                <a:moveTo>
                  <a:pt x="6295" y="12589"/>
                </a:moveTo>
                <a:lnTo>
                  <a:pt x="12589" y="6294"/>
                </a:lnTo>
                <a:lnTo>
                  <a:pt x="12589" y="202054"/>
                </a:lnTo>
                <a:lnTo>
                  <a:pt x="6295" y="195759"/>
                </a:lnTo>
                <a:lnTo>
                  <a:pt x="202683" y="195759"/>
                </a:lnTo>
                <a:lnTo>
                  <a:pt x="196389" y="202054"/>
                </a:lnTo>
                <a:lnTo>
                  <a:pt x="196389" y="6294"/>
                </a:lnTo>
                <a:lnTo>
                  <a:pt x="202683" y="12589"/>
                </a:lnTo>
                <a:lnTo>
                  <a:pt x="6295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path-207">
            <a:extLst xmlns:a="http://schemas.openxmlformats.org/drawingml/2006/main">
              <a:ext uri="{FF2B5EF4-FFF2-40B4-BE49-F238E27FC236}">
                <a16:creationId xmlns:a16="http://schemas.microsoft.com/office/drawing/2014/main" id="{B4477466-83E3-4B1B-B57F-D6EEF6B4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651" y="3667728"/>
            <a:ext cx="196389" cy="196389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ath-208">
            <a:extLst xmlns:a="http://schemas.openxmlformats.org/drawingml/2006/main">
              <a:ext uri="{FF2B5EF4-FFF2-40B4-BE49-F238E27FC236}">
                <a16:creationId xmlns:a16="http://schemas.microsoft.com/office/drawing/2014/main" id="{1EEA1357-7C94-4FAC-9081-D2430228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861" y="3661811"/>
            <a:ext cx="208978" cy="208348"/>
          </a:xfrm>
          <a:custGeom xmlns:a="http://schemas.openxmlformats.org/drawingml/2006/main">
            <a:pathLst>
              <a:path w="208978" h="208348">
                <a:moveTo>
                  <a:pt x="208978" y="0"/>
                </a:moveTo>
                <a:lnTo>
                  <a:pt x="208978" y="208348"/>
                </a:lnTo>
                <a:lnTo>
                  <a:pt x="0" y="208348"/>
                </a:lnTo>
                <a:lnTo>
                  <a:pt x="0" y="0"/>
                </a:lnTo>
                <a:lnTo>
                  <a:pt x="208978" y="0"/>
                </a:lnTo>
                <a:moveTo>
                  <a:pt x="6295" y="12589"/>
                </a:moveTo>
                <a:lnTo>
                  <a:pt x="12589" y="6295"/>
                </a:lnTo>
                <a:lnTo>
                  <a:pt x="12589" y="202054"/>
                </a:lnTo>
                <a:lnTo>
                  <a:pt x="6295" y="195759"/>
                </a:lnTo>
                <a:lnTo>
                  <a:pt x="202683" y="195759"/>
                </a:lnTo>
                <a:lnTo>
                  <a:pt x="196389" y="202054"/>
                </a:lnTo>
                <a:lnTo>
                  <a:pt x="196389" y="6295"/>
                </a:lnTo>
                <a:lnTo>
                  <a:pt x="202683" y="12589"/>
                </a:lnTo>
                <a:lnTo>
                  <a:pt x="6295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path-209">
            <a:extLst xmlns:a="http://schemas.openxmlformats.org/drawingml/2006/main">
              <a:ext uri="{FF2B5EF4-FFF2-40B4-BE49-F238E27FC236}">
                <a16:creationId xmlns:a16="http://schemas.microsoft.com/office/drawing/2014/main" id="{4D737736-C5B1-4B18-B4CE-A81EF640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651" y="3864116"/>
            <a:ext cx="196389" cy="194878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path-210">
            <a:extLst xmlns:a="http://schemas.openxmlformats.org/drawingml/2006/main">
              <a:ext uri="{FF2B5EF4-FFF2-40B4-BE49-F238E27FC236}">
                <a16:creationId xmlns:a16="http://schemas.microsoft.com/office/drawing/2014/main" id="{96546F40-FCC9-4E0B-AE7E-3670B109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861" y="3857570"/>
            <a:ext cx="208978" cy="208348"/>
          </a:xfrm>
          <a:custGeom xmlns:a="http://schemas.openxmlformats.org/drawingml/2006/main">
            <a:pathLst>
              <a:path w="208978" h="208348">
                <a:moveTo>
                  <a:pt x="208978" y="0"/>
                </a:moveTo>
                <a:lnTo>
                  <a:pt x="208978" y="208348"/>
                </a:lnTo>
                <a:lnTo>
                  <a:pt x="0" y="208348"/>
                </a:lnTo>
                <a:lnTo>
                  <a:pt x="0" y="0"/>
                </a:lnTo>
                <a:lnTo>
                  <a:pt x="208978" y="0"/>
                </a:lnTo>
                <a:moveTo>
                  <a:pt x="6295" y="12589"/>
                </a:moveTo>
                <a:lnTo>
                  <a:pt x="12589" y="6295"/>
                </a:lnTo>
                <a:lnTo>
                  <a:pt x="12589" y="202054"/>
                </a:lnTo>
                <a:lnTo>
                  <a:pt x="6295" y="195759"/>
                </a:lnTo>
                <a:lnTo>
                  <a:pt x="202683" y="195759"/>
                </a:lnTo>
                <a:lnTo>
                  <a:pt x="196389" y="202054"/>
                </a:lnTo>
                <a:lnTo>
                  <a:pt x="196389" y="6295"/>
                </a:lnTo>
                <a:lnTo>
                  <a:pt x="202683" y="12589"/>
                </a:lnTo>
                <a:lnTo>
                  <a:pt x="6295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path-211">
            <a:extLst xmlns:a="http://schemas.openxmlformats.org/drawingml/2006/main">
              <a:ext uri="{FF2B5EF4-FFF2-40B4-BE49-F238E27FC236}">
                <a16:creationId xmlns:a16="http://schemas.microsoft.com/office/drawing/2014/main" id="{9F6F6E76-7EDA-4684-8AF8-C8DC8FA6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040" y="3274951"/>
            <a:ext cx="196388" cy="196389"/>
          </a:xfrm>
          <a:custGeom xmlns:a="http://schemas.openxmlformats.org/drawingml/2006/main">
            <a:pathLst>
              <a:path w="196388" h="196389">
                <a:moveTo>
                  <a:pt x="0" y="0"/>
                </a:moveTo>
                <a:lnTo>
                  <a:pt x="0" y="196389"/>
                </a:lnTo>
                <a:lnTo>
                  <a:pt x="196388" y="196389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1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ath-212">
            <a:extLst xmlns:a="http://schemas.openxmlformats.org/drawingml/2006/main">
              <a:ext uri="{FF2B5EF4-FFF2-40B4-BE49-F238E27FC236}">
                <a16:creationId xmlns:a16="http://schemas.microsoft.com/office/drawing/2014/main" id="{21D23214-2E64-4A3F-90CD-B848AE61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249" y="3269034"/>
            <a:ext cx="208978" cy="208348"/>
          </a:xfrm>
          <a:custGeom xmlns:a="http://schemas.openxmlformats.org/drawingml/2006/main">
            <a:pathLst>
              <a:path w="208978" h="208348">
                <a:moveTo>
                  <a:pt x="208978" y="0"/>
                </a:moveTo>
                <a:lnTo>
                  <a:pt x="208978" y="208348"/>
                </a:lnTo>
                <a:lnTo>
                  <a:pt x="0" y="208348"/>
                </a:lnTo>
                <a:lnTo>
                  <a:pt x="0" y="0"/>
                </a:lnTo>
                <a:lnTo>
                  <a:pt x="208978" y="0"/>
                </a:lnTo>
                <a:moveTo>
                  <a:pt x="6295" y="12589"/>
                </a:moveTo>
                <a:lnTo>
                  <a:pt x="12589" y="6295"/>
                </a:lnTo>
                <a:lnTo>
                  <a:pt x="12589" y="202054"/>
                </a:lnTo>
                <a:lnTo>
                  <a:pt x="6295" y="195759"/>
                </a:lnTo>
                <a:lnTo>
                  <a:pt x="202683" y="195759"/>
                </a:lnTo>
                <a:lnTo>
                  <a:pt x="196389" y="202054"/>
                </a:lnTo>
                <a:lnTo>
                  <a:pt x="196389" y="6295"/>
                </a:lnTo>
                <a:lnTo>
                  <a:pt x="202683" y="12589"/>
                </a:lnTo>
                <a:lnTo>
                  <a:pt x="6295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path-213">
            <a:extLst xmlns:a="http://schemas.openxmlformats.org/drawingml/2006/main">
              <a:ext uri="{FF2B5EF4-FFF2-40B4-BE49-F238E27FC236}">
                <a16:creationId xmlns:a16="http://schemas.microsoft.com/office/drawing/2014/main" id="{D638BB7F-0A01-46B1-9EAB-28FBC175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040" y="3472851"/>
            <a:ext cx="196388" cy="194877"/>
          </a:xfrm>
          <a:custGeom xmlns:a="http://schemas.openxmlformats.org/drawingml/2006/main">
            <a:pathLst>
              <a:path w="196388" h="194877">
                <a:moveTo>
                  <a:pt x="0" y="0"/>
                </a:moveTo>
                <a:lnTo>
                  <a:pt x="0" y="194877"/>
                </a:lnTo>
                <a:lnTo>
                  <a:pt x="196388" y="194877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ath-214">
            <a:extLst xmlns:a="http://schemas.openxmlformats.org/drawingml/2006/main">
              <a:ext uri="{FF2B5EF4-FFF2-40B4-BE49-F238E27FC236}">
                <a16:creationId xmlns:a16="http://schemas.microsoft.com/office/drawing/2014/main" id="{7B49FFB5-6956-47F7-A200-096DF74E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249" y="3466053"/>
            <a:ext cx="208978" cy="208348"/>
          </a:xfrm>
          <a:custGeom xmlns:a="http://schemas.openxmlformats.org/drawingml/2006/main">
            <a:pathLst>
              <a:path w="208978" h="208348">
                <a:moveTo>
                  <a:pt x="208978" y="0"/>
                </a:moveTo>
                <a:lnTo>
                  <a:pt x="208978" y="208348"/>
                </a:lnTo>
                <a:lnTo>
                  <a:pt x="0" y="208348"/>
                </a:lnTo>
                <a:lnTo>
                  <a:pt x="0" y="0"/>
                </a:lnTo>
                <a:lnTo>
                  <a:pt x="208978" y="0"/>
                </a:lnTo>
                <a:moveTo>
                  <a:pt x="6295" y="12589"/>
                </a:moveTo>
                <a:lnTo>
                  <a:pt x="12589" y="6294"/>
                </a:lnTo>
                <a:lnTo>
                  <a:pt x="12589" y="202054"/>
                </a:lnTo>
                <a:lnTo>
                  <a:pt x="6295" y="195759"/>
                </a:lnTo>
                <a:lnTo>
                  <a:pt x="202683" y="195759"/>
                </a:lnTo>
                <a:lnTo>
                  <a:pt x="196389" y="202054"/>
                </a:lnTo>
                <a:lnTo>
                  <a:pt x="196389" y="6294"/>
                </a:lnTo>
                <a:lnTo>
                  <a:pt x="202683" y="12589"/>
                </a:lnTo>
                <a:lnTo>
                  <a:pt x="6295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ath-215">
            <a:extLst xmlns:a="http://schemas.openxmlformats.org/drawingml/2006/main">
              <a:ext uri="{FF2B5EF4-FFF2-40B4-BE49-F238E27FC236}">
                <a16:creationId xmlns:a16="http://schemas.microsoft.com/office/drawing/2014/main" id="{2454F3B3-E43A-4475-AA09-F5555CCB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040" y="3667728"/>
            <a:ext cx="196388" cy="196389"/>
          </a:xfrm>
          <a:custGeom xmlns:a="http://schemas.openxmlformats.org/drawingml/2006/main">
            <a:pathLst>
              <a:path w="196388" h="196389">
                <a:moveTo>
                  <a:pt x="0" y="0"/>
                </a:moveTo>
                <a:lnTo>
                  <a:pt x="0" y="196389"/>
                </a:lnTo>
                <a:lnTo>
                  <a:pt x="196388" y="196389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ath-216">
            <a:extLst xmlns:a="http://schemas.openxmlformats.org/drawingml/2006/main">
              <a:ext uri="{FF2B5EF4-FFF2-40B4-BE49-F238E27FC236}">
                <a16:creationId xmlns:a16="http://schemas.microsoft.com/office/drawing/2014/main" id="{2593A60D-B75C-46E6-B829-B3532CCC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249" y="3661811"/>
            <a:ext cx="208978" cy="208348"/>
          </a:xfrm>
          <a:custGeom xmlns:a="http://schemas.openxmlformats.org/drawingml/2006/main">
            <a:pathLst>
              <a:path w="208978" h="208348">
                <a:moveTo>
                  <a:pt x="208978" y="0"/>
                </a:moveTo>
                <a:lnTo>
                  <a:pt x="208978" y="208348"/>
                </a:lnTo>
                <a:lnTo>
                  <a:pt x="0" y="208348"/>
                </a:lnTo>
                <a:lnTo>
                  <a:pt x="0" y="0"/>
                </a:lnTo>
                <a:lnTo>
                  <a:pt x="208978" y="0"/>
                </a:lnTo>
                <a:moveTo>
                  <a:pt x="6295" y="12589"/>
                </a:moveTo>
                <a:lnTo>
                  <a:pt x="12589" y="6295"/>
                </a:lnTo>
                <a:lnTo>
                  <a:pt x="12589" y="202054"/>
                </a:lnTo>
                <a:lnTo>
                  <a:pt x="6295" y="195759"/>
                </a:lnTo>
                <a:lnTo>
                  <a:pt x="202683" y="195759"/>
                </a:lnTo>
                <a:lnTo>
                  <a:pt x="196389" y="202054"/>
                </a:lnTo>
                <a:lnTo>
                  <a:pt x="196389" y="6295"/>
                </a:lnTo>
                <a:lnTo>
                  <a:pt x="202683" y="12589"/>
                </a:lnTo>
                <a:lnTo>
                  <a:pt x="6295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path-217">
            <a:extLst xmlns:a="http://schemas.openxmlformats.org/drawingml/2006/main">
              <a:ext uri="{FF2B5EF4-FFF2-40B4-BE49-F238E27FC236}">
                <a16:creationId xmlns:a16="http://schemas.microsoft.com/office/drawing/2014/main" id="{76949622-B768-4CC2-B19B-98B20423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040" y="3864116"/>
            <a:ext cx="196388" cy="194878"/>
          </a:xfrm>
          <a:custGeom xmlns:a="http://schemas.openxmlformats.org/drawingml/2006/main">
            <a:pathLst>
              <a:path w="196388" h="194878">
                <a:moveTo>
                  <a:pt x="0" y="0"/>
                </a:moveTo>
                <a:lnTo>
                  <a:pt x="0" y="194878"/>
                </a:lnTo>
                <a:lnTo>
                  <a:pt x="196388" y="194878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path-218">
            <a:extLst xmlns:a="http://schemas.openxmlformats.org/drawingml/2006/main">
              <a:ext uri="{FF2B5EF4-FFF2-40B4-BE49-F238E27FC236}">
                <a16:creationId xmlns:a16="http://schemas.microsoft.com/office/drawing/2014/main" id="{E2DD8F0D-21BD-4021-B7F7-D6632254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249" y="3857570"/>
            <a:ext cx="208978" cy="208348"/>
          </a:xfrm>
          <a:custGeom xmlns:a="http://schemas.openxmlformats.org/drawingml/2006/main">
            <a:pathLst>
              <a:path w="208978" h="208348">
                <a:moveTo>
                  <a:pt x="208978" y="0"/>
                </a:moveTo>
                <a:lnTo>
                  <a:pt x="208978" y="208348"/>
                </a:lnTo>
                <a:lnTo>
                  <a:pt x="0" y="208348"/>
                </a:lnTo>
                <a:lnTo>
                  <a:pt x="0" y="0"/>
                </a:lnTo>
                <a:lnTo>
                  <a:pt x="208978" y="0"/>
                </a:lnTo>
                <a:moveTo>
                  <a:pt x="6295" y="12589"/>
                </a:moveTo>
                <a:lnTo>
                  <a:pt x="12589" y="6295"/>
                </a:lnTo>
                <a:lnTo>
                  <a:pt x="12589" y="202054"/>
                </a:lnTo>
                <a:lnTo>
                  <a:pt x="6295" y="195759"/>
                </a:lnTo>
                <a:lnTo>
                  <a:pt x="202683" y="195759"/>
                </a:lnTo>
                <a:lnTo>
                  <a:pt x="196389" y="202054"/>
                </a:lnTo>
                <a:lnTo>
                  <a:pt x="196389" y="6295"/>
                </a:lnTo>
                <a:lnTo>
                  <a:pt x="202683" y="12589"/>
                </a:lnTo>
                <a:lnTo>
                  <a:pt x="6295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path-219">
            <a:extLst xmlns:a="http://schemas.openxmlformats.org/drawingml/2006/main">
              <a:ext uri="{FF2B5EF4-FFF2-40B4-BE49-F238E27FC236}">
                <a16:creationId xmlns:a16="http://schemas.microsoft.com/office/drawing/2014/main" id="{D07E6A08-2C05-4E26-BA62-88C5E341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428" y="3274951"/>
            <a:ext cx="196389" cy="196389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6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ath-220">
            <a:extLst xmlns:a="http://schemas.openxmlformats.org/drawingml/2006/main">
              <a:ext uri="{FF2B5EF4-FFF2-40B4-BE49-F238E27FC236}">
                <a16:creationId xmlns:a16="http://schemas.microsoft.com/office/drawing/2014/main" id="{22A77CAE-33CD-42B2-9195-BF5DF2EA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638" y="3269034"/>
            <a:ext cx="208977" cy="208348"/>
          </a:xfrm>
          <a:custGeom xmlns:a="http://schemas.openxmlformats.org/drawingml/2006/main">
            <a:pathLst>
              <a:path w="208977" h="208348">
                <a:moveTo>
                  <a:pt x="208977" y="0"/>
                </a:moveTo>
                <a:lnTo>
                  <a:pt x="208977" y="208348"/>
                </a:lnTo>
                <a:lnTo>
                  <a:pt x="0" y="208348"/>
                </a:lnTo>
                <a:lnTo>
                  <a:pt x="0" y="0"/>
                </a:lnTo>
                <a:lnTo>
                  <a:pt x="208977" y="0"/>
                </a:lnTo>
                <a:moveTo>
                  <a:pt x="6295" y="12589"/>
                </a:moveTo>
                <a:lnTo>
                  <a:pt x="12589" y="6295"/>
                </a:lnTo>
                <a:lnTo>
                  <a:pt x="12589" y="202054"/>
                </a:lnTo>
                <a:lnTo>
                  <a:pt x="6295" y="195759"/>
                </a:lnTo>
                <a:lnTo>
                  <a:pt x="202683" y="195759"/>
                </a:lnTo>
                <a:lnTo>
                  <a:pt x="196388" y="202054"/>
                </a:lnTo>
                <a:lnTo>
                  <a:pt x="196388" y="6295"/>
                </a:lnTo>
                <a:lnTo>
                  <a:pt x="202683" y="12589"/>
                </a:lnTo>
                <a:lnTo>
                  <a:pt x="6295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path-221">
            <a:extLst xmlns:a="http://schemas.openxmlformats.org/drawingml/2006/main">
              <a:ext uri="{FF2B5EF4-FFF2-40B4-BE49-F238E27FC236}">
                <a16:creationId xmlns:a16="http://schemas.microsoft.com/office/drawing/2014/main" id="{84D16BB7-2BC4-42D5-93FD-CDEE8397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428" y="3472851"/>
            <a:ext cx="196389" cy="194877"/>
          </a:xfrm>
          <a:custGeom xmlns:a="http://schemas.openxmlformats.org/drawingml/2006/main">
            <a:pathLst>
              <a:path w="196389" h="194877">
                <a:moveTo>
                  <a:pt x="0" y="0"/>
                </a:moveTo>
                <a:lnTo>
                  <a:pt x="0" y="194877"/>
                </a:lnTo>
                <a:lnTo>
                  <a:pt x="196389" y="194877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path-222">
            <a:extLst xmlns:a="http://schemas.openxmlformats.org/drawingml/2006/main">
              <a:ext uri="{FF2B5EF4-FFF2-40B4-BE49-F238E27FC236}">
                <a16:creationId xmlns:a16="http://schemas.microsoft.com/office/drawing/2014/main" id="{709B19BD-CAF4-4F01-AD12-A5316A4F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638" y="3466053"/>
            <a:ext cx="208977" cy="208348"/>
          </a:xfrm>
          <a:custGeom xmlns:a="http://schemas.openxmlformats.org/drawingml/2006/main">
            <a:pathLst>
              <a:path w="208977" h="208348">
                <a:moveTo>
                  <a:pt x="208977" y="0"/>
                </a:moveTo>
                <a:lnTo>
                  <a:pt x="208977" y="208348"/>
                </a:lnTo>
                <a:lnTo>
                  <a:pt x="0" y="208348"/>
                </a:lnTo>
                <a:lnTo>
                  <a:pt x="0" y="0"/>
                </a:lnTo>
                <a:lnTo>
                  <a:pt x="208977" y="0"/>
                </a:lnTo>
                <a:moveTo>
                  <a:pt x="6295" y="12589"/>
                </a:moveTo>
                <a:lnTo>
                  <a:pt x="12589" y="6294"/>
                </a:lnTo>
                <a:lnTo>
                  <a:pt x="12589" y="202054"/>
                </a:lnTo>
                <a:lnTo>
                  <a:pt x="6295" y="195759"/>
                </a:lnTo>
                <a:lnTo>
                  <a:pt x="202683" y="195759"/>
                </a:lnTo>
                <a:lnTo>
                  <a:pt x="196388" y="202054"/>
                </a:lnTo>
                <a:lnTo>
                  <a:pt x="196388" y="6294"/>
                </a:lnTo>
                <a:lnTo>
                  <a:pt x="202683" y="12589"/>
                </a:lnTo>
                <a:lnTo>
                  <a:pt x="6295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path-223">
            <a:extLst xmlns:a="http://schemas.openxmlformats.org/drawingml/2006/main">
              <a:ext uri="{FF2B5EF4-FFF2-40B4-BE49-F238E27FC236}">
                <a16:creationId xmlns:a16="http://schemas.microsoft.com/office/drawing/2014/main" id="{02BFA287-09BF-4DF7-BEAF-3D9E6D7D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428" y="3667728"/>
            <a:ext cx="196389" cy="196389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path-224">
            <a:extLst xmlns:a="http://schemas.openxmlformats.org/drawingml/2006/main">
              <a:ext uri="{FF2B5EF4-FFF2-40B4-BE49-F238E27FC236}">
                <a16:creationId xmlns:a16="http://schemas.microsoft.com/office/drawing/2014/main" id="{863D8219-1B49-49D4-B494-54646F3C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638" y="3661811"/>
            <a:ext cx="208977" cy="208348"/>
          </a:xfrm>
          <a:custGeom xmlns:a="http://schemas.openxmlformats.org/drawingml/2006/main">
            <a:pathLst>
              <a:path w="208977" h="208348">
                <a:moveTo>
                  <a:pt x="208977" y="0"/>
                </a:moveTo>
                <a:lnTo>
                  <a:pt x="208977" y="208348"/>
                </a:lnTo>
                <a:lnTo>
                  <a:pt x="0" y="208348"/>
                </a:lnTo>
                <a:lnTo>
                  <a:pt x="0" y="0"/>
                </a:lnTo>
                <a:lnTo>
                  <a:pt x="208977" y="0"/>
                </a:lnTo>
                <a:moveTo>
                  <a:pt x="6295" y="12589"/>
                </a:moveTo>
                <a:lnTo>
                  <a:pt x="12589" y="6295"/>
                </a:lnTo>
                <a:lnTo>
                  <a:pt x="12589" y="202054"/>
                </a:lnTo>
                <a:lnTo>
                  <a:pt x="6295" y="195759"/>
                </a:lnTo>
                <a:lnTo>
                  <a:pt x="202683" y="195759"/>
                </a:lnTo>
                <a:lnTo>
                  <a:pt x="196388" y="202054"/>
                </a:lnTo>
                <a:lnTo>
                  <a:pt x="196388" y="6295"/>
                </a:lnTo>
                <a:lnTo>
                  <a:pt x="202683" y="12589"/>
                </a:lnTo>
                <a:lnTo>
                  <a:pt x="6295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path-225">
            <a:extLst xmlns:a="http://schemas.openxmlformats.org/drawingml/2006/main">
              <a:ext uri="{FF2B5EF4-FFF2-40B4-BE49-F238E27FC236}">
                <a16:creationId xmlns:a16="http://schemas.microsoft.com/office/drawing/2014/main" id="{5C0F5BED-B001-4F12-A8C6-73F72ECC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428" y="3864116"/>
            <a:ext cx="196389" cy="194878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path-226">
            <a:extLst xmlns:a="http://schemas.openxmlformats.org/drawingml/2006/main">
              <a:ext uri="{FF2B5EF4-FFF2-40B4-BE49-F238E27FC236}">
                <a16:creationId xmlns:a16="http://schemas.microsoft.com/office/drawing/2014/main" id="{F68AA94B-CEAC-4A37-8B61-FE9A8A19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638" y="3857570"/>
            <a:ext cx="208977" cy="208348"/>
          </a:xfrm>
          <a:custGeom xmlns:a="http://schemas.openxmlformats.org/drawingml/2006/main">
            <a:pathLst>
              <a:path w="208977" h="208348">
                <a:moveTo>
                  <a:pt x="208977" y="0"/>
                </a:moveTo>
                <a:lnTo>
                  <a:pt x="208977" y="208348"/>
                </a:lnTo>
                <a:lnTo>
                  <a:pt x="0" y="208348"/>
                </a:lnTo>
                <a:lnTo>
                  <a:pt x="0" y="0"/>
                </a:lnTo>
                <a:lnTo>
                  <a:pt x="208977" y="0"/>
                </a:lnTo>
                <a:moveTo>
                  <a:pt x="6295" y="12589"/>
                </a:moveTo>
                <a:lnTo>
                  <a:pt x="12589" y="6295"/>
                </a:lnTo>
                <a:lnTo>
                  <a:pt x="12589" y="202054"/>
                </a:lnTo>
                <a:lnTo>
                  <a:pt x="6295" y="195759"/>
                </a:lnTo>
                <a:lnTo>
                  <a:pt x="202683" y="195759"/>
                </a:lnTo>
                <a:lnTo>
                  <a:pt x="196388" y="202054"/>
                </a:lnTo>
                <a:lnTo>
                  <a:pt x="196388" y="6295"/>
                </a:lnTo>
                <a:lnTo>
                  <a:pt x="202683" y="12589"/>
                </a:lnTo>
                <a:lnTo>
                  <a:pt x="6295" y="125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9F800BB6-9F66-40AB-B469-2318E4A635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d8d9a68f5b48f6"/>
          <a:stretch xmlns:a="http://schemas.openxmlformats.org/drawingml/2006/main"/>
        </p:blipFill>
        <p:spPr>
          <a:xfrm xmlns:a="http://schemas.openxmlformats.org/drawingml/2006/main">
            <a:off x="3176578" y="5806335"/>
            <a:ext cx="5110708" cy="420397"/>
          </a:xfrm>
          <a:prstGeom xmlns:a="http://schemas.openxmlformats.org/drawingml/2006/main" prst="rect">
            <a:avLst/>
          </a:prstGeom>
        </p:spPr>
      </p:pic>
      <p:sp>
        <p:nvSpPr>
          <p:cNvPr id="231" name="text-228 Item">
            <a:extLst xmlns:a="http://schemas.openxmlformats.org/drawingml/2006/main">
              <a:ext uri="{FF2B5EF4-FFF2-40B4-BE49-F238E27FC236}">
                <a16:creationId xmlns:a16="http://schemas.microsoft.com/office/drawing/2014/main" id="{03159306-7C7C-491C-9346-293CE6EC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3872" y="5840916"/>
            <a:ext cx="456272" cy="317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Item</a:t>
            </a:r>
          </a:p>
        </p:txBody>
      </p:sp>
      <p:sp>
        <p:nvSpPr>
          <p:cNvPr id="232" name="text-228 Embedding">
            <a:extLst xmlns:a="http://schemas.openxmlformats.org/drawingml/2006/main">
              <a:ext uri="{FF2B5EF4-FFF2-40B4-BE49-F238E27FC236}">
                <a16:creationId xmlns:a16="http://schemas.microsoft.com/office/drawing/2014/main" id="{57A33976-26FC-438D-89E3-4F583D11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5960" y="5840984"/>
            <a:ext cx="1085698" cy="317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Embedding</a:t>
            </a:r>
          </a:p>
        </p:txBody>
      </p:sp>
      <p:sp>
        <p:nvSpPr>
          <p:cNvPr id="233" name="text-228 Layer">
            <a:extLst xmlns:a="http://schemas.openxmlformats.org/drawingml/2006/main">
              <a:ext uri="{FF2B5EF4-FFF2-40B4-BE49-F238E27FC236}">
                <a16:creationId xmlns:a16="http://schemas.microsoft.com/office/drawing/2014/main" id="{B1D2C1CA-1A1F-4C0C-93AA-55BA9CDF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7498" y="5840891"/>
            <a:ext cx="569492" cy="317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Layer</a:t>
            </a:r>
          </a:p>
        </p:txBody>
      </p:sp>
      <p:pic>
        <p:nvPic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2EB44E55-157A-42B1-A19F-8B5A1DB209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a1fb8a6b54104"/>
          <a:stretch xmlns:a="http://schemas.openxmlformats.org/drawingml/2006/main"/>
        </p:blipFill>
        <p:spPr>
          <a:xfrm xmlns:a="http://schemas.openxmlformats.org/drawingml/2006/main">
            <a:off x="6706548" y="423908"/>
            <a:ext cx="1080310" cy="1414299"/>
          </a:xfrm>
          <a:prstGeom xmlns:a="http://schemas.openxmlformats.org/drawingml/2006/main" prst="rect">
            <a:avLst/>
          </a:prstGeom>
        </p:spPr>
      </p:pic>
      <p:pic>
        <p:nvPic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2E52716F-4F3C-4D07-BD65-2FB4DD0781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235186dbf94e43"/>
          <a:stretch xmlns:a="http://schemas.openxmlformats.org/drawingml/2006/main"/>
        </p:blipFill>
        <p:spPr>
          <a:xfrm xmlns:a="http://schemas.openxmlformats.org/drawingml/2006/main">
            <a:off x="6930455" y="1133311"/>
            <a:ext cx="565246" cy="565246"/>
          </a:xfrm>
          <a:prstGeom xmlns:a="http://schemas.openxmlformats.org/drawingml/2006/main" prst="rect">
            <a:avLst/>
          </a:prstGeom>
        </p:spPr>
      </p:pic>
      <p:sp>
        <p:nvSpPr>
          <p:cNvPr id="236" name="text-231 Gating">
            <a:extLst xmlns:a="http://schemas.openxmlformats.org/drawingml/2006/main">
              <a:ext uri="{FF2B5EF4-FFF2-40B4-BE49-F238E27FC236}">
                <a16:creationId xmlns:a16="http://schemas.microsoft.com/office/drawing/2014/main" id="{5A889981-FAE0-4156-8A81-A7CCAE93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9196" y="540850"/>
            <a:ext cx="657675" cy="31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Gating</a:t>
            </a:r>
          </a:p>
        </p:txBody>
      </p:sp>
      <p:sp>
        <p:nvSpPr>
          <p:cNvPr id="237" name="text-232 Network">
            <a:extLst xmlns:a="http://schemas.openxmlformats.org/drawingml/2006/main">
              <a:ext uri="{FF2B5EF4-FFF2-40B4-BE49-F238E27FC236}">
                <a16:creationId xmlns:a16="http://schemas.microsoft.com/office/drawing/2014/main" id="{7F465F6B-ED1B-4C17-ACB9-836811CA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1073" y="812768"/>
            <a:ext cx="833923" cy="317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Network</a:t>
            </a:r>
          </a:p>
        </p:txBody>
      </p:sp>
      <p:sp>
        <p:nvSpPr>
          <p:cNvPr id="238" name="path-233">
            <a:extLst xmlns:a="http://schemas.openxmlformats.org/drawingml/2006/main">
              <a:ext uri="{FF2B5EF4-FFF2-40B4-BE49-F238E27FC236}">
                <a16:creationId xmlns:a16="http://schemas.microsoft.com/office/drawing/2014/main" id="{580F8DF4-D093-4600-8201-0866E41E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1136" y="3333239"/>
            <a:ext cx="1097131" cy="50356"/>
          </a:xfrm>
          <a:custGeom xmlns:a="http://schemas.openxmlformats.org/drawingml/2006/main">
            <a:pathLst>
              <a:path w="1097131" h="50356">
                <a:moveTo>
                  <a:pt x="1021597" y="50356"/>
                </a:moveTo>
                <a:lnTo>
                  <a:pt x="1021597" y="25178"/>
                </a:lnTo>
                <a:lnTo>
                  <a:pt x="1021597" y="0"/>
                </a:lnTo>
                <a:lnTo>
                  <a:pt x="1097131" y="25178"/>
                </a:lnTo>
                <a:lnTo>
                  <a:pt x="1021597" y="50356"/>
                </a:lnTo>
                <a:moveTo>
                  <a:pt x="0" y="15736"/>
                </a:moveTo>
                <a:lnTo>
                  <a:pt x="1059363" y="15736"/>
                </a:lnTo>
                <a:lnTo>
                  <a:pt x="1059363" y="34620"/>
                </a:lnTo>
                <a:lnTo>
                  <a:pt x="0" y="34620"/>
                </a:lnTo>
                <a:lnTo>
                  <a:pt x="0" y="157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ath-234">
            <a:extLst xmlns:a="http://schemas.openxmlformats.org/drawingml/2006/main">
              <a:ext uri="{FF2B5EF4-FFF2-40B4-BE49-F238E27FC236}">
                <a16:creationId xmlns:a16="http://schemas.microsoft.com/office/drawing/2014/main" id="{A696C538-2EDE-478D-AAFA-D71D480D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7062" y="2653433"/>
            <a:ext cx="2644949" cy="2347219"/>
          </a:xfrm>
          <a:custGeom xmlns:a="http://schemas.openxmlformats.org/drawingml/2006/main">
            <a:pathLst>
              <a:path w="2644949" h="2347219">
                <a:moveTo>
                  <a:pt x="0" y="1947619"/>
                </a:moveTo>
                <a:lnTo>
                  <a:pt x="0" y="1846907"/>
                </a:lnTo>
                <a:lnTo>
                  <a:pt x="25178" y="1846907"/>
                </a:lnTo>
                <a:lnTo>
                  <a:pt x="25178" y="1947619"/>
                </a:lnTo>
                <a:lnTo>
                  <a:pt x="0" y="1947619"/>
                </a:lnTo>
                <a:moveTo>
                  <a:pt x="0" y="1771373"/>
                </a:moveTo>
                <a:lnTo>
                  <a:pt x="0" y="1670661"/>
                </a:lnTo>
                <a:lnTo>
                  <a:pt x="25178" y="1670661"/>
                </a:lnTo>
                <a:lnTo>
                  <a:pt x="25178" y="1771373"/>
                </a:lnTo>
                <a:lnTo>
                  <a:pt x="0" y="1771373"/>
                </a:lnTo>
                <a:moveTo>
                  <a:pt x="0" y="1595127"/>
                </a:moveTo>
                <a:lnTo>
                  <a:pt x="0" y="1494415"/>
                </a:lnTo>
                <a:lnTo>
                  <a:pt x="25178" y="1494415"/>
                </a:lnTo>
                <a:lnTo>
                  <a:pt x="25178" y="1595127"/>
                </a:lnTo>
                <a:lnTo>
                  <a:pt x="0" y="1595127"/>
                </a:lnTo>
                <a:moveTo>
                  <a:pt x="0" y="1418881"/>
                </a:moveTo>
                <a:lnTo>
                  <a:pt x="0" y="1318169"/>
                </a:lnTo>
                <a:lnTo>
                  <a:pt x="25178" y="1318169"/>
                </a:lnTo>
                <a:lnTo>
                  <a:pt x="25178" y="1418881"/>
                </a:lnTo>
                <a:lnTo>
                  <a:pt x="0" y="1418881"/>
                </a:lnTo>
                <a:moveTo>
                  <a:pt x="0" y="1242635"/>
                </a:moveTo>
                <a:lnTo>
                  <a:pt x="0" y="1141923"/>
                </a:lnTo>
                <a:lnTo>
                  <a:pt x="25178" y="1141923"/>
                </a:lnTo>
                <a:lnTo>
                  <a:pt x="25178" y="1242635"/>
                </a:lnTo>
                <a:lnTo>
                  <a:pt x="0" y="1242635"/>
                </a:lnTo>
                <a:moveTo>
                  <a:pt x="0" y="1066389"/>
                </a:moveTo>
                <a:lnTo>
                  <a:pt x="0" y="965678"/>
                </a:lnTo>
                <a:lnTo>
                  <a:pt x="25178" y="965678"/>
                </a:lnTo>
                <a:lnTo>
                  <a:pt x="25178" y="1066389"/>
                </a:lnTo>
                <a:lnTo>
                  <a:pt x="0" y="1066389"/>
                </a:lnTo>
                <a:moveTo>
                  <a:pt x="0" y="890143"/>
                </a:moveTo>
                <a:lnTo>
                  <a:pt x="0" y="789431"/>
                </a:lnTo>
                <a:lnTo>
                  <a:pt x="25178" y="789431"/>
                </a:lnTo>
                <a:lnTo>
                  <a:pt x="25178" y="890143"/>
                </a:lnTo>
                <a:lnTo>
                  <a:pt x="0" y="890143"/>
                </a:lnTo>
                <a:moveTo>
                  <a:pt x="0" y="713897"/>
                </a:moveTo>
                <a:lnTo>
                  <a:pt x="0" y="613185"/>
                </a:lnTo>
                <a:lnTo>
                  <a:pt x="25178" y="613185"/>
                </a:lnTo>
                <a:lnTo>
                  <a:pt x="25178" y="713897"/>
                </a:lnTo>
                <a:lnTo>
                  <a:pt x="0" y="713897"/>
                </a:lnTo>
                <a:moveTo>
                  <a:pt x="0" y="537651"/>
                </a:moveTo>
                <a:lnTo>
                  <a:pt x="0" y="436939"/>
                </a:lnTo>
                <a:lnTo>
                  <a:pt x="25178" y="436939"/>
                </a:lnTo>
                <a:lnTo>
                  <a:pt x="25178" y="537651"/>
                </a:lnTo>
                <a:lnTo>
                  <a:pt x="0" y="537651"/>
                </a:lnTo>
                <a:moveTo>
                  <a:pt x="1926" y="360347"/>
                </a:moveTo>
                <a:lnTo>
                  <a:pt x="2065" y="358761"/>
                </a:lnTo>
                <a:lnTo>
                  <a:pt x="3210" y="348728"/>
                </a:lnTo>
                <a:lnTo>
                  <a:pt x="4607" y="338757"/>
                </a:lnTo>
                <a:lnTo>
                  <a:pt x="6243" y="328887"/>
                </a:lnTo>
                <a:lnTo>
                  <a:pt x="8120" y="319081"/>
                </a:lnTo>
                <a:lnTo>
                  <a:pt x="10234" y="309375"/>
                </a:lnTo>
                <a:lnTo>
                  <a:pt x="12576" y="299744"/>
                </a:lnTo>
                <a:lnTo>
                  <a:pt x="15157" y="290214"/>
                </a:lnTo>
                <a:lnTo>
                  <a:pt x="17964" y="280773"/>
                </a:lnTo>
                <a:lnTo>
                  <a:pt x="20997" y="271444"/>
                </a:lnTo>
                <a:lnTo>
                  <a:pt x="24246" y="262204"/>
                </a:lnTo>
                <a:lnTo>
                  <a:pt x="25404" y="259170"/>
                </a:lnTo>
                <a:lnTo>
                  <a:pt x="48945" y="268121"/>
                </a:lnTo>
                <a:lnTo>
                  <a:pt x="47837" y="271004"/>
                </a:lnTo>
                <a:lnTo>
                  <a:pt x="47951" y="270714"/>
                </a:lnTo>
                <a:lnTo>
                  <a:pt x="44791" y="279665"/>
                </a:lnTo>
                <a:lnTo>
                  <a:pt x="44892" y="279362"/>
                </a:lnTo>
                <a:lnTo>
                  <a:pt x="41959" y="288402"/>
                </a:lnTo>
                <a:lnTo>
                  <a:pt x="42059" y="288111"/>
                </a:lnTo>
                <a:lnTo>
                  <a:pt x="39341" y="297239"/>
                </a:lnTo>
                <a:lnTo>
                  <a:pt x="39428" y="296937"/>
                </a:lnTo>
                <a:lnTo>
                  <a:pt x="36923" y="306177"/>
                </a:lnTo>
                <a:lnTo>
                  <a:pt x="36999" y="305862"/>
                </a:lnTo>
                <a:lnTo>
                  <a:pt x="34732" y="315191"/>
                </a:lnTo>
                <a:lnTo>
                  <a:pt x="34796" y="314876"/>
                </a:lnTo>
                <a:lnTo>
                  <a:pt x="32756" y="324280"/>
                </a:lnTo>
                <a:lnTo>
                  <a:pt x="32819" y="323978"/>
                </a:lnTo>
                <a:lnTo>
                  <a:pt x="30994" y="333470"/>
                </a:lnTo>
                <a:lnTo>
                  <a:pt x="31058" y="333155"/>
                </a:lnTo>
                <a:lnTo>
                  <a:pt x="29471" y="342723"/>
                </a:lnTo>
                <a:lnTo>
                  <a:pt x="29520" y="342408"/>
                </a:lnTo>
                <a:lnTo>
                  <a:pt x="28160" y="352052"/>
                </a:lnTo>
                <a:lnTo>
                  <a:pt x="28212" y="351736"/>
                </a:lnTo>
                <a:lnTo>
                  <a:pt x="27092" y="361468"/>
                </a:lnTo>
                <a:lnTo>
                  <a:pt x="27129" y="361153"/>
                </a:lnTo>
                <a:lnTo>
                  <a:pt x="27003" y="362576"/>
                </a:lnTo>
                <a:lnTo>
                  <a:pt x="1926" y="360347"/>
                </a:lnTo>
                <a:moveTo>
                  <a:pt x="59772" y="189313"/>
                </a:moveTo>
                <a:lnTo>
                  <a:pt x="62957" y="184215"/>
                </a:lnTo>
                <a:lnTo>
                  <a:pt x="68257" y="176170"/>
                </a:lnTo>
                <a:lnTo>
                  <a:pt x="73732" y="168264"/>
                </a:lnTo>
                <a:lnTo>
                  <a:pt x="79399" y="160510"/>
                </a:lnTo>
                <a:lnTo>
                  <a:pt x="85239" y="152881"/>
                </a:lnTo>
                <a:lnTo>
                  <a:pt x="91257" y="145416"/>
                </a:lnTo>
                <a:lnTo>
                  <a:pt x="97451" y="138089"/>
                </a:lnTo>
                <a:lnTo>
                  <a:pt x="103808" y="130913"/>
                </a:lnTo>
                <a:lnTo>
                  <a:pt x="110343" y="123901"/>
                </a:lnTo>
                <a:lnTo>
                  <a:pt x="117039" y="117040"/>
                </a:lnTo>
                <a:lnTo>
                  <a:pt x="123900" y="110343"/>
                </a:lnTo>
                <a:lnTo>
                  <a:pt x="125386" y="108958"/>
                </a:lnTo>
                <a:lnTo>
                  <a:pt x="142545" y="127388"/>
                </a:lnTo>
                <a:lnTo>
                  <a:pt x="141161" y="128672"/>
                </a:lnTo>
                <a:lnTo>
                  <a:pt x="141386" y="128458"/>
                </a:lnTo>
                <a:lnTo>
                  <a:pt x="134740" y="134954"/>
                </a:lnTo>
                <a:lnTo>
                  <a:pt x="134955" y="134740"/>
                </a:lnTo>
                <a:lnTo>
                  <a:pt x="128457" y="141387"/>
                </a:lnTo>
                <a:lnTo>
                  <a:pt x="128672" y="141161"/>
                </a:lnTo>
                <a:lnTo>
                  <a:pt x="122340" y="147958"/>
                </a:lnTo>
                <a:lnTo>
                  <a:pt x="122540" y="147744"/>
                </a:lnTo>
                <a:lnTo>
                  <a:pt x="116384" y="154681"/>
                </a:lnTo>
                <a:lnTo>
                  <a:pt x="116574" y="154455"/>
                </a:lnTo>
                <a:lnTo>
                  <a:pt x="110581" y="161555"/>
                </a:lnTo>
                <a:lnTo>
                  <a:pt x="110771" y="161328"/>
                </a:lnTo>
                <a:lnTo>
                  <a:pt x="104941" y="168567"/>
                </a:lnTo>
                <a:lnTo>
                  <a:pt x="105131" y="168327"/>
                </a:lnTo>
                <a:lnTo>
                  <a:pt x="99464" y="175705"/>
                </a:lnTo>
                <a:lnTo>
                  <a:pt x="99642" y="175465"/>
                </a:lnTo>
                <a:lnTo>
                  <a:pt x="94165" y="182981"/>
                </a:lnTo>
                <a:lnTo>
                  <a:pt x="94341" y="182742"/>
                </a:lnTo>
                <a:lnTo>
                  <a:pt x="89029" y="190396"/>
                </a:lnTo>
                <a:lnTo>
                  <a:pt x="89205" y="190144"/>
                </a:lnTo>
                <a:lnTo>
                  <a:pt x="84069" y="197925"/>
                </a:lnTo>
                <a:lnTo>
                  <a:pt x="84233" y="197672"/>
                </a:lnTo>
                <a:lnTo>
                  <a:pt x="81135" y="202645"/>
                </a:lnTo>
                <a:lnTo>
                  <a:pt x="59772" y="189313"/>
                </a:lnTo>
                <a:moveTo>
                  <a:pt x="186896" y="61284"/>
                </a:moveTo>
                <a:lnTo>
                  <a:pt x="192385" y="57859"/>
                </a:lnTo>
                <a:lnTo>
                  <a:pt x="200693" y="52949"/>
                </a:lnTo>
                <a:lnTo>
                  <a:pt x="209115" y="48241"/>
                </a:lnTo>
                <a:lnTo>
                  <a:pt x="217677" y="43721"/>
                </a:lnTo>
                <a:lnTo>
                  <a:pt x="226350" y="39416"/>
                </a:lnTo>
                <a:lnTo>
                  <a:pt x="235150" y="35300"/>
                </a:lnTo>
                <a:lnTo>
                  <a:pt x="244049" y="31410"/>
                </a:lnTo>
                <a:lnTo>
                  <a:pt x="253076" y="27721"/>
                </a:lnTo>
                <a:lnTo>
                  <a:pt x="262203" y="24246"/>
                </a:lnTo>
                <a:lnTo>
                  <a:pt x="271443" y="20998"/>
                </a:lnTo>
                <a:lnTo>
                  <a:pt x="280772" y="17964"/>
                </a:lnTo>
                <a:lnTo>
                  <a:pt x="281162" y="17851"/>
                </a:lnTo>
                <a:lnTo>
                  <a:pt x="288350" y="41984"/>
                </a:lnTo>
                <a:lnTo>
                  <a:pt x="288111" y="42060"/>
                </a:lnTo>
                <a:lnTo>
                  <a:pt x="288400" y="41959"/>
                </a:lnTo>
                <a:lnTo>
                  <a:pt x="279362" y="44892"/>
                </a:lnTo>
                <a:lnTo>
                  <a:pt x="279664" y="44792"/>
                </a:lnTo>
                <a:lnTo>
                  <a:pt x="270713" y="47952"/>
                </a:lnTo>
                <a:lnTo>
                  <a:pt x="271003" y="47838"/>
                </a:lnTo>
                <a:lnTo>
                  <a:pt x="262166" y="51199"/>
                </a:lnTo>
                <a:lnTo>
                  <a:pt x="262455" y="51086"/>
                </a:lnTo>
                <a:lnTo>
                  <a:pt x="253717" y="54661"/>
                </a:lnTo>
                <a:lnTo>
                  <a:pt x="254008" y="54536"/>
                </a:lnTo>
                <a:lnTo>
                  <a:pt x="245384" y="58312"/>
                </a:lnTo>
                <a:lnTo>
                  <a:pt x="245661" y="58187"/>
                </a:lnTo>
                <a:lnTo>
                  <a:pt x="237138" y="62164"/>
                </a:lnTo>
                <a:lnTo>
                  <a:pt x="237415" y="62026"/>
                </a:lnTo>
                <a:lnTo>
                  <a:pt x="229019" y="66205"/>
                </a:lnTo>
                <a:lnTo>
                  <a:pt x="229283" y="66067"/>
                </a:lnTo>
                <a:lnTo>
                  <a:pt x="221000" y="70436"/>
                </a:lnTo>
                <a:lnTo>
                  <a:pt x="221277" y="70284"/>
                </a:lnTo>
                <a:lnTo>
                  <a:pt x="213107" y="74854"/>
                </a:lnTo>
                <a:lnTo>
                  <a:pt x="213372" y="74703"/>
                </a:lnTo>
                <a:lnTo>
                  <a:pt x="205326" y="79449"/>
                </a:lnTo>
                <a:lnTo>
                  <a:pt x="205591" y="79298"/>
                </a:lnTo>
                <a:lnTo>
                  <a:pt x="200228" y="82647"/>
                </a:lnTo>
                <a:lnTo>
                  <a:pt x="186896" y="61284"/>
                </a:lnTo>
                <a:moveTo>
                  <a:pt x="357201" y="2241"/>
                </a:moveTo>
                <a:lnTo>
                  <a:pt x="358761" y="2065"/>
                </a:lnTo>
                <a:lnTo>
                  <a:pt x="368869" y="1158"/>
                </a:lnTo>
                <a:lnTo>
                  <a:pt x="379054" y="516"/>
                </a:lnTo>
                <a:lnTo>
                  <a:pt x="389302" y="126"/>
                </a:lnTo>
                <a:lnTo>
                  <a:pt x="399524" y="0"/>
                </a:lnTo>
                <a:lnTo>
                  <a:pt x="459258" y="0"/>
                </a:lnTo>
                <a:lnTo>
                  <a:pt x="459258" y="25178"/>
                </a:lnTo>
                <a:lnTo>
                  <a:pt x="399600" y="25178"/>
                </a:lnTo>
                <a:lnTo>
                  <a:pt x="399763" y="25178"/>
                </a:lnTo>
                <a:lnTo>
                  <a:pt x="389767" y="25304"/>
                </a:lnTo>
                <a:lnTo>
                  <a:pt x="390096" y="25291"/>
                </a:lnTo>
                <a:lnTo>
                  <a:pt x="380161" y="25669"/>
                </a:lnTo>
                <a:lnTo>
                  <a:pt x="380477" y="25656"/>
                </a:lnTo>
                <a:lnTo>
                  <a:pt x="370620" y="26286"/>
                </a:lnTo>
                <a:lnTo>
                  <a:pt x="370934" y="26261"/>
                </a:lnTo>
                <a:lnTo>
                  <a:pt x="361140" y="27129"/>
                </a:lnTo>
                <a:lnTo>
                  <a:pt x="361468" y="27092"/>
                </a:lnTo>
                <a:lnTo>
                  <a:pt x="360057" y="27255"/>
                </a:lnTo>
                <a:lnTo>
                  <a:pt x="357201" y="2241"/>
                </a:lnTo>
                <a:moveTo>
                  <a:pt x="534793" y="0"/>
                </a:moveTo>
                <a:lnTo>
                  <a:pt x="635505" y="0"/>
                </a:lnTo>
                <a:lnTo>
                  <a:pt x="635505" y="25178"/>
                </a:lnTo>
                <a:lnTo>
                  <a:pt x="534793" y="25178"/>
                </a:lnTo>
                <a:lnTo>
                  <a:pt x="534793" y="0"/>
                </a:lnTo>
                <a:moveTo>
                  <a:pt x="711039" y="0"/>
                </a:moveTo>
                <a:lnTo>
                  <a:pt x="811751" y="0"/>
                </a:lnTo>
                <a:lnTo>
                  <a:pt x="811751" y="25178"/>
                </a:lnTo>
                <a:lnTo>
                  <a:pt x="711039" y="25178"/>
                </a:lnTo>
                <a:lnTo>
                  <a:pt x="711039" y="0"/>
                </a:lnTo>
                <a:moveTo>
                  <a:pt x="887285" y="0"/>
                </a:moveTo>
                <a:lnTo>
                  <a:pt x="987997" y="0"/>
                </a:lnTo>
                <a:lnTo>
                  <a:pt x="987997" y="25178"/>
                </a:lnTo>
                <a:lnTo>
                  <a:pt x="887285" y="25178"/>
                </a:lnTo>
                <a:lnTo>
                  <a:pt x="887285" y="0"/>
                </a:lnTo>
                <a:moveTo>
                  <a:pt x="1063532" y="0"/>
                </a:moveTo>
                <a:lnTo>
                  <a:pt x="1164244" y="0"/>
                </a:lnTo>
                <a:lnTo>
                  <a:pt x="1164244" y="25178"/>
                </a:lnTo>
                <a:lnTo>
                  <a:pt x="1063532" y="25178"/>
                </a:lnTo>
                <a:lnTo>
                  <a:pt x="1063532" y="0"/>
                </a:lnTo>
                <a:moveTo>
                  <a:pt x="1239776" y="0"/>
                </a:moveTo>
                <a:lnTo>
                  <a:pt x="1340488" y="0"/>
                </a:lnTo>
                <a:lnTo>
                  <a:pt x="1340488" y="25178"/>
                </a:lnTo>
                <a:lnTo>
                  <a:pt x="1239776" y="25178"/>
                </a:lnTo>
                <a:lnTo>
                  <a:pt x="1239776" y="0"/>
                </a:lnTo>
                <a:moveTo>
                  <a:pt x="1416023" y="0"/>
                </a:moveTo>
                <a:lnTo>
                  <a:pt x="1516735" y="0"/>
                </a:lnTo>
                <a:lnTo>
                  <a:pt x="1516735" y="25178"/>
                </a:lnTo>
                <a:lnTo>
                  <a:pt x="1416023" y="25178"/>
                </a:lnTo>
                <a:lnTo>
                  <a:pt x="1416023" y="0"/>
                </a:lnTo>
                <a:moveTo>
                  <a:pt x="1592269" y="0"/>
                </a:moveTo>
                <a:lnTo>
                  <a:pt x="1692981" y="0"/>
                </a:lnTo>
                <a:lnTo>
                  <a:pt x="1692981" y="25178"/>
                </a:lnTo>
                <a:lnTo>
                  <a:pt x="1592269" y="25178"/>
                </a:lnTo>
                <a:lnTo>
                  <a:pt x="1592269" y="0"/>
                </a:lnTo>
                <a:moveTo>
                  <a:pt x="1768515" y="0"/>
                </a:moveTo>
                <a:lnTo>
                  <a:pt x="1869227" y="0"/>
                </a:lnTo>
                <a:lnTo>
                  <a:pt x="1869227" y="25178"/>
                </a:lnTo>
                <a:lnTo>
                  <a:pt x="1768515" y="25178"/>
                </a:lnTo>
                <a:lnTo>
                  <a:pt x="1768515" y="0"/>
                </a:lnTo>
                <a:moveTo>
                  <a:pt x="1944762" y="0"/>
                </a:moveTo>
                <a:lnTo>
                  <a:pt x="2045474" y="0"/>
                </a:lnTo>
                <a:lnTo>
                  <a:pt x="2045474" y="25178"/>
                </a:lnTo>
                <a:lnTo>
                  <a:pt x="1944762" y="25178"/>
                </a:lnTo>
                <a:lnTo>
                  <a:pt x="1944762" y="0"/>
                </a:lnTo>
                <a:moveTo>
                  <a:pt x="2121008" y="0"/>
                </a:moveTo>
                <a:lnTo>
                  <a:pt x="2221718" y="0"/>
                </a:lnTo>
                <a:lnTo>
                  <a:pt x="2221718" y="25178"/>
                </a:lnTo>
                <a:lnTo>
                  <a:pt x="2121008" y="25178"/>
                </a:lnTo>
                <a:lnTo>
                  <a:pt x="2121008" y="0"/>
                </a:lnTo>
                <a:moveTo>
                  <a:pt x="2298852" y="3575"/>
                </a:moveTo>
                <a:lnTo>
                  <a:pt x="2306178" y="4608"/>
                </a:lnTo>
                <a:lnTo>
                  <a:pt x="2316061" y="6244"/>
                </a:lnTo>
                <a:lnTo>
                  <a:pt x="2325867" y="8120"/>
                </a:lnTo>
                <a:lnTo>
                  <a:pt x="2335574" y="10235"/>
                </a:lnTo>
                <a:lnTo>
                  <a:pt x="2345205" y="12577"/>
                </a:lnTo>
                <a:lnTo>
                  <a:pt x="2354734" y="15157"/>
                </a:lnTo>
                <a:lnTo>
                  <a:pt x="2364164" y="17964"/>
                </a:lnTo>
                <a:lnTo>
                  <a:pt x="2373506" y="20998"/>
                </a:lnTo>
                <a:lnTo>
                  <a:pt x="2382746" y="24246"/>
                </a:lnTo>
                <a:lnTo>
                  <a:pt x="2391872" y="27721"/>
                </a:lnTo>
                <a:lnTo>
                  <a:pt x="2398820" y="30553"/>
                </a:lnTo>
                <a:lnTo>
                  <a:pt x="2389291" y="53868"/>
                </a:lnTo>
                <a:lnTo>
                  <a:pt x="2382494" y="51086"/>
                </a:lnTo>
                <a:lnTo>
                  <a:pt x="2382783" y="51199"/>
                </a:lnTo>
                <a:lnTo>
                  <a:pt x="2373946" y="47838"/>
                </a:lnTo>
                <a:lnTo>
                  <a:pt x="2374235" y="47952"/>
                </a:lnTo>
                <a:lnTo>
                  <a:pt x="2365285" y="44792"/>
                </a:lnTo>
                <a:lnTo>
                  <a:pt x="2365586" y="44892"/>
                </a:lnTo>
                <a:lnTo>
                  <a:pt x="2356547" y="41959"/>
                </a:lnTo>
                <a:lnTo>
                  <a:pt x="2356836" y="42060"/>
                </a:lnTo>
                <a:lnTo>
                  <a:pt x="2347710" y="39341"/>
                </a:lnTo>
                <a:lnTo>
                  <a:pt x="2348012" y="39429"/>
                </a:lnTo>
                <a:lnTo>
                  <a:pt x="2338772" y="36924"/>
                </a:lnTo>
                <a:lnTo>
                  <a:pt x="2339086" y="36999"/>
                </a:lnTo>
                <a:lnTo>
                  <a:pt x="2329757" y="34733"/>
                </a:lnTo>
                <a:lnTo>
                  <a:pt x="2330073" y="34796"/>
                </a:lnTo>
                <a:lnTo>
                  <a:pt x="2320668" y="32756"/>
                </a:lnTo>
                <a:lnTo>
                  <a:pt x="2320971" y="32820"/>
                </a:lnTo>
                <a:lnTo>
                  <a:pt x="2311479" y="30994"/>
                </a:lnTo>
                <a:lnTo>
                  <a:pt x="2311793" y="31057"/>
                </a:lnTo>
                <a:lnTo>
                  <a:pt x="2302227" y="29471"/>
                </a:lnTo>
                <a:lnTo>
                  <a:pt x="2302541" y="29521"/>
                </a:lnTo>
                <a:lnTo>
                  <a:pt x="2295364" y="28514"/>
                </a:lnTo>
                <a:lnTo>
                  <a:pt x="2298852" y="3575"/>
                </a:lnTo>
                <a:moveTo>
                  <a:pt x="2467419" y="67364"/>
                </a:moveTo>
                <a:lnTo>
                  <a:pt x="2468779" y="68257"/>
                </a:lnTo>
                <a:lnTo>
                  <a:pt x="2476685" y="73734"/>
                </a:lnTo>
                <a:lnTo>
                  <a:pt x="2484440" y="79399"/>
                </a:lnTo>
                <a:lnTo>
                  <a:pt x="2492055" y="85240"/>
                </a:lnTo>
                <a:lnTo>
                  <a:pt x="2499533" y="91257"/>
                </a:lnTo>
                <a:lnTo>
                  <a:pt x="2506861" y="97451"/>
                </a:lnTo>
                <a:lnTo>
                  <a:pt x="2514036" y="103809"/>
                </a:lnTo>
                <a:lnTo>
                  <a:pt x="2521048" y="110343"/>
                </a:lnTo>
                <a:lnTo>
                  <a:pt x="2527910" y="117040"/>
                </a:lnTo>
                <a:lnTo>
                  <a:pt x="2534606" y="123901"/>
                </a:lnTo>
                <a:lnTo>
                  <a:pt x="2541140" y="130913"/>
                </a:lnTo>
                <a:lnTo>
                  <a:pt x="2545420" y="135747"/>
                </a:lnTo>
                <a:lnTo>
                  <a:pt x="2526587" y="152453"/>
                </a:lnTo>
                <a:lnTo>
                  <a:pt x="2522408" y="147744"/>
                </a:lnTo>
                <a:lnTo>
                  <a:pt x="2522609" y="147958"/>
                </a:lnTo>
                <a:lnTo>
                  <a:pt x="2516276" y="141161"/>
                </a:lnTo>
                <a:lnTo>
                  <a:pt x="2516491" y="141387"/>
                </a:lnTo>
                <a:lnTo>
                  <a:pt x="2509996" y="134740"/>
                </a:lnTo>
                <a:lnTo>
                  <a:pt x="2510209" y="134954"/>
                </a:lnTo>
                <a:lnTo>
                  <a:pt x="2503561" y="128458"/>
                </a:lnTo>
                <a:lnTo>
                  <a:pt x="2503788" y="128672"/>
                </a:lnTo>
                <a:lnTo>
                  <a:pt x="2496990" y="122340"/>
                </a:lnTo>
                <a:lnTo>
                  <a:pt x="2497203" y="122541"/>
                </a:lnTo>
                <a:lnTo>
                  <a:pt x="2490268" y="116385"/>
                </a:lnTo>
                <a:lnTo>
                  <a:pt x="2490495" y="116574"/>
                </a:lnTo>
                <a:lnTo>
                  <a:pt x="2483394" y="110582"/>
                </a:lnTo>
                <a:lnTo>
                  <a:pt x="2483619" y="110771"/>
                </a:lnTo>
                <a:lnTo>
                  <a:pt x="2476382" y="104942"/>
                </a:lnTo>
                <a:lnTo>
                  <a:pt x="2476621" y="105118"/>
                </a:lnTo>
                <a:lnTo>
                  <a:pt x="2469244" y="99466"/>
                </a:lnTo>
                <a:lnTo>
                  <a:pt x="2469483" y="99642"/>
                </a:lnTo>
                <a:lnTo>
                  <a:pt x="2461967" y="94166"/>
                </a:lnTo>
                <a:lnTo>
                  <a:pt x="2462207" y="94342"/>
                </a:lnTo>
                <a:lnTo>
                  <a:pt x="2454552" y="89029"/>
                </a:lnTo>
                <a:lnTo>
                  <a:pt x="2454804" y="89206"/>
                </a:lnTo>
                <a:lnTo>
                  <a:pt x="2453583" y="88387"/>
                </a:lnTo>
                <a:lnTo>
                  <a:pt x="2467419" y="67364"/>
                </a:lnTo>
                <a:moveTo>
                  <a:pt x="2590930" y="198881"/>
                </a:moveTo>
                <a:lnTo>
                  <a:pt x="2591999" y="200694"/>
                </a:lnTo>
                <a:lnTo>
                  <a:pt x="2596707" y="209116"/>
                </a:lnTo>
                <a:lnTo>
                  <a:pt x="2601226" y="217677"/>
                </a:lnTo>
                <a:lnTo>
                  <a:pt x="2605533" y="226350"/>
                </a:lnTo>
                <a:lnTo>
                  <a:pt x="2609648" y="235150"/>
                </a:lnTo>
                <a:lnTo>
                  <a:pt x="2613539" y="244050"/>
                </a:lnTo>
                <a:lnTo>
                  <a:pt x="2617228" y="253076"/>
                </a:lnTo>
                <a:lnTo>
                  <a:pt x="2620702" y="262204"/>
                </a:lnTo>
                <a:lnTo>
                  <a:pt x="2623951" y="271444"/>
                </a:lnTo>
                <a:lnTo>
                  <a:pt x="2626985" y="280773"/>
                </a:lnTo>
                <a:lnTo>
                  <a:pt x="2629792" y="290214"/>
                </a:lnTo>
                <a:lnTo>
                  <a:pt x="2630988" y="294646"/>
                </a:lnTo>
                <a:lnTo>
                  <a:pt x="2606678" y="301217"/>
                </a:lnTo>
                <a:lnTo>
                  <a:pt x="2605519" y="296937"/>
                </a:lnTo>
                <a:lnTo>
                  <a:pt x="2605608" y="297239"/>
                </a:lnTo>
                <a:lnTo>
                  <a:pt x="2602888" y="288111"/>
                </a:lnTo>
                <a:lnTo>
                  <a:pt x="2602989" y="288402"/>
                </a:lnTo>
                <a:lnTo>
                  <a:pt x="2600057" y="279362"/>
                </a:lnTo>
                <a:lnTo>
                  <a:pt x="2600158" y="279665"/>
                </a:lnTo>
                <a:lnTo>
                  <a:pt x="2596996" y="270714"/>
                </a:lnTo>
                <a:lnTo>
                  <a:pt x="2597110" y="271004"/>
                </a:lnTo>
                <a:lnTo>
                  <a:pt x="2593749" y="262166"/>
                </a:lnTo>
                <a:lnTo>
                  <a:pt x="2593863" y="262455"/>
                </a:lnTo>
                <a:lnTo>
                  <a:pt x="2590288" y="253719"/>
                </a:lnTo>
                <a:lnTo>
                  <a:pt x="2590414" y="254008"/>
                </a:lnTo>
                <a:lnTo>
                  <a:pt x="2586636" y="245372"/>
                </a:lnTo>
                <a:lnTo>
                  <a:pt x="2586762" y="245662"/>
                </a:lnTo>
                <a:lnTo>
                  <a:pt x="2582785" y="237139"/>
                </a:lnTo>
                <a:lnTo>
                  <a:pt x="2582924" y="237416"/>
                </a:lnTo>
                <a:lnTo>
                  <a:pt x="2578743" y="229019"/>
                </a:lnTo>
                <a:lnTo>
                  <a:pt x="2578882" y="229283"/>
                </a:lnTo>
                <a:lnTo>
                  <a:pt x="2574515" y="221000"/>
                </a:lnTo>
                <a:lnTo>
                  <a:pt x="2574664" y="221277"/>
                </a:lnTo>
                <a:lnTo>
                  <a:pt x="2570094" y="213106"/>
                </a:lnTo>
                <a:lnTo>
                  <a:pt x="2570245" y="213371"/>
                </a:lnTo>
                <a:lnTo>
                  <a:pt x="2569251" y="211684"/>
                </a:lnTo>
                <a:lnTo>
                  <a:pt x="2590930" y="198881"/>
                </a:lnTo>
                <a:moveTo>
                  <a:pt x="2643954" y="371489"/>
                </a:moveTo>
                <a:lnTo>
                  <a:pt x="2644432" y="379055"/>
                </a:lnTo>
                <a:lnTo>
                  <a:pt x="2644822" y="389290"/>
                </a:lnTo>
                <a:lnTo>
                  <a:pt x="2644949" y="399525"/>
                </a:lnTo>
                <a:lnTo>
                  <a:pt x="2644949" y="472981"/>
                </a:lnTo>
                <a:lnTo>
                  <a:pt x="2619770" y="472981"/>
                </a:lnTo>
                <a:lnTo>
                  <a:pt x="2619770" y="399600"/>
                </a:lnTo>
                <a:lnTo>
                  <a:pt x="2619770" y="399763"/>
                </a:lnTo>
                <a:lnTo>
                  <a:pt x="2619644" y="389768"/>
                </a:lnTo>
                <a:lnTo>
                  <a:pt x="2619657" y="390096"/>
                </a:lnTo>
                <a:lnTo>
                  <a:pt x="2619279" y="380163"/>
                </a:lnTo>
                <a:lnTo>
                  <a:pt x="2619293" y="380490"/>
                </a:lnTo>
                <a:lnTo>
                  <a:pt x="2618826" y="373088"/>
                </a:lnTo>
                <a:lnTo>
                  <a:pt x="2643954" y="371489"/>
                </a:lnTo>
                <a:moveTo>
                  <a:pt x="2644949" y="548515"/>
                </a:moveTo>
                <a:lnTo>
                  <a:pt x="2644949" y="649227"/>
                </a:lnTo>
                <a:lnTo>
                  <a:pt x="2619770" y="649227"/>
                </a:lnTo>
                <a:lnTo>
                  <a:pt x="2619770" y="548515"/>
                </a:lnTo>
                <a:lnTo>
                  <a:pt x="2644949" y="548515"/>
                </a:lnTo>
                <a:moveTo>
                  <a:pt x="2644949" y="724761"/>
                </a:moveTo>
                <a:lnTo>
                  <a:pt x="2644949" y="825473"/>
                </a:lnTo>
                <a:lnTo>
                  <a:pt x="2619770" y="825473"/>
                </a:lnTo>
                <a:lnTo>
                  <a:pt x="2619770" y="724761"/>
                </a:lnTo>
                <a:lnTo>
                  <a:pt x="2644949" y="724761"/>
                </a:lnTo>
                <a:moveTo>
                  <a:pt x="2644949" y="901007"/>
                </a:moveTo>
                <a:lnTo>
                  <a:pt x="2644949" y="1001719"/>
                </a:lnTo>
                <a:lnTo>
                  <a:pt x="2619770" y="1001719"/>
                </a:lnTo>
                <a:lnTo>
                  <a:pt x="2619770" y="901007"/>
                </a:lnTo>
                <a:lnTo>
                  <a:pt x="2644949" y="901007"/>
                </a:lnTo>
                <a:moveTo>
                  <a:pt x="2644949" y="1077253"/>
                </a:moveTo>
                <a:lnTo>
                  <a:pt x="2644949" y="1177965"/>
                </a:lnTo>
                <a:lnTo>
                  <a:pt x="2619770" y="1177965"/>
                </a:lnTo>
                <a:lnTo>
                  <a:pt x="2619770" y="1077253"/>
                </a:lnTo>
                <a:lnTo>
                  <a:pt x="2644949" y="1077253"/>
                </a:lnTo>
                <a:moveTo>
                  <a:pt x="2644949" y="1253500"/>
                </a:moveTo>
                <a:lnTo>
                  <a:pt x="2644949" y="1354211"/>
                </a:lnTo>
                <a:lnTo>
                  <a:pt x="2619770" y="1354211"/>
                </a:lnTo>
                <a:lnTo>
                  <a:pt x="2619770" y="1253500"/>
                </a:lnTo>
                <a:lnTo>
                  <a:pt x="2644949" y="1253500"/>
                </a:lnTo>
                <a:moveTo>
                  <a:pt x="2644949" y="1429745"/>
                </a:moveTo>
                <a:lnTo>
                  <a:pt x="2644949" y="1530457"/>
                </a:lnTo>
                <a:lnTo>
                  <a:pt x="2619770" y="1530457"/>
                </a:lnTo>
                <a:lnTo>
                  <a:pt x="2619770" y="1429745"/>
                </a:lnTo>
                <a:lnTo>
                  <a:pt x="2644949" y="1429745"/>
                </a:lnTo>
                <a:moveTo>
                  <a:pt x="2644949" y="1605991"/>
                </a:moveTo>
                <a:lnTo>
                  <a:pt x="2644949" y="1706703"/>
                </a:lnTo>
                <a:lnTo>
                  <a:pt x="2619770" y="1706703"/>
                </a:lnTo>
                <a:lnTo>
                  <a:pt x="2619770" y="1605991"/>
                </a:lnTo>
                <a:lnTo>
                  <a:pt x="2644949" y="1605991"/>
                </a:lnTo>
                <a:moveTo>
                  <a:pt x="2644949" y="1782237"/>
                </a:moveTo>
                <a:lnTo>
                  <a:pt x="2644949" y="1882949"/>
                </a:lnTo>
                <a:lnTo>
                  <a:pt x="2619770" y="1882949"/>
                </a:lnTo>
                <a:lnTo>
                  <a:pt x="2619770" y="1782237"/>
                </a:lnTo>
                <a:lnTo>
                  <a:pt x="2644949" y="1782237"/>
                </a:lnTo>
                <a:moveTo>
                  <a:pt x="2644785" y="1958949"/>
                </a:moveTo>
                <a:lnTo>
                  <a:pt x="2644432" y="1968164"/>
                </a:lnTo>
                <a:lnTo>
                  <a:pt x="2643779" y="1978349"/>
                </a:lnTo>
                <a:lnTo>
                  <a:pt x="2642884" y="1988458"/>
                </a:lnTo>
                <a:lnTo>
                  <a:pt x="2641739" y="1998491"/>
                </a:lnTo>
                <a:lnTo>
                  <a:pt x="2640342" y="2008449"/>
                </a:lnTo>
                <a:lnTo>
                  <a:pt x="2638705" y="2018331"/>
                </a:lnTo>
                <a:lnTo>
                  <a:pt x="2636829" y="2028139"/>
                </a:lnTo>
                <a:lnTo>
                  <a:pt x="2634714" y="2037845"/>
                </a:lnTo>
                <a:lnTo>
                  <a:pt x="2632373" y="2047475"/>
                </a:lnTo>
                <a:lnTo>
                  <a:pt x="2629792" y="2057005"/>
                </a:lnTo>
                <a:lnTo>
                  <a:pt x="2628521" y="2061248"/>
                </a:lnTo>
                <a:lnTo>
                  <a:pt x="2604386" y="2054072"/>
                </a:lnTo>
                <a:lnTo>
                  <a:pt x="2605608" y="2049980"/>
                </a:lnTo>
                <a:lnTo>
                  <a:pt x="2605519" y="2050282"/>
                </a:lnTo>
                <a:lnTo>
                  <a:pt x="2608026" y="2041042"/>
                </a:lnTo>
                <a:lnTo>
                  <a:pt x="2607951" y="2041357"/>
                </a:lnTo>
                <a:lnTo>
                  <a:pt x="2610216" y="2032029"/>
                </a:lnTo>
                <a:lnTo>
                  <a:pt x="2610152" y="2032343"/>
                </a:lnTo>
                <a:lnTo>
                  <a:pt x="2612192" y="2022939"/>
                </a:lnTo>
                <a:lnTo>
                  <a:pt x="2612128" y="2023241"/>
                </a:lnTo>
                <a:lnTo>
                  <a:pt x="2613955" y="2013749"/>
                </a:lnTo>
                <a:lnTo>
                  <a:pt x="2613891" y="2014064"/>
                </a:lnTo>
                <a:lnTo>
                  <a:pt x="2615478" y="2004496"/>
                </a:lnTo>
                <a:lnTo>
                  <a:pt x="2615428" y="2004811"/>
                </a:lnTo>
                <a:lnTo>
                  <a:pt x="2616786" y="1995168"/>
                </a:lnTo>
                <a:lnTo>
                  <a:pt x="2616737" y="1995482"/>
                </a:lnTo>
                <a:lnTo>
                  <a:pt x="2617859" y="1985751"/>
                </a:lnTo>
                <a:lnTo>
                  <a:pt x="2617820" y="1986066"/>
                </a:lnTo>
                <a:lnTo>
                  <a:pt x="2618688" y="1976284"/>
                </a:lnTo>
                <a:lnTo>
                  <a:pt x="2618663" y="1976599"/>
                </a:lnTo>
                <a:lnTo>
                  <a:pt x="2619293" y="1966729"/>
                </a:lnTo>
                <a:lnTo>
                  <a:pt x="2619279" y="1967057"/>
                </a:lnTo>
                <a:lnTo>
                  <a:pt x="2619620" y="1957992"/>
                </a:lnTo>
                <a:lnTo>
                  <a:pt x="2644785" y="1958949"/>
                </a:lnTo>
                <a:moveTo>
                  <a:pt x="2599201" y="2133395"/>
                </a:moveTo>
                <a:lnTo>
                  <a:pt x="2596707" y="2138103"/>
                </a:lnTo>
                <a:lnTo>
                  <a:pt x="2591999" y="2146525"/>
                </a:lnTo>
                <a:lnTo>
                  <a:pt x="2587089" y="2154834"/>
                </a:lnTo>
                <a:lnTo>
                  <a:pt x="2581992" y="2163004"/>
                </a:lnTo>
                <a:lnTo>
                  <a:pt x="2576691" y="2171049"/>
                </a:lnTo>
                <a:lnTo>
                  <a:pt x="2571214" y="2178954"/>
                </a:lnTo>
                <a:lnTo>
                  <a:pt x="2565562" y="2186710"/>
                </a:lnTo>
                <a:lnTo>
                  <a:pt x="2559709" y="2194339"/>
                </a:lnTo>
                <a:lnTo>
                  <a:pt x="2553691" y="2201803"/>
                </a:lnTo>
                <a:lnTo>
                  <a:pt x="2547497" y="2209130"/>
                </a:lnTo>
                <a:lnTo>
                  <a:pt x="2541140" y="2216306"/>
                </a:lnTo>
                <a:lnTo>
                  <a:pt x="2539402" y="2218170"/>
                </a:lnTo>
                <a:lnTo>
                  <a:pt x="2520972" y="2201011"/>
                </a:lnTo>
                <a:lnTo>
                  <a:pt x="2522609" y="2199261"/>
                </a:lnTo>
                <a:lnTo>
                  <a:pt x="2522408" y="2199475"/>
                </a:lnTo>
                <a:lnTo>
                  <a:pt x="2528565" y="2192538"/>
                </a:lnTo>
                <a:lnTo>
                  <a:pt x="2528375" y="2192765"/>
                </a:lnTo>
                <a:lnTo>
                  <a:pt x="2534366" y="2185665"/>
                </a:lnTo>
                <a:lnTo>
                  <a:pt x="2534178" y="2185891"/>
                </a:lnTo>
                <a:lnTo>
                  <a:pt x="2540006" y="2178653"/>
                </a:lnTo>
                <a:lnTo>
                  <a:pt x="2539818" y="2178891"/>
                </a:lnTo>
                <a:lnTo>
                  <a:pt x="2545483" y="2171514"/>
                </a:lnTo>
                <a:lnTo>
                  <a:pt x="2545307" y="2171754"/>
                </a:lnTo>
                <a:lnTo>
                  <a:pt x="2550783" y="2164238"/>
                </a:lnTo>
                <a:lnTo>
                  <a:pt x="2550608" y="2164477"/>
                </a:lnTo>
                <a:lnTo>
                  <a:pt x="2555919" y="2156823"/>
                </a:lnTo>
                <a:lnTo>
                  <a:pt x="2555743" y="2157075"/>
                </a:lnTo>
                <a:lnTo>
                  <a:pt x="2560879" y="2149295"/>
                </a:lnTo>
                <a:lnTo>
                  <a:pt x="2560703" y="2149546"/>
                </a:lnTo>
                <a:lnTo>
                  <a:pt x="2565649" y="2141628"/>
                </a:lnTo>
                <a:lnTo>
                  <a:pt x="2565500" y="2141893"/>
                </a:lnTo>
                <a:lnTo>
                  <a:pt x="2570245" y="2133849"/>
                </a:lnTo>
                <a:lnTo>
                  <a:pt x="2570094" y="2134113"/>
                </a:lnTo>
                <a:lnTo>
                  <a:pt x="2574664" y="2125942"/>
                </a:lnTo>
                <a:lnTo>
                  <a:pt x="2574515" y="2126219"/>
                </a:lnTo>
                <a:lnTo>
                  <a:pt x="2576929" y="2121637"/>
                </a:lnTo>
                <a:lnTo>
                  <a:pt x="2599201" y="2133395"/>
                </a:lnTo>
                <a:moveTo>
                  <a:pt x="2481406" y="2270049"/>
                </a:moveTo>
                <a:lnTo>
                  <a:pt x="2476685" y="2273485"/>
                </a:lnTo>
                <a:lnTo>
                  <a:pt x="2468779" y="2278961"/>
                </a:lnTo>
                <a:lnTo>
                  <a:pt x="2460733" y="2284262"/>
                </a:lnTo>
                <a:lnTo>
                  <a:pt x="2452564" y="2289360"/>
                </a:lnTo>
                <a:lnTo>
                  <a:pt x="2444256" y="2294270"/>
                </a:lnTo>
                <a:lnTo>
                  <a:pt x="2435832" y="2298978"/>
                </a:lnTo>
                <a:lnTo>
                  <a:pt x="2427272" y="2303498"/>
                </a:lnTo>
                <a:lnTo>
                  <a:pt x="2418598" y="2307803"/>
                </a:lnTo>
                <a:lnTo>
                  <a:pt x="2409798" y="2311920"/>
                </a:lnTo>
                <a:lnTo>
                  <a:pt x="2400897" y="2315809"/>
                </a:lnTo>
                <a:lnTo>
                  <a:pt x="2391872" y="2319498"/>
                </a:lnTo>
                <a:lnTo>
                  <a:pt x="2390463" y="2320027"/>
                </a:lnTo>
                <a:lnTo>
                  <a:pt x="2381512" y="2296498"/>
                </a:lnTo>
                <a:lnTo>
                  <a:pt x="2382783" y="2296020"/>
                </a:lnTo>
                <a:lnTo>
                  <a:pt x="2382494" y="2296133"/>
                </a:lnTo>
                <a:lnTo>
                  <a:pt x="2391229" y="2292558"/>
                </a:lnTo>
                <a:lnTo>
                  <a:pt x="2390940" y="2292684"/>
                </a:lnTo>
                <a:lnTo>
                  <a:pt x="2399564" y="2288907"/>
                </a:lnTo>
                <a:lnTo>
                  <a:pt x="2399287" y="2289033"/>
                </a:lnTo>
                <a:lnTo>
                  <a:pt x="2407810" y="2285055"/>
                </a:lnTo>
                <a:lnTo>
                  <a:pt x="2407533" y="2285193"/>
                </a:lnTo>
                <a:lnTo>
                  <a:pt x="2415930" y="2281014"/>
                </a:lnTo>
                <a:lnTo>
                  <a:pt x="2415665" y="2281152"/>
                </a:lnTo>
                <a:lnTo>
                  <a:pt x="2423949" y="2276784"/>
                </a:lnTo>
                <a:lnTo>
                  <a:pt x="2423672" y="2276935"/>
                </a:lnTo>
                <a:lnTo>
                  <a:pt x="2431843" y="2272365"/>
                </a:lnTo>
                <a:lnTo>
                  <a:pt x="2431579" y="2272516"/>
                </a:lnTo>
                <a:lnTo>
                  <a:pt x="2439622" y="2267758"/>
                </a:lnTo>
                <a:lnTo>
                  <a:pt x="2439358" y="2267921"/>
                </a:lnTo>
                <a:lnTo>
                  <a:pt x="2447277" y="2262986"/>
                </a:lnTo>
                <a:lnTo>
                  <a:pt x="2447025" y="2263150"/>
                </a:lnTo>
                <a:lnTo>
                  <a:pt x="2454804" y="2258013"/>
                </a:lnTo>
                <a:lnTo>
                  <a:pt x="2454552" y="2258190"/>
                </a:lnTo>
                <a:lnTo>
                  <a:pt x="2462207" y="2252877"/>
                </a:lnTo>
                <a:lnTo>
                  <a:pt x="2461967" y="2253054"/>
                </a:lnTo>
                <a:lnTo>
                  <a:pt x="2466563" y="2249705"/>
                </a:lnTo>
                <a:lnTo>
                  <a:pt x="2481406" y="2270049"/>
                </a:lnTo>
                <a:moveTo>
                  <a:pt x="2315445" y="2341076"/>
                </a:moveTo>
                <a:lnTo>
                  <a:pt x="2306178" y="2342612"/>
                </a:lnTo>
                <a:lnTo>
                  <a:pt x="2296221" y="2344009"/>
                </a:lnTo>
                <a:lnTo>
                  <a:pt x="2286188" y="2345154"/>
                </a:lnTo>
                <a:lnTo>
                  <a:pt x="2276078" y="2346061"/>
                </a:lnTo>
                <a:lnTo>
                  <a:pt x="2265893" y="2346703"/>
                </a:lnTo>
                <a:lnTo>
                  <a:pt x="2255659" y="2347093"/>
                </a:lnTo>
                <a:lnTo>
                  <a:pt x="2245425" y="2347219"/>
                </a:lnTo>
                <a:lnTo>
                  <a:pt x="2213020" y="2347219"/>
                </a:lnTo>
                <a:lnTo>
                  <a:pt x="2213020" y="2322041"/>
                </a:lnTo>
                <a:lnTo>
                  <a:pt x="2245348" y="2322041"/>
                </a:lnTo>
                <a:lnTo>
                  <a:pt x="2245185" y="2322041"/>
                </a:lnTo>
                <a:lnTo>
                  <a:pt x="2255181" y="2321915"/>
                </a:lnTo>
                <a:lnTo>
                  <a:pt x="2254853" y="2321928"/>
                </a:lnTo>
                <a:lnTo>
                  <a:pt x="2264787" y="2321550"/>
                </a:lnTo>
                <a:lnTo>
                  <a:pt x="2264459" y="2321563"/>
                </a:lnTo>
                <a:lnTo>
                  <a:pt x="2274329" y="2320934"/>
                </a:lnTo>
                <a:lnTo>
                  <a:pt x="2274013" y="2320958"/>
                </a:lnTo>
                <a:lnTo>
                  <a:pt x="2283794" y="2320090"/>
                </a:lnTo>
                <a:lnTo>
                  <a:pt x="2283480" y="2320128"/>
                </a:lnTo>
                <a:lnTo>
                  <a:pt x="2293212" y="2319007"/>
                </a:lnTo>
                <a:lnTo>
                  <a:pt x="2292898" y="2319058"/>
                </a:lnTo>
                <a:lnTo>
                  <a:pt x="2302541" y="2317698"/>
                </a:lnTo>
                <a:lnTo>
                  <a:pt x="2302227" y="2317748"/>
                </a:lnTo>
                <a:lnTo>
                  <a:pt x="2311328" y="2316238"/>
                </a:lnTo>
                <a:lnTo>
                  <a:pt x="2315445" y="2341076"/>
                </a:lnTo>
                <a:moveTo>
                  <a:pt x="2137486" y="2347219"/>
                </a:moveTo>
                <a:lnTo>
                  <a:pt x="2036775" y="2347219"/>
                </a:lnTo>
                <a:lnTo>
                  <a:pt x="2036775" y="2322041"/>
                </a:lnTo>
                <a:lnTo>
                  <a:pt x="2137486" y="2322041"/>
                </a:lnTo>
                <a:lnTo>
                  <a:pt x="2137486" y="2347219"/>
                </a:lnTo>
                <a:moveTo>
                  <a:pt x="1961241" y="2347219"/>
                </a:moveTo>
                <a:lnTo>
                  <a:pt x="1860529" y="2347219"/>
                </a:lnTo>
                <a:lnTo>
                  <a:pt x="1860529" y="2322041"/>
                </a:lnTo>
                <a:lnTo>
                  <a:pt x="1961241" y="2322041"/>
                </a:lnTo>
                <a:lnTo>
                  <a:pt x="1961241" y="2347219"/>
                </a:lnTo>
                <a:moveTo>
                  <a:pt x="1784995" y="2347219"/>
                </a:moveTo>
                <a:lnTo>
                  <a:pt x="1684282" y="2347219"/>
                </a:lnTo>
                <a:lnTo>
                  <a:pt x="1684282" y="2322041"/>
                </a:lnTo>
                <a:lnTo>
                  <a:pt x="1784995" y="2322041"/>
                </a:lnTo>
                <a:lnTo>
                  <a:pt x="1784995" y="2347219"/>
                </a:lnTo>
                <a:moveTo>
                  <a:pt x="1608748" y="2347219"/>
                </a:moveTo>
                <a:lnTo>
                  <a:pt x="1508036" y="2347219"/>
                </a:lnTo>
                <a:lnTo>
                  <a:pt x="1508036" y="2322041"/>
                </a:lnTo>
                <a:lnTo>
                  <a:pt x="1608748" y="2322041"/>
                </a:lnTo>
                <a:lnTo>
                  <a:pt x="1608748" y="2347219"/>
                </a:lnTo>
                <a:moveTo>
                  <a:pt x="1432502" y="2347219"/>
                </a:moveTo>
                <a:lnTo>
                  <a:pt x="1331790" y="2347219"/>
                </a:lnTo>
                <a:lnTo>
                  <a:pt x="1331790" y="2322041"/>
                </a:lnTo>
                <a:lnTo>
                  <a:pt x="1432502" y="2322041"/>
                </a:lnTo>
                <a:lnTo>
                  <a:pt x="1432502" y="2347219"/>
                </a:lnTo>
                <a:moveTo>
                  <a:pt x="1256256" y="2347219"/>
                </a:moveTo>
                <a:lnTo>
                  <a:pt x="1155543" y="2347219"/>
                </a:lnTo>
                <a:lnTo>
                  <a:pt x="1155543" y="2322041"/>
                </a:lnTo>
                <a:lnTo>
                  <a:pt x="1256256" y="2322041"/>
                </a:lnTo>
                <a:lnTo>
                  <a:pt x="1256256" y="2347219"/>
                </a:lnTo>
                <a:moveTo>
                  <a:pt x="1080011" y="2347219"/>
                </a:moveTo>
                <a:lnTo>
                  <a:pt x="979299" y="2347219"/>
                </a:lnTo>
                <a:lnTo>
                  <a:pt x="979299" y="2322041"/>
                </a:lnTo>
                <a:lnTo>
                  <a:pt x="1080011" y="2322041"/>
                </a:lnTo>
                <a:lnTo>
                  <a:pt x="1080011" y="2347219"/>
                </a:lnTo>
                <a:moveTo>
                  <a:pt x="903765" y="2347219"/>
                </a:moveTo>
                <a:lnTo>
                  <a:pt x="803053" y="2347219"/>
                </a:lnTo>
                <a:lnTo>
                  <a:pt x="803053" y="2322041"/>
                </a:lnTo>
                <a:lnTo>
                  <a:pt x="903765" y="2322041"/>
                </a:lnTo>
                <a:lnTo>
                  <a:pt x="903765" y="2347219"/>
                </a:lnTo>
                <a:moveTo>
                  <a:pt x="727518" y="2347219"/>
                </a:moveTo>
                <a:lnTo>
                  <a:pt x="626806" y="2347219"/>
                </a:lnTo>
                <a:lnTo>
                  <a:pt x="626806" y="2322041"/>
                </a:lnTo>
                <a:lnTo>
                  <a:pt x="727518" y="2322041"/>
                </a:lnTo>
                <a:lnTo>
                  <a:pt x="727518" y="2347219"/>
                </a:lnTo>
                <a:moveTo>
                  <a:pt x="551272" y="2347219"/>
                </a:moveTo>
                <a:lnTo>
                  <a:pt x="450560" y="2347219"/>
                </a:lnTo>
                <a:lnTo>
                  <a:pt x="450560" y="2322041"/>
                </a:lnTo>
                <a:lnTo>
                  <a:pt x="551272" y="2322041"/>
                </a:lnTo>
                <a:lnTo>
                  <a:pt x="551272" y="2347219"/>
                </a:lnTo>
                <a:moveTo>
                  <a:pt x="374246" y="2346401"/>
                </a:moveTo>
                <a:lnTo>
                  <a:pt x="368869" y="2346061"/>
                </a:lnTo>
                <a:lnTo>
                  <a:pt x="358761" y="2345154"/>
                </a:lnTo>
                <a:lnTo>
                  <a:pt x="348727" y="2344009"/>
                </a:lnTo>
                <a:lnTo>
                  <a:pt x="338756" y="2342612"/>
                </a:lnTo>
                <a:lnTo>
                  <a:pt x="328887" y="2340975"/>
                </a:lnTo>
                <a:lnTo>
                  <a:pt x="319081" y="2339099"/>
                </a:lnTo>
                <a:lnTo>
                  <a:pt x="309374" y="2336984"/>
                </a:lnTo>
                <a:lnTo>
                  <a:pt x="299744" y="2334643"/>
                </a:lnTo>
                <a:lnTo>
                  <a:pt x="290214" y="2332062"/>
                </a:lnTo>
                <a:lnTo>
                  <a:pt x="280772" y="2329255"/>
                </a:lnTo>
                <a:lnTo>
                  <a:pt x="272590" y="2326598"/>
                </a:lnTo>
                <a:lnTo>
                  <a:pt x="280369" y="2302642"/>
                </a:lnTo>
                <a:lnTo>
                  <a:pt x="288400" y="2305260"/>
                </a:lnTo>
                <a:lnTo>
                  <a:pt x="288111" y="2305160"/>
                </a:lnTo>
                <a:lnTo>
                  <a:pt x="297239" y="2307879"/>
                </a:lnTo>
                <a:lnTo>
                  <a:pt x="296937" y="2307791"/>
                </a:lnTo>
                <a:lnTo>
                  <a:pt x="306165" y="2310296"/>
                </a:lnTo>
                <a:lnTo>
                  <a:pt x="305863" y="2310220"/>
                </a:lnTo>
                <a:lnTo>
                  <a:pt x="315190" y="2312486"/>
                </a:lnTo>
                <a:lnTo>
                  <a:pt x="314876" y="2312424"/>
                </a:lnTo>
                <a:lnTo>
                  <a:pt x="324279" y="2314462"/>
                </a:lnTo>
                <a:lnTo>
                  <a:pt x="323977" y="2314400"/>
                </a:lnTo>
                <a:lnTo>
                  <a:pt x="333469" y="2316225"/>
                </a:lnTo>
                <a:lnTo>
                  <a:pt x="333155" y="2316162"/>
                </a:lnTo>
                <a:lnTo>
                  <a:pt x="342722" y="2317748"/>
                </a:lnTo>
                <a:lnTo>
                  <a:pt x="342408" y="2317698"/>
                </a:lnTo>
                <a:lnTo>
                  <a:pt x="352051" y="2319058"/>
                </a:lnTo>
                <a:lnTo>
                  <a:pt x="351736" y="2319007"/>
                </a:lnTo>
                <a:lnTo>
                  <a:pt x="361468" y="2320128"/>
                </a:lnTo>
                <a:lnTo>
                  <a:pt x="361140" y="2320090"/>
                </a:lnTo>
                <a:lnTo>
                  <a:pt x="370934" y="2320958"/>
                </a:lnTo>
                <a:lnTo>
                  <a:pt x="370620" y="2320934"/>
                </a:lnTo>
                <a:lnTo>
                  <a:pt x="375844" y="2321274"/>
                </a:lnTo>
                <a:lnTo>
                  <a:pt x="374246" y="2346401"/>
                </a:lnTo>
                <a:moveTo>
                  <a:pt x="201524" y="2294736"/>
                </a:moveTo>
                <a:lnTo>
                  <a:pt x="200693" y="2294270"/>
                </a:lnTo>
                <a:lnTo>
                  <a:pt x="192385" y="2289360"/>
                </a:lnTo>
                <a:lnTo>
                  <a:pt x="184214" y="2284262"/>
                </a:lnTo>
                <a:lnTo>
                  <a:pt x="176170" y="2278961"/>
                </a:lnTo>
                <a:lnTo>
                  <a:pt x="168265" y="2273485"/>
                </a:lnTo>
                <a:lnTo>
                  <a:pt x="160509" y="2267821"/>
                </a:lnTo>
                <a:lnTo>
                  <a:pt x="152881" y="2261979"/>
                </a:lnTo>
                <a:lnTo>
                  <a:pt x="145416" y="2255962"/>
                </a:lnTo>
                <a:lnTo>
                  <a:pt x="138088" y="2249768"/>
                </a:lnTo>
                <a:lnTo>
                  <a:pt x="130912" y="2243410"/>
                </a:lnTo>
                <a:lnTo>
                  <a:pt x="123900" y="2236877"/>
                </a:lnTo>
                <a:lnTo>
                  <a:pt x="118915" y="2232005"/>
                </a:lnTo>
                <a:lnTo>
                  <a:pt x="136503" y="2213990"/>
                </a:lnTo>
                <a:lnTo>
                  <a:pt x="141386" y="2218761"/>
                </a:lnTo>
                <a:lnTo>
                  <a:pt x="141161" y="2218547"/>
                </a:lnTo>
                <a:lnTo>
                  <a:pt x="147958" y="2224879"/>
                </a:lnTo>
                <a:lnTo>
                  <a:pt x="147743" y="2224678"/>
                </a:lnTo>
                <a:lnTo>
                  <a:pt x="154681" y="2230834"/>
                </a:lnTo>
                <a:lnTo>
                  <a:pt x="154454" y="2230645"/>
                </a:lnTo>
                <a:lnTo>
                  <a:pt x="161555" y="2236637"/>
                </a:lnTo>
                <a:lnTo>
                  <a:pt x="161327" y="2236449"/>
                </a:lnTo>
                <a:lnTo>
                  <a:pt x="168567" y="2242277"/>
                </a:lnTo>
                <a:lnTo>
                  <a:pt x="168327" y="2242089"/>
                </a:lnTo>
                <a:lnTo>
                  <a:pt x="175705" y="2247753"/>
                </a:lnTo>
                <a:lnTo>
                  <a:pt x="175465" y="2247578"/>
                </a:lnTo>
                <a:lnTo>
                  <a:pt x="182982" y="2253054"/>
                </a:lnTo>
                <a:lnTo>
                  <a:pt x="182742" y="2252877"/>
                </a:lnTo>
                <a:lnTo>
                  <a:pt x="190395" y="2258190"/>
                </a:lnTo>
                <a:lnTo>
                  <a:pt x="190143" y="2258013"/>
                </a:lnTo>
                <a:lnTo>
                  <a:pt x="197924" y="2263150"/>
                </a:lnTo>
                <a:lnTo>
                  <a:pt x="197672" y="2262986"/>
                </a:lnTo>
                <a:lnTo>
                  <a:pt x="205591" y="2267921"/>
                </a:lnTo>
                <a:lnTo>
                  <a:pt x="205326" y="2267758"/>
                </a:lnTo>
                <a:lnTo>
                  <a:pt x="213372" y="2272516"/>
                </a:lnTo>
                <a:lnTo>
                  <a:pt x="213107" y="2272365"/>
                </a:lnTo>
                <a:lnTo>
                  <a:pt x="213812" y="2272768"/>
                </a:lnTo>
                <a:lnTo>
                  <a:pt x="201524" y="2294736"/>
                </a:lnTo>
                <a:moveTo>
                  <a:pt x="69076" y="2172232"/>
                </a:moveTo>
                <a:lnTo>
                  <a:pt x="68257" y="2171049"/>
                </a:lnTo>
                <a:lnTo>
                  <a:pt x="62957" y="2163004"/>
                </a:lnTo>
                <a:lnTo>
                  <a:pt x="57858" y="2154834"/>
                </a:lnTo>
                <a:lnTo>
                  <a:pt x="52948" y="2146525"/>
                </a:lnTo>
                <a:lnTo>
                  <a:pt x="48240" y="2138103"/>
                </a:lnTo>
                <a:lnTo>
                  <a:pt x="43722" y="2129543"/>
                </a:lnTo>
                <a:lnTo>
                  <a:pt x="39415" y="2120869"/>
                </a:lnTo>
                <a:lnTo>
                  <a:pt x="35299" y="2112069"/>
                </a:lnTo>
                <a:lnTo>
                  <a:pt x="31409" y="2103169"/>
                </a:lnTo>
                <a:lnTo>
                  <a:pt x="27720" y="2094143"/>
                </a:lnTo>
                <a:lnTo>
                  <a:pt x="24246" y="2085015"/>
                </a:lnTo>
                <a:lnTo>
                  <a:pt x="22332" y="2079577"/>
                </a:lnTo>
                <a:lnTo>
                  <a:pt x="46088" y="2071218"/>
                </a:lnTo>
                <a:lnTo>
                  <a:pt x="47951" y="2076505"/>
                </a:lnTo>
                <a:lnTo>
                  <a:pt x="47837" y="2076216"/>
                </a:lnTo>
                <a:lnTo>
                  <a:pt x="51199" y="2085053"/>
                </a:lnTo>
                <a:lnTo>
                  <a:pt x="51086" y="2084764"/>
                </a:lnTo>
                <a:lnTo>
                  <a:pt x="54661" y="2093500"/>
                </a:lnTo>
                <a:lnTo>
                  <a:pt x="54535" y="2093211"/>
                </a:lnTo>
                <a:lnTo>
                  <a:pt x="58313" y="2101835"/>
                </a:lnTo>
                <a:lnTo>
                  <a:pt x="58187" y="2101558"/>
                </a:lnTo>
                <a:lnTo>
                  <a:pt x="62163" y="2110081"/>
                </a:lnTo>
                <a:lnTo>
                  <a:pt x="62025" y="2109804"/>
                </a:lnTo>
                <a:lnTo>
                  <a:pt x="66205" y="2118200"/>
                </a:lnTo>
                <a:lnTo>
                  <a:pt x="66067" y="2117936"/>
                </a:lnTo>
                <a:lnTo>
                  <a:pt x="70436" y="2126219"/>
                </a:lnTo>
                <a:lnTo>
                  <a:pt x="70283" y="2125942"/>
                </a:lnTo>
                <a:lnTo>
                  <a:pt x="74854" y="2134113"/>
                </a:lnTo>
                <a:lnTo>
                  <a:pt x="74703" y="2133849"/>
                </a:lnTo>
                <a:lnTo>
                  <a:pt x="79449" y="2141893"/>
                </a:lnTo>
                <a:lnTo>
                  <a:pt x="79298" y="2141628"/>
                </a:lnTo>
                <a:lnTo>
                  <a:pt x="84233" y="2149546"/>
                </a:lnTo>
                <a:lnTo>
                  <a:pt x="84069" y="2149295"/>
                </a:lnTo>
                <a:lnTo>
                  <a:pt x="89205" y="2157075"/>
                </a:lnTo>
                <a:lnTo>
                  <a:pt x="89029" y="2156823"/>
                </a:lnTo>
                <a:lnTo>
                  <a:pt x="89771" y="2157893"/>
                </a:lnTo>
                <a:lnTo>
                  <a:pt x="69076" y="2172232"/>
                </a:lnTo>
                <a:moveTo>
                  <a:pt x="3964" y="2003854"/>
                </a:moveTo>
                <a:lnTo>
                  <a:pt x="3210" y="1998491"/>
                </a:lnTo>
                <a:lnTo>
                  <a:pt x="2065" y="1988458"/>
                </a:lnTo>
                <a:lnTo>
                  <a:pt x="1157" y="1978349"/>
                </a:lnTo>
                <a:lnTo>
                  <a:pt x="517" y="1968164"/>
                </a:lnTo>
                <a:lnTo>
                  <a:pt x="126" y="1957917"/>
                </a:lnTo>
                <a:lnTo>
                  <a:pt x="0" y="1947770"/>
                </a:lnTo>
                <a:lnTo>
                  <a:pt x="25178" y="1947455"/>
                </a:lnTo>
                <a:lnTo>
                  <a:pt x="25304" y="1957451"/>
                </a:lnTo>
                <a:lnTo>
                  <a:pt x="25292" y="1957124"/>
                </a:lnTo>
                <a:lnTo>
                  <a:pt x="25668" y="1967057"/>
                </a:lnTo>
                <a:lnTo>
                  <a:pt x="25656" y="1966729"/>
                </a:lnTo>
                <a:lnTo>
                  <a:pt x="26286" y="1976599"/>
                </a:lnTo>
                <a:lnTo>
                  <a:pt x="26259" y="1976284"/>
                </a:lnTo>
                <a:lnTo>
                  <a:pt x="27129" y="1986066"/>
                </a:lnTo>
                <a:lnTo>
                  <a:pt x="27092" y="1985751"/>
                </a:lnTo>
                <a:lnTo>
                  <a:pt x="28212" y="1995482"/>
                </a:lnTo>
                <a:lnTo>
                  <a:pt x="28160" y="1995168"/>
                </a:lnTo>
                <a:lnTo>
                  <a:pt x="28890" y="2000367"/>
                </a:lnTo>
                <a:lnTo>
                  <a:pt x="3964" y="200385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text-235 FFN">
            <a:extLst xmlns:a="http://schemas.openxmlformats.org/drawingml/2006/main">
              <a:ext uri="{FF2B5EF4-FFF2-40B4-BE49-F238E27FC236}">
                <a16:creationId xmlns:a16="http://schemas.microsoft.com/office/drawing/2014/main" id="{BDB0CDDA-BE69-42D3-941C-5F096E34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34934" y="2698206"/>
            <a:ext cx="456197" cy="317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FFN</a:t>
            </a:r>
          </a:p>
        </p:txBody>
      </p:sp>
      <p:sp>
        <p:nvSpPr>
          <p:cNvPr id="241" name="text-235 Expert">
            <a:extLst xmlns:a="http://schemas.openxmlformats.org/drawingml/2006/main">
              <a:ext uri="{FF2B5EF4-FFF2-40B4-BE49-F238E27FC236}">
                <a16:creationId xmlns:a16="http://schemas.microsoft.com/office/drawing/2014/main" id="{AC512B82-DB3A-4FF1-8099-229FCC8A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07020" y="2697938"/>
            <a:ext cx="645107" cy="317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Expert</a:t>
            </a:r>
          </a:p>
        </p:txBody>
      </p:sp>
      <p:pic>
        <p:nvPic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AAAD675F-8A6A-483D-BF21-E22B96FB63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3985610a64fd5"/>
          <a:stretch xmlns:a="http://schemas.openxmlformats.org/drawingml/2006/main"/>
        </p:blipFill>
        <p:spPr>
          <a:xfrm xmlns:a="http://schemas.openxmlformats.org/drawingml/2006/main">
            <a:off x="11447375" y="4221139"/>
            <a:ext cx="1204692" cy="466199"/>
          </a:xfrm>
          <a:prstGeom xmlns:a="http://schemas.openxmlformats.org/drawingml/2006/main" prst="rect">
            <a:avLst/>
          </a:prstGeom>
        </p:spPr>
      </p:pic>
      <p:sp>
        <p:nvSpPr>
          <p:cNvPr id="243" name="text-237 Linear">
            <a:extLst xmlns:a="http://schemas.openxmlformats.org/drawingml/2006/main">
              <a:ext uri="{FF2B5EF4-FFF2-40B4-BE49-F238E27FC236}">
                <a16:creationId xmlns:a16="http://schemas.microsoft.com/office/drawing/2014/main" id="{D0A36012-D481-42C9-8F81-B9E95692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26877" y="4278461"/>
            <a:ext cx="632438" cy="317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</p:txBody>
      </p:sp>
      <p:pic>
        <p:nvPic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37DDAAA3-495F-4746-A67D-ECF878EDC9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25695ccfb4f0b"/>
          <a:stretch xmlns:a="http://schemas.openxmlformats.org/drawingml/2006/main"/>
        </p:blipFill>
        <p:spPr>
          <a:xfrm xmlns:a="http://schemas.openxmlformats.org/drawingml/2006/main">
            <a:off x="11447375" y="3550775"/>
            <a:ext cx="1204692" cy="466199"/>
          </a:xfrm>
          <a:prstGeom xmlns:a="http://schemas.openxmlformats.org/drawingml/2006/main" prst="rect">
            <a:avLst/>
          </a:prstGeom>
        </p:spPr>
      </p:pic>
      <p:sp>
        <p:nvSpPr>
          <p:cNvPr id="245" name="text-239 Linear">
            <a:extLst xmlns:a="http://schemas.openxmlformats.org/drawingml/2006/main">
              <a:ext uri="{FF2B5EF4-FFF2-40B4-BE49-F238E27FC236}">
                <a16:creationId xmlns:a16="http://schemas.microsoft.com/office/drawing/2014/main" id="{1A3BA239-83A4-4541-A8CA-891E6996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26877" y="3608097"/>
            <a:ext cx="632438" cy="317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</p:txBody>
      </p:sp>
      <p:pic>
        <p:nvPic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265ECBC1-B4E5-4223-84C8-A408619978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ab3bd62454e86"/>
          <a:stretch xmlns:a="http://schemas.openxmlformats.org/drawingml/2006/main"/>
        </p:blipFill>
        <p:spPr>
          <a:xfrm xmlns:a="http://schemas.openxmlformats.org/drawingml/2006/main">
            <a:off x="10933745" y="2992557"/>
            <a:ext cx="2235102" cy="465990"/>
          </a:xfrm>
          <a:prstGeom xmlns:a="http://schemas.openxmlformats.org/drawingml/2006/main" prst="rect">
            <a:avLst/>
          </a:prstGeom>
        </p:spPr>
      </p:pic>
      <p:sp>
        <p:nvSpPr>
          <p:cNvPr id="247" name="text-241 Add">
            <a:extLst xmlns:a="http://schemas.openxmlformats.org/drawingml/2006/main">
              <a:ext uri="{FF2B5EF4-FFF2-40B4-BE49-F238E27FC236}">
                <a16:creationId xmlns:a16="http://schemas.microsoft.com/office/drawing/2014/main" id="{B90B11A5-50D1-4117-8E79-6E58DB8C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5336" y="3049931"/>
            <a:ext cx="431060" cy="317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Add</a:t>
            </a:r>
          </a:p>
        </p:txBody>
      </p:sp>
      <p:sp>
        <p:nvSpPr>
          <p:cNvPr id="248" name="text-241 &amp;">
            <a:extLst xmlns:a="http://schemas.openxmlformats.org/drawingml/2006/main">
              <a:ext uri="{FF2B5EF4-FFF2-40B4-BE49-F238E27FC236}">
                <a16:creationId xmlns:a16="http://schemas.microsoft.com/office/drawing/2014/main" id="{798BB671-2C24-489D-945F-CC0A19CF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02246" y="3049940"/>
            <a:ext cx="217057" cy="31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&amp;</a:t>
            </a:r>
          </a:p>
        </p:txBody>
      </p:sp>
      <p:sp>
        <p:nvSpPr>
          <p:cNvPr id="249" name="text-241 LayerNorm">
            <a:extLst xmlns:a="http://schemas.openxmlformats.org/drawingml/2006/main">
              <a:ext uri="{FF2B5EF4-FFF2-40B4-BE49-F238E27FC236}">
                <a16:creationId xmlns:a16="http://schemas.microsoft.com/office/drawing/2014/main" id="{970EEBF8-F977-4854-B199-A23A585B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5141" y="3049810"/>
            <a:ext cx="1098311" cy="317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LayerNorm</a:t>
            </a:r>
          </a:p>
        </p:txBody>
      </p:sp>
      <p:sp>
        <p:nvSpPr>
          <p:cNvPr id="250" name="path-242">
            <a:extLst xmlns:a="http://schemas.openxmlformats.org/drawingml/2006/main">
              <a:ext uri="{FF2B5EF4-FFF2-40B4-BE49-F238E27FC236}">
                <a16:creationId xmlns:a16="http://schemas.microsoft.com/office/drawing/2014/main" id="{F6010C0C-EE0B-488F-81BC-177BD8FE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9487" y="4595286"/>
            <a:ext cx="50356" cy="392777"/>
          </a:xfrm>
          <a:custGeom xmlns:a="http://schemas.openxmlformats.org/drawingml/2006/main">
            <a:pathLst>
              <a:path w="50356" h="392777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392777"/>
                </a:moveTo>
                <a:lnTo>
                  <a:pt x="34620" y="37767"/>
                </a:lnTo>
                <a:lnTo>
                  <a:pt x="15737" y="37767"/>
                </a:lnTo>
                <a:lnTo>
                  <a:pt x="15737" y="392777"/>
                </a:lnTo>
                <a:lnTo>
                  <a:pt x="34620" y="39277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path-243">
            <a:extLst xmlns:a="http://schemas.openxmlformats.org/drawingml/2006/main">
              <a:ext uri="{FF2B5EF4-FFF2-40B4-BE49-F238E27FC236}">
                <a16:creationId xmlns:a16="http://schemas.microsoft.com/office/drawing/2014/main" id="{24CA40C6-0B22-47F1-9D70-1087573F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9487" y="3938770"/>
            <a:ext cx="50356" cy="321020"/>
          </a:xfrm>
          <a:custGeom xmlns:a="http://schemas.openxmlformats.org/drawingml/2006/main">
            <a:pathLst>
              <a:path w="50356" h="321020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321020"/>
                </a:moveTo>
                <a:lnTo>
                  <a:pt x="34620" y="37767"/>
                </a:lnTo>
                <a:lnTo>
                  <a:pt x="15737" y="37767"/>
                </a:lnTo>
                <a:lnTo>
                  <a:pt x="15737" y="321020"/>
                </a:lnTo>
                <a:lnTo>
                  <a:pt x="34620" y="32102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path-244">
            <a:extLst xmlns:a="http://schemas.openxmlformats.org/drawingml/2006/main">
              <a:ext uri="{FF2B5EF4-FFF2-40B4-BE49-F238E27FC236}">
                <a16:creationId xmlns:a16="http://schemas.microsoft.com/office/drawing/2014/main" id="{877B879A-C998-48AC-A145-0F6A9271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9487" y="3376671"/>
            <a:ext cx="50356" cy="214013"/>
          </a:xfrm>
          <a:custGeom xmlns:a="http://schemas.openxmlformats.org/drawingml/2006/main">
            <a:pathLst>
              <a:path w="50356" h="214013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214013"/>
                </a:moveTo>
                <a:lnTo>
                  <a:pt x="34620" y="37767"/>
                </a:lnTo>
                <a:lnTo>
                  <a:pt x="15737" y="37767"/>
                </a:lnTo>
                <a:lnTo>
                  <a:pt x="15737" y="214013"/>
                </a:lnTo>
                <a:lnTo>
                  <a:pt x="34620" y="2140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ath-245">
            <a:extLst xmlns:a="http://schemas.openxmlformats.org/drawingml/2006/main">
              <a:ext uri="{FF2B5EF4-FFF2-40B4-BE49-F238E27FC236}">
                <a16:creationId xmlns:a16="http://schemas.microsoft.com/office/drawing/2014/main" id="{BC1239D1-A96C-4328-BD69-F9779118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3319" y="3173673"/>
            <a:ext cx="1259843" cy="1841142"/>
          </a:xfrm>
          <a:custGeom xmlns:a="http://schemas.openxmlformats.org/drawingml/2006/main">
            <a:pathLst>
              <a:path w="1259843" h="1841142">
                <a:moveTo>
                  <a:pt x="114875" y="0"/>
                </a:moveTo>
                <a:lnTo>
                  <a:pt x="114875" y="25178"/>
                </a:lnTo>
                <a:lnTo>
                  <a:pt x="114875" y="50356"/>
                </a:lnTo>
                <a:lnTo>
                  <a:pt x="190407" y="25178"/>
                </a:lnTo>
                <a:lnTo>
                  <a:pt x="114875" y="0"/>
                </a:lnTo>
                <a:moveTo>
                  <a:pt x="1259843" y="1841142"/>
                </a:moveTo>
                <a:lnTo>
                  <a:pt x="1259843" y="1573323"/>
                </a:lnTo>
                <a:lnTo>
                  <a:pt x="9441" y="1573323"/>
                </a:lnTo>
                <a:lnTo>
                  <a:pt x="18883" y="1582765"/>
                </a:lnTo>
                <a:lnTo>
                  <a:pt x="18883" y="25178"/>
                </a:lnTo>
                <a:lnTo>
                  <a:pt x="9441" y="34620"/>
                </a:lnTo>
                <a:lnTo>
                  <a:pt x="152641" y="34620"/>
                </a:lnTo>
                <a:lnTo>
                  <a:pt x="152641" y="15737"/>
                </a:lnTo>
                <a:lnTo>
                  <a:pt x="0" y="15737"/>
                </a:lnTo>
                <a:lnTo>
                  <a:pt x="0" y="1592207"/>
                </a:lnTo>
                <a:lnTo>
                  <a:pt x="1250403" y="1592207"/>
                </a:lnTo>
                <a:lnTo>
                  <a:pt x="1240960" y="1582765"/>
                </a:lnTo>
                <a:lnTo>
                  <a:pt x="1240960" y="1841142"/>
                </a:lnTo>
                <a:lnTo>
                  <a:pt x="1259843" y="18411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ath-246">
            <a:extLst xmlns:a="http://schemas.openxmlformats.org/drawingml/2006/main">
              <a:ext uri="{FF2B5EF4-FFF2-40B4-BE49-F238E27FC236}">
                <a16:creationId xmlns:a16="http://schemas.microsoft.com/office/drawing/2014/main" id="{44A65FC0-5882-4336-BD6C-00765E59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375" y="2790652"/>
            <a:ext cx="50356" cy="214013"/>
          </a:xfrm>
          <a:custGeom xmlns:a="http://schemas.openxmlformats.org/drawingml/2006/main">
            <a:pathLst>
              <a:path w="50356" h="214013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214013"/>
                </a:moveTo>
                <a:lnTo>
                  <a:pt x="34620" y="37767"/>
                </a:lnTo>
                <a:lnTo>
                  <a:pt x="15737" y="37767"/>
                </a:lnTo>
                <a:lnTo>
                  <a:pt x="15737" y="214013"/>
                </a:lnTo>
                <a:lnTo>
                  <a:pt x="34620" y="2140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text-247 GELU">
            <a:extLst xmlns:a="http://schemas.openxmlformats.org/drawingml/2006/main">
              <a:ext uri="{FF2B5EF4-FFF2-40B4-BE49-F238E27FC236}">
                <a16:creationId xmlns:a16="http://schemas.microsoft.com/office/drawing/2014/main" id="{C5C836A4-0128-48EE-A997-4AA78EB1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24016" y="3945553"/>
            <a:ext cx="645074" cy="317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GELU</a:t>
            </a:r>
          </a:p>
        </p:txBody>
      </p:sp>
      <p:sp>
        <p:nvSpPr>
          <p:cNvPr id="256" name="path-248">
            <a:extLst xmlns:a="http://schemas.openxmlformats.org/drawingml/2006/main">
              <a:ext uri="{FF2B5EF4-FFF2-40B4-BE49-F238E27FC236}">
                <a16:creationId xmlns:a16="http://schemas.microsoft.com/office/drawing/2014/main" id="{09D06C68-6F69-441C-8B0B-D5C30B3A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4711" y="1564446"/>
            <a:ext cx="550518" cy="1209249"/>
          </a:xfrm>
          <a:custGeom xmlns:a="http://schemas.openxmlformats.org/drawingml/2006/main">
            <a:pathLst>
              <a:path w="550518" h="1209249">
                <a:moveTo>
                  <a:pt x="527479" y="0"/>
                </a:moveTo>
                <a:lnTo>
                  <a:pt x="486918" y="92189"/>
                </a:lnTo>
                <a:lnTo>
                  <a:pt x="509968" y="102324"/>
                </a:lnTo>
                <a:lnTo>
                  <a:pt x="550518" y="10147"/>
                </a:lnTo>
                <a:lnTo>
                  <a:pt x="527479" y="0"/>
                </a:lnTo>
                <a:moveTo>
                  <a:pt x="456501" y="161328"/>
                </a:moveTo>
                <a:lnTo>
                  <a:pt x="415954" y="253518"/>
                </a:lnTo>
                <a:lnTo>
                  <a:pt x="439003" y="263651"/>
                </a:lnTo>
                <a:lnTo>
                  <a:pt x="479553" y="171475"/>
                </a:lnTo>
                <a:lnTo>
                  <a:pt x="456501" y="161328"/>
                </a:lnTo>
                <a:moveTo>
                  <a:pt x="385539" y="322656"/>
                </a:moveTo>
                <a:lnTo>
                  <a:pt x="344989" y="414846"/>
                </a:lnTo>
                <a:lnTo>
                  <a:pt x="368040" y="424980"/>
                </a:lnTo>
                <a:lnTo>
                  <a:pt x="408588" y="332790"/>
                </a:lnTo>
                <a:lnTo>
                  <a:pt x="385539" y="322656"/>
                </a:lnTo>
                <a:moveTo>
                  <a:pt x="314574" y="483984"/>
                </a:moveTo>
                <a:lnTo>
                  <a:pt x="274024" y="576174"/>
                </a:lnTo>
                <a:lnTo>
                  <a:pt x="297063" y="586308"/>
                </a:lnTo>
                <a:lnTo>
                  <a:pt x="337625" y="494119"/>
                </a:lnTo>
                <a:lnTo>
                  <a:pt x="314574" y="483984"/>
                </a:lnTo>
                <a:moveTo>
                  <a:pt x="243609" y="645312"/>
                </a:moveTo>
                <a:lnTo>
                  <a:pt x="203049" y="737501"/>
                </a:lnTo>
                <a:lnTo>
                  <a:pt x="226098" y="747636"/>
                </a:lnTo>
                <a:lnTo>
                  <a:pt x="266648" y="655447"/>
                </a:lnTo>
                <a:lnTo>
                  <a:pt x="243609" y="645312"/>
                </a:lnTo>
                <a:moveTo>
                  <a:pt x="172646" y="806640"/>
                </a:moveTo>
                <a:lnTo>
                  <a:pt x="132084" y="898830"/>
                </a:lnTo>
                <a:lnTo>
                  <a:pt x="155135" y="908964"/>
                </a:lnTo>
                <a:lnTo>
                  <a:pt x="195683" y="816775"/>
                </a:lnTo>
                <a:lnTo>
                  <a:pt x="172646" y="806640"/>
                </a:lnTo>
                <a:moveTo>
                  <a:pt x="101669" y="967968"/>
                </a:moveTo>
                <a:lnTo>
                  <a:pt x="61119" y="1060158"/>
                </a:lnTo>
                <a:lnTo>
                  <a:pt x="84171" y="1070292"/>
                </a:lnTo>
                <a:lnTo>
                  <a:pt x="124719" y="978103"/>
                </a:lnTo>
                <a:lnTo>
                  <a:pt x="101669" y="967968"/>
                </a:lnTo>
                <a:moveTo>
                  <a:pt x="30704" y="1129297"/>
                </a:moveTo>
                <a:lnTo>
                  <a:pt x="0" y="1199103"/>
                </a:lnTo>
                <a:lnTo>
                  <a:pt x="23037" y="1209249"/>
                </a:lnTo>
                <a:lnTo>
                  <a:pt x="53756" y="1139431"/>
                </a:lnTo>
                <a:lnTo>
                  <a:pt x="30704" y="112929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ath-249">
            <a:extLst xmlns:a="http://schemas.openxmlformats.org/drawingml/2006/main">
              <a:ext uri="{FF2B5EF4-FFF2-40B4-BE49-F238E27FC236}">
                <a16:creationId xmlns:a16="http://schemas.microsoft.com/office/drawing/2014/main" id="{24D3ADE8-B495-4211-8ABD-C931EDFB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7142" y="1563024"/>
            <a:ext cx="759897" cy="1237272"/>
          </a:xfrm>
          <a:custGeom xmlns:a="http://schemas.openxmlformats.org/drawingml/2006/main">
            <a:pathLst>
              <a:path w="759897" h="1237272">
                <a:moveTo>
                  <a:pt x="21551" y="0"/>
                </a:moveTo>
                <a:lnTo>
                  <a:pt x="73569" y="86235"/>
                </a:lnTo>
                <a:lnTo>
                  <a:pt x="52005" y="99239"/>
                </a:lnTo>
                <a:lnTo>
                  <a:pt x="0" y="12992"/>
                </a:lnTo>
                <a:lnTo>
                  <a:pt x="21551" y="0"/>
                </a:lnTo>
                <a:moveTo>
                  <a:pt x="112569" y="150917"/>
                </a:moveTo>
                <a:lnTo>
                  <a:pt x="164588" y="237164"/>
                </a:lnTo>
                <a:lnTo>
                  <a:pt x="143023" y="250169"/>
                </a:lnTo>
                <a:lnTo>
                  <a:pt x="91018" y="163921"/>
                </a:lnTo>
                <a:lnTo>
                  <a:pt x="112569" y="150917"/>
                </a:lnTo>
                <a:moveTo>
                  <a:pt x="203601" y="301846"/>
                </a:moveTo>
                <a:lnTo>
                  <a:pt x="255606" y="388081"/>
                </a:lnTo>
                <a:lnTo>
                  <a:pt x="234042" y="401086"/>
                </a:lnTo>
                <a:lnTo>
                  <a:pt x="182035" y="314851"/>
                </a:lnTo>
                <a:lnTo>
                  <a:pt x="203601" y="301846"/>
                </a:lnTo>
                <a:moveTo>
                  <a:pt x="294619" y="452763"/>
                </a:moveTo>
                <a:lnTo>
                  <a:pt x="346626" y="539011"/>
                </a:lnTo>
                <a:lnTo>
                  <a:pt x="325060" y="552015"/>
                </a:lnTo>
                <a:lnTo>
                  <a:pt x="273055" y="465768"/>
                </a:lnTo>
                <a:lnTo>
                  <a:pt x="294619" y="452763"/>
                </a:lnTo>
                <a:moveTo>
                  <a:pt x="385638" y="603693"/>
                </a:moveTo>
                <a:lnTo>
                  <a:pt x="437643" y="689927"/>
                </a:lnTo>
                <a:lnTo>
                  <a:pt x="416092" y="702932"/>
                </a:lnTo>
                <a:lnTo>
                  <a:pt x="364073" y="616698"/>
                </a:lnTo>
                <a:lnTo>
                  <a:pt x="385638" y="603693"/>
                </a:lnTo>
                <a:moveTo>
                  <a:pt x="476657" y="754610"/>
                </a:moveTo>
                <a:lnTo>
                  <a:pt x="528661" y="840857"/>
                </a:lnTo>
                <a:lnTo>
                  <a:pt x="507110" y="853862"/>
                </a:lnTo>
                <a:lnTo>
                  <a:pt x="455092" y="767614"/>
                </a:lnTo>
                <a:lnTo>
                  <a:pt x="476657" y="754610"/>
                </a:lnTo>
                <a:moveTo>
                  <a:pt x="567675" y="905539"/>
                </a:moveTo>
                <a:lnTo>
                  <a:pt x="619693" y="991774"/>
                </a:lnTo>
                <a:lnTo>
                  <a:pt x="598127" y="1004779"/>
                </a:lnTo>
                <a:lnTo>
                  <a:pt x="546110" y="918544"/>
                </a:lnTo>
                <a:lnTo>
                  <a:pt x="567675" y="905539"/>
                </a:lnTo>
                <a:moveTo>
                  <a:pt x="658695" y="1056456"/>
                </a:moveTo>
                <a:lnTo>
                  <a:pt x="710710" y="1142704"/>
                </a:lnTo>
                <a:lnTo>
                  <a:pt x="689147" y="1155708"/>
                </a:lnTo>
                <a:lnTo>
                  <a:pt x="637129" y="1069461"/>
                </a:lnTo>
                <a:lnTo>
                  <a:pt x="658695" y="1056456"/>
                </a:lnTo>
                <a:moveTo>
                  <a:pt x="749712" y="1207386"/>
                </a:moveTo>
                <a:lnTo>
                  <a:pt x="759897" y="1224280"/>
                </a:lnTo>
                <a:lnTo>
                  <a:pt x="738345" y="1237272"/>
                </a:lnTo>
                <a:lnTo>
                  <a:pt x="728159" y="1220390"/>
                </a:lnTo>
                <a:lnTo>
                  <a:pt x="749712" y="120738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path-250">
            <a:extLst xmlns:a="http://schemas.openxmlformats.org/drawingml/2006/main">
              <a:ext uri="{FF2B5EF4-FFF2-40B4-BE49-F238E27FC236}">
                <a16:creationId xmlns:a16="http://schemas.microsoft.com/office/drawing/2014/main" id="{A0CDAD94-8792-4C4A-993A-DF686EA2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87" y="783840"/>
            <a:ext cx="143515" cy="143515"/>
          </a:xfrm>
          <a:custGeom xmlns:a="http://schemas.openxmlformats.org/drawingml/2006/main">
            <a:pathLst>
              <a:path w="143515" h="143515">
                <a:moveTo>
                  <a:pt x="0" y="143515"/>
                </a:moveTo>
                <a:lnTo>
                  <a:pt x="0" y="0"/>
                </a:lnTo>
                <a:lnTo>
                  <a:pt x="143515" y="0"/>
                </a:lnTo>
                <a:lnTo>
                  <a:pt x="143515" y="143515"/>
                </a:lnTo>
                <a:lnTo>
                  <a:pt x="0" y="143515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path-251">
            <a:extLst xmlns:a="http://schemas.openxmlformats.org/drawingml/2006/main">
              <a:ext uri="{FF2B5EF4-FFF2-40B4-BE49-F238E27FC236}">
                <a16:creationId xmlns:a16="http://schemas.microsoft.com/office/drawing/2014/main" id="{F97D9E4C-0C01-4D0C-B150-37882598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98" y="771377"/>
            <a:ext cx="168063" cy="168063"/>
          </a:xfrm>
          <a:custGeom xmlns:a="http://schemas.openxmlformats.org/drawingml/2006/main">
            <a:pathLst>
              <a:path w="168063" h="168063">
                <a:moveTo>
                  <a:pt x="0" y="0"/>
                </a:moveTo>
                <a:lnTo>
                  <a:pt x="168063" y="0"/>
                </a:lnTo>
                <a:lnTo>
                  <a:pt x="168063" y="168063"/>
                </a:lnTo>
                <a:lnTo>
                  <a:pt x="0" y="168063"/>
                </a:lnTo>
                <a:lnTo>
                  <a:pt x="0" y="0"/>
                </a:lnTo>
                <a:moveTo>
                  <a:pt x="25178" y="155474"/>
                </a:moveTo>
                <a:lnTo>
                  <a:pt x="12589" y="142885"/>
                </a:lnTo>
                <a:lnTo>
                  <a:pt x="155474" y="142885"/>
                </a:lnTo>
                <a:lnTo>
                  <a:pt x="142885" y="155474"/>
                </a:lnTo>
                <a:lnTo>
                  <a:pt x="142885" y="12589"/>
                </a:lnTo>
                <a:lnTo>
                  <a:pt x="155474" y="25178"/>
                </a:lnTo>
                <a:lnTo>
                  <a:pt x="12589" y="25178"/>
                </a:lnTo>
                <a:lnTo>
                  <a:pt x="25178" y="12589"/>
                </a:lnTo>
                <a:lnTo>
                  <a:pt x="25178" y="1554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ath-252">
            <a:extLst xmlns:a="http://schemas.openxmlformats.org/drawingml/2006/main">
              <a:ext uri="{FF2B5EF4-FFF2-40B4-BE49-F238E27FC236}">
                <a16:creationId xmlns:a16="http://schemas.microsoft.com/office/drawing/2014/main" id="{D1EBD583-28E9-4744-8C72-258BDF5A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02" y="783840"/>
            <a:ext cx="142004" cy="143515"/>
          </a:xfrm>
          <a:custGeom xmlns:a="http://schemas.openxmlformats.org/drawingml/2006/main">
            <a:pathLst>
              <a:path w="142004" h="143515">
                <a:moveTo>
                  <a:pt x="0" y="143515"/>
                </a:moveTo>
                <a:lnTo>
                  <a:pt x="0" y="0"/>
                </a:lnTo>
                <a:lnTo>
                  <a:pt x="142004" y="0"/>
                </a:lnTo>
                <a:lnTo>
                  <a:pt x="142004" y="143515"/>
                </a:lnTo>
                <a:lnTo>
                  <a:pt x="0" y="143515"/>
                </a:lnTo>
              </a:path>
            </a:pathLst>
          </a:custGeom>
          <a:solidFill xmlns:a="http://schemas.openxmlformats.org/drawingml/2006/main">
            <a:srgbClr val="7030A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path-253">
            <a:extLst xmlns:a="http://schemas.openxmlformats.org/drawingml/2006/main">
              <a:ext uri="{FF2B5EF4-FFF2-40B4-BE49-F238E27FC236}">
                <a16:creationId xmlns:a16="http://schemas.microsoft.com/office/drawing/2014/main" id="{F778D9DA-7436-4BF9-BC1C-872B64C4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483" y="771377"/>
            <a:ext cx="168063" cy="168063"/>
          </a:xfrm>
          <a:custGeom xmlns:a="http://schemas.openxmlformats.org/drawingml/2006/main">
            <a:pathLst>
              <a:path w="168063" h="168063">
                <a:moveTo>
                  <a:pt x="0" y="0"/>
                </a:moveTo>
                <a:lnTo>
                  <a:pt x="168063" y="0"/>
                </a:lnTo>
                <a:lnTo>
                  <a:pt x="168063" y="168063"/>
                </a:lnTo>
                <a:lnTo>
                  <a:pt x="0" y="168063"/>
                </a:lnTo>
                <a:lnTo>
                  <a:pt x="0" y="0"/>
                </a:lnTo>
                <a:moveTo>
                  <a:pt x="25178" y="155474"/>
                </a:moveTo>
                <a:lnTo>
                  <a:pt x="12589" y="142885"/>
                </a:lnTo>
                <a:lnTo>
                  <a:pt x="155474" y="142885"/>
                </a:lnTo>
                <a:lnTo>
                  <a:pt x="142885" y="155474"/>
                </a:lnTo>
                <a:lnTo>
                  <a:pt x="142885" y="12589"/>
                </a:lnTo>
                <a:lnTo>
                  <a:pt x="155474" y="25178"/>
                </a:lnTo>
                <a:lnTo>
                  <a:pt x="12589" y="25178"/>
                </a:lnTo>
                <a:lnTo>
                  <a:pt x="25178" y="12589"/>
                </a:lnTo>
                <a:lnTo>
                  <a:pt x="25178" y="1554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path-254">
            <a:extLst xmlns:a="http://schemas.openxmlformats.org/drawingml/2006/main">
              <a:ext uri="{FF2B5EF4-FFF2-40B4-BE49-F238E27FC236}">
                <a16:creationId xmlns:a16="http://schemas.microsoft.com/office/drawing/2014/main" id="{8B0B2737-FB83-432D-951A-3B89BFEE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706" y="783840"/>
            <a:ext cx="143515" cy="143515"/>
          </a:xfrm>
          <a:custGeom xmlns:a="http://schemas.openxmlformats.org/drawingml/2006/main">
            <a:pathLst>
              <a:path w="143515" h="143515">
                <a:moveTo>
                  <a:pt x="0" y="143515"/>
                </a:moveTo>
                <a:lnTo>
                  <a:pt x="0" y="0"/>
                </a:lnTo>
                <a:lnTo>
                  <a:pt x="143515" y="0"/>
                </a:lnTo>
                <a:lnTo>
                  <a:pt x="143515" y="143515"/>
                </a:lnTo>
                <a:lnTo>
                  <a:pt x="0" y="143515"/>
                </a:lnTo>
              </a:path>
            </a:pathLst>
          </a:custGeom>
          <a:solidFill xmlns:a="http://schemas.openxmlformats.org/drawingml/2006/main">
            <a:srgbClr val="7030A0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path-255">
            <a:extLst xmlns:a="http://schemas.openxmlformats.org/drawingml/2006/main">
              <a:ext uri="{FF2B5EF4-FFF2-40B4-BE49-F238E27FC236}">
                <a16:creationId xmlns:a16="http://schemas.microsoft.com/office/drawing/2014/main" id="{9671D610-C6D4-462E-8CF5-A479E526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368" y="771377"/>
            <a:ext cx="168063" cy="168063"/>
          </a:xfrm>
          <a:custGeom xmlns:a="http://schemas.openxmlformats.org/drawingml/2006/main">
            <a:pathLst>
              <a:path w="168063" h="168063">
                <a:moveTo>
                  <a:pt x="0" y="0"/>
                </a:moveTo>
                <a:lnTo>
                  <a:pt x="168063" y="0"/>
                </a:lnTo>
                <a:lnTo>
                  <a:pt x="168063" y="168063"/>
                </a:lnTo>
                <a:lnTo>
                  <a:pt x="0" y="168063"/>
                </a:lnTo>
                <a:lnTo>
                  <a:pt x="0" y="0"/>
                </a:lnTo>
                <a:moveTo>
                  <a:pt x="25178" y="155474"/>
                </a:moveTo>
                <a:lnTo>
                  <a:pt x="12589" y="142885"/>
                </a:lnTo>
                <a:lnTo>
                  <a:pt x="155474" y="142885"/>
                </a:lnTo>
                <a:lnTo>
                  <a:pt x="142885" y="155474"/>
                </a:lnTo>
                <a:lnTo>
                  <a:pt x="142885" y="12589"/>
                </a:lnTo>
                <a:lnTo>
                  <a:pt x="155474" y="25178"/>
                </a:lnTo>
                <a:lnTo>
                  <a:pt x="12589" y="25178"/>
                </a:lnTo>
                <a:lnTo>
                  <a:pt x="25178" y="12589"/>
                </a:lnTo>
                <a:lnTo>
                  <a:pt x="25178" y="1554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path-256">
            <a:extLst xmlns:a="http://schemas.openxmlformats.org/drawingml/2006/main">
              <a:ext uri="{FF2B5EF4-FFF2-40B4-BE49-F238E27FC236}">
                <a16:creationId xmlns:a16="http://schemas.microsoft.com/office/drawing/2014/main" id="{5A69881A-3871-4495-8630-F8C91B8F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220" y="783840"/>
            <a:ext cx="142004" cy="143515"/>
          </a:xfrm>
          <a:custGeom xmlns:a="http://schemas.openxmlformats.org/drawingml/2006/main">
            <a:pathLst>
              <a:path w="142004" h="143515">
                <a:moveTo>
                  <a:pt x="0" y="143515"/>
                </a:moveTo>
                <a:lnTo>
                  <a:pt x="0" y="0"/>
                </a:lnTo>
                <a:lnTo>
                  <a:pt x="142004" y="0"/>
                </a:lnTo>
                <a:lnTo>
                  <a:pt x="142004" y="143515"/>
                </a:lnTo>
                <a:lnTo>
                  <a:pt x="0" y="143515"/>
                </a:lnTo>
              </a:path>
            </a:pathLst>
          </a:custGeom>
          <a:solidFill xmlns:a="http://schemas.openxmlformats.org/drawingml/2006/main">
            <a:srgbClr val="7030A0">
              <a:alpha val="4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path-257">
            <a:extLst xmlns:a="http://schemas.openxmlformats.org/drawingml/2006/main">
              <a:ext uri="{FF2B5EF4-FFF2-40B4-BE49-F238E27FC236}">
                <a16:creationId xmlns:a16="http://schemas.microsoft.com/office/drawing/2014/main" id="{CA00182B-309B-42E4-B280-BDC3F3AB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54" y="771377"/>
            <a:ext cx="168063" cy="168063"/>
          </a:xfrm>
          <a:custGeom xmlns:a="http://schemas.openxmlformats.org/drawingml/2006/main">
            <a:pathLst>
              <a:path w="168063" h="168063">
                <a:moveTo>
                  <a:pt x="0" y="0"/>
                </a:moveTo>
                <a:lnTo>
                  <a:pt x="168063" y="0"/>
                </a:lnTo>
                <a:lnTo>
                  <a:pt x="168063" y="168063"/>
                </a:lnTo>
                <a:lnTo>
                  <a:pt x="0" y="168063"/>
                </a:lnTo>
                <a:lnTo>
                  <a:pt x="0" y="0"/>
                </a:lnTo>
                <a:moveTo>
                  <a:pt x="25178" y="155474"/>
                </a:moveTo>
                <a:lnTo>
                  <a:pt x="12589" y="142885"/>
                </a:lnTo>
                <a:lnTo>
                  <a:pt x="155474" y="142885"/>
                </a:lnTo>
                <a:lnTo>
                  <a:pt x="142885" y="155474"/>
                </a:lnTo>
                <a:lnTo>
                  <a:pt x="142885" y="12589"/>
                </a:lnTo>
                <a:lnTo>
                  <a:pt x="155474" y="25178"/>
                </a:lnTo>
                <a:lnTo>
                  <a:pt x="12589" y="25178"/>
                </a:lnTo>
                <a:lnTo>
                  <a:pt x="25178" y="12589"/>
                </a:lnTo>
                <a:lnTo>
                  <a:pt x="25178" y="1554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path-258">
            <a:extLst xmlns:a="http://schemas.openxmlformats.org/drawingml/2006/main">
              <a:ext uri="{FF2B5EF4-FFF2-40B4-BE49-F238E27FC236}">
                <a16:creationId xmlns:a16="http://schemas.microsoft.com/office/drawing/2014/main" id="{DBCD46EF-8045-42A9-A486-997E7504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224" y="783840"/>
            <a:ext cx="143514" cy="143515"/>
          </a:xfrm>
          <a:custGeom xmlns:a="http://schemas.openxmlformats.org/drawingml/2006/main">
            <a:pathLst>
              <a:path w="143514" h="143515">
                <a:moveTo>
                  <a:pt x="0" y="143515"/>
                </a:moveTo>
                <a:lnTo>
                  <a:pt x="0" y="0"/>
                </a:lnTo>
                <a:lnTo>
                  <a:pt x="143514" y="0"/>
                </a:lnTo>
                <a:lnTo>
                  <a:pt x="143514" y="143515"/>
                </a:lnTo>
                <a:lnTo>
                  <a:pt x="0" y="143515"/>
                </a:lnTo>
              </a:path>
            </a:pathLst>
          </a:custGeom>
          <a:solidFill xmlns:a="http://schemas.openxmlformats.org/drawingml/2006/main">
            <a:srgbClr val="7030A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path-259">
            <a:extLst xmlns:a="http://schemas.openxmlformats.org/drawingml/2006/main">
              <a:ext uri="{FF2B5EF4-FFF2-40B4-BE49-F238E27FC236}">
                <a16:creationId xmlns:a16="http://schemas.microsoft.com/office/drawing/2014/main" id="{7467ECB4-8D94-4570-AECA-2F8E6D99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39" y="771377"/>
            <a:ext cx="168063" cy="168063"/>
          </a:xfrm>
          <a:custGeom xmlns:a="http://schemas.openxmlformats.org/drawingml/2006/main">
            <a:pathLst>
              <a:path w="168063" h="168063">
                <a:moveTo>
                  <a:pt x="0" y="0"/>
                </a:moveTo>
                <a:lnTo>
                  <a:pt x="168063" y="0"/>
                </a:lnTo>
                <a:lnTo>
                  <a:pt x="168063" y="168063"/>
                </a:lnTo>
                <a:lnTo>
                  <a:pt x="0" y="168063"/>
                </a:lnTo>
                <a:lnTo>
                  <a:pt x="0" y="0"/>
                </a:lnTo>
                <a:moveTo>
                  <a:pt x="25178" y="155474"/>
                </a:moveTo>
                <a:lnTo>
                  <a:pt x="12589" y="142885"/>
                </a:lnTo>
                <a:lnTo>
                  <a:pt x="155474" y="142885"/>
                </a:lnTo>
                <a:lnTo>
                  <a:pt x="142885" y="155474"/>
                </a:lnTo>
                <a:lnTo>
                  <a:pt x="142885" y="12589"/>
                </a:lnTo>
                <a:lnTo>
                  <a:pt x="155474" y="25178"/>
                </a:lnTo>
                <a:lnTo>
                  <a:pt x="12589" y="25178"/>
                </a:lnTo>
                <a:lnTo>
                  <a:pt x="25178" y="12589"/>
                </a:lnTo>
                <a:lnTo>
                  <a:pt x="25178" y="1554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path-260">
            <a:extLst xmlns:a="http://schemas.openxmlformats.org/drawingml/2006/main">
              <a:ext uri="{FF2B5EF4-FFF2-40B4-BE49-F238E27FC236}">
                <a16:creationId xmlns:a16="http://schemas.microsoft.com/office/drawing/2014/main" id="{B644C8E9-453A-4119-89BB-20389B6B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87" y="1489328"/>
            <a:ext cx="143515" cy="142004"/>
          </a:xfrm>
          <a:custGeom xmlns:a="http://schemas.openxmlformats.org/drawingml/2006/main">
            <a:pathLst>
              <a:path w="143515" h="142004">
                <a:moveTo>
                  <a:pt x="0" y="142004"/>
                </a:moveTo>
                <a:lnTo>
                  <a:pt x="0" y="0"/>
                </a:lnTo>
                <a:lnTo>
                  <a:pt x="143515" y="0"/>
                </a:lnTo>
                <a:lnTo>
                  <a:pt x="143515" y="142004"/>
                </a:lnTo>
                <a:lnTo>
                  <a:pt x="0" y="142004"/>
                </a:lnTo>
              </a:path>
            </a:pathLst>
          </a:custGeom>
          <a:solidFill xmlns:a="http://schemas.openxmlformats.org/drawingml/2006/main">
            <a:srgbClr val="3B5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path-261">
            <a:extLst xmlns:a="http://schemas.openxmlformats.org/drawingml/2006/main">
              <a:ext uri="{FF2B5EF4-FFF2-40B4-BE49-F238E27FC236}">
                <a16:creationId xmlns:a16="http://schemas.microsoft.com/office/drawing/2014/main" id="{62489C67-A8D3-4D31-BD4E-7F17A144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98" y="1476361"/>
            <a:ext cx="168063" cy="168063"/>
          </a:xfrm>
          <a:custGeom xmlns:a="http://schemas.openxmlformats.org/drawingml/2006/main">
            <a:pathLst>
              <a:path w="168063" h="168063">
                <a:moveTo>
                  <a:pt x="0" y="0"/>
                </a:moveTo>
                <a:lnTo>
                  <a:pt x="168063" y="0"/>
                </a:lnTo>
                <a:lnTo>
                  <a:pt x="168063" y="168063"/>
                </a:lnTo>
                <a:lnTo>
                  <a:pt x="0" y="168063"/>
                </a:lnTo>
                <a:lnTo>
                  <a:pt x="0" y="0"/>
                </a:lnTo>
                <a:moveTo>
                  <a:pt x="25178" y="155474"/>
                </a:moveTo>
                <a:lnTo>
                  <a:pt x="12589" y="142885"/>
                </a:lnTo>
                <a:lnTo>
                  <a:pt x="155474" y="142885"/>
                </a:lnTo>
                <a:lnTo>
                  <a:pt x="142885" y="155474"/>
                </a:lnTo>
                <a:lnTo>
                  <a:pt x="142885" y="12589"/>
                </a:lnTo>
                <a:lnTo>
                  <a:pt x="155474" y="25178"/>
                </a:lnTo>
                <a:lnTo>
                  <a:pt x="12589" y="25178"/>
                </a:lnTo>
                <a:lnTo>
                  <a:pt x="25178" y="12589"/>
                </a:lnTo>
                <a:lnTo>
                  <a:pt x="25178" y="1554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path-262">
            <a:extLst xmlns:a="http://schemas.openxmlformats.org/drawingml/2006/main">
              <a:ext uri="{FF2B5EF4-FFF2-40B4-BE49-F238E27FC236}">
                <a16:creationId xmlns:a16="http://schemas.microsoft.com/office/drawing/2014/main" id="{982F244C-0BE8-42CD-AFC7-47ACDFFA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02" y="1489328"/>
            <a:ext cx="142004" cy="142004"/>
          </a:xfrm>
          <a:custGeom xmlns:a="http://schemas.openxmlformats.org/drawingml/2006/main">
            <a:pathLst>
              <a:path w="142004" h="142004">
                <a:moveTo>
                  <a:pt x="0" y="142004"/>
                </a:moveTo>
                <a:lnTo>
                  <a:pt x="0" y="0"/>
                </a:lnTo>
                <a:lnTo>
                  <a:pt x="142004" y="0"/>
                </a:lnTo>
                <a:lnTo>
                  <a:pt x="142004" y="142004"/>
                </a:lnTo>
                <a:lnTo>
                  <a:pt x="0" y="142004"/>
                </a:lnTo>
              </a:path>
            </a:pathLst>
          </a:custGeom>
          <a:solidFill xmlns:a="http://schemas.openxmlformats.org/drawingml/2006/main">
            <a:srgbClr val="3B5F21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path-263">
            <a:extLst xmlns:a="http://schemas.openxmlformats.org/drawingml/2006/main">
              <a:ext uri="{FF2B5EF4-FFF2-40B4-BE49-F238E27FC236}">
                <a16:creationId xmlns:a16="http://schemas.microsoft.com/office/drawing/2014/main" id="{E3C5B269-F991-4C18-8602-7C360B40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483" y="1476361"/>
            <a:ext cx="168063" cy="168063"/>
          </a:xfrm>
          <a:custGeom xmlns:a="http://schemas.openxmlformats.org/drawingml/2006/main">
            <a:pathLst>
              <a:path w="168063" h="168063">
                <a:moveTo>
                  <a:pt x="0" y="0"/>
                </a:moveTo>
                <a:lnTo>
                  <a:pt x="168063" y="0"/>
                </a:lnTo>
                <a:lnTo>
                  <a:pt x="168063" y="168063"/>
                </a:lnTo>
                <a:lnTo>
                  <a:pt x="0" y="168063"/>
                </a:lnTo>
                <a:lnTo>
                  <a:pt x="0" y="0"/>
                </a:lnTo>
                <a:moveTo>
                  <a:pt x="25178" y="155474"/>
                </a:moveTo>
                <a:lnTo>
                  <a:pt x="12589" y="142885"/>
                </a:lnTo>
                <a:lnTo>
                  <a:pt x="155474" y="142885"/>
                </a:lnTo>
                <a:lnTo>
                  <a:pt x="142885" y="155474"/>
                </a:lnTo>
                <a:lnTo>
                  <a:pt x="142885" y="12589"/>
                </a:lnTo>
                <a:lnTo>
                  <a:pt x="155474" y="25178"/>
                </a:lnTo>
                <a:lnTo>
                  <a:pt x="12589" y="25178"/>
                </a:lnTo>
                <a:lnTo>
                  <a:pt x="25178" y="12589"/>
                </a:lnTo>
                <a:lnTo>
                  <a:pt x="25178" y="1554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path-264">
            <a:extLst xmlns:a="http://schemas.openxmlformats.org/drawingml/2006/main">
              <a:ext uri="{FF2B5EF4-FFF2-40B4-BE49-F238E27FC236}">
                <a16:creationId xmlns:a16="http://schemas.microsoft.com/office/drawing/2014/main" id="{D341B4C5-8FF5-42B9-87E1-766ACCF3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706" y="1489328"/>
            <a:ext cx="143515" cy="142004"/>
          </a:xfrm>
          <a:custGeom xmlns:a="http://schemas.openxmlformats.org/drawingml/2006/main">
            <a:pathLst>
              <a:path w="143515" h="142004">
                <a:moveTo>
                  <a:pt x="0" y="142004"/>
                </a:moveTo>
                <a:lnTo>
                  <a:pt x="0" y="0"/>
                </a:lnTo>
                <a:lnTo>
                  <a:pt x="143515" y="0"/>
                </a:lnTo>
                <a:lnTo>
                  <a:pt x="143515" y="142004"/>
                </a:lnTo>
                <a:lnTo>
                  <a:pt x="0" y="142004"/>
                </a:lnTo>
              </a:path>
            </a:pathLst>
          </a:custGeom>
          <a:solidFill xmlns:a="http://schemas.openxmlformats.org/drawingml/2006/main">
            <a:srgbClr val="3B5F21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path-265">
            <a:extLst xmlns:a="http://schemas.openxmlformats.org/drawingml/2006/main">
              <a:ext uri="{FF2B5EF4-FFF2-40B4-BE49-F238E27FC236}">
                <a16:creationId xmlns:a16="http://schemas.microsoft.com/office/drawing/2014/main" id="{E4AB6F7C-CF67-4970-9869-D36E305E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368" y="1476361"/>
            <a:ext cx="168063" cy="168063"/>
          </a:xfrm>
          <a:custGeom xmlns:a="http://schemas.openxmlformats.org/drawingml/2006/main">
            <a:pathLst>
              <a:path w="168063" h="168063">
                <a:moveTo>
                  <a:pt x="0" y="0"/>
                </a:moveTo>
                <a:lnTo>
                  <a:pt x="168063" y="0"/>
                </a:lnTo>
                <a:lnTo>
                  <a:pt x="168063" y="168063"/>
                </a:lnTo>
                <a:lnTo>
                  <a:pt x="0" y="168063"/>
                </a:lnTo>
                <a:lnTo>
                  <a:pt x="0" y="0"/>
                </a:lnTo>
                <a:moveTo>
                  <a:pt x="25178" y="155474"/>
                </a:moveTo>
                <a:lnTo>
                  <a:pt x="12589" y="142885"/>
                </a:lnTo>
                <a:lnTo>
                  <a:pt x="155474" y="142885"/>
                </a:lnTo>
                <a:lnTo>
                  <a:pt x="142885" y="155474"/>
                </a:lnTo>
                <a:lnTo>
                  <a:pt x="142885" y="12589"/>
                </a:lnTo>
                <a:lnTo>
                  <a:pt x="155474" y="25178"/>
                </a:lnTo>
                <a:lnTo>
                  <a:pt x="12589" y="25178"/>
                </a:lnTo>
                <a:lnTo>
                  <a:pt x="25178" y="12589"/>
                </a:lnTo>
                <a:lnTo>
                  <a:pt x="25178" y="1554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path-266">
            <a:extLst xmlns:a="http://schemas.openxmlformats.org/drawingml/2006/main">
              <a:ext uri="{FF2B5EF4-FFF2-40B4-BE49-F238E27FC236}">
                <a16:creationId xmlns:a16="http://schemas.microsoft.com/office/drawing/2014/main" id="{65563960-CE26-48DB-AFC5-06D9A7F0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220" y="1489328"/>
            <a:ext cx="142004" cy="142004"/>
          </a:xfrm>
          <a:custGeom xmlns:a="http://schemas.openxmlformats.org/drawingml/2006/main">
            <a:pathLst>
              <a:path w="142004" h="142004">
                <a:moveTo>
                  <a:pt x="0" y="142004"/>
                </a:moveTo>
                <a:lnTo>
                  <a:pt x="0" y="0"/>
                </a:lnTo>
                <a:lnTo>
                  <a:pt x="142004" y="0"/>
                </a:lnTo>
                <a:lnTo>
                  <a:pt x="142004" y="142004"/>
                </a:lnTo>
                <a:lnTo>
                  <a:pt x="0" y="142004"/>
                </a:lnTo>
              </a:path>
            </a:pathLst>
          </a:custGeom>
          <a:solidFill xmlns:a="http://schemas.openxmlformats.org/drawingml/2006/main">
            <a:srgbClr val="3B5F21">
              <a:alpha val="4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path-267">
            <a:extLst xmlns:a="http://schemas.openxmlformats.org/drawingml/2006/main">
              <a:ext uri="{FF2B5EF4-FFF2-40B4-BE49-F238E27FC236}">
                <a16:creationId xmlns:a16="http://schemas.microsoft.com/office/drawing/2014/main" id="{0112737B-6AB3-4292-A0C1-37422708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54" y="1476361"/>
            <a:ext cx="168063" cy="168063"/>
          </a:xfrm>
          <a:custGeom xmlns:a="http://schemas.openxmlformats.org/drawingml/2006/main">
            <a:pathLst>
              <a:path w="168063" h="168063">
                <a:moveTo>
                  <a:pt x="0" y="0"/>
                </a:moveTo>
                <a:lnTo>
                  <a:pt x="168063" y="0"/>
                </a:lnTo>
                <a:lnTo>
                  <a:pt x="168063" y="168063"/>
                </a:lnTo>
                <a:lnTo>
                  <a:pt x="0" y="168063"/>
                </a:lnTo>
                <a:lnTo>
                  <a:pt x="0" y="0"/>
                </a:lnTo>
                <a:moveTo>
                  <a:pt x="25178" y="155474"/>
                </a:moveTo>
                <a:lnTo>
                  <a:pt x="12589" y="142885"/>
                </a:lnTo>
                <a:lnTo>
                  <a:pt x="155474" y="142885"/>
                </a:lnTo>
                <a:lnTo>
                  <a:pt x="142885" y="155474"/>
                </a:lnTo>
                <a:lnTo>
                  <a:pt x="142885" y="12589"/>
                </a:lnTo>
                <a:lnTo>
                  <a:pt x="155474" y="25178"/>
                </a:lnTo>
                <a:lnTo>
                  <a:pt x="12589" y="25178"/>
                </a:lnTo>
                <a:lnTo>
                  <a:pt x="25178" y="12589"/>
                </a:lnTo>
                <a:lnTo>
                  <a:pt x="25178" y="1554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path-268">
            <a:extLst xmlns:a="http://schemas.openxmlformats.org/drawingml/2006/main">
              <a:ext uri="{FF2B5EF4-FFF2-40B4-BE49-F238E27FC236}">
                <a16:creationId xmlns:a16="http://schemas.microsoft.com/office/drawing/2014/main" id="{0BAA73B9-1BAA-4446-BEC8-C56B9587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224" y="1489328"/>
            <a:ext cx="143514" cy="142004"/>
          </a:xfrm>
          <a:custGeom xmlns:a="http://schemas.openxmlformats.org/drawingml/2006/main">
            <a:pathLst>
              <a:path w="143514" h="142004">
                <a:moveTo>
                  <a:pt x="0" y="142004"/>
                </a:moveTo>
                <a:lnTo>
                  <a:pt x="0" y="0"/>
                </a:lnTo>
                <a:lnTo>
                  <a:pt x="143514" y="0"/>
                </a:lnTo>
                <a:lnTo>
                  <a:pt x="143514" y="142004"/>
                </a:lnTo>
                <a:lnTo>
                  <a:pt x="0" y="142004"/>
                </a:lnTo>
              </a:path>
            </a:pathLst>
          </a:custGeom>
          <a:solidFill xmlns:a="http://schemas.openxmlformats.org/drawingml/2006/main">
            <a:srgbClr val="3B5F21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path-269">
            <a:extLst xmlns:a="http://schemas.openxmlformats.org/drawingml/2006/main">
              <a:ext uri="{FF2B5EF4-FFF2-40B4-BE49-F238E27FC236}">
                <a16:creationId xmlns:a16="http://schemas.microsoft.com/office/drawing/2014/main" id="{46827312-F323-431B-85C7-D7AA65C7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39" y="1476361"/>
            <a:ext cx="168063" cy="168063"/>
          </a:xfrm>
          <a:custGeom xmlns:a="http://schemas.openxmlformats.org/drawingml/2006/main">
            <a:pathLst>
              <a:path w="168063" h="168063">
                <a:moveTo>
                  <a:pt x="0" y="0"/>
                </a:moveTo>
                <a:lnTo>
                  <a:pt x="168063" y="0"/>
                </a:lnTo>
                <a:lnTo>
                  <a:pt x="168063" y="168063"/>
                </a:lnTo>
                <a:lnTo>
                  <a:pt x="0" y="168063"/>
                </a:lnTo>
                <a:lnTo>
                  <a:pt x="0" y="0"/>
                </a:lnTo>
                <a:moveTo>
                  <a:pt x="25178" y="155474"/>
                </a:moveTo>
                <a:lnTo>
                  <a:pt x="12589" y="142885"/>
                </a:lnTo>
                <a:lnTo>
                  <a:pt x="155474" y="142885"/>
                </a:lnTo>
                <a:lnTo>
                  <a:pt x="142885" y="155474"/>
                </a:lnTo>
                <a:lnTo>
                  <a:pt x="142885" y="12589"/>
                </a:lnTo>
                <a:lnTo>
                  <a:pt x="155474" y="25178"/>
                </a:lnTo>
                <a:lnTo>
                  <a:pt x="12589" y="25178"/>
                </a:lnTo>
                <a:lnTo>
                  <a:pt x="25178" y="12589"/>
                </a:lnTo>
                <a:lnTo>
                  <a:pt x="25178" y="1554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5C22BED4-4F1E-4C8B-8BA4-2F4BCE84E2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051524a613429d"/>
          <a:stretch xmlns:a="http://schemas.openxmlformats.org/drawingml/2006/main"/>
        </p:blipFill>
        <p:spPr>
          <a:xfrm xmlns:a="http://schemas.openxmlformats.org/drawingml/2006/main">
            <a:off x="148760" y="640737"/>
            <a:ext cx="405995" cy="385281"/>
          </a:xfrm>
          <a:prstGeom xmlns:a="http://schemas.openxmlformats.org/drawingml/2006/main" prst="rect">
            <a:avLst/>
          </a:prstGeom>
        </p:spPr>
      </p:pic>
      <p:pic>
        <p:nvPic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E56D3D0A-72FC-4412-82E3-706DADDE5A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f2cac7c13a4c97"/>
          <a:stretch xmlns:a="http://schemas.openxmlformats.org/drawingml/2006/main"/>
        </p:blipFill>
        <p:spPr>
          <a:xfrm xmlns:a="http://schemas.openxmlformats.org/drawingml/2006/main">
            <a:off x="148760" y="1368978"/>
            <a:ext cx="404737" cy="384087"/>
          </a:xfrm>
          <a:prstGeom xmlns:a="http://schemas.openxmlformats.org/drawingml/2006/main" prst="rect">
            <a:avLst/>
          </a:prstGeom>
        </p:spPr>
      </p:pic>
      <p:pic>
        <p:nvPic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EB6A9E6F-4C1E-4152-A256-81E1990A81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8095acf9fd4b60"/>
          <a:stretch xmlns:a="http://schemas.openxmlformats.org/drawingml/2006/main"/>
        </p:blipFill>
        <p:spPr>
          <a:xfrm xmlns:a="http://schemas.openxmlformats.org/drawingml/2006/main">
            <a:off x="170161" y="1995027"/>
            <a:ext cx="351233" cy="351233"/>
          </a:xfrm>
          <a:prstGeom xmlns:a="http://schemas.openxmlformats.org/drawingml/2006/main" prst="rect">
            <a:avLst/>
          </a:prstGeom>
        </p:spPr>
      </p:pic>
      <p:pic>
        <p:nvPic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393CC0D8-AE6F-41D7-9E70-138C5FB1CA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1ae0dc47084cb9"/>
          <a:stretch xmlns:a="http://schemas.openxmlformats.org/drawingml/2006/main"/>
        </p:blipFill>
        <p:spPr>
          <a:xfrm xmlns:a="http://schemas.openxmlformats.org/drawingml/2006/main">
            <a:off x="1633632" y="1081066"/>
            <a:ext cx="315984" cy="315984"/>
          </a:xfrm>
          <a:prstGeom xmlns:a="http://schemas.openxmlformats.org/drawingml/2006/main" prst="rect">
            <a:avLst/>
          </a:prstGeom>
        </p:spPr>
      </p:pic>
      <p:pic>
        <p:nvPic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6A8F05E3-A705-44BD-9E3C-2B27BA9BA2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b87304eed4059"/>
          <a:stretch xmlns:a="http://schemas.openxmlformats.org/drawingml/2006/main"/>
        </p:blipFill>
        <p:spPr>
          <a:xfrm xmlns:a="http://schemas.openxmlformats.org/drawingml/2006/main">
            <a:off x="1633632" y="1748913"/>
            <a:ext cx="315984" cy="315984"/>
          </a:xfrm>
          <a:prstGeom xmlns:a="http://schemas.openxmlformats.org/drawingml/2006/main" prst="rect">
            <a:avLst/>
          </a:prstGeom>
        </p:spPr>
      </p:pic>
      <p:sp>
        <p:nvSpPr>
          <p:cNvPr id="283" name="path-275">
            <a:extLst xmlns:a="http://schemas.openxmlformats.org/drawingml/2006/main">
              <a:ext uri="{FF2B5EF4-FFF2-40B4-BE49-F238E27FC236}">
                <a16:creationId xmlns:a16="http://schemas.microsoft.com/office/drawing/2014/main" id="{1029C54B-667A-4A06-8BD5-5D9A53A0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87" y="2131367"/>
            <a:ext cx="143515" cy="143515"/>
          </a:xfrm>
          <a:custGeom xmlns:a="http://schemas.openxmlformats.org/drawingml/2006/main">
            <a:pathLst>
              <a:path w="143515" h="143515">
                <a:moveTo>
                  <a:pt x="0" y="143515"/>
                </a:moveTo>
                <a:lnTo>
                  <a:pt x="0" y="0"/>
                </a:lnTo>
                <a:lnTo>
                  <a:pt x="143515" y="0"/>
                </a:lnTo>
                <a:lnTo>
                  <a:pt x="143515" y="143515"/>
                </a:lnTo>
                <a:lnTo>
                  <a:pt x="0" y="143515"/>
                </a:lnTo>
              </a:path>
            </a:pathLst>
          </a:custGeom>
          <a:solidFill xmlns:a="http://schemas.openxmlformats.org/drawingml/2006/main">
            <a:srgbClr val="0070C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path-276">
            <a:extLst xmlns:a="http://schemas.openxmlformats.org/drawingml/2006/main">
              <a:ext uri="{FF2B5EF4-FFF2-40B4-BE49-F238E27FC236}">
                <a16:creationId xmlns:a16="http://schemas.microsoft.com/office/drawing/2014/main" id="{5D0D0560-E3AF-4216-B53D-E1126483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28" y="2119029"/>
            <a:ext cx="168063" cy="168063"/>
          </a:xfrm>
          <a:custGeom xmlns:a="http://schemas.openxmlformats.org/drawingml/2006/main">
            <a:pathLst>
              <a:path w="168063" h="168063">
                <a:moveTo>
                  <a:pt x="0" y="0"/>
                </a:moveTo>
                <a:lnTo>
                  <a:pt x="168063" y="0"/>
                </a:lnTo>
                <a:lnTo>
                  <a:pt x="168063" y="168063"/>
                </a:lnTo>
                <a:lnTo>
                  <a:pt x="0" y="168063"/>
                </a:lnTo>
                <a:lnTo>
                  <a:pt x="0" y="0"/>
                </a:lnTo>
                <a:moveTo>
                  <a:pt x="25178" y="155474"/>
                </a:moveTo>
                <a:lnTo>
                  <a:pt x="12589" y="142885"/>
                </a:lnTo>
                <a:lnTo>
                  <a:pt x="155474" y="142885"/>
                </a:lnTo>
                <a:lnTo>
                  <a:pt x="142885" y="155474"/>
                </a:lnTo>
                <a:lnTo>
                  <a:pt x="142885" y="12589"/>
                </a:lnTo>
                <a:lnTo>
                  <a:pt x="155474" y="25178"/>
                </a:lnTo>
                <a:lnTo>
                  <a:pt x="12589" y="25178"/>
                </a:lnTo>
                <a:lnTo>
                  <a:pt x="25178" y="12589"/>
                </a:lnTo>
                <a:lnTo>
                  <a:pt x="25178" y="1554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path-277">
            <a:extLst xmlns:a="http://schemas.openxmlformats.org/drawingml/2006/main">
              <a:ext uri="{FF2B5EF4-FFF2-40B4-BE49-F238E27FC236}">
                <a16:creationId xmlns:a16="http://schemas.microsoft.com/office/drawing/2014/main" id="{82D46563-D289-4F63-AA6D-D9B1E6B7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02" y="2131367"/>
            <a:ext cx="143514" cy="143515"/>
          </a:xfrm>
          <a:custGeom xmlns:a="http://schemas.openxmlformats.org/drawingml/2006/main">
            <a:pathLst>
              <a:path w="143514" h="143515">
                <a:moveTo>
                  <a:pt x="0" y="143515"/>
                </a:moveTo>
                <a:lnTo>
                  <a:pt x="0" y="0"/>
                </a:lnTo>
                <a:lnTo>
                  <a:pt x="143514" y="0"/>
                </a:lnTo>
                <a:lnTo>
                  <a:pt x="143514" y="143515"/>
                </a:lnTo>
                <a:lnTo>
                  <a:pt x="0" y="143515"/>
                </a:lnTo>
              </a:path>
            </a:pathLst>
          </a:custGeom>
          <a:solidFill xmlns:a="http://schemas.openxmlformats.org/drawingml/2006/main">
            <a:srgbClr val="0070C0">
              <a:alpha val="6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path-278">
            <a:extLst xmlns:a="http://schemas.openxmlformats.org/drawingml/2006/main">
              <a:ext uri="{FF2B5EF4-FFF2-40B4-BE49-F238E27FC236}">
                <a16:creationId xmlns:a16="http://schemas.microsoft.com/office/drawing/2014/main" id="{270FDBE7-5A97-4366-AE72-686EFD5B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13" y="2119029"/>
            <a:ext cx="168063" cy="168063"/>
          </a:xfrm>
          <a:custGeom xmlns:a="http://schemas.openxmlformats.org/drawingml/2006/main">
            <a:pathLst>
              <a:path w="168063" h="168063">
                <a:moveTo>
                  <a:pt x="0" y="0"/>
                </a:moveTo>
                <a:lnTo>
                  <a:pt x="168063" y="0"/>
                </a:lnTo>
                <a:lnTo>
                  <a:pt x="168063" y="168063"/>
                </a:lnTo>
                <a:lnTo>
                  <a:pt x="0" y="168063"/>
                </a:lnTo>
                <a:lnTo>
                  <a:pt x="0" y="0"/>
                </a:lnTo>
                <a:moveTo>
                  <a:pt x="25178" y="155474"/>
                </a:moveTo>
                <a:lnTo>
                  <a:pt x="12589" y="142885"/>
                </a:lnTo>
                <a:lnTo>
                  <a:pt x="155474" y="142885"/>
                </a:lnTo>
                <a:lnTo>
                  <a:pt x="142885" y="155474"/>
                </a:lnTo>
                <a:lnTo>
                  <a:pt x="142885" y="12589"/>
                </a:lnTo>
                <a:lnTo>
                  <a:pt x="155474" y="25178"/>
                </a:lnTo>
                <a:lnTo>
                  <a:pt x="12589" y="25178"/>
                </a:lnTo>
                <a:lnTo>
                  <a:pt x="25178" y="12589"/>
                </a:lnTo>
                <a:lnTo>
                  <a:pt x="25178" y="1554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path-279">
            <a:extLst xmlns:a="http://schemas.openxmlformats.org/drawingml/2006/main">
              <a:ext uri="{FF2B5EF4-FFF2-40B4-BE49-F238E27FC236}">
                <a16:creationId xmlns:a16="http://schemas.microsoft.com/office/drawing/2014/main" id="{F5FB1264-EAAD-442B-B816-95A9B749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216" y="2131367"/>
            <a:ext cx="142004" cy="143515"/>
          </a:xfrm>
          <a:custGeom xmlns:a="http://schemas.openxmlformats.org/drawingml/2006/main">
            <a:pathLst>
              <a:path w="142004" h="143515">
                <a:moveTo>
                  <a:pt x="0" y="143515"/>
                </a:moveTo>
                <a:lnTo>
                  <a:pt x="0" y="0"/>
                </a:lnTo>
                <a:lnTo>
                  <a:pt x="142004" y="0"/>
                </a:lnTo>
                <a:lnTo>
                  <a:pt x="142004" y="143515"/>
                </a:lnTo>
                <a:lnTo>
                  <a:pt x="0" y="143515"/>
                </a:lnTo>
              </a:path>
            </a:pathLst>
          </a:custGeom>
          <a:solidFill xmlns:a="http://schemas.openxmlformats.org/drawingml/2006/main">
            <a:srgbClr val="0070C0">
              <a:alpha val="9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path-280">
            <a:extLst xmlns:a="http://schemas.openxmlformats.org/drawingml/2006/main">
              <a:ext uri="{FF2B5EF4-FFF2-40B4-BE49-F238E27FC236}">
                <a16:creationId xmlns:a16="http://schemas.microsoft.com/office/drawing/2014/main" id="{31CF71F9-B763-456D-9EDA-4C2A1971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998" y="2119029"/>
            <a:ext cx="168063" cy="168063"/>
          </a:xfrm>
          <a:custGeom xmlns:a="http://schemas.openxmlformats.org/drawingml/2006/main">
            <a:pathLst>
              <a:path w="168063" h="168063">
                <a:moveTo>
                  <a:pt x="0" y="0"/>
                </a:moveTo>
                <a:lnTo>
                  <a:pt x="168063" y="0"/>
                </a:lnTo>
                <a:lnTo>
                  <a:pt x="168063" y="168063"/>
                </a:lnTo>
                <a:lnTo>
                  <a:pt x="0" y="168063"/>
                </a:lnTo>
                <a:lnTo>
                  <a:pt x="0" y="0"/>
                </a:lnTo>
                <a:moveTo>
                  <a:pt x="25178" y="155474"/>
                </a:moveTo>
                <a:lnTo>
                  <a:pt x="12589" y="142885"/>
                </a:lnTo>
                <a:lnTo>
                  <a:pt x="155474" y="142885"/>
                </a:lnTo>
                <a:lnTo>
                  <a:pt x="142885" y="155474"/>
                </a:lnTo>
                <a:lnTo>
                  <a:pt x="142885" y="12589"/>
                </a:lnTo>
                <a:lnTo>
                  <a:pt x="155474" y="25178"/>
                </a:lnTo>
                <a:lnTo>
                  <a:pt x="12589" y="25178"/>
                </a:lnTo>
                <a:lnTo>
                  <a:pt x="25178" y="12589"/>
                </a:lnTo>
                <a:lnTo>
                  <a:pt x="25178" y="1554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path-281">
            <a:extLst xmlns:a="http://schemas.openxmlformats.org/drawingml/2006/main">
              <a:ext uri="{FF2B5EF4-FFF2-40B4-BE49-F238E27FC236}">
                <a16:creationId xmlns:a16="http://schemas.microsoft.com/office/drawing/2014/main" id="{64435FA9-5DAE-40B2-BC28-118745EB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220" y="2131367"/>
            <a:ext cx="143514" cy="143515"/>
          </a:xfrm>
          <a:custGeom xmlns:a="http://schemas.openxmlformats.org/drawingml/2006/main">
            <a:pathLst>
              <a:path w="143514" h="143515">
                <a:moveTo>
                  <a:pt x="0" y="143515"/>
                </a:moveTo>
                <a:lnTo>
                  <a:pt x="0" y="0"/>
                </a:lnTo>
                <a:lnTo>
                  <a:pt x="143514" y="0"/>
                </a:lnTo>
                <a:lnTo>
                  <a:pt x="143514" y="143515"/>
                </a:lnTo>
                <a:lnTo>
                  <a:pt x="0" y="143515"/>
                </a:lnTo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path-282">
            <a:extLst xmlns:a="http://schemas.openxmlformats.org/drawingml/2006/main">
              <a:ext uri="{FF2B5EF4-FFF2-40B4-BE49-F238E27FC236}">
                <a16:creationId xmlns:a16="http://schemas.microsoft.com/office/drawing/2014/main" id="{FDA2637B-28BB-49D8-8106-EC0611BD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883" y="2119029"/>
            <a:ext cx="168063" cy="168063"/>
          </a:xfrm>
          <a:custGeom xmlns:a="http://schemas.openxmlformats.org/drawingml/2006/main">
            <a:pathLst>
              <a:path w="168063" h="168063">
                <a:moveTo>
                  <a:pt x="0" y="0"/>
                </a:moveTo>
                <a:lnTo>
                  <a:pt x="168063" y="0"/>
                </a:lnTo>
                <a:lnTo>
                  <a:pt x="168063" y="168063"/>
                </a:lnTo>
                <a:lnTo>
                  <a:pt x="0" y="168063"/>
                </a:lnTo>
                <a:lnTo>
                  <a:pt x="0" y="0"/>
                </a:lnTo>
                <a:moveTo>
                  <a:pt x="25178" y="155474"/>
                </a:moveTo>
                <a:lnTo>
                  <a:pt x="12589" y="142885"/>
                </a:lnTo>
                <a:lnTo>
                  <a:pt x="155474" y="142885"/>
                </a:lnTo>
                <a:lnTo>
                  <a:pt x="142885" y="155474"/>
                </a:lnTo>
                <a:lnTo>
                  <a:pt x="142885" y="12589"/>
                </a:lnTo>
                <a:lnTo>
                  <a:pt x="155474" y="25178"/>
                </a:lnTo>
                <a:lnTo>
                  <a:pt x="12589" y="25178"/>
                </a:lnTo>
                <a:lnTo>
                  <a:pt x="25178" y="12589"/>
                </a:lnTo>
                <a:lnTo>
                  <a:pt x="25178" y="1554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path-283">
            <a:extLst xmlns:a="http://schemas.openxmlformats.org/drawingml/2006/main">
              <a:ext uri="{FF2B5EF4-FFF2-40B4-BE49-F238E27FC236}">
                <a16:creationId xmlns:a16="http://schemas.microsoft.com/office/drawing/2014/main" id="{A57A983A-342F-40B8-B407-5871D272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735" y="2131367"/>
            <a:ext cx="142004" cy="143515"/>
          </a:xfrm>
          <a:custGeom xmlns:a="http://schemas.openxmlformats.org/drawingml/2006/main">
            <a:pathLst>
              <a:path w="142004" h="143515">
                <a:moveTo>
                  <a:pt x="0" y="143515"/>
                </a:moveTo>
                <a:lnTo>
                  <a:pt x="0" y="0"/>
                </a:lnTo>
                <a:lnTo>
                  <a:pt x="142004" y="0"/>
                </a:lnTo>
                <a:lnTo>
                  <a:pt x="142004" y="143515"/>
                </a:lnTo>
                <a:lnTo>
                  <a:pt x="0" y="143515"/>
                </a:lnTo>
              </a:path>
            </a:pathLst>
          </a:custGeom>
          <a:solidFill xmlns:a="http://schemas.openxmlformats.org/drawingml/2006/main">
            <a:srgbClr val="0070C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path-284">
            <a:extLst xmlns:a="http://schemas.openxmlformats.org/drawingml/2006/main">
              <a:ext uri="{FF2B5EF4-FFF2-40B4-BE49-F238E27FC236}">
                <a16:creationId xmlns:a16="http://schemas.microsoft.com/office/drawing/2014/main" id="{67C107E5-8840-421B-AABF-D403C31C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768" y="2119029"/>
            <a:ext cx="168063" cy="168063"/>
          </a:xfrm>
          <a:custGeom xmlns:a="http://schemas.openxmlformats.org/drawingml/2006/main">
            <a:pathLst>
              <a:path w="168063" h="168063">
                <a:moveTo>
                  <a:pt x="0" y="0"/>
                </a:moveTo>
                <a:lnTo>
                  <a:pt x="168063" y="0"/>
                </a:lnTo>
                <a:lnTo>
                  <a:pt x="168063" y="168063"/>
                </a:lnTo>
                <a:lnTo>
                  <a:pt x="0" y="168063"/>
                </a:lnTo>
                <a:lnTo>
                  <a:pt x="0" y="0"/>
                </a:lnTo>
                <a:moveTo>
                  <a:pt x="25178" y="155474"/>
                </a:moveTo>
                <a:lnTo>
                  <a:pt x="12589" y="142885"/>
                </a:lnTo>
                <a:lnTo>
                  <a:pt x="155474" y="142885"/>
                </a:lnTo>
                <a:lnTo>
                  <a:pt x="142885" y="155474"/>
                </a:lnTo>
                <a:lnTo>
                  <a:pt x="142885" y="12589"/>
                </a:lnTo>
                <a:lnTo>
                  <a:pt x="155474" y="25178"/>
                </a:lnTo>
                <a:lnTo>
                  <a:pt x="12589" y="25178"/>
                </a:lnTo>
                <a:lnTo>
                  <a:pt x="25178" y="12589"/>
                </a:lnTo>
                <a:lnTo>
                  <a:pt x="25178" y="1554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path-285">
            <a:extLst xmlns:a="http://schemas.openxmlformats.org/drawingml/2006/main">
              <a:ext uri="{FF2B5EF4-FFF2-40B4-BE49-F238E27FC236}">
                <a16:creationId xmlns:a16="http://schemas.microsoft.com/office/drawing/2014/main" id="{35EBC698-F4A0-4787-B7F6-CA65270B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513" y="849504"/>
            <a:ext cx="343226" cy="389554"/>
          </a:xfrm>
          <a:custGeom xmlns:a="http://schemas.openxmlformats.org/drawingml/2006/main">
            <a:pathLst>
              <a:path w="343226" h="389554">
                <a:moveTo>
                  <a:pt x="274491" y="349357"/>
                </a:moveTo>
                <a:lnTo>
                  <a:pt x="293425" y="332765"/>
                </a:lnTo>
                <a:lnTo>
                  <a:pt x="312358" y="316160"/>
                </a:lnTo>
                <a:lnTo>
                  <a:pt x="343226" y="389554"/>
                </a:lnTo>
                <a:lnTo>
                  <a:pt x="274491" y="349357"/>
                </a:lnTo>
                <a:moveTo>
                  <a:pt x="14200" y="0"/>
                </a:moveTo>
                <a:lnTo>
                  <a:pt x="325426" y="354934"/>
                </a:lnTo>
                <a:lnTo>
                  <a:pt x="311225" y="367385"/>
                </a:lnTo>
                <a:lnTo>
                  <a:pt x="0" y="12438"/>
                </a:lnTo>
                <a:lnTo>
                  <a:pt x="14200" y="0"/>
                </a:lnTo>
              </a:path>
            </a:pathLst>
          </a:custGeom>
          <a:solidFill xmlns:a="http://schemas.openxmlformats.org/drawingml/2006/main">
            <a:srgbClr val="75BD42">
              <a:alpha val="7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path-286">
            <a:extLst xmlns:a="http://schemas.openxmlformats.org/drawingml/2006/main">
              <a:ext uri="{FF2B5EF4-FFF2-40B4-BE49-F238E27FC236}">
                <a16:creationId xmlns:a16="http://schemas.microsoft.com/office/drawing/2014/main" id="{CB450F28-6E4E-446C-B718-EFE3DA94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079" y="1239058"/>
            <a:ext cx="342660" cy="328472"/>
          </a:xfrm>
          <a:custGeom xmlns:a="http://schemas.openxmlformats.org/drawingml/2006/main">
            <a:pathLst>
              <a:path w="342660" h="328472">
                <a:moveTo>
                  <a:pt x="270676" y="34028"/>
                </a:moveTo>
                <a:lnTo>
                  <a:pt x="288087" y="52219"/>
                </a:lnTo>
                <a:lnTo>
                  <a:pt x="305497" y="70410"/>
                </a:lnTo>
                <a:lnTo>
                  <a:pt x="342660" y="0"/>
                </a:lnTo>
                <a:lnTo>
                  <a:pt x="270676" y="34028"/>
                </a:lnTo>
                <a:moveTo>
                  <a:pt x="13067" y="328472"/>
                </a:moveTo>
                <a:lnTo>
                  <a:pt x="321901" y="32933"/>
                </a:lnTo>
                <a:lnTo>
                  <a:pt x="308846" y="19286"/>
                </a:lnTo>
                <a:lnTo>
                  <a:pt x="0" y="314826"/>
                </a:lnTo>
                <a:lnTo>
                  <a:pt x="13067" y="328472"/>
                </a:lnTo>
              </a:path>
            </a:pathLst>
          </a:custGeom>
          <a:solidFill xmlns:a="http://schemas.openxmlformats.org/drawingml/2006/main">
            <a:srgbClr val="75BD42">
              <a:alpha val="7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path-287">
            <a:extLst xmlns:a="http://schemas.openxmlformats.org/drawingml/2006/main">
              <a:ext uri="{FF2B5EF4-FFF2-40B4-BE49-F238E27FC236}">
                <a16:creationId xmlns:a16="http://schemas.microsoft.com/office/drawing/2014/main" id="{B2A89AE6-4BE3-4341-89F3-06E9D5AE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986" y="1906905"/>
            <a:ext cx="341753" cy="303546"/>
          </a:xfrm>
          <a:custGeom xmlns:a="http://schemas.openxmlformats.org/drawingml/2006/main">
            <a:pathLst>
              <a:path w="341753" h="303546">
                <a:moveTo>
                  <a:pt x="268486" y="31145"/>
                </a:moveTo>
                <a:lnTo>
                  <a:pt x="285153" y="50016"/>
                </a:lnTo>
                <a:lnTo>
                  <a:pt x="301821" y="68887"/>
                </a:lnTo>
                <a:lnTo>
                  <a:pt x="341753" y="0"/>
                </a:lnTo>
                <a:lnTo>
                  <a:pt x="268486" y="31145"/>
                </a:lnTo>
                <a:moveTo>
                  <a:pt x="12514" y="303546"/>
                </a:moveTo>
                <a:lnTo>
                  <a:pt x="319710" y="32089"/>
                </a:lnTo>
                <a:lnTo>
                  <a:pt x="307197" y="17940"/>
                </a:lnTo>
                <a:lnTo>
                  <a:pt x="0" y="289396"/>
                </a:lnTo>
                <a:lnTo>
                  <a:pt x="12514" y="303546"/>
                </a:lnTo>
              </a:path>
            </a:pathLst>
          </a:custGeom>
          <a:solidFill xmlns:a="http://schemas.openxmlformats.org/drawingml/2006/main">
            <a:srgbClr val="C81D3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path-288">
            <a:extLst xmlns:a="http://schemas.openxmlformats.org/drawingml/2006/main">
              <a:ext uri="{FF2B5EF4-FFF2-40B4-BE49-F238E27FC236}">
                <a16:creationId xmlns:a16="http://schemas.microsoft.com/office/drawing/2014/main" id="{70D8DA7C-5F6D-4185-A4B3-3503B434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785" y="1551744"/>
            <a:ext cx="332954" cy="355161"/>
          </a:xfrm>
          <a:custGeom xmlns:a="http://schemas.openxmlformats.org/drawingml/2006/main">
            <a:pathLst>
              <a:path w="332954" h="355161">
                <a:moveTo>
                  <a:pt x="262972" y="317180"/>
                </a:moveTo>
                <a:lnTo>
                  <a:pt x="281364" y="299984"/>
                </a:lnTo>
                <a:lnTo>
                  <a:pt x="299756" y="282787"/>
                </a:lnTo>
                <a:lnTo>
                  <a:pt x="332954" y="355161"/>
                </a:lnTo>
                <a:lnTo>
                  <a:pt x="262972" y="317180"/>
                </a:lnTo>
                <a:moveTo>
                  <a:pt x="13798" y="0"/>
                </a:moveTo>
                <a:lnTo>
                  <a:pt x="314058" y="321120"/>
                </a:lnTo>
                <a:lnTo>
                  <a:pt x="300260" y="334024"/>
                </a:lnTo>
                <a:lnTo>
                  <a:pt x="0" y="12891"/>
                </a:lnTo>
                <a:lnTo>
                  <a:pt x="13798" y="0"/>
                </a:lnTo>
              </a:path>
            </a:pathLst>
          </a:custGeom>
          <a:solidFill xmlns:a="http://schemas.openxmlformats.org/drawingml/2006/main">
            <a:srgbClr val="C81D3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path-289">
            <a:extLst xmlns:a="http://schemas.openxmlformats.org/drawingml/2006/main">
              <a:ext uri="{FF2B5EF4-FFF2-40B4-BE49-F238E27FC236}">
                <a16:creationId xmlns:a16="http://schemas.microsoft.com/office/drawing/2014/main" id="{356092ED-D569-463C-ABD2-4D8469B9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624" y="852853"/>
            <a:ext cx="346097" cy="1054052"/>
          </a:xfrm>
          <a:custGeom xmlns:a="http://schemas.openxmlformats.org/drawingml/2006/main">
            <a:pathLst>
              <a:path w="346097" h="1054052">
                <a:moveTo>
                  <a:pt x="298133" y="989773"/>
                </a:moveTo>
                <a:lnTo>
                  <a:pt x="322115" y="982106"/>
                </a:lnTo>
                <a:lnTo>
                  <a:pt x="346097" y="974439"/>
                </a:lnTo>
                <a:lnTo>
                  <a:pt x="345115" y="1054052"/>
                </a:lnTo>
                <a:lnTo>
                  <a:pt x="298133" y="989773"/>
                </a:lnTo>
                <a:moveTo>
                  <a:pt x="17977" y="0"/>
                </a:moveTo>
                <a:lnTo>
                  <a:pt x="342610" y="1015202"/>
                </a:lnTo>
                <a:lnTo>
                  <a:pt x="324620" y="1020955"/>
                </a:lnTo>
                <a:lnTo>
                  <a:pt x="0" y="5741"/>
                </a:lnTo>
                <a:lnTo>
                  <a:pt x="17977" y="0"/>
                </a:lnTo>
              </a:path>
            </a:pathLst>
          </a:custGeom>
          <a:solidFill xmlns:a="http://schemas.openxmlformats.org/drawingml/2006/main">
            <a:srgbClr val="C81D3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path-290">
            <a:extLst xmlns:a="http://schemas.openxmlformats.org/drawingml/2006/main">
              <a:ext uri="{FF2B5EF4-FFF2-40B4-BE49-F238E27FC236}">
                <a16:creationId xmlns:a16="http://schemas.microsoft.com/office/drawing/2014/main" id="{CB2FA3FE-633A-4ADC-8FD0-1FAD7954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804" y="672553"/>
            <a:ext cx="1200991" cy="390259"/>
          </a:xfrm>
          <a:custGeom xmlns:a="http://schemas.openxmlformats.org/drawingml/2006/main">
            <a:pathLst>
              <a:path w="1200991" h="390259">
                <a:moveTo>
                  <a:pt x="0" y="377670"/>
                </a:moveTo>
                <a:lnTo>
                  <a:pt x="0" y="327062"/>
                </a:lnTo>
                <a:lnTo>
                  <a:pt x="277" y="324444"/>
                </a:lnTo>
                <a:lnTo>
                  <a:pt x="1082" y="321939"/>
                </a:lnTo>
                <a:lnTo>
                  <a:pt x="2405" y="319660"/>
                </a:lnTo>
                <a:lnTo>
                  <a:pt x="4167" y="317709"/>
                </a:lnTo>
                <a:lnTo>
                  <a:pt x="6294" y="316160"/>
                </a:lnTo>
                <a:lnTo>
                  <a:pt x="8699" y="315090"/>
                </a:lnTo>
                <a:lnTo>
                  <a:pt x="11267" y="314536"/>
                </a:lnTo>
                <a:lnTo>
                  <a:pt x="13911" y="314536"/>
                </a:lnTo>
                <a:lnTo>
                  <a:pt x="16479" y="315090"/>
                </a:lnTo>
                <a:lnTo>
                  <a:pt x="18883" y="316160"/>
                </a:lnTo>
                <a:lnTo>
                  <a:pt x="21011" y="317709"/>
                </a:lnTo>
                <a:lnTo>
                  <a:pt x="22774" y="319660"/>
                </a:lnTo>
                <a:lnTo>
                  <a:pt x="24095" y="321939"/>
                </a:lnTo>
                <a:lnTo>
                  <a:pt x="24901" y="324444"/>
                </a:lnTo>
                <a:lnTo>
                  <a:pt x="25178" y="327062"/>
                </a:lnTo>
                <a:lnTo>
                  <a:pt x="25178" y="377670"/>
                </a:lnTo>
                <a:lnTo>
                  <a:pt x="24901" y="380289"/>
                </a:lnTo>
                <a:lnTo>
                  <a:pt x="24095" y="382794"/>
                </a:lnTo>
                <a:lnTo>
                  <a:pt x="22774" y="385072"/>
                </a:lnTo>
                <a:lnTo>
                  <a:pt x="21011" y="387024"/>
                </a:lnTo>
                <a:lnTo>
                  <a:pt x="18883" y="388572"/>
                </a:lnTo>
                <a:lnTo>
                  <a:pt x="16479" y="389642"/>
                </a:lnTo>
                <a:lnTo>
                  <a:pt x="13911" y="390196"/>
                </a:lnTo>
                <a:lnTo>
                  <a:pt x="11267" y="390196"/>
                </a:lnTo>
                <a:lnTo>
                  <a:pt x="8699" y="389642"/>
                </a:lnTo>
                <a:lnTo>
                  <a:pt x="6294" y="388572"/>
                </a:lnTo>
                <a:lnTo>
                  <a:pt x="4167" y="387024"/>
                </a:lnTo>
                <a:lnTo>
                  <a:pt x="2405" y="385072"/>
                </a:lnTo>
                <a:lnTo>
                  <a:pt x="1082" y="382794"/>
                </a:lnTo>
                <a:lnTo>
                  <a:pt x="277" y="380289"/>
                </a:lnTo>
                <a:lnTo>
                  <a:pt x="0" y="377670"/>
                </a:lnTo>
                <a:moveTo>
                  <a:pt x="0" y="276958"/>
                </a:moveTo>
                <a:lnTo>
                  <a:pt x="0" y="226350"/>
                </a:lnTo>
                <a:lnTo>
                  <a:pt x="277" y="223732"/>
                </a:lnTo>
                <a:lnTo>
                  <a:pt x="1082" y="221227"/>
                </a:lnTo>
                <a:lnTo>
                  <a:pt x="2405" y="218948"/>
                </a:lnTo>
                <a:lnTo>
                  <a:pt x="4167" y="216997"/>
                </a:lnTo>
                <a:lnTo>
                  <a:pt x="6294" y="215448"/>
                </a:lnTo>
                <a:lnTo>
                  <a:pt x="8699" y="214378"/>
                </a:lnTo>
                <a:lnTo>
                  <a:pt x="11267" y="213824"/>
                </a:lnTo>
                <a:lnTo>
                  <a:pt x="13911" y="213824"/>
                </a:lnTo>
                <a:lnTo>
                  <a:pt x="16479" y="214378"/>
                </a:lnTo>
                <a:lnTo>
                  <a:pt x="18883" y="215448"/>
                </a:lnTo>
                <a:lnTo>
                  <a:pt x="21011" y="216997"/>
                </a:lnTo>
                <a:lnTo>
                  <a:pt x="22774" y="218948"/>
                </a:lnTo>
                <a:lnTo>
                  <a:pt x="24095" y="221227"/>
                </a:lnTo>
                <a:lnTo>
                  <a:pt x="24901" y="223732"/>
                </a:lnTo>
                <a:lnTo>
                  <a:pt x="25178" y="226350"/>
                </a:lnTo>
                <a:lnTo>
                  <a:pt x="25178" y="276958"/>
                </a:lnTo>
                <a:lnTo>
                  <a:pt x="24901" y="279577"/>
                </a:lnTo>
                <a:lnTo>
                  <a:pt x="24095" y="282082"/>
                </a:lnTo>
                <a:lnTo>
                  <a:pt x="22774" y="284360"/>
                </a:lnTo>
                <a:lnTo>
                  <a:pt x="21011" y="286312"/>
                </a:lnTo>
                <a:lnTo>
                  <a:pt x="18883" y="287860"/>
                </a:lnTo>
                <a:lnTo>
                  <a:pt x="16479" y="288930"/>
                </a:lnTo>
                <a:lnTo>
                  <a:pt x="13911" y="289484"/>
                </a:lnTo>
                <a:lnTo>
                  <a:pt x="11267" y="289484"/>
                </a:lnTo>
                <a:lnTo>
                  <a:pt x="8699" y="288930"/>
                </a:lnTo>
                <a:lnTo>
                  <a:pt x="6294" y="287860"/>
                </a:lnTo>
                <a:lnTo>
                  <a:pt x="4167" y="286312"/>
                </a:lnTo>
                <a:lnTo>
                  <a:pt x="2405" y="284360"/>
                </a:lnTo>
                <a:lnTo>
                  <a:pt x="1082" y="282082"/>
                </a:lnTo>
                <a:lnTo>
                  <a:pt x="277" y="279577"/>
                </a:lnTo>
                <a:lnTo>
                  <a:pt x="0" y="276958"/>
                </a:lnTo>
                <a:moveTo>
                  <a:pt x="0" y="176246"/>
                </a:moveTo>
                <a:lnTo>
                  <a:pt x="0" y="125638"/>
                </a:lnTo>
                <a:lnTo>
                  <a:pt x="277" y="123020"/>
                </a:lnTo>
                <a:lnTo>
                  <a:pt x="1082" y="120515"/>
                </a:lnTo>
                <a:lnTo>
                  <a:pt x="2405" y="118236"/>
                </a:lnTo>
                <a:lnTo>
                  <a:pt x="4167" y="116284"/>
                </a:lnTo>
                <a:lnTo>
                  <a:pt x="6294" y="114736"/>
                </a:lnTo>
                <a:lnTo>
                  <a:pt x="8699" y="113666"/>
                </a:lnTo>
                <a:lnTo>
                  <a:pt x="11267" y="113112"/>
                </a:lnTo>
                <a:lnTo>
                  <a:pt x="13911" y="113112"/>
                </a:lnTo>
                <a:lnTo>
                  <a:pt x="16479" y="113666"/>
                </a:lnTo>
                <a:lnTo>
                  <a:pt x="18883" y="114736"/>
                </a:lnTo>
                <a:lnTo>
                  <a:pt x="21011" y="116284"/>
                </a:lnTo>
                <a:lnTo>
                  <a:pt x="22774" y="118236"/>
                </a:lnTo>
                <a:lnTo>
                  <a:pt x="24095" y="120515"/>
                </a:lnTo>
                <a:lnTo>
                  <a:pt x="24901" y="123020"/>
                </a:lnTo>
                <a:lnTo>
                  <a:pt x="25178" y="125638"/>
                </a:lnTo>
                <a:lnTo>
                  <a:pt x="25178" y="176246"/>
                </a:lnTo>
                <a:lnTo>
                  <a:pt x="24901" y="178865"/>
                </a:lnTo>
                <a:lnTo>
                  <a:pt x="24095" y="181370"/>
                </a:lnTo>
                <a:lnTo>
                  <a:pt x="22774" y="183648"/>
                </a:lnTo>
                <a:lnTo>
                  <a:pt x="21011" y="185600"/>
                </a:lnTo>
                <a:lnTo>
                  <a:pt x="18883" y="187148"/>
                </a:lnTo>
                <a:lnTo>
                  <a:pt x="16479" y="188218"/>
                </a:lnTo>
                <a:lnTo>
                  <a:pt x="13911" y="188772"/>
                </a:lnTo>
                <a:lnTo>
                  <a:pt x="11267" y="188772"/>
                </a:lnTo>
                <a:lnTo>
                  <a:pt x="8699" y="188218"/>
                </a:lnTo>
                <a:lnTo>
                  <a:pt x="6294" y="187148"/>
                </a:lnTo>
                <a:lnTo>
                  <a:pt x="4167" y="185600"/>
                </a:lnTo>
                <a:lnTo>
                  <a:pt x="2405" y="183648"/>
                </a:lnTo>
                <a:lnTo>
                  <a:pt x="1082" y="181370"/>
                </a:lnTo>
                <a:lnTo>
                  <a:pt x="277" y="178865"/>
                </a:lnTo>
                <a:lnTo>
                  <a:pt x="0" y="176246"/>
                </a:lnTo>
                <a:moveTo>
                  <a:pt x="0" y="75534"/>
                </a:moveTo>
                <a:lnTo>
                  <a:pt x="0" y="24926"/>
                </a:lnTo>
                <a:lnTo>
                  <a:pt x="277" y="22308"/>
                </a:lnTo>
                <a:lnTo>
                  <a:pt x="1082" y="19803"/>
                </a:lnTo>
                <a:lnTo>
                  <a:pt x="2405" y="17524"/>
                </a:lnTo>
                <a:lnTo>
                  <a:pt x="4167" y="15573"/>
                </a:lnTo>
                <a:lnTo>
                  <a:pt x="6294" y="14024"/>
                </a:lnTo>
                <a:lnTo>
                  <a:pt x="8699" y="12954"/>
                </a:lnTo>
                <a:lnTo>
                  <a:pt x="11267" y="12400"/>
                </a:lnTo>
                <a:lnTo>
                  <a:pt x="13911" y="12400"/>
                </a:lnTo>
                <a:lnTo>
                  <a:pt x="16479" y="12954"/>
                </a:lnTo>
                <a:lnTo>
                  <a:pt x="18883" y="14024"/>
                </a:lnTo>
                <a:lnTo>
                  <a:pt x="21011" y="15573"/>
                </a:lnTo>
                <a:lnTo>
                  <a:pt x="22774" y="17524"/>
                </a:lnTo>
                <a:lnTo>
                  <a:pt x="24095" y="19803"/>
                </a:lnTo>
                <a:lnTo>
                  <a:pt x="24901" y="22308"/>
                </a:lnTo>
                <a:lnTo>
                  <a:pt x="25178" y="24926"/>
                </a:lnTo>
                <a:lnTo>
                  <a:pt x="25178" y="75534"/>
                </a:lnTo>
                <a:lnTo>
                  <a:pt x="24901" y="78153"/>
                </a:lnTo>
                <a:lnTo>
                  <a:pt x="24095" y="80658"/>
                </a:lnTo>
                <a:lnTo>
                  <a:pt x="22774" y="82936"/>
                </a:lnTo>
                <a:lnTo>
                  <a:pt x="21011" y="84888"/>
                </a:lnTo>
                <a:lnTo>
                  <a:pt x="18883" y="86436"/>
                </a:lnTo>
                <a:lnTo>
                  <a:pt x="16479" y="87506"/>
                </a:lnTo>
                <a:lnTo>
                  <a:pt x="13911" y="88060"/>
                </a:lnTo>
                <a:lnTo>
                  <a:pt x="11267" y="88060"/>
                </a:lnTo>
                <a:lnTo>
                  <a:pt x="8699" y="87506"/>
                </a:lnTo>
                <a:lnTo>
                  <a:pt x="6294" y="86436"/>
                </a:lnTo>
                <a:lnTo>
                  <a:pt x="4167" y="84888"/>
                </a:lnTo>
                <a:lnTo>
                  <a:pt x="2405" y="82936"/>
                </a:lnTo>
                <a:lnTo>
                  <a:pt x="1082" y="80658"/>
                </a:lnTo>
                <a:lnTo>
                  <a:pt x="277" y="78153"/>
                </a:lnTo>
                <a:lnTo>
                  <a:pt x="0" y="75534"/>
                </a:lnTo>
                <a:moveTo>
                  <a:pt x="50356" y="0"/>
                </a:moveTo>
                <a:lnTo>
                  <a:pt x="100963" y="0"/>
                </a:lnTo>
                <a:lnTo>
                  <a:pt x="103582" y="277"/>
                </a:lnTo>
                <a:lnTo>
                  <a:pt x="106087" y="1083"/>
                </a:lnTo>
                <a:lnTo>
                  <a:pt x="108366" y="2405"/>
                </a:lnTo>
                <a:lnTo>
                  <a:pt x="110317" y="4167"/>
                </a:lnTo>
                <a:lnTo>
                  <a:pt x="111866" y="6295"/>
                </a:lnTo>
                <a:lnTo>
                  <a:pt x="112936" y="8699"/>
                </a:lnTo>
                <a:lnTo>
                  <a:pt x="113489" y="11267"/>
                </a:lnTo>
                <a:lnTo>
                  <a:pt x="113489" y="13911"/>
                </a:lnTo>
                <a:lnTo>
                  <a:pt x="112936" y="16479"/>
                </a:lnTo>
                <a:lnTo>
                  <a:pt x="111866" y="18884"/>
                </a:lnTo>
                <a:lnTo>
                  <a:pt x="110317" y="21011"/>
                </a:lnTo>
                <a:lnTo>
                  <a:pt x="108366" y="22774"/>
                </a:lnTo>
                <a:lnTo>
                  <a:pt x="106087" y="24095"/>
                </a:lnTo>
                <a:lnTo>
                  <a:pt x="103582" y="24901"/>
                </a:lnTo>
                <a:lnTo>
                  <a:pt x="100963" y="25178"/>
                </a:lnTo>
                <a:lnTo>
                  <a:pt x="50356" y="25178"/>
                </a:lnTo>
                <a:lnTo>
                  <a:pt x="47737" y="24901"/>
                </a:lnTo>
                <a:lnTo>
                  <a:pt x="45232" y="24095"/>
                </a:lnTo>
                <a:lnTo>
                  <a:pt x="42953" y="22774"/>
                </a:lnTo>
                <a:lnTo>
                  <a:pt x="41002" y="21011"/>
                </a:lnTo>
                <a:lnTo>
                  <a:pt x="39454" y="18884"/>
                </a:lnTo>
                <a:lnTo>
                  <a:pt x="38384" y="16479"/>
                </a:lnTo>
                <a:lnTo>
                  <a:pt x="37830" y="13911"/>
                </a:lnTo>
                <a:lnTo>
                  <a:pt x="37830" y="11267"/>
                </a:lnTo>
                <a:lnTo>
                  <a:pt x="38384" y="8699"/>
                </a:lnTo>
                <a:lnTo>
                  <a:pt x="39454" y="6295"/>
                </a:lnTo>
                <a:lnTo>
                  <a:pt x="41002" y="4167"/>
                </a:lnTo>
                <a:lnTo>
                  <a:pt x="42953" y="2405"/>
                </a:lnTo>
                <a:lnTo>
                  <a:pt x="45232" y="1083"/>
                </a:lnTo>
                <a:lnTo>
                  <a:pt x="47737" y="277"/>
                </a:lnTo>
                <a:lnTo>
                  <a:pt x="50356" y="0"/>
                </a:lnTo>
                <a:moveTo>
                  <a:pt x="151068" y="0"/>
                </a:moveTo>
                <a:lnTo>
                  <a:pt x="201676" y="0"/>
                </a:lnTo>
                <a:lnTo>
                  <a:pt x="204294" y="277"/>
                </a:lnTo>
                <a:lnTo>
                  <a:pt x="206799" y="1083"/>
                </a:lnTo>
                <a:lnTo>
                  <a:pt x="209078" y="2405"/>
                </a:lnTo>
                <a:lnTo>
                  <a:pt x="211029" y="4167"/>
                </a:lnTo>
                <a:lnTo>
                  <a:pt x="212578" y="6295"/>
                </a:lnTo>
                <a:lnTo>
                  <a:pt x="213648" y="8699"/>
                </a:lnTo>
                <a:lnTo>
                  <a:pt x="214202" y="11267"/>
                </a:lnTo>
                <a:lnTo>
                  <a:pt x="214202" y="13911"/>
                </a:lnTo>
                <a:lnTo>
                  <a:pt x="213648" y="16479"/>
                </a:lnTo>
                <a:lnTo>
                  <a:pt x="212578" y="18884"/>
                </a:lnTo>
                <a:lnTo>
                  <a:pt x="211029" y="21011"/>
                </a:lnTo>
                <a:lnTo>
                  <a:pt x="209078" y="22774"/>
                </a:lnTo>
                <a:lnTo>
                  <a:pt x="206799" y="24095"/>
                </a:lnTo>
                <a:lnTo>
                  <a:pt x="204294" y="24901"/>
                </a:lnTo>
                <a:lnTo>
                  <a:pt x="201676" y="25178"/>
                </a:lnTo>
                <a:lnTo>
                  <a:pt x="151068" y="25178"/>
                </a:lnTo>
                <a:lnTo>
                  <a:pt x="148449" y="24901"/>
                </a:lnTo>
                <a:lnTo>
                  <a:pt x="145944" y="24095"/>
                </a:lnTo>
                <a:lnTo>
                  <a:pt x="143666" y="22774"/>
                </a:lnTo>
                <a:lnTo>
                  <a:pt x="141714" y="21011"/>
                </a:lnTo>
                <a:lnTo>
                  <a:pt x="140166" y="18884"/>
                </a:lnTo>
                <a:lnTo>
                  <a:pt x="139096" y="16479"/>
                </a:lnTo>
                <a:lnTo>
                  <a:pt x="138542" y="13911"/>
                </a:lnTo>
                <a:lnTo>
                  <a:pt x="138542" y="11267"/>
                </a:lnTo>
                <a:lnTo>
                  <a:pt x="139096" y="8699"/>
                </a:lnTo>
                <a:lnTo>
                  <a:pt x="140166" y="6295"/>
                </a:lnTo>
                <a:lnTo>
                  <a:pt x="141714" y="4167"/>
                </a:lnTo>
                <a:lnTo>
                  <a:pt x="143666" y="2405"/>
                </a:lnTo>
                <a:lnTo>
                  <a:pt x="145944" y="1083"/>
                </a:lnTo>
                <a:lnTo>
                  <a:pt x="148449" y="277"/>
                </a:lnTo>
                <a:lnTo>
                  <a:pt x="151068" y="0"/>
                </a:lnTo>
                <a:moveTo>
                  <a:pt x="251780" y="0"/>
                </a:moveTo>
                <a:lnTo>
                  <a:pt x="302388" y="0"/>
                </a:lnTo>
                <a:lnTo>
                  <a:pt x="305006" y="277"/>
                </a:lnTo>
                <a:lnTo>
                  <a:pt x="307511" y="1083"/>
                </a:lnTo>
                <a:lnTo>
                  <a:pt x="309790" y="2405"/>
                </a:lnTo>
                <a:lnTo>
                  <a:pt x="311741" y="4167"/>
                </a:lnTo>
                <a:lnTo>
                  <a:pt x="313289" y="6295"/>
                </a:lnTo>
                <a:lnTo>
                  <a:pt x="314360" y="8699"/>
                </a:lnTo>
                <a:lnTo>
                  <a:pt x="314914" y="11267"/>
                </a:lnTo>
                <a:lnTo>
                  <a:pt x="314914" y="13911"/>
                </a:lnTo>
                <a:lnTo>
                  <a:pt x="314360" y="16479"/>
                </a:lnTo>
                <a:lnTo>
                  <a:pt x="313289" y="18884"/>
                </a:lnTo>
                <a:lnTo>
                  <a:pt x="311741" y="21011"/>
                </a:lnTo>
                <a:lnTo>
                  <a:pt x="309790" y="22774"/>
                </a:lnTo>
                <a:lnTo>
                  <a:pt x="307511" y="24095"/>
                </a:lnTo>
                <a:lnTo>
                  <a:pt x="305006" y="24901"/>
                </a:lnTo>
                <a:lnTo>
                  <a:pt x="302388" y="25178"/>
                </a:lnTo>
                <a:lnTo>
                  <a:pt x="251780" y="25178"/>
                </a:lnTo>
                <a:lnTo>
                  <a:pt x="249161" y="24901"/>
                </a:lnTo>
                <a:lnTo>
                  <a:pt x="246656" y="24095"/>
                </a:lnTo>
                <a:lnTo>
                  <a:pt x="244377" y="22774"/>
                </a:lnTo>
                <a:lnTo>
                  <a:pt x="242426" y="21011"/>
                </a:lnTo>
                <a:lnTo>
                  <a:pt x="240878" y="18884"/>
                </a:lnTo>
                <a:lnTo>
                  <a:pt x="239808" y="16479"/>
                </a:lnTo>
                <a:lnTo>
                  <a:pt x="239254" y="13911"/>
                </a:lnTo>
                <a:lnTo>
                  <a:pt x="239254" y="11267"/>
                </a:lnTo>
                <a:lnTo>
                  <a:pt x="239808" y="8699"/>
                </a:lnTo>
                <a:lnTo>
                  <a:pt x="240878" y="6295"/>
                </a:lnTo>
                <a:lnTo>
                  <a:pt x="242426" y="4167"/>
                </a:lnTo>
                <a:lnTo>
                  <a:pt x="244377" y="2405"/>
                </a:lnTo>
                <a:lnTo>
                  <a:pt x="246656" y="1083"/>
                </a:lnTo>
                <a:lnTo>
                  <a:pt x="249161" y="277"/>
                </a:lnTo>
                <a:lnTo>
                  <a:pt x="251780" y="0"/>
                </a:lnTo>
                <a:moveTo>
                  <a:pt x="352492" y="0"/>
                </a:moveTo>
                <a:lnTo>
                  <a:pt x="403100" y="0"/>
                </a:lnTo>
                <a:lnTo>
                  <a:pt x="405718" y="277"/>
                </a:lnTo>
                <a:lnTo>
                  <a:pt x="408223" y="1083"/>
                </a:lnTo>
                <a:lnTo>
                  <a:pt x="410502" y="2405"/>
                </a:lnTo>
                <a:lnTo>
                  <a:pt x="412453" y="4167"/>
                </a:lnTo>
                <a:lnTo>
                  <a:pt x="414002" y="6295"/>
                </a:lnTo>
                <a:lnTo>
                  <a:pt x="415072" y="8699"/>
                </a:lnTo>
                <a:lnTo>
                  <a:pt x="415626" y="11267"/>
                </a:lnTo>
                <a:lnTo>
                  <a:pt x="415626" y="13911"/>
                </a:lnTo>
                <a:lnTo>
                  <a:pt x="415072" y="16479"/>
                </a:lnTo>
                <a:lnTo>
                  <a:pt x="414002" y="18884"/>
                </a:lnTo>
                <a:lnTo>
                  <a:pt x="412453" y="21011"/>
                </a:lnTo>
                <a:lnTo>
                  <a:pt x="410502" y="22774"/>
                </a:lnTo>
                <a:lnTo>
                  <a:pt x="408223" y="24095"/>
                </a:lnTo>
                <a:lnTo>
                  <a:pt x="405718" y="24901"/>
                </a:lnTo>
                <a:lnTo>
                  <a:pt x="403100" y="25178"/>
                </a:lnTo>
                <a:lnTo>
                  <a:pt x="352492" y="25178"/>
                </a:lnTo>
                <a:lnTo>
                  <a:pt x="349873" y="24901"/>
                </a:lnTo>
                <a:lnTo>
                  <a:pt x="347368" y="24095"/>
                </a:lnTo>
                <a:lnTo>
                  <a:pt x="345090" y="22774"/>
                </a:lnTo>
                <a:lnTo>
                  <a:pt x="343138" y="21011"/>
                </a:lnTo>
                <a:lnTo>
                  <a:pt x="341590" y="18884"/>
                </a:lnTo>
                <a:lnTo>
                  <a:pt x="340520" y="16479"/>
                </a:lnTo>
                <a:lnTo>
                  <a:pt x="339966" y="13911"/>
                </a:lnTo>
                <a:lnTo>
                  <a:pt x="339966" y="11267"/>
                </a:lnTo>
                <a:lnTo>
                  <a:pt x="340520" y="8699"/>
                </a:lnTo>
                <a:lnTo>
                  <a:pt x="341590" y="6295"/>
                </a:lnTo>
                <a:lnTo>
                  <a:pt x="343138" y="4167"/>
                </a:lnTo>
                <a:lnTo>
                  <a:pt x="345090" y="2405"/>
                </a:lnTo>
                <a:lnTo>
                  <a:pt x="347368" y="1083"/>
                </a:lnTo>
                <a:lnTo>
                  <a:pt x="349873" y="277"/>
                </a:lnTo>
                <a:lnTo>
                  <a:pt x="352492" y="0"/>
                </a:lnTo>
                <a:moveTo>
                  <a:pt x="453204" y="0"/>
                </a:moveTo>
                <a:lnTo>
                  <a:pt x="503811" y="0"/>
                </a:lnTo>
                <a:lnTo>
                  <a:pt x="506430" y="277"/>
                </a:lnTo>
                <a:lnTo>
                  <a:pt x="508935" y="1083"/>
                </a:lnTo>
                <a:lnTo>
                  <a:pt x="511214" y="2405"/>
                </a:lnTo>
                <a:lnTo>
                  <a:pt x="513165" y="4167"/>
                </a:lnTo>
                <a:lnTo>
                  <a:pt x="514714" y="6295"/>
                </a:lnTo>
                <a:lnTo>
                  <a:pt x="515784" y="8699"/>
                </a:lnTo>
                <a:lnTo>
                  <a:pt x="516337" y="11267"/>
                </a:lnTo>
                <a:lnTo>
                  <a:pt x="516337" y="13911"/>
                </a:lnTo>
                <a:lnTo>
                  <a:pt x="515784" y="16479"/>
                </a:lnTo>
                <a:lnTo>
                  <a:pt x="514714" y="18884"/>
                </a:lnTo>
                <a:lnTo>
                  <a:pt x="513165" y="21011"/>
                </a:lnTo>
                <a:lnTo>
                  <a:pt x="511214" y="22774"/>
                </a:lnTo>
                <a:lnTo>
                  <a:pt x="508935" y="24095"/>
                </a:lnTo>
                <a:lnTo>
                  <a:pt x="506430" y="24901"/>
                </a:lnTo>
                <a:lnTo>
                  <a:pt x="503811" y="25178"/>
                </a:lnTo>
                <a:lnTo>
                  <a:pt x="453204" y="25178"/>
                </a:lnTo>
                <a:lnTo>
                  <a:pt x="450586" y="24901"/>
                </a:lnTo>
                <a:lnTo>
                  <a:pt x="448080" y="24095"/>
                </a:lnTo>
                <a:lnTo>
                  <a:pt x="445801" y="22774"/>
                </a:lnTo>
                <a:lnTo>
                  <a:pt x="443850" y="21011"/>
                </a:lnTo>
                <a:lnTo>
                  <a:pt x="442301" y="18884"/>
                </a:lnTo>
                <a:lnTo>
                  <a:pt x="441232" y="16479"/>
                </a:lnTo>
                <a:lnTo>
                  <a:pt x="440678" y="13911"/>
                </a:lnTo>
                <a:lnTo>
                  <a:pt x="440678" y="11267"/>
                </a:lnTo>
                <a:lnTo>
                  <a:pt x="441232" y="8699"/>
                </a:lnTo>
                <a:lnTo>
                  <a:pt x="442301" y="6295"/>
                </a:lnTo>
                <a:lnTo>
                  <a:pt x="443850" y="4167"/>
                </a:lnTo>
                <a:lnTo>
                  <a:pt x="445801" y="2405"/>
                </a:lnTo>
                <a:lnTo>
                  <a:pt x="448080" y="1083"/>
                </a:lnTo>
                <a:lnTo>
                  <a:pt x="450586" y="277"/>
                </a:lnTo>
                <a:lnTo>
                  <a:pt x="453204" y="0"/>
                </a:lnTo>
                <a:moveTo>
                  <a:pt x="553916" y="0"/>
                </a:moveTo>
                <a:lnTo>
                  <a:pt x="604523" y="0"/>
                </a:lnTo>
                <a:lnTo>
                  <a:pt x="607142" y="277"/>
                </a:lnTo>
                <a:lnTo>
                  <a:pt x="609647" y="1083"/>
                </a:lnTo>
                <a:lnTo>
                  <a:pt x="611926" y="2405"/>
                </a:lnTo>
                <a:lnTo>
                  <a:pt x="613877" y="4167"/>
                </a:lnTo>
                <a:lnTo>
                  <a:pt x="615426" y="6295"/>
                </a:lnTo>
                <a:lnTo>
                  <a:pt x="616496" y="8699"/>
                </a:lnTo>
                <a:lnTo>
                  <a:pt x="617050" y="11267"/>
                </a:lnTo>
                <a:lnTo>
                  <a:pt x="617050" y="13911"/>
                </a:lnTo>
                <a:lnTo>
                  <a:pt x="616496" y="16479"/>
                </a:lnTo>
                <a:lnTo>
                  <a:pt x="615426" y="18884"/>
                </a:lnTo>
                <a:lnTo>
                  <a:pt x="613877" y="21011"/>
                </a:lnTo>
                <a:lnTo>
                  <a:pt x="611926" y="22774"/>
                </a:lnTo>
                <a:lnTo>
                  <a:pt x="609647" y="24095"/>
                </a:lnTo>
                <a:lnTo>
                  <a:pt x="607142" y="24901"/>
                </a:lnTo>
                <a:lnTo>
                  <a:pt x="604523" y="25178"/>
                </a:lnTo>
                <a:lnTo>
                  <a:pt x="553916" y="25178"/>
                </a:lnTo>
                <a:lnTo>
                  <a:pt x="551297" y="24901"/>
                </a:lnTo>
                <a:lnTo>
                  <a:pt x="548792" y="24095"/>
                </a:lnTo>
                <a:lnTo>
                  <a:pt x="546514" y="22774"/>
                </a:lnTo>
                <a:lnTo>
                  <a:pt x="544563" y="21011"/>
                </a:lnTo>
                <a:lnTo>
                  <a:pt x="543014" y="18884"/>
                </a:lnTo>
                <a:lnTo>
                  <a:pt x="541944" y="16479"/>
                </a:lnTo>
                <a:lnTo>
                  <a:pt x="541390" y="13911"/>
                </a:lnTo>
                <a:lnTo>
                  <a:pt x="541390" y="11267"/>
                </a:lnTo>
                <a:lnTo>
                  <a:pt x="541944" y="8699"/>
                </a:lnTo>
                <a:lnTo>
                  <a:pt x="543014" y="6295"/>
                </a:lnTo>
                <a:lnTo>
                  <a:pt x="544563" y="4167"/>
                </a:lnTo>
                <a:lnTo>
                  <a:pt x="546514" y="2405"/>
                </a:lnTo>
                <a:lnTo>
                  <a:pt x="548792" y="1083"/>
                </a:lnTo>
                <a:lnTo>
                  <a:pt x="551297" y="277"/>
                </a:lnTo>
                <a:lnTo>
                  <a:pt x="553916" y="0"/>
                </a:lnTo>
                <a:moveTo>
                  <a:pt x="654628" y="0"/>
                </a:moveTo>
                <a:lnTo>
                  <a:pt x="705236" y="0"/>
                </a:lnTo>
                <a:lnTo>
                  <a:pt x="707854" y="277"/>
                </a:lnTo>
                <a:lnTo>
                  <a:pt x="710359" y="1083"/>
                </a:lnTo>
                <a:lnTo>
                  <a:pt x="712638" y="2405"/>
                </a:lnTo>
                <a:lnTo>
                  <a:pt x="714589" y="4167"/>
                </a:lnTo>
                <a:lnTo>
                  <a:pt x="716137" y="6295"/>
                </a:lnTo>
                <a:lnTo>
                  <a:pt x="717208" y="8699"/>
                </a:lnTo>
                <a:lnTo>
                  <a:pt x="717762" y="11267"/>
                </a:lnTo>
                <a:lnTo>
                  <a:pt x="717762" y="13911"/>
                </a:lnTo>
                <a:lnTo>
                  <a:pt x="717208" y="16479"/>
                </a:lnTo>
                <a:lnTo>
                  <a:pt x="716137" y="18884"/>
                </a:lnTo>
                <a:lnTo>
                  <a:pt x="714589" y="21011"/>
                </a:lnTo>
                <a:lnTo>
                  <a:pt x="712638" y="22774"/>
                </a:lnTo>
                <a:lnTo>
                  <a:pt x="710359" y="24095"/>
                </a:lnTo>
                <a:lnTo>
                  <a:pt x="707854" y="24901"/>
                </a:lnTo>
                <a:lnTo>
                  <a:pt x="705236" y="25178"/>
                </a:lnTo>
                <a:lnTo>
                  <a:pt x="654628" y="25178"/>
                </a:lnTo>
                <a:lnTo>
                  <a:pt x="652009" y="24901"/>
                </a:lnTo>
                <a:lnTo>
                  <a:pt x="649504" y="24095"/>
                </a:lnTo>
                <a:lnTo>
                  <a:pt x="647226" y="22774"/>
                </a:lnTo>
                <a:lnTo>
                  <a:pt x="645274" y="21011"/>
                </a:lnTo>
                <a:lnTo>
                  <a:pt x="643726" y="18884"/>
                </a:lnTo>
                <a:lnTo>
                  <a:pt x="642656" y="16479"/>
                </a:lnTo>
                <a:lnTo>
                  <a:pt x="642102" y="13911"/>
                </a:lnTo>
                <a:lnTo>
                  <a:pt x="642102" y="11267"/>
                </a:lnTo>
                <a:lnTo>
                  <a:pt x="642656" y="8699"/>
                </a:lnTo>
                <a:lnTo>
                  <a:pt x="643726" y="6295"/>
                </a:lnTo>
                <a:lnTo>
                  <a:pt x="645274" y="4167"/>
                </a:lnTo>
                <a:lnTo>
                  <a:pt x="647226" y="2405"/>
                </a:lnTo>
                <a:lnTo>
                  <a:pt x="649504" y="1083"/>
                </a:lnTo>
                <a:lnTo>
                  <a:pt x="652009" y="277"/>
                </a:lnTo>
                <a:lnTo>
                  <a:pt x="654628" y="0"/>
                </a:lnTo>
                <a:moveTo>
                  <a:pt x="755340" y="0"/>
                </a:moveTo>
                <a:lnTo>
                  <a:pt x="805948" y="0"/>
                </a:lnTo>
                <a:lnTo>
                  <a:pt x="808566" y="277"/>
                </a:lnTo>
                <a:lnTo>
                  <a:pt x="811071" y="1083"/>
                </a:lnTo>
                <a:lnTo>
                  <a:pt x="813350" y="2405"/>
                </a:lnTo>
                <a:lnTo>
                  <a:pt x="815301" y="4167"/>
                </a:lnTo>
                <a:lnTo>
                  <a:pt x="816850" y="6295"/>
                </a:lnTo>
                <a:lnTo>
                  <a:pt x="817920" y="8699"/>
                </a:lnTo>
                <a:lnTo>
                  <a:pt x="818474" y="11267"/>
                </a:lnTo>
                <a:lnTo>
                  <a:pt x="818474" y="13911"/>
                </a:lnTo>
                <a:lnTo>
                  <a:pt x="817920" y="16479"/>
                </a:lnTo>
                <a:lnTo>
                  <a:pt x="816850" y="18884"/>
                </a:lnTo>
                <a:lnTo>
                  <a:pt x="815301" y="21011"/>
                </a:lnTo>
                <a:lnTo>
                  <a:pt x="813350" y="22774"/>
                </a:lnTo>
                <a:lnTo>
                  <a:pt x="811071" y="24095"/>
                </a:lnTo>
                <a:lnTo>
                  <a:pt x="808566" y="24901"/>
                </a:lnTo>
                <a:lnTo>
                  <a:pt x="805948" y="25178"/>
                </a:lnTo>
                <a:lnTo>
                  <a:pt x="755340" y="25178"/>
                </a:lnTo>
                <a:lnTo>
                  <a:pt x="752721" y="24901"/>
                </a:lnTo>
                <a:lnTo>
                  <a:pt x="750216" y="24095"/>
                </a:lnTo>
                <a:lnTo>
                  <a:pt x="747937" y="22774"/>
                </a:lnTo>
                <a:lnTo>
                  <a:pt x="745986" y="21011"/>
                </a:lnTo>
                <a:lnTo>
                  <a:pt x="744438" y="18884"/>
                </a:lnTo>
                <a:lnTo>
                  <a:pt x="743368" y="16479"/>
                </a:lnTo>
                <a:lnTo>
                  <a:pt x="742814" y="13911"/>
                </a:lnTo>
                <a:lnTo>
                  <a:pt x="742814" y="11267"/>
                </a:lnTo>
                <a:lnTo>
                  <a:pt x="743368" y="8699"/>
                </a:lnTo>
                <a:lnTo>
                  <a:pt x="744438" y="6295"/>
                </a:lnTo>
                <a:lnTo>
                  <a:pt x="745986" y="4167"/>
                </a:lnTo>
                <a:lnTo>
                  <a:pt x="747937" y="2405"/>
                </a:lnTo>
                <a:lnTo>
                  <a:pt x="750216" y="1083"/>
                </a:lnTo>
                <a:lnTo>
                  <a:pt x="752721" y="277"/>
                </a:lnTo>
                <a:lnTo>
                  <a:pt x="755340" y="0"/>
                </a:lnTo>
                <a:moveTo>
                  <a:pt x="856052" y="0"/>
                </a:moveTo>
                <a:lnTo>
                  <a:pt x="906660" y="0"/>
                </a:lnTo>
                <a:lnTo>
                  <a:pt x="909279" y="277"/>
                </a:lnTo>
                <a:lnTo>
                  <a:pt x="911783" y="1083"/>
                </a:lnTo>
                <a:lnTo>
                  <a:pt x="914062" y="2405"/>
                </a:lnTo>
                <a:lnTo>
                  <a:pt x="916013" y="4167"/>
                </a:lnTo>
                <a:lnTo>
                  <a:pt x="917562" y="6295"/>
                </a:lnTo>
                <a:lnTo>
                  <a:pt x="918632" y="8699"/>
                </a:lnTo>
                <a:lnTo>
                  <a:pt x="919186" y="11267"/>
                </a:lnTo>
                <a:lnTo>
                  <a:pt x="919186" y="13911"/>
                </a:lnTo>
                <a:lnTo>
                  <a:pt x="918632" y="16479"/>
                </a:lnTo>
                <a:lnTo>
                  <a:pt x="917562" y="18884"/>
                </a:lnTo>
                <a:lnTo>
                  <a:pt x="916013" y="21011"/>
                </a:lnTo>
                <a:lnTo>
                  <a:pt x="914062" y="22774"/>
                </a:lnTo>
                <a:lnTo>
                  <a:pt x="911783" y="24095"/>
                </a:lnTo>
                <a:lnTo>
                  <a:pt x="909279" y="24901"/>
                </a:lnTo>
                <a:lnTo>
                  <a:pt x="906660" y="25178"/>
                </a:lnTo>
                <a:lnTo>
                  <a:pt x="856052" y="25178"/>
                </a:lnTo>
                <a:lnTo>
                  <a:pt x="853433" y="24901"/>
                </a:lnTo>
                <a:lnTo>
                  <a:pt x="850928" y="24095"/>
                </a:lnTo>
                <a:lnTo>
                  <a:pt x="848649" y="22774"/>
                </a:lnTo>
                <a:lnTo>
                  <a:pt x="846698" y="21011"/>
                </a:lnTo>
                <a:lnTo>
                  <a:pt x="845150" y="18884"/>
                </a:lnTo>
                <a:lnTo>
                  <a:pt x="844080" y="16479"/>
                </a:lnTo>
                <a:lnTo>
                  <a:pt x="843526" y="13911"/>
                </a:lnTo>
                <a:lnTo>
                  <a:pt x="843526" y="11267"/>
                </a:lnTo>
                <a:lnTo>
                  <a:pt x="844080" y="8699"/>
                </a:lnTo>
                <a:lnTo>
                  <a:pt x="845150" y="6295"/>
                </a:lnTo>
                <a:lnTo>
                  <a:pt x="846698" y="4167"/>
                </a:lnTo>
                <a:lnTo>
                  <a:pt x="848649" y="2405"/>
                </a:lnTo>
                <a:lnTo>
                  <a:pt x="850928" y="1083"/>
                </a:lnTo>
                <a:lnTo>
                  <a:pt x="853433" y="277"/>
                </a:lnTo>
                <a:lnTo>
                  <a:pt x="856052" y="0"/>
                </a:lnTo>
                <a:moveTo>
                  <a:pt x="956764" y="0"/>
                </a:moveTo>
                <a:lnTo>
                  <a:pt x="1007371" y="0"/>
                </a:lnTo>
                <a:lnTo>
                  <a:pt x="1009990" y="277"/>
                </a:lnTo>
                <a:lnTo>
                  <a:pt x="1012496" y="1083"/>
                </a:lnTo>
                <a:lnTo>
                  <a:pt x="1014774" y="2405"/>
                </a:lnTo>
                <a:lnTo>
                  <a:pt x="1016725" y="4167"/>
                </a:lnTo>
                <a:lnTo>
                  <a:pt x="1018274" y="6295"/>
                </a:lnTo>
                <a:lnTo>
                  <a:pt x="1019344" y="8699"/>
                </a:lnTo>
                <a:lnTo>
                  <a:pt x="1019897" y="11267"/>
                </a:lnTo>
                <a:lnTo>
                  <a:pt x="1019897" y="13911"/>
                </a:lnTo>
                <a:lnTo>
                  <a:pt x="1019344" y="16479"/>
                </a:lnTo>
                <a:lnTo>
                  <a:pt x="1018274" y="18884"/>
                </a:lnTo>
                <a:lnTo>
                  <a:pt x="1016725" y="21011"/>
                </a:lnTo>
                <a:lnTo>
                  <a:pt x="1014774" y="22774"/>
                </a:lnTo>
                <a:lnTo>
                  <a:pt x="1012496" y="24095"/>
                </a:lnTo>
                <a:lnTo>
                  <a:pt x="1009990" y="24901"/>
                </a:lnTo>
                <a:lnTo>
                  <a:pt x="1007371" y="25178"/>
                </a:lnTo>
                <a:lnTo>
                  <a:pt x="956764" y="25178"/>
                </a:lnTo>
                <a:lnTo>
                  <a:pt x="954146" y="24901"/>
                </a:lnTo>
                <a:lnTo>
                  <a:pt x="951640" y="24095"/>
                </a:lnTo>
                <a:lnTo>
                  <a:pt x="949361" y="22774"/>
                </a:lnTo>
                <a:lnTo>
                  <a:pt x="947410" y="21011"/>
                </a:lnTo>
                <a:lnTo>
                  <a:pt x="945862" y="18884"/>
                </a:lnTo>
                <a:lnTo>
                  <a:pt x="944792" y="16479"/>
                </a:lnTo>
                <a:lnTo>
                  <a:pt x="944238" y="13911"/>
                </a:lnTo>
                <a:lnTo>
                  <a:pt x="944238" y="11267"/>
                </a:lnTo>
                <a:lnTo>
                  <a:pt x="944792" y="8699"/>
                </a:lnTo>
                <a:lnTo>
                  <a:pt x="945862" y="6295"/>
                </a:lnTo>
                <a:lnTo>
                  <a:pt x="947410" y="4167"/>
                </a:lnTo>
                <a:lnTo>
                  <a:pt x="949361" y="2405"/>
                </a:lnTo>
                <a:lnTo>
                  <a:pt x="951640" y="1083"/>
                </a:lnTo>
                <a:lnTo>
                  <a:pt x="954146" y="277"/>
                </a:lnTo>
                <a:lnTo>
                  <a:pt x="956764" y="0"/>
                </a:lnTo>
                <a:moveTo>
                  <a:pt x="1057476" y="0"/>
                </a:moveTo>
                <a:lnTo>
                  <a:pt x="1108084" y="0"/>
                </a:lnTo>
                <a:lnTo>
                  <a:pt x="1110702" y="277"/>
                </a:lnTo>
                <a:lnTo>
                  <a:pt x="1113207" y="1083"/>
                </a:lnTo>
                <a:lnTo>
                  <a:pt x="1115486" y="2405"/>
                </a:lnTo>
                <a:lnTo>
                  <a:pt x="1117437" y="4167"/>
                </a:lnTo>
                <a:lnTo>
                  <a:pt x="1118986" y="6295"/>
                </a:lnTo>
                <a:lnTo>
                  <a:pt x="1120056" y="8699"/>
                </a:lnTo>
                <a:lnTo>
                  <a:pt x="1120610" y="11267"/>
                </a:lnTo>
                <a:lnTo>
                  <a:pt x="1120610" y="13911"/>
                </a:lnTo>
                <a:lnTo>
                  <a:pt x="1120056" y="16479"/>
                </a:lnTo>
                <a:lnTo>
                  <a:pt x="1118986" y="18884"/>
                </a:lnTo>
                <a:lnTo>
                  <a:pt x="1117437" y="21011"/>
                </a:lnTo>
                <a:lnTo>
                  <a:pt x="1115486" y="22774"/>
                </a:lnTo>
                <a:lnTo>
                  <a:pt x="1113207" y="24095"/>
                </a:lnTo>
                <a:lnTo>
                  <a:pt x="1110702" y="24901"/>
                </a:lnTo>
                <a:lnTo>
                  <a:pt x="1108084" y="25178"/>
                </a:lnTo>
                <a:lnTo>
                  <a:pt x="1057476" y="25178"/>
                </a:lnTo>
                <a:lnTo>
                  <a:pt x="1054857" y="24901"/>
                </a:lnTo>
                <a:lnTo>
                  <a:pt x="1052352" y="24095"/>
                </a:lnTo>
                <a:lnTo>
                  <a:pt x="1050074" y="22774"/>
                </a:lnTo>
                <a:lnTo>
                  <a:pt x="1048122" y="21011"/>
                </a:lnTo>
                <a:lnTo>
                  <a:pt x="1046574" y="18884"/>
                </a:lnTo>
                <a:lnTo>
                  <a:pt x="1045504" y="16479"/>
                </a:lnTo>
                <a:lnTo>
                  <a:pt x="1044950" y="13911"/>
                </a:lnTo>
                <a:lnTo>
                  <a:pt x="1044950" y="11267"/>
                </a:lnTo>
                <a:lnTo>
                  <a:pt x="1045504" y="8699"/>
                </a:lnTo>
                <a:lnTo>
                  <a:pt x="1046574" y="6295"/>
                </a:lnTo>
                <a:lnTo>
                  <a:pt x="1048122" y="4167"/>
                </a:lnTo>
                <a:lnTo>
                  <a:pt x="1050074" y="2405"/>
                </a:lnTo>
                <a:lnTo>
                  <a:pt x="1052352" y="1083"/>
                </a:lnTo>
                <a:lnTo>
                  <a:pt x="1054857" y="277"/>
                </a:lnTo>
                <a:lnTo>
                  <a:pt x="1057476" y="0"/>
                </a:lnTo>
                <a:moveTo>
                  <a:pt x="1158188" y="0"/>
                </a:moveTo>
                <a:lnTo>
                  <a:pt x="1188402" y="0"/>
                </a:lnTo>
                <a:lnTo>
                  <a:pt x="1190856" y="239"/>
                </a:lnTo>
                <a:lnTo>
                  <a:pt x="1193223" y="957"/>
                </a:lnTo>
                <a:lnTo>
                  <a:pt x="1195401" y="2128"/>
                </a:lnTo>
                <a:lnTo>
                  <a:pt x="1197302" y="3688"/>
                </a:lnTo>
                <a:lnTo>
                  <a:pt x="1198863" y="5590"/>
                </a:lnTo>
                <a:lnTo>
                  <a:pt x="1200034" y="7768"/>
                </a:lnTo>
                <a:lnTo>
                  <a:pt x="1200751" y="10134"/>
                </a:lnTo>
                <a:lnTo>
                  <a:pt x="1200991" y="12589"/>
                </a:lnTo>
                <a:lnTo>
                  <a:pt x="1200991" y="32983"/>
                </a:lnTo>
                <a:lnTo>
                  <a:pt x="1200714" y="35602"/>
                </a:lnTo>
                <a:lnTo>
                  <a:pt x="1199908" y="38107"/>
                </a:lnTo>
                <a:lnTo>
                  <a:pt x="1198586" y="40386"/>
                </a:lnTo>
                <a:lnTo>
                  <a:pt x="1196824" y="42337"/>
                </a:lnTo>
                <a:lnTo>
                  <a:pt x="1194696" y="43885"/>
                </a:lnTo>
                <a:lnTo>
                  <a:pt x="1192292" y="44955"/>
                </a:lnTo>
                <a:lnTo>
                  <a:pt x="1189724" y="45509"/>
                </a:lnTo>
                <a:lnTo>
                  <a:pt x="1187080" y="45509"/>
                </a:lnTo>
                <a:lnTo>
                  <a:pt x="1184512" y="44955"/>
                </a:lnTo>
                <a:lnTo>
                  <a:pt x="1182107" y="43885"/>
                </a:lnTo>
                <a:lnTo>
                  <a:pt x="1179979" y="42337"/>
                </a:lnTo>
                <a:lnTo>
                  <a:pt x="1178217" y="40386"/>
                </a:lnTo>
                <a:lnTo>
                  <a:pt x="1176895" y="38107"/>
                </a:lnTo>
                <a:lnTo>
                  <a:pt x="1176090" y="35602"/>
                </a:lnTo>
                <a:lnTo>
                  <a:pt x="1175813" y="32983"/>
                </a:lnTo>
                <a:lnTo>
                  <a:pt x="1175813" y="12589"/>
                </a:lnTo>
                <a:lnTo>
                  <a:pt x="1188402" y="25178"/>
                </a:lnTo>
                <a:lnTo>
                  <a:pt x="1158188" y="25178"/>
                </a:lnTo>
                <a:lnTo>
                  <a:pt x="1155569" y="24901"/>
                </a:lnTo>
                <a:lnTo>
                  <a:pt x="1153064" y="24095"/>
                </a:lnTo>
                <a:lnTo>
                  <a:pt x="1150786" y="22774"/>
                </a:lnTo>
                <a:lnTo>
                  <a:pt x="1148834" y="21011"/>
                </a:lnTo>
                <a:lnTo>
                  <a:pt x="1147286" y="18884"/>
                </a:lnTo>
                <a:lnTo>
                  <a:pt x="1146216" y="16479"/>
                </a:lnTo>
                <a:lnTo>
                  <a:pt x="1145662" y="13911"/>
                </a:lnTo>
                <a:lnTo>
                  <a:pt x="1145662" y="11267"/>
                </a:lnTo>
                <a:lnTo>
                  <a:pt x="1146216" y="8699"/>
                </a:lnTo>
                <a:lnTo>
                  <a:pt x="1147286" y="6295"/>
                </a:lnTo>
                <a:lnTo>
                  <a:pt x="1148834" y="4167"/>
                </a:lnTo>
                <a:lnTo>
                  <a:pt x="1150786" y="2405"/>
                </a:lnTo>
                <a:lnTo>
                  <a:pt x="1153064" y="1083"/>
                </a:lnTo>
                <a:lnTo>
                  <a:pt x="1155569" y="277"/>
                </a:lnTo>
                <a:lnTo>
                  <a:pt x="1158188" y="0"/>
                </a:lnTo>
                <a:moveTo>
                  <a:pt x="1200991" y="83087"/>
                </a:moveTo>
                <a:lnTo>
                  <a:pt x="1200991" y="133695"/>
                </a:lnTo>
                <a:lnTo>
                  <a:pt x="1200714" y="136314"/>
                </a:lnTo>
                <a:lnTo>
                  <a:pt x="1199908" y="138819"/>
                </a:lnTo>
                <a:lnTo>
                  <a:pt x="1198586" y="141098"/>
                </a:lnTo>
                <a:lnTo>
                  <a:pt x="1196824" y="143049"/>
                </a:lnTo>
                <a:lnTo>
                  <a:pt x="1194696" y="144597"/>
                </a:lnTo>
                <a:lnTo>
                  <a:pt x="1192292" y="145667"/>
                </a:lnTo>
                <a:lnTo>
                  <a:pt x="1189724" y="146221"/>
                </a:lnTo>
                <a:lnTo>
                  <a:pt x="1187080" y="146221"/>
                </a:lnTo>
                <a:lnTo>
                  <a:pt x="1184512" y="145667"/>
                </a:lnTo>
                <a:lnTo>
                  <a:pt x="1182107" y="144597"/>
                </a:lnTo>
                <a:lnTo>
                  <a:pt x="1179979" y="143049"/>
                </a:lnTo>
                <a:lnTo>
                  <a:pt x="1178217" y="141098"/>
                </a:lnTo>
                <a:lnTo>
                  <a:pt x="1176895" y="138819"/>
                </a:lnTo>
                <a:lnTo>
                  <a:pt x="1176090" y="136314"/>
                </a:lnTo>
                <a:lnTo>
                  <a:pt x="1175813" y="133695"/>
                </a:lnTo>
                <a:lnTo>
                  <a:pt x="1175813" y="83087"/>
                </a:lnTo>
                <a:lnTo>
                  <a:pt x="1176090" y="80469"/>
                </a:lnTo>
                <a:lnTo>
                  <a:pt x="1176895" y="77964"/>
                </a:lnTo>
                <a:lnTo>
                  <a:pt x="1178217" y="75685"/>
                </a:lnTo>
                <a:lnTo>
                  <a:pt x="1179979" y="73734"/>
                </a:lnTo>
                <a:lnTo>
                  <a:pt x="1182107" y="72185"/>
                </a:lnTo>
                <a:lnTo>
                  <a:pt x="1184512" y="71115"/>
                </a:lnTo>
                <a:lnTo>
                  <a:pt x="1187080" y="70561"/>
                </a:lnTo>
                <a:lnTo>
                  <a:pt x="1189724" y="70561"/>
                </a:lnTo>
                <a:lnTo>
                  <a:pt x="1192292" y="71115"/>
                </a:lnTo>
                <a:lnTo>
                  <a:pt x="1194696" y="72185"/>
                </a:lnTo>
                <a:lnTo>
                  <a:pt x="1196824" y="73734"/>
                </a:lnTo>
                <a:lnTo>
                  <a:pt x="1198586" y="75685"/>
                </a:lnTo>
                <a:lnTo>
                  <a:pt x="1199908" y="77964"/>
                </a:lnTo>
                <a:lnTo>
                  <a:pt x="1200714" y="80469"/>
                </a:lnTo>
                <a:lnTo>
                  <a:pt x="1200991" y="83087"/>
                </a:lnTo>
                <a:moveTo>
                  <a:pt x="1200991" y="183799"/>
                </a:moveTo>
                <a:lnTo>
                  <a:pt x="1200991" y="234407"/>
                </a:lnTo>
                <a:lnTo>
                  <a:pt x="1200714" y="237026"/>
                </a:lnTo>
                <a:lnTo>
                  <a:pt x="1199908" y="239531"/>
                </a:lnTo>
                <a:lnTo>
                  <a:pt x="1198586" y="241809"/>
                </a:lnTo>
                <a:lnTo>
                  <a:pt x="1196824" y="243761"/>
                </a:lnTo>
                <a:lnTo>
                  <a:pt x="1194696" y="245309"/>
                </a:lnTo>
                <a:lnTo>
                  <a:pt x="1192292" y="246379"/>
                </a:lnTo>
                <a:lnTo>
                  <a:pt x="1189724" y="246933"/>
                </a:lnTo>
                <a:lnTo>
                  <a:pt x="1187080" y="246933"/>
                </a:lnTo>
                <a:lnTo>
                  <a:pt x="1184512" y="246379"/>
                </a:lnTo>
                <a:lnTo>
                  <a:pt x="1182107" y="245309"/>
                </a:lnTo>
                <a:lnTo>
                  <a:pt x="1179979" y="243761"/>
                </a:lnTo>
                <a:lnTo>
                  <a:pt x="1178217" y="241809"/>
                </a:lnTo>
                <a:lnTo>
                  <a:pt x="1176895" y="239531"/>
                </a:lnTo>
                <a:lnTo>
                  <a:pt x="1176090" y="237026"/>
                </a:lnTo>
                <a:lnTo>
                  <a:pt x="1175813" y="234407"/>
                </a:lnTo>
                <a:lnTo>
                  <a:pt x="1175813" y="183799"/>
                </a:lnTo>
                <a:lnTo>
                  <a:pt x="1176090" y="181181"/>
                </a:lnTo>
                <a:lnTo>
                  <a:pt x="1176895" y="178676"/>
                </a:lnTo>
                <a:lnTo>
                  <a:pt x="1178217" y="176397"/>
                </a:lnTo>
                <a:lnTo>
                  <a:pt x="1179979" y="174446"/>
                </a:lnTo>
                <a:lnTo>
                  <a:pt x="1182107" y="172897"/>
                </a:lnTo>
                <a:lnTo>
                  <a:pt x="1184512" y="171827"/>
                </a:lnTo>
                <a:lnTo>
                  <a:pt x="1187080" y="171273"/>
                </a:lnTo>
                <a:lnTo>
                  <a:pt x="1189724" y="171273"/>
                </a:lnTo>
                <a:lnTo>
                  <a:pt x="1192292" y="171827"/>
                </a:lnTo>
                <a:lnTo>
                  <a:pt x="1194696" y="172897"/>
                </a:lnTo>
                <a:lnTo>
                  <a:pt x="1196824" y="174446"/>
                </a:lnTo>
                <a:lnTo>
                  <a:pt x="1198586" y="176397"/>
                </a:lnTo>
                <a:lnTo>
                  <a:pt x="1199908" y="178676"/>
                </a:lnTo>
                <a:lnTo>
                  <a:pt x="1200714" y="181181"/>
                </a:lnTo>
                <a:lnTo>
                  <a:pt x="1200991" y="183799"/>
                </a:lnTo>
                <a:moveTo>
                  <a:pt x="1200991" y="284511"/>
                </a:moveTo>
                <a:lnTo>
                  <a:pt x="1200991" y="335119"/>
                </a:lnTo>
                <a:lnTo>
                  <a:pt x="1200714" y="337738"/>
                </a:lnTo>
                <a:lnTo>
                  <a:pt x="1199908" y="340243"/>
                </a:lnTo>
                <a:lnTo>
                  <a:pt x="1198586" y="342522"/>
                </a:lnTo>
                <a:lnTo>
                  <a:pt x="1196824" y="344473"/>
                </a:lnTo>
                <a:lnTo>
                  <a:pt x="1194696" y="346021"/>
                </a:lnTo>
                <a:lnTo>
                  <a:pt x="1192292" y="347091"/>
                </a:lnTo>
                <a:lnTo>
                  <a:pt x="1189724" y="347645"/>
                </a:lnTo>
                <a:lnTo>
                  <a:pt x="1187080" y="347645"/>
                </a:lnTo>
                <a:lnTo>
                  <a:pt x="1184512" y="347091"/>
                </a:lnTo>
                <a:lnTo>
                  <a:pt x="1182107" y="346021"/>
                </a:lnTo>
                <a:lnTo>
                  <a:pt x="1179979" y="344473"/>
                </a:lnTo>
                <a:lnTo>
                  <a:pt x="1178217" y="342522"/>
                </a:lnTo>
                <a:lnTo>
                  <a:pt x="1176895" y="340243"/>
                </a:lnTo>
                <a:lnTo>
                  <a:pt x="1176090" y="337738"/>
                </a:lnTo>
                <a:lnTo>
                  <a:pt x="1175813" y="335119"/>
                </a:lnTo>
                <a:lnTo>
                  <a:pt x="1175813" y="284511"/>
                </a:lnTo>
                <a:lnTo>
                  <a:pt x="1176090" y="281893"/>
                </a:lnTo>
                <a:lnTo>
                  <a:pt x="1176895" y="279388"/>
                </a:lnTo>
                <a:lnTo>
                  <a:pt x="1178217" y="277109"/>
                </a:lnTo>
                <a:lnTo>
                  <a:pt x="1179979" y="275158"/>
                </a:lnTo>
                <a:lnTo>
                  <a:pt x="1182107" y="273609"/>
                </a:lnTo>
                <a:lnTo>
                  <a:pt x="1184512" y="272539"/>
                </a:lnTo>
                <a:lnTo>
                  <a:pt x="1187080" y="271985"/>
                </a:lnTo>
                <a:lnTo>
                  <a:pt x="1189724" y="271985"/>
                </a:lnTo>
                <a:lnTo>
                  <a:pt x="1192292" y="272539"/>
                </a:lnTo>
                <a:lnTo>
                  <a:pt x="1194696" y="273609"/>
                </a:lnTo>
                <a:lnTo>
                  <a:pt x="1196824" y="275158"/>
                </a:lnTo>
                <a:lnTo>
                  <a:pt x="1198586" y="277109"/>
                </a:lnTo>
                <a:lnTo>
                  <a:pt x="1199908" y="279388"/>
                </a:lnTo>
                <a:lnTo>
                  <a:pt x="1200714" y="281893"/>
                </a:lnTo>
                <a:lnTo>
                  <a:pt x="1200991" y="284511"/>
                </a:lnTo>
                <a:moveTo>
                  <a:pt x="1180848" y="390259"/>
                </a:moveTo>
                <a:lnTo>
                  <a:pt x="1130240" y="390259"/>
                </a:lnTo>
                <a:lnTo>
                  <a:pt x="1127622" y="389982"/>
                </a:lnTo>
                <a:lnTo>
                  <a:pt x="1125116" y="389176"/>
                </a:lnTo>
                <a:lnTo>
                  <a:pt x="1122838" y="387855"/>
                </a:lnTo>
                <a:lnTo>
                  <a:pt x="1120887" y="386092"/>
                </a:lnTo>
                <a:lnTo>
                  <a:pt x="1119339" y="383965"/>
                </a:lnTo>
                <a:lnTo>
                  <a:pt x="1118268" y="381560"/>
                </a:lnTo>
                <a:lnTo>
                  <a:pt x="1117714" y="378992"/>
                </a:lnTo>
                <a:lnTo>
                  <a:pt x="1117714" y="376348"/>
                </a:lnTo>
                <a:lnTo>
                  <a:pt x="1118268" y="373780"/>
                </a:lnTo>
                <a:lnTo>
                  <a:pt x="1119339" y="371376"/>
                </a:lnTo>
                <a:lnTo>
                  <a:pt x="1120887" y="369248"/>
                </a:lnTo>
                <a:lnTo>
                  <a:pt x="1122838" y="367486"/>
                </a:lnTo>
                <a:lnTo>
                  <a:pt x="1125116" y="366164"/>
                </a:lnTo>
                <a:lnTo>
                  <a:pt x="1127622" y="365358"/>
                </a:lnTo>
                <a:lnTo>
                  <a:pt x="1130240" y="365081"/>
                </a:lnTo>
                <a:lnTo>
                  <a:pt x="1180848" y="365081"/>
                </a:lnTo>
                <a:lnTo>
                  <a:pt x="1183467" y="365358"/>
                </a:lnTo>
                <a:lnTo>
                  <a:pt x="1185972" y="366164"/>
                </a:lnTo>
                <a:lnTo>
                  <a:pt x="1188250" y="367486"/>
                </a:lnTo>
                <a:lnTo>
                  <a:pt x="1190202" y="369248"/>
                </a:lnTo>
                <a:lnTo>
                  <a:pt x="1191750" y="371376"/>
                </a:lnTo>
                <a:lnTo>
                  <a:pt x="1192821" y="373780"/>
                </a:lnTo>
                <a:lnTo>
                  <a:pt x="1193374" y="376348"/>
                </a:lnTo>
                <a:lnTo>
                  <a:pt x="1193374" y="378992"/>
                </a:lnTo>
                <a:lnTo>
                  <a:pt x="1192821" y="381560"/>
                </a:lnTo>
                <a:lnTo>
                  <a:pt x="1191750" y="383965"/>
                </a:lnTo>
                <a:lnTo>
                  <a:pt x="1190202" y="386092"/>
                </a:lnTo>
                <a:lnTo>
                  <a:pt x="1188250" y="387855"/>
                </a:lnTo>
                <a:lnTo>
                  <a:pt x="1185972" y="389176"/>
                </a:lnTo>
                <a:lnTo>
                  <a:pt x="1183467" y="389982"/>
                </a:lnTo>
                <a:lnTo>
                  <a:pt x="1180848" y="390259"/>
                </a:lnTo>
                <a:moveTo>
                  <a:pt x="1080136" y="390259"/>
                </a:moveTo>
                <a:lnTo>
                  <a:pt x="1029528" y="390259"/>
                </a:lnTo>
                <a:lnTo>
                  <a:pt x="1026910" y="389982"/>
                </a:lnTo>
                <a:lnTo>
                  <a:pt x="1024405" y="389176"/>
                </a:lnTo>
                <a:lnTo>
                  <a:pt x="1022126" y="387855"/>
                </a:lnTo>
                <a:lnTo>
                  <a:pt x="1020174" y="386092"/>
                </a:lnTo>
                <a:lnTo>
                  <a:pt x="1018626" y="383965"/>
                </a:lnTo>
                <a:lnTo>
                  <a:pt x="1017556" y="381560"/>
                </a:lnTo>
                <a:lnTo>
                  <a:pt x="1017002" y="378992"/>
                </a:lnTo>
                <a:lnTo>
                  <a:pt x="1017002" y="376348"/>
                </a:lnTo>
                <a:lnTo>
                  <a:pt x="1017556" y="373780"/>
                </a:lnTo>
                <a:lnTo>
                  <a:pt x="1018626" y="371376"/>
                </a:lnTo>
                <a:lnTo>
                  <a:pt x="1020174" y="369248"/>
                </a:lnTo>
                <a:lnTo>
                  <a:pt x="1022126" y="367486"/>
                </a:lnTo>
                <a:lnTo>
                  <a:pt x="1024405" y="366164"/>
                </a:lnTo>
                <a:lnTo>
                  <a:pt x="1026910" y="365358"/>
                </a:lnTo>
                <a:lnTo>
                  <a:pt x="1029528" y="365081"/>
                </a:lnTo>
                <a:lnTo>
                  <a:pt x="1080136" y="365081"/>
                </a:lnTo>
                <a:lnTo>
                  <a:pt x="1082755" y="365358"/>
                </a:lnTo>
                <a:lnTo>
                  <a:pt x="1085260" y="366164"/>
                </a:lnTo>
                <a:lnTo>
                  <a:pt x="1087538" y="367486"/>
                </a:lnTo>
                <a:lnTo>
                  <a:pt x="1089490" y="369248"/>
                </a:lnTo>
                <a:lnTo>
                  <a:pt x="1091038" y="371376"/>
                </a:lnTo>
                <a:lnTo>
                  <a:pt x="1092108" y="373780"/>
                </a:lnTo>
                <a:lnTo>
                  <a:pt x="1092662" y="376348"/>
                </a:lnTo>
                <a:lnTo>
                  <a:pt x="1092662" y="378992"/>
                </a:lnTo>
                <a:lnTo>
                  <a:pt x="1092108" y="381560"/>
                </a:lnTo>
                <a:lnTo>
                  <a:pt x="1091038" y="383965"/>
                </a:lnTo>
                <a:lnTo>
                  <a:pt x="1089490" y="386092"/>
                </a:lnTo>
                <a:lnTo>
                  <a:pt x="1087538" y="387855"/>
                </a:lnTo>
                <a:lnTo>
                  <a:pt x="1085260" y="389176"/>
                </a:lnTo>
                <a:lnTo>
                  <a:pt x="1082755" y="389982"/>
                </a:lnTo>
                <a:lnTo>
                  <a:pt x="1080136" y="390259"/>
                </a:lnTo>
                <a:moveTo>
                  <a:pt x="979424" y="390259"/>
                </a:moveTo>
                <a:lnTo>
                  <a:pt x="928816" y="390259"/>
                </a:lnTo>
                <a:lnTo>
                  <a:pt x="926198" y="389982"/>
                </a:lnTo>
                <a:lnTo>
                  <a:pt x="923693" y="389176"/>
                </a:lnTo>
                <a:lnTo>
                  <a:pt x="921414" y="387855"/>
                </a:lnTo>
                <a:lnTo>
                  <a:pt x="919463" y="386092"/>
                </a:lnTo>
                <a:lnTo>
                  <a:pt x="917914" y="383965"/>
                </a:lnTo>
                <a:lnTo>
                  <a:pt x="916844" y="381560"/>
                </a:lnTo>
                <a:lnTo>
                  <a:pt x="916290" y="378992"/>
                </a:lnTo>
                <a:lnTo>
                  <a:pt x="916290" y="376348"/>
                </a:lnTo>
                <a:lnTo>
                  <a:pt x="916844" y="373780"/>
                </a:lnTo>
                <a:lnTo>
                  <a:pt x="917914" y="371376"/>
                </a:lnTo>
                <a:lnTo>
                  <a:pt x="919463" y="369248"/>
                </a:lnTo>
                <a:lnTo>
                  <a:pt x="921414" y="367486"/>
                </a:lnTo>
                <a:lnTo>
                  <a:pt x="923693" y="366164"/>
                </a:lnTo>
                <a:lnTo>
                  <a:pt x="926198" y="365358"/>
                </a:lnTo>
                <a:lnTo>
                  <a:pt x="928816" y="365081"/>
                </a:lnTo>
                <a:lnTo>
                  <a:pt x="979424" y="365081"/>
                </a:lnTo>
                <a:lnTo>
                  <a:pt x="982042" y="365358"/>
                </a:lnTo>
                <a:lnTo>
                  <a:pt x="984548" y="366164"/>
                </a:lnTo>
                <a:lnTo>
                  <a:pt x="986827" y="367486"/>
                </a:lnTo>
                <a:lnTo>
                  <a:pt x="988778" y="369248"/>
                </a:lnTo>
                <a:lnTo>
                  <a:pt x="990326" y="371376"/>
                </a:lnTo>
                <a:lnTo>
                  <a:pt x="991396" y="373780"/>
                </a:lnTo>
                <a:lnTo>
                  <a:pt x="991950" y="376348"/>
                </a:lnTo>
                <a:lnTo>
                  <a:pt x="991950" y="378992"/>
                </a:lnTo>
                <a:lnTo>
                  <a:pt x="991396" y="381560"/>
                </a:lnTo>
                <a:lnTo>
                  <a:pt x="990326" y="383965"/>
                </a:lnTo>
                <a:lnTo>
                  <a:pt x="988778" y="386092"/>
                </a:lnTo>
                <a:lnTo>
                  <a:pt x="986827" y="387855"/>
                </a:lnTo>
                <a:lnTo>
                  <a:pt x="984548" y="389176"/>
                </a:lnTo>
                <a:lnTo>
                  <a:pt x="982042" y="389982"/>
                </a:lnTo>
                <a:lnTo>
                  <a:pt x="979424" y="390259"/>
                </a:lnTo>
                <a:moveTo>
                  <a:pt x="878712" y="390259"/>
                </a:moveTo>
                <a:lnTo>
                  <a:pt x="828105" y="390259"/>
                </a:lnTo>
                <a:lnTo>
                  <a:pt x="825486" y="389982"/>
                </a:lnTo>
                <a:lnTo>
                  <a:pt x="822980" y="389176"/>
                </a:lnTo>
                <a:lnTo>
                  <a:pt x="820702" y="387855"/>
                </a:lnTo>
                <a:lnTo>
                  <a:pt x="818751" y="386092"/>
                </a:lnTo>
                <a:lnTo>
                  <a:pt x="817202" y="383965"/>
                </a:lnTo>
                <a:lnTo>
                  <a:pt x="816132" y="381560"/>
                </a:lnTo>
                <a:lnTo>
                  <a:pt x="815579" y="378992"/>
                </a:lnTo>
                <a:lnTo>
                  <a:pt x="815579" y="376348"/>
                </a:lnTo>
                <a:lnTo>
                  <a:pt x="816132" y="373780"/>
                </a:lnTo>
                <a:lnTo>
                  <a:pt x="817202" y="371376"/>
                </a:lnTo>
                <a:lnTo>
                  <a:pt x="818751" y="369248"/>
                </a:lnTo>
                <a:lnTo>
                  <a:pt x="820702" y="367486"/>
                </a:lnTo>
                <a:lnTo>
                  <a:pt x="822980" y="366164"/>
                </a:lnTo>
                <a:lnTo>
                  <a:pt x="825486" y="365358"/>
                </a:lnTo>
                <a:lnTo>
                  <a:pt x="828105" y="365081"/>
                </a:lnTo>
                <a:lnTo>
                  <a:pt x="878712" y="365081"/>
                </a:lnTo>
                <a:lnTo>
                  <a:pt x="881331" y="365358"/>
                </a:lnTo>
                <a:lnTo>
                  <a:pt x="883836" y="366164"/>
                </a:lnTo>
                <a:lnTo>
                  <a:pt x="886115" y="367486"/>
                </a:lnTo>
                <a:lnTo>
                  <a:pt x="888065" y="369248"/>
                </a:lnTo>
                <a:lnTo>
                  <a:pt x="889614" y="371376"/>
                </a:lnTo>
                <a:lnTo>
                  <a:pt x="890684" y="373780"/>
                </a:lnTo>
                <a:lnTo>
                  <a:pt x="891238" y="376348"/>
                </a:lnTo>
                <a:lnTo>
                  <a:pt x="891238" y="378992"/>
                </a:lnTo>
                <a:lnTo>
                  <a:pt x="890684" y="381560"/>
                </a:lnTo>
                <a:lnTo>
                  <a:pt x="889614" y="383965"/>
                </a:lnTo>
                <a:lnTo>
                  <a:pt x="888065" y="386092"/>
                </a:lnTo>
                <a:lnTo>
                  <a:pt x="886115" y="387855"/>
                </a:lnTo>
                <a:lnTo>
                  <a:pt x="883836" y="389176"/>
                </a:lnTo>
                <a:lnTo>
                  <a:pt x="881331" y="389982"/>
                </a:lnTo>
                <a:lnTo>
                  <a:pt x="878712" y="390259"/>
                </a:lnTo>
                <a:moveTo>
                  <a:pt x="778000" y="390259"/>
                </a:moveTo>
                <a:lnTo>
                  <a:pt x="727392" y="390259"/>
                </a:lnTo>
                <a:lnTo>
                  <a:pt x="724774" y="389982"/>
                </a:lnTo>
                <a:lnTo>
                  <a:pt x="722269" y="389176"/>
                </a:lnTo>
                <a:lnTo>
                  <a:pt x="719990" y="387855"/>
                </a:lnTo>
                <a:lnTo>
                  <a:pt x="718039" y="386092"/>
                </a:lnTo>
                <a:lnTo>
                  <a:pt x="716490" y="383965"/>
                </a:lnTo>
                <a:lnTo>
                  <a:pt x="715420" y="381560"/>
                </a:lnTo>
                <a:lnTo>
                  <a:pt x="714866" y="378992"/>
                </a:lnTo>
                <a:lnTo>
                  <a:pt x="714866" y="376348"/>
                </a:lnTo>
                <a:lnTo>
                  <a:pt x="715420" y="373780"/>
                </a:lnTo>
                <a:lnTo>
                  <a:pt x="716490" y="371376"/>
                </a:lnTo>
                <a:lnTo>
                  <a:pt x="718039" y="369248"/>
                </a:lnTo>
                <a:lnTo>
                  <a:pt x="719990" y="367486"/>
                </a:lnTo>
                <a:lnTo>
                  <a:pt x="722269" y="366164"/>
                </a:lnTo>
                <a:lnTo>
                  <a:pt x="724774" y="365358"/>
                </a:lnTo>
                <a:lnTo>
                  <a:pt x="727392" y="365081"/>
                </a:lnTo>
                <a:lnTo>
                  <a:pt x="778000" y="365081"/>
                </a:lnTo>
                <a:lnTo>
                  <a:pt x="780619" y="365358"/>
                </a:lnTo>
                <a:lnTo>
                  <a:pt x="783124" y="366164"/>
                </a:lnTo>
                <a:lnTo>
                  <a:pt x="785402" y="367486"/>
                </a:lnTo>
                <a:lnTo>
                  <a:pt x="787354" y="369248"/>
                </a:lnTo>
                <a:lnTo>
                  <a:pt x="788902" y="371376"/>
                </a:lnTo>
                <a:lnTo>
                  <a:pt x="789972" y="373780"/>
                </a:lnTo>
                <a:lnTo>
                  <a:pt x="790526" y="376348"/>
                </a:lnTo>
                <a:lnTo>
                  <a:pt x="790526" y="378992"/>
                </a:lnTo>
                <a:lnTo>
                  <a:pt x="789972" y="381560"/>
                </a:lnTo>
                <a:lnTo>
                  <a:pt x="788902" y="383965"/>
                </a:lnTo>
                <a:lnTo>
                  <a:pt x="787354" y="386092"/>
                </a:lnTo>
                <a:lnTo>
                  <a:pt x="785402" y="387855"/>
                </a:lnTo>
                <a:lnTo>
                  <a:pt x="783124" y="389176"/>
                </a:lnTo>
                <a:lnTo>
                  <a:pt x="780619" y="389982"/>
                </a:lnTo>
                <a:lnTo>
                  <a:pt x="778000" y="390259"/>
                </a:lnTo>
                <a:moveTo>
                  <a:pt x="677288" y="390259"/>
                </a:moveTo>
                <a:lnTo>
                  <a:pt x="626680" y="390259"/>
                </a:lnTo>
                <a:lnTo>
                  <a:pt x="624062" y="389982"/>
                </a:lnTo>
                <a:lnTo>
                  <a:pt x="621557" y="389176"/>
                </a:lnTo>
                <a:lnTo>
                  <a:pt x="619278" y="387855"/>
                </a:lnTo>
                <a:lnTo>
                  <a:pt x="617326" y="386092"/>
                </a:lnTo>
                <a:lnTo>
                  <a:pt x="615778" y="383965"/>
                </a:lnTo>
                <a:lnTo>
                  <a:pt x="614708" y="381560"/>
                </a:lnTo>
                <a:lnTo>
                  <a:pt x="614154" y="378992"/>
                </a:lnTo>
                <a:lnTo>
                  <a:pt x="614154" y="376348"/>
                </a:lnTo>
                <a:lnTo>
                  <a:pt x="614708" y="373780"/>
                </a:lnTo>
                <a:lnTo>
                  <a:pt x="615778" y="371376"/>
                </a:lnTo>
                <a:lnTo>
                  <a:pt x="617326" y="369248"/>
                </a:lnTo>
                <a:lnTo>
                  <a:pt x="619278" y="367486"/>
                </a:lnTo>
                <a:lnTo>
                  <a:pt x="621557" y="366164"/>
                </a:lnTo>
                <a:lnTo>
                  <a:pt x="624062" y="365358"/>
                </a:lnTo>
                <a:lnTo>
                  <a:pt x="626680" y="365081"/>
                </a:lnTo>
                <a:lnTo>
                  <a:pt x="677288" y="365081"/>
                </a:lnTo>
                <a:lnTo>
                  <a:pt x="679907" y="365358"/>
                </a:lnTo>
                <a:lnTo>
                  <a:pt x="682412" y="366164"/>
                </a:lnTo>
                <a:lnTo>
                  <a:pt x="684690" y="367486"/>
                </a:lnTo>
                <a:lnTo>
                  <a:pt x="686642" y="369248"/>
                </a:lnTo>
                <a:lnTo>
                  <a:pt x="688190" y="371376"/>
                </a:lnTo>
                <a:lnTo>
                  <a:pt x="689260" y="373780"/>
                </a:lnTo>
                <a:lnTo>
                  <a:pt x="689814" y="376348"/>
                </a:lnTo>
                <a:lnTo>
                  <a:pt x="689814" y="378992"/>
                </a:lnTo>
                <a:lnTo>
                  <a:pt x="689260" y="381560"/>
                </a:lnTo>
                <a:lnTo>
                  <a:pt x="688190" y="383965"/>
                </a:lnTo>
                <a:lnTo>
                  <a:pt x="686642" y="386092"/>
                </a:lnTo>
                <a:lnTo>
                  <a:pt x="684690" y="387855"/>
                </a:lnTo>
                <a:lnTo>
                  <a:pt x="682412" y="389176"/>
                </a:lnTo>
                <a:lnTo>
                  <a:pt x="679907" y="389982"/>
                </a:lnTo>
                <a:lnTo>
                  <a:pt x="677288" y="390259"/>
                </a:lnTo>
                <a:moveTo>
                  <a:pt x="576576" y="390259"/>
                </a:moveTo>
                <a:lnTo>
                  <a:pt x="525968" y="390259"/>
                </a:lnTo>
                <a:lnTo>
                  <a:pt x="523349" y="389982"/>
                </a:lnTo>
                <a:lnTo>
                  <a:pt x="520845" y="389176"/>
                </a:lnTo>
                <a:lnTo>
                  <a:pt x="518566" y="387855"/>
                </a:lnTo>
                <a:lnTo>
                  <a:pt x="516615" y="386092"/>
                </a:lnTo>
                <a:lnTo>
                  <a:pt x="515066" y="383965"/>
                </a:lnTo>
                <a:lnTo>
                  <a:pt x="513996" y="381560"/>
                </a:lnTo>
                <a:lnTo>
                  <a:pt x="513442" y="378992"/>
                </a:lnTo>
                <a:lnTo>
                  <a:pt x="513442" y="376348"/>
                </a:lnTo>
                <a:lnTo>
                  <a:pt x="513996" y="373780"/>
                </a:lnTo>
                <a:lnTo>
                  <a:pt x="515066" y="371376"/>
                </a:lnTo>
                <a:lnTo>
                  <a:pt x="516615" y="369248"/>
                </a:lnTo>
                <a:lnTo>
                  <a:pt x="518566" y="367486"/>
                </a:lnTo>
                <a:lnTo>
                  <a:pt x="520845" y="366164"/>
                </a:lnTo>
                <a:lnTo>
                  <a:pt x="523349" y="365358"/>
                </a:lnTo>
                <a:lnTo>
                  <a:pt x="525968" y="365081"/>
                </a:lnTo>
                <a:lnTo>
                  <a:pt x="576576" y="365081"/>
                </a:lnTo>
                <a:lnTo>
                  <a:pt x="579195" y="365358"/>
                </a:lnTo>
                <a:lnTo>
                  <a:pt x="581699" y="366164"/>
                </a:lnTo>
                <a:lnTo>
                  <a:pt x="583978" y="367486"/>
                </a:lnTo>
                <a:lnTo>
                  <a:pt x="585930" y="369248"/>
                </a:lnTo>
                <a:lnTo>
                  <a:pt x="587478" y="371376"/>
                </a:lnTo>
                <a:lnTo>
                  <a:pt x="588548" y="373780"/>
                </a:lnTo>
                <a:lnTo>
                  <a:pt x="589102" y="376348"/>
                </a:lnTo>
                <a:lnTo>
                  <a:pt x="589102" y="378992"/>
                </a:lnTo>
                <a:lnTo>
                  <a:pt x="588548" y="381560"/>
                </a:lnTo>
                <a:lnTo>
                  <a:pt x="587478" y="383965"/>
                </a:lnTo>
                <a:lnTo>
                  <a:pt x="585930" y="386092"/>
                </a:lnTo>
                <a:lnTo>
                  <a:pt x="583978" y="387855"/>
                </a:lnTo>
                <a:lnTo>
                  <a:pt x="581699" y="389176"/>
                </a:lnTo>
                <a:lnTo>
                  <a:pt x="579195" y="389982"/>
                </a:lnTo>
                <a:lnTo>
                  <a:pt x="576576" y="390259"/>
                </a:lnTo>
                <a:moveTo>
                  <a:pt x="475864" y="390259"/>
                </a:moveTo>
                <a:lnTo>
                  <a:pt x="425256" y="390259"/>
                </a:lnTo>
                <a:lnTo>
                  <a:pt x="422638" y="389982"/>
                </a:lnTo>
                <a:lnTo>
                  <a:pt x="420132" y="389176"/>
                </a:lnTo>
                <a:lnTo>
                  <a:pt x="417854" y="387855"/>
                </a:lnTo>
                <a:lnTo>
                  <a:pt x="415903" y="386092"/>
                </a:lnTo>
                <a:lnTo>
                  <a:pt x="414354" y="383965"/>
                </a:lnTo>
                <a:lnTo>
                  <a:pt x="413284" y="381560"/>
                </a:lnTo>
                <a:lnTo>
                  <a:pt x="412730" y="378992"/>
                </a:lnTo>
                <a:lnTo>
                  <a:pt x="412730" y="376348"/>
                </a:lnTo>
                <a:lnTo>
                  <a:pt x="413284" y="373780"/>
                </a:lnTo>
                <a:lnTo>
                  <a:pt x="414354" y="371376"/>
                </a:lnTo>
                <a:lnTo>
                  <a:pt x="415903" y="369248"/>
                </a:lnTo>
                <a:lnTo>
                  <a:pt x="417854" y="367486"/>
                </a:lnTo>
                <a:lnTo>
                  <a:pt x="420132" y="366164"/>
                </a:lnTo>
                <a:lnTo>
                  <a:pt x="422638" y="365358"/>
                </a:lnTo>
                <a:lnTo>
                  <a:pt x="425256" y="365081"/>
                </a:lnTo>
                <a:lnTo>
                  <a:pt x="475864" y="365081"/>
                </a:lnTo>
                <a:lnTo>
                  <a:pt x="478482" y="365358"/>
                </a:lnTo>
                <a:lnTo>
                  <a:pt x="480988" y="366164"/>
                </a:lnTo>
                <a:lnTo>
                  <a:pt x="483267" y="367486"/>
                </a:lnTo>
                <a:lnTo>
                  <a:pt x="485218" y="369248"/>
                </a:lnTo>
                <a:lnTo>
                  <a:pt x="486766" y="371376"/>
                </a:lnTo>
                <a:lnTo>
                  <a:pt x="487836" y="373780"/>
                </a:lnTo>
                <a:lnTo>
                  <a:pt x="488390" y="376348"/>
                </a:lnTo>
                <a:lnTo>
                  <a:pt x="488390" y="378992"/>
                </a:lnTo>
                <a:lnTo>
                  <a:pt x="487836" y="381560"/>
                </a:lnTo>
                <a:lnTo>
                  <a:pt x="486766" y="383965"/>
                </a:lnTo>
                <a:lnTo>
                  <a:pt x="485218" y="386092"/>
                </a:lnTo>
                <a:lnTo>
                  <a:pt x="483267" y="387855"/>
                </a:lnTo>
                <a:lnTo>
                  <a:pt x="480988" y="389176"/>
                </a:lnTo>
                <a:lnTo>
                  <a:pt x="478482" y="389982"/>
                </a:lnTo>
                <a:lnTo>
                  <a:pt x="475864" y="390259"/>
                </a:lnTo>
                <a:moveTo>
                  <a:pt x="375152" y="390259"/>
                </a:moveTo>
                <a:lnTo>
                  <a:pt x="324544" y="390259"/>
                </a:lnTo>
                <a:lnTo>
                  <a:pt x="321926" y="389982"/>
                </a:lnTo>
                <a:lnTo>
                  <a:pt x="319420" y="389176"/>
                </a:lnTo>
                <a:lnTo>
                  <a:pt x="317142" y="387855"/>
                </a:lnTo>
                <a:lnTo>
                  <a:pt x="315191" y="386092"/>
                </a:lnTo>
                <a:lnTo>
                  <a:pt x="313642" y="383965"/>
                </a:lnTo>
                <a:lnTo>
                  <a:pt x="312572" y="381560"/>
                </a:lnTo>
                <a:lnTo>
                  <a:pt x="312018" y="378992"/>
                </a:lnTo>
                <a:lnTo>
                  <a:pt x="312018" y="376348"/>
                </a:lnTo>
                <a:lnTo>
                  <a:pt x="312572" y="373780"/>
                </a:lnTo>
                <a:lnTo>
                  <a:pt x="313642" y="371376"/>
                </a:lnTo>
                <a:lnTo>
                  <a:pt x="315191" y="369248"/>
                </a:lnTo>
                <a:lnTo>
                  <a:pt x="317142" y="367486"/>
                </a:lnTo>
                <a:lnTo>
                  <a:pt x="319420" y="366164"/>
                </a:lnTo>
                <a:lnTo>
                  <a:pt x="321926" y="365358"/>
                </a:lnTo>
                <a:lnTo>
                  <a:pt x="324544" y="365081"/>
                </a:lnTo>
                <a:lnTo>
                  <a:pt x="375152" y="365081"/>
                </a:lnTo>
                <a:lnTo>
                  <a:pt x="377771" y="365358"/>
                </a:lnTo>
                <a:lnTo>
                  <a:pt x="380276" y="366164"/>
                </a:lnTo>
                <a:lnTo>
                  <a:pt x="382554" y="367486"/>
                </a:lnTo>
                <a:lnTo>
                  <a:pt x="384505" y="369248"/>
                </a:lnTo>
                <a:lnTo>
                  <a:pt x="386054" y="371376"/>
                </a:lnTo>
                <a:lnTo>
                  <a:pt x="387124" y="373780"/>
                </a:lnTo>
                <a:lnTo>
                  <a:pt x="387678" y="376348"/>
                </a:lnTo>
                <a:lnTo>
                  <a:pt x="387678" y="378992"/>
                </a:lnTo>
                <a:lnTo>
                  <a:pt x="387124" y="381560"/>
                </a:lnTo>
                <a:lnTo>
                  <a:pt x="386054" y="383965"/>
                </a:lnTo>
                <a:lnTo>
                  <a:pt x="384505" y="386092"/>
                </a:lnTo>
                <a:lnTo>
                  <a:pt x="382554" y="387855"/>
                </a:lnTo>
                <a:lnTo>
                  <a:pt x="380276" y="389176"/>
                </a:lnTo>
                <a:lnTo>
                  <a:pt x="377771" y="389982"/>
                </a:lnTo>
                <a:lnTo>
                  <a:pt x="375152" y="390259"/>
                </a:lnTo>
                <a:moveTo>
                  <a:pt x="274440" y="390259"/>
                </a:moveTo>
                <a:lnTo>
                  <a:pt x="223832" y="390259"/>
                </a:lnTo>
                <a:lnTo>
                  <a:pt x="221214" y="389982"/>
                </a:lnTo>
                <a:lnTo>
                  <a:pt x="218708" y="389176"/>
                </a:lnTo>
                <a:lnTo>
                  <a:pt x="216430" y="387855"/>
                </a:lnTo>
                <a:lnTo>
                  <a:pt x="214479" y="386092"/>
                </a:lnTo>
                <a:lnTo>
                  <a:pt x="212930" y="383965"/>
                </a:lnTo>
                <a:lnTo>
                  <a:pt x="211860" y="381560"/>
                </a:lnTo>
                <a:lnTo>
                  <a:pt x="211306" y="378992"/>
                </a:lnTo>
                <a:lnTo>
                  <a:pt x="211306" y="376348"/>
                </a:lnTo>
                <a:lnTo>
                  <a:pt x="211860" y="373780"/>
                </a:lnTo>
                <a:lnTo>
                  <a:pt x="212930" y="371376"/>
                </a:lnTo>
                <a:lnTo>
                  <a:pt x="214479" y="369248"/>
                </a:lnTo>
                <a:lnTo>
                  <a:pt x="216430" y="367486"/>
                </a:lnTo>
                <a:lnTo>
                  <a:pt x="218708" y="366164"/>
                </a:lnTo>
                <a:lnTo>
                  <a:pt x="221214" y="365358"/>
                </a:lnTo>
                <a:lnTo>
                  <a:pt x="223832" y="365081"/>
                </a:lnTo>
                <a:lnTo>
                  <a:pt x="274440" y="365081"/>
                </a:lnTo>
                <a:lnTo>
                  <a:pt x="277059" y="365358"/>
                </a:lnTo>
                <a:lnTo>
                  <a:pt x="279564" y="366164"/>
                </a:lnTo>
                <a:lnTo>
                  <a:pt x="281842" y="367486"/>
                </a:lnTo>
                <a:lnTo>
                  <a:pt x="283794" y="369248"/>
                </a:lnTo>
                <a:lnTo>
                  <a:pt x="285342" y="371376"/>
                </a:lnTo>
                <a:lnTo>
                  <a:pt x="286412" y="373780"/>
                </a:lnTo>
                <a:lnTo>
                  <a:pt x="286966" y="376348"/>
                </a:lnTo>
                <a:lnTo>
                  <a:pt x="286966" y="378992"/>
                </a:lnTo>
                <a:lnTo>
                  <a:pt x="286412" y="381560"/>
                </a:lnTo>
                <a:lnTo>
                  <a:pt x="285342" y="383965"/>
                </a:lnTo>
                <a:lnTo>
                  <a:pt x="283794" y="386092"/>
                </a:lnTo>
                <a:lnTo>
                  <a:pt x="281842" y="387855"/>
                </a:lnTo>
                <a:lnTo>
                  <a:pt x="279564" y="389176"/>
                </a:lnTo>
                <a:lnTo>
                  <a:pt x="277059" y="389982"/>
                </a:lnTo>
                <a:lnTo>
                  <a:pt x="274440" y="390259"/>
                </a:lnTo>
                <a:moveTo>
                  <a:pt x="173728" y="390259"/>
                </a:moveTo>
                <a:lnTo>
                  <a:pt x="123120" y="390259"/>
                </a:lnTo>
                <a:lnTo>
                  <a:pt x="120502" y="389982"/>
                </a:lnTo>
                <a:lnTo>
                  <a:pt x="117997" y="389176"/>
                </a:lnTo>
                <a:lnTo>
                  <a:pt x="115718" y="387855"/>
                </a:lnTo>
                <a:lnTo>
                  <a:pt x="113766" y="386092"/>
                </a:lnTo>
                <a:lnTo>
                  <a:pt x="112218" y="383965"/>
                </a:lnTo>
                <a:lnTo>
                  <a:pt x="111148" y="381560"/>
                </a:lnTo>
                <a:lnTo>
                  <a:pt x="110594" y="378992"/>
                </a:lnTo>
                <a:lnTo>
                  <a:pt x="110594" y="376348"/>
                </a:lnTo>
                <a:lnTo>
                  <a:pt x="111148" y="373780"/>
                </a:lnTo>
                <a:lnTo>
                  <a:pt x="112218" y="371376"/>
                </a:lnTo>
                <a:lnTo>
                  <a:pt x="113766" y="369248"/>
                </a:lnTo>
                <a:lnTo>
                  <a:pt x="115718" y="367486"/>
                </a:lnTo>
                <a:lnTo>
                  <a:pt x="117997" y="366164"/>
                </a:lnTo>
                <a:lnTo>
                  <a:pt x="120502" y="365358"/>
                </a:lnTo>
                <a:lnTo>
                  <a:pt x="123120" y="365081"/>
                </a:lnTo>
                <a:lnTo>
                  <a:pt x="173728" y="365081"/>
                </a:lnTo>
                <a:lnTo>
                  <a:pt x="176347" y="365358"/>
                </a:lnTo>
                <a:lnTo>
                  <a:pt x="178851" y="366164"/>
                </a:lnTo>
                <a:lnTo>
                  <a:pt x="181130" y="367486"/>
                </a:lnTo>
                <a:lnTo>
                  <a:pt x="183081" y="369248"/>
                </a:lnTo>
                <a:lnTo>
                  <a:pt x="184630" y="371376"/>
                </a:lnTo>
                <a:lnTo>
                  <a:pt x="185700" y="373780"/>
                </a:lnTo>
                <a:lnTo>
                  <a:pt x="186254" y="376348"/>
                </a:lnTo>
                <a:lnTo>
                  <a:pt x="186254" y="378992"/>
                </a:lnTo>
                <a:lnTo>
                  <a:pt x="185700" y="381560"/>
                </a:lnTo>
                <a:lnTo>
                  <a:pt x="184630" y="383965"/>
                </a:lnTo>
                <a:lnTo>
                  <a:pt x="183081" y="386092"/>
                </a:lnTo>
                <a:lnTo>
                  <a:pt x="181130" y="387855"/>
                </a:lnTo>
                <a:lnTo>
                  <a:pt x="178851" y="389176"/>
                </a:lnTo>
                <a:lnTo>
                  <a:pt x="176347" y="389982"/>
                </a:lnTo>
                <a:lnTo>
                  <a:pt x="173728" y="390259"/>
                </a:lnTo>
                <a:moveTo>
                  <a:pt x="73016" y="390259"/>
                </a:moveTo>
                <a:lnTo>
                  <a:pt x="22408" y="390259"/>
                </a:lnTo>
                <a:lnTo>
                  <a:pt x="19790" y="389982"/>
                </a:lnTo>
                <a:lnTo>
                  <a:pt x="17285" y="389176"/>
                </a:lnTo>
                <a:lnTo>
                  <a:pt x="15006" y="387855"/>
                </a:lnTo>
                <a:lnTo>
                  <a:pt x="13055" y="386092"/>
                </a:lnTo>
                <a:lnTo>
                  <a:pt x="11506" y="383965"/>
                </a:lnTo>
                <a:lnTo>
                  <a:pt x="10436" y="381560"/>
                </a:lnTo>
                <a:lnTo>
                  <a:pt x="9882" y="378992"/>
                </a:lnTo>
                <a:lnTo>
                  <a:pt x="9882" y="376348"/>
                </a:lnTo>
                <a:lnTo>
                  <a:pt x="10436" y="373780"/>
                </a:lnTo>
                <a:lnTo>
                  <a:pt x="11506" y="371376"/>
                </a:lnTo>
                <a:lnTo>
                  <a:pt x="13055" y="369248"/>
                </a:lnTo>
                <a:lnTo>
                  <a:pt x="15006" y="367486"/>
                </a:lnTo>
                <a:lnTo>
                  <a:pt x="17285" y="366164"/>
                </a:lnTo>
                <a:lnTo>
                  <a:pt x="19790" y="365358"/>
                </a:lnTo>
                <a:lnTo>
                  <a:pt x="22408" y="365081"/>
                </a:lnTo>
                <a:lnTo>
                  <a:pt x="73016" y="365081"/>
                </a:lnTo>
                <a:lnTo>
                  <a:pt x="75634" y="365358"/>
                </a:lnTo>
                <a:lnTo>
                  <a:pt x="78140" y="366164"/>
                </a:lnTo>
                <a:lnTo>
                  <a:pt x="80418" y="367486"/>
                </a:lnTo>
                <a:lnTo>
                  <a:pt x="82370" y="369248"/>
                </a:lnTo>
                <a:lnTo>
                  <a:pt x="83918" y="371376"/>
                </a:lnTo>
                <a:lnTo>
                  <a:pt x="84988" y="373780"/>
                </a:lnTo>
                <a:lnTo>
                  <a:pt x="85542" y="376348"/>
                </a:lnTo>
                <a:lnTo>
                  <a:pt x="85542" y="378992"/>
                </a:lnTo>
                <a:lnTo>
                  <a:pt x="84988" y="381560"/>
                </a:lnTo>
                <a:lnTo>
                  <a:pt x="83918" y="383965"/>
                </a:lnTo>
                <a:lnTo>
                  <a:pt x="82370" y="386092"/>
                </a:lnTo>
                <a:lnTo>
                  <a:pt x="80418" y="387855"/>
                </a:lnTo>
                <a:lnTo>
                  <a:pt x="78140" y="389176"/>
                </a:lnTo>
                <a:lnTo>
                  <a:pt x="75634" y="389982"/>
                </a:lnTo>
                <a:lnTo>
                  <a:pt x="73016" y="390259"/>
                </a:lnTo>
              </a:path>
            </a:pathLst>
          </a:custGeom>
          <a:solidFill xmlns:a="http://schemas.openxmlformats.org/drawingml/2006/main">
            <a:srgbClr val="4EAE0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text-291 Similar">
            <a:extLst xmlns:a="http://schemas.openxmlformats.org/drawingml/2006/main">
              <a:ext uri="{FF2B5EF4-FFF2-40B4-BE49-F238E27FC236}">
                <a16:creationId xmlns:a16="http://schemas.microsoft.com/office/drawing/2014/main" id="{6D708903-DCB4-4409-B85E-3540D06C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5034" y="717175"/>
            <a:ext cx="707944" cy="317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Similar</a:t>
            </a:r>
          </a:p>
        </p:txBody>
      </p:sp>
      <p:sp>
        <p:nvSpPr>
          <p:cNvPr id="300" name="path-292">
            <a:extLst xmlns:a="http://schemas.openxmlformats.org/drawingml/2006/main">
              <a:ext uri="{FF2B5EF4-FFF2-40B4-BE49-F238E27FC236}">
                <a16:creationId xmlns:a16="http://schemas.microsoft.com/office/drawing/2014/main" id="{12FDB670-2494-4B35-B397-599A8759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230" y="2140116"/>
            <a:ext cx="1203508" cy="393406"/>
          </a:xfrm>
          <a:custGeom xmlns:a="http://schemas.openxmlformats.org/drawingml/2006/main">
            <a:pathLst>
              <a:path w="1203508" h="393406">
                <a:moveTo>
                  <a:pt x="0" y="379244"/>
                </a:moveTo>
                <a:lnTo>
                  <a:pt x="0" y="294268"/>
                </a:lnTo>
                <a:lnTo>
                  <a:pt x="28325" y="294268"/>
                </a:lnTo>
                <a:lnTo>
                  <a:pt x="28325" y="379244"/>
                </a:lnTo>
                <a:lnTo>
                  <a:pt x="0" y="379244"/>
                </a:lnTo>
                <a:moveTo>
                  <a:pt x="0" y="265943"/>
                </a:moveTo>
                <a:lnTo>
                  <a:pt x="0" y="180967"/>
                </a:lnTo>
                <a:lnTo>
                  <a:pt x="28325" y="180967"/>
                </a:lnTo>
                <a:lnTo>
                  <a:pt x="28325" y="265943"/>
                </a:lnTo>
                <a:lnTo>
                  <a:pt x="0" y="265943"/>
                </a:lnTo>
                <a:moveTo>
                  <a:pt x="0" y="152642"/>
                </a:moveTo>
                <a:lnTo>
                  <a:pt x="0" y="67666"/>
                </a:lnTo>
                <a:lnTo>
                  <a:pt x="28325" y="67666"/>
                </a:lnTo>
                <a:lnTo>
                  <a:pt x="28325" y="152642"/>
                </a:lnTo>
                <a:lnTo>
                  <a:pt x="0" y="152642"/>
                </a:lnTo>
                <a:moveTo>
                  <a:pt x="0" y="39341"/>
                </a:moveTo>
                <a:lnTo>
                  <a:pt x="0" y="14163"/>
                </a:lnTo>
                <a:lnTo>
                  <a:pt x="277" y="11406"/>
                </a:lnTo>
                <a:lnTo>
                  <a:pt x="1082" y="8737"/>
                </a:lnTo>
                <a:lnTo>
                  <a:pt x="2392" y="6295"/>
                </a:lnTo>
                <a:lnTo>
                  <a:pt x="4142" y="4142"/>
                </a:lnTo>
                <a:lnTo>
                  <a:pt x="6295" y="2392"/>
                </a:lnTo>
                <a:lnTo>
                  <a:pt x="8737" y="1083"/>
                </a:lnTo>
                <a:lnTo>
                  <a:pt x="11405" y="277"/>
                </a:lnTo>
                <a:lnTo>
                  <a:pt x="14163" y="0"/>
                </a:lnTo>
                <a:lnTo>
                  <a:pt x="73960" y="0"/>
                </a:lnTo>
                <a:lnTo>
                  <a:pt x="73960" y="28326"/>
                </a:lnTo>
                <a:lnTo>
                  <a:pt x="14163" y="28326"/>
                </a:lnTo>
                <a:lnTo>
                  <a:pt x="28325" y="14163"/>
                </a:lnTo>
                <a:lnTo>
                  <a:pt x="28325" y="39341"/>
                </a:lnTo>
                <a:lnTo>
                  <a:pt x="0" y="39341"/>
                </a:lnTo>
                <a:moveTo>
                  <a:pt x="102285" y="0"/>
                </a:moveTo>
                <a:lnTo>
                  <a:pt x="187261" y="0"/>
                </a:lnTo>
                <a:lnTo>
                  <a:pt x="187261" y="28326"/>
                </a:lnTo>
                <a:lnTo>
                  <a:pt x="102285" y="28326"/>
                </a:lnTo>
                <a:lnTo>
                  <a:pt x="102285" y="0"/>
                </a:lnTo>
                <a:moveTo>
                  <a:pt x="215586" y="0"/>
                </a:moveTo>
                <a:lnTo>
                  <a:pt x="300562" y="0"/>
                </a:lnTo>
                <a:lnTo>
                  <a:pt x="300562" y="28326"/>
                </a:lnTo>
                <a:lnTo>
                  <a:pt x="215586" y="28326"/>
                </a:lnTo>
                <a:lnTo>
                  <a:pt x="215586" y="0"/>
                </a:lnTo>
                <a:moveTo>
                  <a:pt x="328887" y="0"/>
                </a:moveTo>
                <a:lnTo>
                  <a:pt x="413863" y="0"/>
                </a:lnTo>
                <a:lnTo>
                  <a:pt x="413863" y="28326"/>
                </a:lnTo>
                <a:lnTo>
                  <a:pt x="328887" y="28326"/>
                </a:lnTo>
                <a:lnTo>
                  <a:pt x="328887" y="0"/>
                </a:lnTo>
                <a:moveTo>
                  <a:pt x="442189" y="0"/>
                </a:moveTo>
                <a:lnTo>
                  <a:pt x="527164" y="0"/>
                </a:lnTo>
                <a:lnTo>
                  <a:pt x="527164" y="28326"/>
                </a:lnTo>
                <a:lnTo>
                  <a:pt x="442189" y="28326"/>
                </a:lnTo>
                <a:lnTo>
                  <a:pt x="442189" y="0"/>
                </a:lnTo>
                <a:moveTo>
                  <a:pt x="555490" y="0"/>
                </a:moveTo>
                <a:lnTo>
                  <a:pt x="640465" y="0"/>
                </a:lnTo>
                <a:lnTo>
                  <a:pt x="640465" y="28326"/>
                </a:lnTo>
                <a:lnTo>
                  <a:pt x="555490" y="28326"/>
                </a:lnTo>
                <a:lnTo>
                  <a:pt x="555490" y="0"/>
                </a:lnTo>
                <a:moveTo>
                  <a:pt x="668790" y="0"/>
                </a:moveTo>
                <a:lnTo>
                  <a:pt x="753766" y="0"/>
                </a:lnTo>
                <a:lnTo>
                  <a:pt x="753766" y="28326"/>
                </a:lnTo>
                <a:lnTo>
                  <a:pt x="668790" y="28326"/>
                </a:lnTo>
                <a:lnTo>
                  <a:pt x="668790" y="0"/>
                </a:lnTo>
                <a:moveTo>
                  <a:pt x="782092" y="0"/>
                </a:moveTo>
                <a:lnTo>
                  <a:pt x="867067" y="0"/>
                </a:lnTo>
                <a:lnTo>
                  <a:pt x="867067" y="28326"/>
                </a:lnTo>
                <a:lnTo>
                  <a:pt x="782092" y="28326"/>
                </a:lnTo>
                <a:lnTo>
                  <a:pt x="782092" y="0"/>
                </a:lnTo>
                <a:moveTo>
                  <a:pt x="895393" y="0"/>
                </a:moveTo>
                <a:lnTo>
                  <a:pt x="980368" y="0"/>
                </a:lnTo>
                <a:lnTo>
                  <a:pt x="980368" y="28326"/>
                </a:lnTo>
                <a:lnTo>
                  <a:pt x="895393" y="28326"/>
                </a:lnTo>
                <a:lnTo>
                  <a:pt x="895393" y="0"/>
                </a:lnTo>
                <a:moveTo>
                  <a:pt x="1008694" y="0"/>
                </a:moveTo>
                <a:lnTo>
                  <a:pt x="1093670" y="0"/>
                </a:lnTo>
                <a:lnTo>
                  <a:pt x="1093670" y="28326"/>
                </a:lnTo>
                <a:lnTo>
                  <a:pt x="1008694" y="28326"/>
                </a:lnTo>
                <a:lnTo>
                  <a:pt x="1008694" y="0"/>
                </a:lnTo>
                <a:moveTo>
                  <a:pt x="1121994" y="0"/>
                </a:moveTo>
                <a:lnTo>
                  <a:pt x="1189346" y="0"/>
                </a:lnTo>
                <a:lnTo>
                  <a:pt x="1192102" y="277"/>
                </a:lnTo>
                <a:lnTo>
                  <a:pt x="1194772" y="1083"/>
                </a:lnTo>
                <a:lnTo>
                  <a:pt x="1197214" y="2392"/>
                </a:lnTo>
                <a:lnTo>
                  <a:pt x="1199354" y="4142"/>
                </a:lnTo>
                <a:lnTo>
                  <a:pt x="1201117" y="6295"/>
                </a:lnTo>
                <a:lnTo>
                  <a:pt x="1202426" y="8737"/>
                </a:lnTo>
                <a:lnTo>
                  <a:pt x="1203231" y="11406"/>
                </a:lnTo>
                <a:lnTo>
                  <a:pt x="1203508" y="14163"/>
                </a:lnTo>
                <a:lnTo>
                  <a:pt x="1203508" y="31787"/>
                </a:lnTo>
                <a:lnTo>
                  <a:pt x="1175183" y="31787"/>
                </a:lnTo>
                <a:lnTo>
                  <a:pt x="1175183" y="14163"/>
                </a:lnTo>
                <a:lnTo>
                  <a:pt x="1189346" y="28326"/>
                </a:lnTo>
                <a:lnTo>
                  <a:pt x="1121994" y="28326"/>
                </a:lnTo>
                <a:lnTo>
                  <a:pt x="1121994" y="0"/>
                </a:lnTo>
                <a:moveTo>
                  <a:pt x="1203508" y="60113"/>
                </a:moveTo>
                <a:lnTo>
                  <a:pt x="1203508" y="145088"/>
                </a:lnTo>
                <a:lnTo>
                  <a:pt x="1175183" y="145088"/>
                </a:lnTo>
                <a:lnTo>
                  <a:pt x="1175183" y="60113"/>
                </a:lnTo>
                <a:lnTo>
                  <a:pt x="1203508" y="60113"/>
                </a:lnTo>
                <a:moveTo>
                  <a:pt x="1203508" y="173414"/>
                </a:moveTo>
                <a:lnTo>
                  <a:pt x="1203508" y="258390"/>
                </a:lnTo>
                <a:lnTo>
                  <a:pt x="1175183" y="258390"/>
                </a:lnTo>
                <a:lnTo>
                  <a:pt x="1175183" y="173414"/>
                </a:lnTo>
                <a:lnTo>
                  <a:pt x="1203508" y="173414"/>
                </a:lnTo>
                <a:moveTo>
                  <a:pt x="1203508" y="286715"/>
                </a:moveTo>
                <a:lnTo>
                  <a:pt x="1203508" y="371690"/>
                </a:lnTo>
                <a:lnTo>
                  <a:pt x="1175183" y="371690"/>
                </a:lnTo>
                <a:lnTo>
                  <a:pt x="1175183" y="286715"/>
                </a:lnTo>
                <a:lnTo>
                  <a:pt x="1203508" y="286715"/>
                </a:lnTo>
                <a:moveTo>
                  <a:pt x="1168574" y="393406"/>
                </a:moveTo>
                <a:lnTo>
                  <a:pt x="1083598" y="393406"/>
                </a:lnTo>
                <a:lnTo>
                  <a:pt x="1083598" y="365081"/>
                </a:lnTo>
                <a:lnTo>
                  <a:pt x="1168574" y="365081"/>
                </a:lnTo>
                <a:lnTo>
                  <a:pt x="1168574" y="393406"/>
                </a:lnTo>
                <a:moveTo>
                  <a:pt x="1055273" y="393406"/>
                </a:moveTo>
                <a:lnTo>
                  <a:pt x="970298" y="393406"/>
                </a:lnTo>
                <a:lnTo>
                  <a:pt x="970298" y="365081"/>
                </a:lnTo>
                <a:lnTo>
                  <a:pt x="1055273" y="365081"/>
                </a:lnTo>
                <a:lnTo>
                  <a:pt x="1055273" y="393406"/>
                </a:lnTo>
                <a:moveTo>
                  <a:pt x="941972" y="393406"/>
                </a:moveTo>
                <a:lnTo>
                  <a:pt x="856996" y="393406"/>
                </a:lnTo>
                <a:lnTo>
                  <a:pt x="856996" y="365081"/>
                </a:lnTo>
                <a:lnTo>
                  <a:pt x="941972" y="365081"/>
                </a:lnTo>
                <a:lnTo>
                  <a:pt x="941972" y="393406"/>
                </a:lnTo>
                <a:moveTo>
                  <a:pt x="828671" y="393406"/>
                </a:moveTo>
                <a:lnTo>
                  <a:pt x="743695" y="393406"/>
                </a:lnTo>
                <a:lnTo>
                  <a:pt x="743695" y="365081"/>
                </a:lnTo>
                <a:lnTo>
                  <a:pt x="828671" y="365081"/>
                </a:lnTo>
                <a:lnTo>
                  <a:pt x="828671" y="393406"/>
                </a:lnTo>
                <a:moveTo>
                  <a:pt x="715370" y="393406"/>
                </a:moveTo>
                <a:lnTo>
                  <a:pt x="630394" y="393406"/>
                </a:lnTo>
                <a:lnTo>
                  <a:pt x="630394" y="365081"/>
                </a:lnTo>
                <a:lnTo>
                  <a:pt x="715370" y="365081"/>
                </a:lnTo>
                <a:lnTo>
                  <a:pt x="715370" y="393406"/>
                </a:lnTo>
                <a:moveTo>
                  <a:pt x="602069" y="393406"/>
                </a:moveTo>
                <a:lnTo>
                  <a:pt x="517094" y="393406"/>
                </a:lnTo>
                <a:lnTo>
                  <a:pt x="517094" y="365081"/>
                </a:lnTo>
                <a:lnTo>
                  <a:pt x="602069" y="365081"/>
                </a:lnTo>
                <a:lnTo>
                  <a:pt x="602069" y="393406"/>
                </a:lnTo>
                <a:moveTo>
                  <a:pt x="488768" y="393406"/>
                </a:moveTo>
                <a:lnTo>
                  <a:pt x="403792" y="393406"/>
                </a:lnTo>
                <a:lnTo>
                  <a:pt x="403792" y="365081"/>
                </a:lnTo>
                <a:lnTo>
                  <a:pt x="488768" y="365081"/>
                </a:lnTo>
                <a:lnTo>
                  <a:pt x="488768" y="393406"/>
                </a:lnTo>
                <a:moveTo>
                  <a:pt x="375467" y="393406"/>
                </a:moveTo>
                <a:lnTo>
                  <a:pt x="290491" y="393406"/>
                </a:lnTo>
                <a:lnTo>
                  <a:pt x="290491" y="365081"/>
                </a:lnTo>
                <a:lnTo>
                  <a:pt x="375467" y="365081"/>
                </a:lnTo>
                <a:lnTo>
                  <a:pt x="375467" y="393406"/>
                </a:lnTo>
                <a:moveTo>
                  <a:pt x="262166" y="393406"/>
                </a:moveTo>
                <a:lnTo>
                  <a:pt x="177190" y="393406"/>
                </a:lnTo>
                <a:lnTo>
                  <a:pt x="177190" y="365081"/>
                </a:lnTo>
                <a:lnTo>
                  <a:pt x="262166" y="365081"/>
                </a:lnTo>
                <a:lnTo>
                  <a:pt x="262166" y="393406"/>
                </a:lnTo>
                <a:moveTo>
                  <a:pt x="148865" y="393406"/>
                </a:moveTo>
                <a:lnTo>
                  <a:pt x="63889" y="393406"/>
                </a:lnTo>
                <a:lnTo>
                  <a:pt x="63889" y="365081"/>
                </a:lnTo>
                <a:lnTo>
                  <a:pt x="148865" y="365081"/>
                </a:lnTo>
                <a:lnTo>
                  <a:pt x="148865" y="393406"/>
                </a:lnTo>
                <a:moveTo>
                  <a:pt x="35564" y="393406"/>
                </a:moveTo>
                <a:lnTo>
                  <a:pt x="14163" y="393406"/>
                </a:lnTo>
                <a:lnTo>
                  <a:pt x="14163" y="365081"/>
                </a:lnTo>
                <a:lnTo>
                  <a:pt x="35564" y="365081"/>
                </a:lnTo>
                <a:lnTo>
                  <a:pt x="35564" y="393406"/>
                </a:lnTo>
              </a:path>
            </a:pathLst>
          </a:custGeom>
          <a:solidFill xmlns:a="http://schemas.openxmlformats.org/drawingml/2006/main">
            <a:srgbClr val="E54C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text-293 Dissimilar">
            <a:extLst xmlns:a="http://schemas.openxmlformats.org/drawingml/2006/main">
              <a:ext uri="{FF2B5EF4-FFF2-40B4-BE49-F238E27FC236}">
                <a16:creationId xmlns:a16="http://schemas.microsoft.com/office/drawing/2014/main" id="{7B458ADD-F699-4D23-8B03-17C9FF38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5034" y="2186293"/>
            <a:ext cx="984906" cy="317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Dissimilar</a:t>
            </a:r>
          </a:p>
        </p:txBody>
      </p:sp>
      <p:sp>
        <p:nvSpPr>
          <p:cNvPr id="302" name="text-294 ...">
            <a:extLst xmlns:a="http://schemas.openxmlformats.org/drawingml/2006/main">
              <a:ext uri="{FF2B5EF4-FFF2-40B4-BE49-F238E27FC236}">
                <a16:creationId xmlns:a16="http://schemas.microsoft.com/office/drawing/2014/main" id="{55D9F8AF-F339-43FC-AA7F-C9700AF1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8123" y="1070454"/>
            <a:ext cx="208874" cy="288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303" name="path-295">
            <a:extLst xmlns:a="http://schemas.openxmlformats.org/drawingml/2006/main">
              <a:ext uri="{FF2B5EF4-FFF2-40B4-BE49-F238E27FC236}">
                <a16:creationId xmlns:a16="http://schemas.microsoft.com/office/drawing/2014/main" id="{E8ACCB5C-1843-4ADD-8CCC-3255950C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4509" y="1213880"/>
            <a:ext cx="392777" cy="50356"/>
          </a:xfrm>
          <a:custGeom xmlns:a="http://schemas.openxmlformats.org/drawingml/2006/main">
            <a:pathLst>
              <a:path w="392777" h="50356">
                <a:moveTo>
                  <a:pt x="317243" y="50356"/>
                </a:moveTo>
                <a:lnTo>
                  <a:pt x="317243" y="25178"/>
                </a:lnTo>
                <a:lnTo>
                  <a:pt x="317243" y="0"/>
                </a:lnTo>
                <a:lnTo>
                  <a:pt x="392777" y="25178"/>
                </a:lnTo>
                <a:lnTo>
                  <a:pt x="317243" y="50356"/>
                </a:lnTo>
                <a:moveTo>
                  <a:pt x="0" y="15736"/>
                </a:moveTo>
                <a:lnTo>
                  <a:pt x="355010" y="15736"/>
                </a:lnTo>
                <a:lnTo>
                  <a:pt x="355010" y="34620"/>
                </a:lnTo>
                <a:lnTo>
                  <a:pt x="0" y="34620"/>
                </a:lnTo>
                <a:lnTo>
                  <a:pt x="0" y="15736"/>
                </a:lnTo>
              </a:path>
            </a:pathLst>
          </a:custGeom>
          <a:solidFill xmlns:a="http://schemas.openxmlformats.org/drawingml/2006/main">
            <a:srgbClr val="75BD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path-296">
            <a:extLst xmlns:a="http://schemas.openxmlformats.org/drawingml/2006/main">
              <a:ext uri="{FF2B5EF4-FFF2-40B4-BE49-F238E27FC236}">
                <a16:creationId xmlns:a16="http://schemas.microsoft.com/office/drawing/2014/main" id="{A17EE94F-5454-4297-AC86-E7892A9B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4509" y="1813746"/>
            <a:ext cx="392777" cy="50356"/>
          </a:xfrm>
          <a:custGeom xmlns:a="http://schemas.openxmlformats.org/drawingml/2006/main">
            <a:pathLst>
              <a:path w="392777" h="50356">
                <a:moveTo>
                  <a:pt x="317243" y="50356"/>
                </a:moveTo>
                <a:lnTo>
                  <a:pt x="317243" y="25178"/>
                </a:lnTo>
                <a:lnTo>
                  <a:pt x="317243" y="0"/>
                </a:lnTo>
                <a:lnTo>
                  <a:pt x="392777" y="25178"/>
                </a:lnTo>
                <a:lnTo>
                  <a:pt x="317243" y="50356"/>
                </a:lnTo>
                <a:moveTo>
                  <a:pt x="0" y="15736"/>
                </a:moveTo>
                <a:lnTo>
                  <a:pt x="355010" y="15736"/>
                </a:lnTo>
                <a:lnTo>
                  <a:pt x="355010" y="34620"/>
                </a:lnTo>
                <a:lnTo>
                  <a:pt x="0" y="34620"/>
                </a:lnTo>
                <a:lnTo>
                  <a:pt x="0" y="15736"/>
                </a:lnTo>
              </a:path>
            </a:pathLst>
          </a:custGeom>
          <a:solidFill xmlns:a="http://schemas.openxmlformats.org/drawingml/2006/main">
            <a:srgbClr val="C81D3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path-297">
            <a:extLst xmlns:a="http://schemas.openxmlformats.org/drawingml/2006/main">
              <a:ext uri="{FF2B5EF4-FFF2-40B4-BE49-F238E27FC236}">
                <a16:creationId xmlns:a16="http://schemas.microsoft.com/office/drawing/2014/main" id="{1D185B2A-F716-4783-ADB4-0F499DC9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4509" y="1971108"/>
            <a:ext cx="392777" cy="50356"/>
          </a:xfrm>
          <a:custGeom xmlns:a="http://schemas.openxmlformats.org/drawingml/2006/main">
            <a:pathLst>
              <a:path w="392777" h="50356">
                <a:moveTo>
                  <a:pt x="317243" y="50356"/>
                </a:moveTo>
                <a:lnTo>
                  <a:pt x="317243" y="25178"/>
                </a:lnTo>
                <a:lnTo>
                  <a:pt x="317243" y="0"/>
                </a:lnTo>
                <a:lnTo>
                  <a:pt x="392777" y="25178"/>
                </a:lnTo>
                <a:lnTo>
                  <a:pt x="317243" y="50356"/>
                </a:lnTo>
                <a:moveTo>
                  <a:pt x="0" y="15737"/>
                </a:moveTo>
                <a:lnTo>
                  <a:pt x="355010" y="15737"/>
                </a:lnTo>
                <a:lnTo>
                  <a:pt x="355010" y="34620"/>
                </a:lnTo>
                <a:lnTo>
                  <a:pt x="0" y="34620"/>
                </a:lnTo>
                <a:lnTo>
                  <a:pt x="0" y="15737"/>
                </a:lnTo>
              </a:path>
            </a:pathLst>
          </a:custGeom>
          <a:solidFill xmlns:a="http://schemas.openxmlformats.org/drawingml/2006/main">
            <a:srgbClr val="C81D3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text-298 0.96">
            <a:extLst xmlns:a="http://schemas.openxmlformats.org/drawingml/2006/main">
              <a:ext uri="{FF2B5EF4-FFF2-40B4-BE49-F238E27FC236}">
                <a16:creationId xmlns:a16="http://schemas.microsoft.com/office/drawing/2014/main" id="{6C821A0F-161B-426D-9B93-497D99E8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3794" y="1105212"/>
            <a:ext cx="399087" cy="2473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1" b="0" i="0">
                <a:solidFill>
                  <a:srgbClr val="75BD42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1" b="0" i="0">
                <a:solidFill>
                  <a:srgbClr val="75BD42"/>
                </a:solidFill>
                <a:latin typeface="Comic Sans MS"/>
                <a:ea typeface="Comic Sans MS"/>
                <a:cs typeface="Comic Sans MS"/>
              </a:defRPr>
            </a:pPr>
            <a:r>
              <a:rPr sz="1391" b="0" i="0">
                <a:solidFill>
                  <a:srgbClr val="75BD42"/>
                </a:solidFill>
                <a:latin typeface="Comic Sans MS"/>
                <a:ea typeface="Comic Sans MS"/>
                <a:cs typeface="Comic Sans MS"/>
              </a:rPr>
              <a:t>0.96</a:t>
            </a:r>
          </a:p>
        </p:txBody>
      </p:sp>
      <p:sp>
        <p:nvSpPr>
          <p:cNvPr id="307" name="text-299 0.01">
            <a:extLst xmlns:a="http://schemas.openxmlformats.org/drawingml/2006/main">
              <a:ext uri="{FF2B5EF4-FFF2-40B4-BE49-F238E27FC236}">
                <a16:creationId xmlns:a16="http://schemas.microsoft.com/office/drawing/2014/main" id="{4865DBE9-3E9C-4C0E-A6D3-46B4EC86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3794" y="1662943"/>
            <a:ext cx="370752" cy="247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1" b="0" i="0">
                <a:solidFill>
                  <a:srgbClr val="C81D3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1" b="0" i="0">
                <a:solidFill>
                  <a:srgbClr val="C81D31"/>
                </a:solidFill>
                <a:latin typeface="Comic Sans MS"/>
                <a:ea typeface="Comic Sans MS"/>
                <a:cs typeface="Comic Sans MS"/>
              </a:defRPr>
            </a:pPr>
            <a:r>
              <a:rPr sz="1391" b="0" i="0">
                <a:solidFill>
                  <a:srgbClr val="C81D31"/>
                </a:solidFill>
                <a:latin typeface="Comic Sans MS"/>
                <a:ea typeface="Comic Sans MS"/>
                <a:cs typeface="Comic Sans MS"/>
              </a:rPr>
              <a:t>0.01</a:t>
            </a:r>
          </a:p>
        </p:txBody>
      </p:sp>
      <p:sp>
        <p:nvSpPr>
          <p:cNvPr id="308" name="text-300 ...">
            <a:extLst xmlns:a="http://schemas.openxmlformats.org/drawingml/2006/main">
              <a:ext uri="{FF2B5EF4-FFF2-40B4-BE49-F238E27FC236}">
                <a16:creationId xmlns:a16="http://schemas.microsoft.com/office/drawing/2014/main" id="{6351E6B6-C89D-40C9-B864-F03A3198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082333" y="1367554"/>
            <a:ext cx="208874" cy="28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309" name="text-301 0.01">
            <a:extLst xmlns:a="http://schemas.openxmlformats.org/drawingml/2006/main">
              <a:ext uri="{FF2B5EF4-FFF2-40B4-BE49-F238E27FC236}">
                <a16:creationId xmlns:a16="http://schemas.microsoft.com/office/drawing/2014/main" id="{40E85D97-2F47-49CA-9441-1331DA80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3794" y="1934236"/>
            <a:ext cx="370752" cy="247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1" b="0" i="0">
                <a:solidFill>
                  <a:srgbClr val="C81D3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1" b="0" i="0">
                <a:solidFill>
                  <a:srgbClr val="C81D31"/>
                </a:solidFill>
                <a:latin typeface="Comic Sans MS"/>
                <a:ea typeface="Comic Sans MS"/>
                <a:cs typeface="Comic Sans MS"/>
              </a:defRPr>
            </a:pPr>
            <a:r>
              <a:rPr sz="1391" b="0" i="0">
                <a:solidFill>
                  <a:srgbClr val="C81D31"/>
                </a:solidFill>
                <a:latin typeface="Comic Sans MS"/>
                <a:ea typeface="Comic Sans MS"/>
                <a:cs typeface="Comic Sans MS"/>
              </a:rPr>
              <a:t>0.01</a:t>
            </a:r>
          </a:p>
        </p:txBody>
      </p:sp>
      <p:sp>
        <p:nvSpPr>
          <p:cNvPr id="310" name="path-302">
            <a:extLst xmlns:a="http://schemas.openxmlformats.org/drawingml/2006/main">
              <a:ext uri="{FF2B5EF4-FFF2-40B4-BE49-F238E27FC236}">
                <a16:creationId xmlns:a16="http://schemas.microsoft.com/office/drawing/2014/main" id="{473D79C4-2FA9-4F84-AC55-84C567EA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046" y="1264236"/>
            <a:ext cx="785554" cy="779511"/>
          </a:xfrm>
          <a:custGeom xmlns:a="http://schemas.openxmlformats.org/drawingml/2006/main">
            <a:pathLst>
              <a:path w="785554" h="779511">
                <a:moveTo>
                  <a:pt x="0" y="0"/>
                </a:moveTo>
                <a:lnTo>
                  <a:pt x="0" y="779511"/>
                </a:lnTo>
                <a:lnTo>
                  <a:pt x="785554" y="779511"/>
                </a:lnTo>
                <a:lnTo>
                  <a:pt x="78555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path-303">
            <a:extLst xmlns:a="http://schemas.openxmlformats.org/drawingml/2006/main">
              <a:ext uri="{FF2B5EF4-FFF2-40B4-BE49-F238E27FC236}">
                <a16:creationId xmlns:a16="http://schemas.microsoft.com/office/drawing/2014/main" id="{913C2076-5D9C-44CA-9449-E0DFE9FC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227" y="1255424"/>
            <a:ext cx="804437" cy="798142"/>
          </a:xfrm>
          <a:custGeom xmlns:a="http://schemas.openxmlformats.org/drawingml/2006/main">
            <a:pathLst>
              <a:path w="804437" h="798142">
                <a:moveTo>
                  <a:pt x="804437" y="0"/>
                </a:moveTo>
                <a:lnTo>
                  <a:pt x="804437" y="798142"/>
                </a:lnTo>
                <a:lnTo>
                  <a:pt x="0" y="798142"/>
                </a:lnTo>
                <a:lnTo>
                  <a:pt x="0" y="0"/>
                </a:lnTo>
                <a:lnTo>
                  <a:pt x="804437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788701"/>
                </a:lnTo>
                <a:lnTo>
                  <a:pt x="9442" y="779259"/>
                </a:lnTo>
                <a:lnTo>
                  <a:pt x="794995" y="779259"/>
                </a:lnTo>
                <a:lnTo>
                  <a:pt x="785554" y="788701"/>
                </a:lnTo>
                <a:lnTo>
                  <a:pt x="785554" y="9442"/>
                </a:lnTo>
                <a:lnTo>
                  <a:pt x="794995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path-304">
            <a:extLst xmlns:a="http://schemas.openxmlformats.org/drawingml/2006/main">
              <a:ext uri="{FF2B5EF4-FFF2-40B4-BE49-F238E27FC236}">
                <a16:creationId xmlns:a16="http://schemas.microsoft.com/office/drawing/2014/main" id="{CBB5043B-0DEB-4633-A550-6444D48A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046" y="1265747"/>
            <a:ext cx="196389" cy="194878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path-305">
            <a:extLst xmlns:a="http://schemas.openxmlformats.org/drawingml/2006/main">
              <a:ext uri="{FF2B5EF4-FFF2-40B4-BE49-F238E27FC236}">
                <a16:creationId xmlns:a16="http://schemas.microsoft.com/office/drawing/2014/main" id="{E65BE6B6-9F12-4533-BE22-7E2017A9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227" y="1256053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0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path-306">
            <a:extLst xmlns:a="http://schemas.openxmlformats.org/drawingml/2006/main">
              <a:ext uri="{FF2B5EF4-FFF2-40B4-BE49-F238E27FC236}">
                <a16:creationId xmlns:a16="http://schemas.microsoft.com/office/drawing/2014/main" id="{63984164-6BF3-4AA8-8619-43FFDDF3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046" y="1462135"/>
            <a:ext cx="196389" cy="196389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path-307">
            <a:extLst xmlns:a="http://schemas.openxmlformats.org/drawingml/2006/main">
              <a:ext uri="{FF2B5EF4-FFF2-40B4-BE49-F238E27FC236}">
                <a16:creationId xmlns:a16="http://schemas.microsoft.com/office/drawing/2014/main" id="{EE578726-EF8D-4005-9564-5DBEE305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227" y="1453071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path-308">
            <a:extLst xmlns:a="http://schemas.openxmlformats.org/drawingml/2006/main">
              <a:ext uri="{FF2B5EF4-FFF2-40B4-BE49-F238E27FC236}">
                <a16:creationId xmlns:a16="http://schemas.microsoft.com/office/drawing/2014/main" id="{AF9B3EB9-91F4-46D3-BB4B-F953938B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046" y="1658524"/>
            <a:ext cx="196389" cy="194878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1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path-309">
            <a:extLst xmlns:a="http://schemas.openxmlformats.org/drawingml/2006/main">
              <a:ext uri="{FF2B5EF4-FFF2-40B4-BE49-F238E27FC236}">
                <a16:creationId xmlns:a16="http://schemas.microsoft.com/office/drawing/2014/main" id="{B2B9A292-B854-495B-829F-95D1D69D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227" y="1648830"/>
            <a:ext cx="215272" cy="214643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path-310">
            <a:extLst xmlns:a="http://schemas.openxmlformats.org/drawingml/2006/main">
              <a:ext uri="{FF2B5EF4-FFF2-40B4-BE49-F238E27FC236}">
                <a16:creationId xmlns:a16="http://schemas.microsoft.com/office/drawing/2014/main" id="{FEB23916-3119-4173-9229-164E3E98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046" y="1853401"/>
            <a:ext cx="196389" cy="196389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6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path-311">
            <a:extLst xmlns:a="http://schemas.openxmlformats.org/drawingml/2006/main">
              <a:ext uri="{FF2B5EF4-FFF2-40B4-BE49-F238E27FC236}">
                <a16:creationId xmlns:a16="http://schemas.microsoft.com/office/drawing/2014/main" id="{1389BC5E-41AD-402D-9A46-3074E773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227" y="1844589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9" y="205200"/>
                </a:lnTo>
                <a:lnTo>
                  <a:pt x="196389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path-312">
            <a:extLst xmlns:a="http://schemas.openxmlformats.org/drawingml/2006/main">
              <a:ext uri="{FF2B5EF4-FFF2-40B4-BE49-F238E27FC236}">
                <a16:creationId xmlns:a16="http://schemas.microsoft.com/office/drawing/2014/main" id="{21D62A45-FA88-4308-AE7E-CC5F21BD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435" y="1265747"/>
            <a:ext cx="196388" cy="194878"/>
          </a:xfrm>
          <a:custGeom xmlns:a="http://schemas.openxmlformats.org/drawingml/2006/main">
            <a:pathLst>
              <a:path w="196388" h="194878">
                <a:moveTo>
                  <a:pt x="0" y="0"/>
                </a:moveTo>
                <a:lnTo>
                  <a:pt x="0" y="194878"/>
                </a:lnTo>
                <a:lnTo>
                  <a:pt x="196388" y="194878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path-313">
            <a:extLst xmlns:a="http://schemas.openxmlformats.org/drawingml/2006/main">
              <a:ext uri="{FF2B5EF4-FFF2-40B4-BE49-F238E27FC236}">
                <a16:creationId xmlns:a16="http://schemas.microsoft.com/office/drawing/2014/main" id="{7C15C3AC-D3C3-4149-9BAA-4DEEB52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615" y="1256053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path-314">
            <a:extLst xmlns:a="http://schemas.openxmlformats.org/drawingml/2006/main">
              <a:ext uri="{FF2B5EF4-FFF2-40B4-BE49-F238E27FC236}">
                <a16:creationId xmlns:a16="http://schemas.microsoft.com/office/drawing/2014/main" id="{0E37D5B2-ADA8-429F-B247-0100D388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435" y="1462135"/>
            <a:ext cx="196388" cy="196389"/>
          </a:xfrm>
          <a:custGeom xmlns:a="http://schemas.openxmlformats.org/drawingml/2006/main">
            <a:pathLst>
              <a:path w="196388" h="196389">
                <a:moveTo>
                  <a:pt x="0" y="0"/>
                </a:moveTo>
                <a:lnTo>
                  <a:pt x="0" y="196389"/>
                </a:lnTo>
                <a:lnTo>
                  <a:pt x="196388" y="196389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path-315">
            <a:extLst xmlns:a="http://schemas.openxmlformats.org/drawingml/2006/main">
              <a:ext uri="{FF2B5EF4-FFF2-40B4-BE49-F238E27FC236}">
                <a16:creationId xmlns:a16="http://schemas.microsoft.com/office/drawing/2014/main" id="{F1F959AF-E2EC-43A6-A537-DE1250D8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615" y="1453071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path-316">
            <a:extLst xmlns:a="http://schemas.openxmlformats.org/drawingml/2006/main">
              <a:ext uri="{FF2B5EF4-FFF2-40B4-BE49-F238E27FC236}">
                <a16:creationId xmlns:a16="http://schemas.microsoft.com/office/drawing/2014/main" id="{2AFD81E1-F069-4916-A5C6-1D15ED31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435" y="1658524"/>
            <a:ext cx="196388" cy="194878"/>
          </a:xfrm>
          <a:custGeom xmlns:a="http://schemas.openxmlformats.org/drawingml/2006/main">
            <a:pathLst>
              <a:path w="196388" h="194878">
                <a:moveTo>
                  <a:pt x="0" y="0"/>
                </a:moveTo>
                <a:lnTo>
                  <a:pt x="0" y="194878"/>
                </a:lnTo>
                <a:lnTo>
                  <a:pt x="196388" y="194878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path-317">
            <a:extLst xmlns:a="http://schemas.openxmlformats.org/drawingml/2006/main">
              <a:ext uri="{FF2B5EF4-FFF2-40B4-BE49-F238E27FC236}">
                <a16:creationId xmlns:a16="http://schemas.microsoft.com/office/drawing/2014/main" id="{105720AE-16E2-4D01-98CA-5608CB52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615" y="1648830"/>
            <a:ext cx="215272" cy="214643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path-318">
            <a:extLst xmlns:a="http://schemas.openxmlformats.org/drawingml/2006/main">
              <a:ext uri="{FF2B5EF4-FFF2-40B4-BE49-F238E27FC236}">
                <a16:creationId xmlns:a16="http://schemas.microsoft.com/office/drawing/2014/main" id="{A0302F29-7EE8-45C5-B924-18869A6A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435" y="1853401"/>
            <a:ext cx="196388" cy="196389"/>
          </a:xfrm>
          <a:custGeom xmlns:a="http://schemas.openxmlformats.org/drawingml/2006/main">
            <a:pathLst>
              <a:path w="196388" h="196389">
                <a:moveTo>
                  <a:pt x="0" y="0"/>
                </a:moveTo>
                <a:lnTo>
                  <a:pt x="0" y="196389"/>
                </a:lnTo>
                <a:lnTo>
                  <a:pt x="196388" y="196389"/>
                </a:lnTo>
                <a:lnTo>
                  <a:pt x="196388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path-319">
            <a:extLst xmlns:a="http://schemas.openxmlformats.org/drawingml/2006/main">
              <a:ext uri="{FF2B5EF4-FFF2-40B4-BE49-F238E27FC236}">
                <a16:creationId xmlns:a16="http://schemas.microsoft.com/office/drawing/2014/main" id="{98FA025A-CBBF-481A-A7F4-D9CAEC67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615" y="1844589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0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path-320">
            <a:extLst xmlns:a="http://schemas.openxmlformats.org/drawingml/2006/main">
              <a:ext uri="{FF2B5EF4-FFF2-40B4-BE49-F238E27FC236}">
                <a16:creationId xmlns:a16="http://schemas.microsoft.com/office/drawing/2014/main" id="{D7863CD3-D918-456D-99EA-2A4D13DA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823" y="1265747"/>
            <a:ext cx="196389" cy="194878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1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path-321">
            <a:extLst xmlns:a="http://schemas.openxmlformats.org/drawingml/2006/main">
              <a:ext uri="{FF2B5EF4-FFF2-40B4-BE49-F238E27FC236}">
                <a16:creationId xmlns:a16="http://schemas.microsoft.com/office/drawing/2014/main" id="{BF8CFF49-81B2-4916-8A3C-138E2F7A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004" y="1256053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0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path-322">
            <a:extLst xmlns:a="http://schemas.openxmlformats.org/drawingml/2006/main">
              <a:ext uri="{FF2B5EF4-FFF2-40B4-BE49-F238E27FC236}">
                <a16:creationId xmlns:a16="http://schemas.microsoft.com/office/drawing/2014/main" id="{FFA21F09-940E-4CBE-99A7-610B32B0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823" y="1462135"/>
            <a:ext cx="196389" cy="196389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path-323">
            <a:extLst xmlns:a="http://schemas.openxmlformats.org/drawingml/2006/main">
              <a:ext uri="{FF2B5EF4-FFF2-40B4-BE49-F238E27FC236}">
                <a16:creationId xmlns:a16="http://schemas.microsoft.com/office/drawing/2014/main" id="{C456F00F-1B71-4B6F-B673-B6E78F5B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004" y="1453071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path-324">
            <a:extLst xmlns:a="http://schemas.openxmlformats.org/drawingml/2006/main">
              <a:ext uri="{FF2B5EF4-FFF2-40B4-BE49-F238E27FC236}">
                <a16:creationId xmlns:a16="http://schemas.microsoft.com/office/drawing/2014/main" id="{4D60B527-30C1-42ED-9D9D-D98AEA10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823" y="1658524"/>
            <a:ext cx="196389" cy="194878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path-325">
            <a:extLst xmlns:a="http://schemas.openxmlformats.org/drawingml/2006/main">
              <a:ext uri="{FF2B5EF4-FFF2-40B4-BE49-F238E27FC236}">
                <a16:creationId xmlns:a16="http://schemas.microsoft.com/office/drawing/2014/main" id="{C1D4EB88-2FB3-4459-BB07-FFB09EB5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004" y="1648830"/>
            <a:ext cx="215272" cy="214643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path-326">
            <a:extLst xmlns:a="http://schemas.openxmlformats.org/drawingml/2006/main">
              <a:ext uri="{FF2B5EF4-FFF2-40B4-BE49-F238E27FC236}">
                <a16:creationId xmlns:a16="http://schemas.microsoft.com/office/drawing/2014/main" id="{C2C88092-EB6F-4275-A0AB-62407A62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823" y="1853401"/>
            <a:ext cx="196389" cy="196389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path-327">
            <a:extLst xmlns:a="http://schemas.openxmlformats.org/drawingml/2006/main">
              <a:ext uri="{FF2B5EF4-FFF2-40B4-BE49-F238E27FC236}">
                <a16:creationId xmlns:a16="http://schemas.microsoft.com/office/drawing/2014/main" id="{2E8C7055-381B-47E5-A08D-3FAC40F0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004" y="1844589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9" y="205200"/>
                </a:lnTo>
                <a:lnTo>
                  <a:pt x="196389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path-328">
            <a:extLst xmlns:a="http://schemas.openxmlformats.org/drawingml/2006/main">
              <a:ext uri="{FF2B5EF4-FFF2-40B4-BE49-F238E27FC236}">
                <a16:creationId xmlns:a16="http://schemas.microsoft.com/office/drawing/2014/main" id="{9B3721E1-75CA-4EE9-B22F-88C3738B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4212" y="1265747"/>
            <a:ext cx="196389" cy="194878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6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path-329">
            <a:extLst xmlns:a="http://schemas.openxmlformats.org/drawingml/2006/main">
              <a:ext uri="{FF2B5EF4-FFF2-40B4-BE49-F238E27FC236}">
                <a16:creationId xmlns:a16="http://schemas.microsoft.com/office/drawing/2014/main" id="{899ACBF5-879D-43A6-B328-AF641022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392" y="1256053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0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path-330">
            <a:extLst xmlns:a="http://schemas.openxmlformats.org/drawingml/2006/main">
              <a:ext uri="{FF2B5EF4-FFF2-40B4-BE49-F238E27FC236}">
                <a16:creationId xmlns:a16="http://schemas.microsoft.com/office/drawing/2014/main" id="{19118359-429E-464F-A5C8-4FBF3994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4212" y="1462135"/>
            <a:ext cx="196389" cy="196389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path-331">
            <a:extLst xmlns:a="http://schemas.openxmlformats.org/drawingml/2006/main">
              <a:ext uri="{FF2B5EF4-FFF2-40B4-BE49-F238E27FC236}">
                <a16:creationId xmlns:a16="http://schemas.microsoft.com/office/drawing/2014/main" id="{A570C3C6-AFE0-44B6-AD06-602B6446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392" y="1453071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path-332">
            <a:extLst xmlns:a="http://schemas.openxmlformats.org/drawingml/2006/main">
              <a:ext uri="{FF2B5EF4-FFF2-40B4-BE49-F238E27FC236}">
                <a16:creationId xmlns:a16="http://schemas.microsoft.com/office/drawing/2014/main" id="{8137E9EC-1676-4EDF-8272-74926ABA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4212" y="1658524"/>
            <a:ext cx="196389" cy="194878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" name="path-333">
            <a:extLst xmlns:a="http://schemas.openxmlformats.org/drawingml/2006/main">
              <a:ext uri="{FF2B5EF4-FFF2-40B4-BE49-F238E27FC236}">
                <a16:creationId xmlns:a16="http://schemas.microsoft.com/office/drawing/2014/main" id="{3F37AEE9-657C-4D82-9E02-B2FF47C0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392" y="1648830"/>
            <a:ext cx="215272" cy="214643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" name="path-334">
            <a:extLst xmlns:a="http://schemas.openxmlformats.org/drawingml/2006/main">
              <a:ext uri="{FF2B5EF4-FFF2-40B4-BE49-F238E27FC236}">
                <a16:creationId xmlns:a16="http://schemas.microsoft.com/office/drawing/2014/main" id="{10CCE76C-C614-4512-8798-62D7615A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4212" y="1853401"/>
            <a:ext cx="196389" cy="196389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4EAE04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" name="path-335">
            <a:extLst xmlns:a="http://schemas.openxmlformats.org/drawingml/2006/main">
              <a:ext uri="{FF2B5EF4-FFF2-40B4-BE49-F238E27FC236}">
                <a16:creationId xmlns:a16="http://schemas.microsoft.com/office/drawing/2014/main" id="{78E55E0E-E330-4D09-8EEF-EB2C4E60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392" y="1844589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8" y="205200"/>
                </a:lnTo>
                <a:lnTo>
                  <a:pt x="196388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" name="text-336 𝑺">
            <a:extLst xmlns:a="http://schemas.openxmlformats.org/drawingml/2006/main">
              <a:ext uri="{FF2B5EF4-FFF2-40B4-BE49-F238E27FC236}">
                <a16:creationId xmlns:a16="http://schemas.microsoft.com/office/drawing/2014/main" id="{1C8572F4-D1F9-419C-8A7A-D7E8EFC8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14429" y="929861"/>
            <a:ext cx="169383" cy="317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𝑺</a:t>
            </a:r>
          </a:p>
        </p:txBody>
      </p:sp>
      <p:sp>
        <p:nvSpPr>
          <p:cNvPr id="345" name="text-337 ℎ">
            <a:extLst xmlns:a="http://schemas.openxmlformats.org/drawingml/2006/main">
              <a:ext uri="{FF2B5EF4-FFF2-40B4-BE49-F238E27FC236}">
                <a16:creationId xmlns:a16="http://schemas.microsoft.com/office/drawing/2014/main" id="{322FE5E0-9A29-46BB-9636-F235D876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2837" y="890216"/>
            <a:ext cx="134442" cy="2574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8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8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448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ℎ</a:t>
            </a:r>
          </a:p>
        </p:txBody>
      </p:sp>
      <p:sp>
        <p:nvSpPr>
          <p:cNvPr id="346" name="path-338">
            <a:extLst xmlns:a="http://schemas.openxmlformats.org/drawingml/2006/main">
              <a:ext uri="{FF2B5EF4-FFF2-40B4-BE49-F238E27FC236}">
                <a16:creationId xmlns:a16="http://schemas.microsoft.com/office/drawing/2014/main" id="{9E7E4699-D9F5-40BB-AEEB-21EBD7E8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4658" y="1264236"/>
            <a:ext cx="785554" cy="779511"/>
          </a:xfrm>
          <a:custGeom xmlns:a="http://schemas.openxmlformats.org/drawingml/2006/main">
            <a:pathLst>
              <a:path w="785554" h="779511">
                <a:moveTo>
                  <a:pt x="0" y="0"/>
                </a:moveTo>
                <a:lnTo>
                  <a:pt x="0" y="779511"/>
                </a:lnTo>
                <a:lnTo>
                  <a:pt x="785554" y="779511"/>
                </a:lnTo>
                <a:lnTo>
                  <a:pt x="78555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" name="path-339">
            <a:extLst xmlns:a="http://schemas.openxmlformats.org/drawingml/2006/main">
              <a:ext uri="{FF2B5EF4-FFF2-40B4-BE49-F238E27FC236}">
                <a16:creationId xmlns:a16="http://schemas.microsoft.com/office/drawing/2014/main" id="{BFF51034-25F1-41B8-ADE6-F0D5915E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469" y="1255424"/>
            <a:ext cx="804437" cy="798142"/>
          </a:xfrm>
          <a:custGeom xmlns:a="http://schemas.openxmlformats.org/drawingml/2006/main">
            <a:pathLst>
              <a:path w="804437" h="798142">
                <a:moveTo>
                  <a:pt x="804437" y="0"/>
                </a:moveTo>
                <a:lnTo>
                  <a:pt x="804437" y="798142"/>
                </a:lnTo>
                <a:lnTo>
                  <a:pt x="0" y="798142"/>
                </a:lnTo>
                <a:lnTo>
                  <a:pt x="0" y="0"/>
                </a:lnTo>
                <a:lnTo>
                  <a:pt x="804437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788701"/>
                </a:lnTo>
                <a:lnTo>
                  <a:pt x="9442" y="779259"/>
                </a:lnTo>
                <a:lnTo>
                  <a:pt x="794996" y="779259"/>
                </a:lnTo>
                <a:lnTo>
                  <a:pt x="785554" y="788701"/>
                </a:lnTo>
                <a:lnTo>
                  <a:pt x="785554" y="9442"/>
                </a:lnTo>
                <a:lnTo>
                  <a:pt x="794996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" name="path-340">
            <a:extLst xmlns:a="http://schemas.openxmlformats.org/drawingml/2006/main">
              <a:ext uri="{FF2B5EF4-FFF2-40B4-BE49-F238E27FC236}">
                <a16:creationId xmlns:a16="http://schemas.microsoft.com/office/drawing/2014/main" id="{010CE5DB-D138-4BD8-A744-5CEEBC71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4658" y="1265747"/>
            <a:ext cx="196389" cy="194878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path-341">
            <a:extLst xmlns:a="http://schemas.openxmlformats.org/drawingml/2006/main">
              <a:ext uri="{FF2B5EF4-FFF2-40B4-BE49-F238E27FC236}">
                <a16:creationId xmlns:a16="http://schemas.microsoft.com/office/drawing/2014/main" id="{8F34E2CB-237D-4833-AEE5-6D1F2CE3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469" y="1256053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0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" name="path-342">
            <a:extLst xmlns:a="http://schemas.openxmlformats.org/drawingml/2006/main">
              <a:ext uri="{FF2B5EF4-FFF2-40B4-BE49-F238E27FC236}">
                <a16:creationId xmlns:a16="http://schemas.microsoft.com/office/drawing/2014/main" id="{DC847B51-7299-4D54-942F-1245210F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4658" y="1462135"/>
            <a:ext cx="196389" cy="196389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path-343">
            <a:extLst xmlns:a="http://schemas.openxmlformats.org/drawingml/2006/main">
              <a:ext uri="{FF2B5EF4-FFF2-40B4-BE49-F238E27FC236}">
                <a16:creationId xmlns:a16="http://schemas.microsoft.com/office/drawing/2014/main" id="{1D836506-77F7-46CA-9586-EB0FE197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469" y="1453071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" name="path-344">
            <a:extLst xmlns:a="http://schemas.openxmlformats.org/drawingml/2006/main">
              <a:ext uri="{FF2B5EF4-FFF2-40B4-BE49-F238E27FC236}">
                <a16:creationId xmlns:a16="http://schemas.microsoft.com/office/drawing/2014/main" id="{83C0F76B-FF1C-4095-9F14-93D1272B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4658" y="1658524"/>
            <a:ext cx="196389" cy="194878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" name="path-345">
            <a:extLst xmlns:a="http://schemas.openxmlformats.org/drawingml/2006/main">
              <a:ext uri="{FF2B5EF4-FFF2-40B4-BE49-F238E27FC236}">
                <a16:creationId xmlns:a16="http://schemas.microsoft.com/office/drawing/2014/main" id="{B9C67B0F-BD80-43E5-93B6-E9C7238D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469" y="1648830"/>
            <a:ext cx="215272" cy="214643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8" y="205201"/>
                </a:lnTo>
                <a:lnTo>
                  <a:pt x="196388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" name="path-346">
            <a:extLst xmlns:a="http://schemas.openxmlformats.org/drawingml/2006/main">
              <a:ext uri="{FF2B5EF4-FFF2-40B4-BE49-F238E27FC236}">
                <a16:creationId xmlns:a16="http://schemas.microsoft.com/office/drawing/2014/main" id="{961EE2DA-03CF-4C52-BD33-7C6118DB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4658" y="1853401"/>
            <a:ext cx="196389" cy="196389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" name="path-347">
            <a:extLst xmlns:a="http://schemas.openxmlformats.org/drawingml/2006/main">
              <a:ext uri="{FF2B5EF4-FFF2-40B4-BE49-F238E27FC236}">
                <a16:creationId xmlns:a16="http://schemas.microsoft.com/office/drawing/2014/main" id="{4282AFCE-4E21-42D1-965F-F9B25666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469" y="1844589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0" y="195759"/>
                </a:lnTo>
                <a:lnTo>
                  <a:pt x="196388" y="205200"/>
                </a:lnTo>
                <a:lnTo>
                  <a:pt x="196388" y="9442"/>
                </a:lnTo>
                <a:lnTo>
                  <a:pt x="205830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" name="path-348">
            <a:extLst xmlns:a="http://schemas.openxmlformats.org/drawingml/2006/main">
              <a:ext uri="{FF2B5EF4-FFF2-40B4-BE49-F238E27FC236}">
                <a16:creationId xmlns:a16="http://schemas.microsoft.com/office/drawing/2014/main" id="{9ADD457F-F22F-42EC-A3D1-C306517D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47" y="1265747"/>
            <a:ext cx="196389" cy="194878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" name="path-349">
            <a:extLst xmlns:a="http://schemas.openxmlformats.org/drawingml/2006/main">
              <a:ext uri="{FF2B5EF4-FFF2-40B4-BE49-F238E27FC236}">
                <a16:creationId xmlns:a16="http://schemas.microsoft.com/office/drawing/2014/main" id="{639D4A35-F27E-4CD0-873E-D79D3037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1857" y="1256053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" name="path-350">
            <a:extLst xmlns:a="http://schemas.openxmlformats.org/drawingml/2006/main">
              <a:ext uri="{FF2B5EF4-FFF2-40B4-BE49-F238E27FC236}">
                <a16:creationId xmlns:a16="http://schemas.microsoft.com/office/drawing/2014/main" id="{59D64CAB-85C2-4A35-B532-83B19274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47" y="1462135"/>
            <a:ext cx="196389" cy="196389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" name="path-351">
            <a:extLst xmlns:a="http://schemas.openxmlformats.org/drawingml/2006/main">
              <a:ext uri="{FF2B5EF4-FFF2-40B4-BE49-F238E27FC236}">
                <a16:creationId xmlns:a16="http://schemas.microsoft.com/office/drawing/2014/main" id="{D15F41B0-A00D-40C3-9325-E028914C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1857" y="1453071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" name="path-352">
            <a:extLst xmlns:a="http://schemas.openxmlformats.org/drawingml/2006/main">
              <a:ext uri="{FF2B5EF4-FFF2-40B4-BE49-F238E27FC236}">
                <a16:creationId xmlns:a16="http://schemas.microsoft.com/office/drawing/2014/main" id="{DD1F724E-B937-48FD-B86E-8879E362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47" y="1658524"/>
            <a:ext cx="196389" cy="194878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91ACE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" name="path-353">
            <a:extLst xmlns:a="http://schemas.openxmlformats.org/drawingml/2006/main">
              <a:ext uri="{FF2B5EF4-FFF2-40B4-BE49-F238E27FC236}">
                <a16:creationId xmlns:a16="http://schemas.microsoft.com/office/drawing/2014/main" id="{4604B247-19F9-49E7-A3EA-B133BF15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1857" y="1648830"/>
            <a:ext cx="215272" cy="214643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path-354">
            <a:extLst xmlns:a="http://schemas.openxmlformats.org/drawingml/2006/main">
              <a:ext uri="{FF2B5EF4-FFF2-40B4-BE49-F238E27FC236}">
                <a16:creationId xmlns:a16="http://schemas.microsoft.com/office/drawing/2014/main" id="{2E431739-A567-4773-ADE3-4C0637D4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047" y="1853401"/>
            <a:ext cx="196389" cy="196389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" name="path-355">
            <a:extLst xmlns:a="http://schemas.openxmlformats.org/drawingml/2006/main">
              <a:ext uri="{FF2B5EF4-FFF2-40B4-BE49-F238E27FC236}">
                <a16:creationId xmlns:a16="http://schemas.microsoft.com/office/drawing/2014/main" id="{5D9F7E4B-3E18-418A-8668-0CF3B477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1857" y="1844589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0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path-356">
            <a:extLst xmlns:a="http://schemas.openxmlformats.org/drawingml/2006/main">
              <a:ext uri="{FF2B5EF4-FFF2-40B4-BE49-F238E27FC236}">
                <a16:creationId xmlns:a16="http://schemas.microsoft.com/office/drawing/2014/main" id="{7D237287-6513-4C63-8BF8-37CD89EB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7436" y="1265747"/>
            <a:ext cx="196389" cy="194878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" name="path-357">
            <a:extLst xmlns:a="http://schemas.openxmlformats.org/drawingml/2006/main">
              <a:ext uri="{FF2B5EF4-FFF2-40B4-BE49-F238E27FC236}">
                <a16:creationId xmlns:a16="http://schemas.microsoft.com/office/drawing/2014/main" id="{B1BAE767-E599-4BBC-9A3D-C3594718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245" y="1256053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" name="path-358">
            <a:extLst xmlns:a="http://schemas.openxmlformats.org/drawingml/2006/main">
              <a:ext uri="{FF2B5EF4-FFF2-40B4-BE49-F238E27FC236}">
                <a16:creationId xmlns:a16="http://schemas.microsoft.com/office/drawing/2014/main" id="{0E6AF599-97FA-43F1-A214-3FD2DC6B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7436" y="1462135"/>
            <a:ext cx="196389" cy="196389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91ACE0">
              <a:alpha val="8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" name="path-359">
            <a:extLst xmlns:a="http://schemas.openxmlformats.org/drawingml/2006/main">
              <a:ext uri="{FF2B5EF4-FFF2-40B4-BE49-F238E27FC236}">
                <a16:creationId xmlns:a16="http://schemas.microsoft.com/office/drawing/2014/main" id="{9ABE1729-9F30-4E5F-AC9E-3BC1FCC9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245" y="1453071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path-360">
            <a:extLst xmlns:a="http://schemas.openxmlformats.org/drawingml/2006/main">
              <a:ext uri="{FF2B5EF4-FFF2-40B4-BE49-F238E27FC236}">
                <a16:creationId xmlns:a16="http://schemas.microsoft.com/office/drawing/2014/main" id="{6ADE73B6-C842-40F4-840E-AD58ACE4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7436" y="1658524"/>
            <a:ext cx="196389" cy="194878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" name="path-361">
            <a:extLst xmlns:a="http://schemas.openxmlformats.org/drawingml/2006/main">
              <a:ext uri="{FF2B5EF4-FFF2-40B4-BE49-F238E27FC236}">
                <a16:creationId xmlns:a16="http://schemas.microsoft.com/office/drawing/2014/main" id="{8ABB635D-207A-41A8-99BD-7F1B56DF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245" y="1648830"/>
            <a:ext cx="215272" cy="214643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" name="path-362">
            <a:extLst xmlns:a="http://schemas.openxmlformats.org/drawingml/2006/main">
              <a:ext uri="{FF2B5EF4-FFF2-40B4-BE49-F238E27FC236}">
                <a16:creationId xmlns:a16="http://schemas.microsoft.com/office/drawing/2014/main" id="{4C0AABEA-53E4-4CD0-8DF8-D7CA93CE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7436" y="1853401"/>
            <a:ext cx="196389" cy="196389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" name="path-363">
            <a:extLst xmlns:a="http://schemas.openxmlformats.org/drawingml/2006/main">
              <a:ext uri="{FF2B5EF4-FFF2-40B4-BE49-F238E27FC236}">
                <a16:creationId xmlns:a16="http://schemas.microsoft.com/office/drawing/2014/main" id="{BD2656E0-448D-4867-926D-B69E161F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245" y="1844589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0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" name="path-364">
            <a:extLst xmlns:a="http://schemas.openxmlformats.org/drawingml/2006/main">
              <a:ext uri="{FF2B5EF4-FFF2-40B4-BE49-F238E27FC236}">
                <a16:creationId xmlns:a16="http://schemas.microsoft.com/office/drawing/2014/main" id="{04D97D46-ACAA-4972-82AE-9FF53C1E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824" y="1265747"/>
            <a:ext cx="196389" cy="194878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" name="path-365">
            <a:extLst xmlns:a="http://schemas.openxmlformats.org/drawingml/2006/main">
              <a:ext uri="{FF2B5EF4-FFF2-40B4-BE49-F238E27FC236}">
                <a16:creationId xmlns:a16="http://schemas.microsoft.com/office/drawing/2014/main" id="{9CDE4CAC-E4CB-4D09-8C85-6FB85019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4634" y="1256053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3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3"/>
                </a:lnTo>
                <a:lnTo>
                  <a:pt x="9442" y="1888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" name="path-366">
            <a:extLst xmlns:a="http://schemas.openxmlformats.org/drawingml/2006/main">
              <a:ext uri="{FF2B5EF4-FFF2-40B4-BE49-F238E27FC236}">
                <a16:creationId xmlns:a16="http://schemas.microsoft.com/office/drawing/2014/main" id="{E3645395-9D0E-4055-949E-57344399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824" y="1462135"/>
            <a:ext cx="196389" cy="196389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B6C7EA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" name="path-367">
            <a:extLst xmlns:a="http://schemas.openxmlformats.org/drawingml/2006/main">
              <a:ext uri="{FF2B5EF4-FFF2-40B4-BE49-F238E27FC236}">
                <a16:creationId xmlns:a16="http://schemas.microsoft.com/office/drawing/2014/main" id="{20B7E2AD-A9BA-467A-BF03-4B0C796F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4634" y="1453071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" name="path-368">
            <a:extLst xmlns:a="http://schemas.openxmlformats.org/drawingml/2006/main">
              <a:ext uri="{FF2B5EF4-FFF2-40B4-BE49-F238E27FC236}">
                <a16:creationId xmlns:a16="http://schemas.microsoft.com/office/drawing/2014/main" id="{ED2C1E9F-C0A0-4DC1-BD02-D8F3EFE1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824" y="1658524"/>
            <a:ext cx="196389" cy="194878"/>
          </a:xfrm>
          <a:custGeom xmlns:a="http://schemas.openxmlformats.org/drawingml/2006/main">
            <a:pathLst>
              <a:path w="196389" h="194878">
                <a:moveTo>
                  <a:pt x="0" y="0"/>
                </a:moveTo>
                <a:lnTo>
                  <a:pt x="0" y="194878"/>
                </a:lnTo>
                <a:lnTo>
                  <a:pt x="196389" y="194878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" name="path-369">
            <a:extLst xmlns:a="http://schemas.openxmlformats.org/drawingml/2006/main">
              <a:ext uri="{FF2B5EF4-FFF2-40B4-BE49-F238E27FC236}">
                <a16:creationId xmlns:a16="http://schemas.microsoft.com/office/drawing/2014/main" id="{993FB79C-50D9-4131-AFFA-981C7145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4634" y="1648830"/>
            <a:ext cx="215272" cy="214643"/>
          </a:xfrm>
          <a:custGeom xmlns:a="http://schemas.openxmlformats.org/drawingml/2006/main">
            <a:pathLst>
              <a:path w="215272" h="214643">
                <a:moveTo>
                  <a:pt x="215272" y="0"/>
                </a:moveTo>
                <a:lnTo>
                  <a:pt x="215272" y="214643"/>
                </a:lnTo>
                <a:lnTo>
                  <a:pt x="0" y="214643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1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1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" name="path-370">
            <a:extLst xmlns:a="http://schemas.openxmlformats.org/drawingml/2006/main">
              <a:ext uri="{FF2B5EF4-FFF2-40B4-BE49-F238E27FC236}">
                <a16:creationId xmlns:a16="http://schemas.microsoft.com/office/drawing/2014/main" id="{B55A441E-57FF-49B8-8476-7276D108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824" y="1853401"/>
            <a:ext cx="196389" cy="196389"/>
          </a:xfrm>
          <a:custGeom xmlns:a="http://schemas.openxmlformats.org/drawingml/2006/main">
            <a:pathLst>
              <a:path w="196389" h="196389">
                <a:moveTo>
                  <a:pt x="0" y="0"/>
                </a:moveTo>
                <a:lnTo>
                  <a:pt x="0" y="196389"/>
                </a:lnTo>
                <a:lnTo>
                  <a:pt x="196389" y="196389"/>
                </a:lnTo>
                <a:lnTo>
                  <a:pt x="196389" y="0"/>
                </a:lnTo>
                <a:close/>
              </a:path>
            </a:pathLst>
          </a:custGeom>
          <a:solidFill xmlns:a="http://schemas.openxmlformats.org/drawingml/2006/main">
            <a:srgbClr val="2E54A1">
              <a:alpha val="87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" name="path-371">
            <a:extLst xmlns:a="http://schemas.openxmlformats.org/drawingml/2006/main">
              <a:ext uri="{FF2B5EF4-FFF2-40B4-BE49-F238E27FC236}">
                <a16:creationId xmlns:a16="http://schemas.microsoft.com/office/drawing/2014/main" id="{07240607-6938-4910-878B-0D5F1AB9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4634" y="1844589"/>
            <a:ext cx="215272" cy="214642"/>
          </a:xfrm>
          <a:custGeom xmlns:a="http://schemas.openxmlformats.org/drawingml/2006/main">
            <a:pathLst>
              <a:path w="215272" h="214642">
                <a:moveTo>
                  <a:pt x="215272" y="0"/>
                </a:moveTo>
                <a:lnTo>
                  <a:pt x="215272" y="214642"/>
                </a:lnTo>
                <a:lnTo>
                  <a:pt x="0" y="214642"/>
                </a:lnTo>
                <a:lnTo>
                  <a:pt x="0" y="0"/>
                </a:lnTo>
                <a:lnTo>
                  <a:pt x="215272" y="0"/>
                </a:lnTo>
                <a:moveTo>
                  <a:pt x="9442" y="18884"/>
                </a:moveTo>
                <a:lnTo>
                  <a:pt x="18884" y="9442"/>
                </a:lnTo>
                <a:lnTo>
                  <a:pt x="18884" y="205200"/>
                </a:lnTo>
                <a:lnTo>
                  <a:pt x="9442" y="195759"/>
                </a:lnTo>
                <a:lnTo>
                  <a:pt x="205831" y="195759"/>
                </a:lnTo>
                <a:lnTo>
                  <a:pt x="196389" y="205200"/>
                </a:lnTo>
                <a:lnTo>
                  <a:pt x="196389" y="9442"/>
                </a:lnTo>
                <a:lnTo>
                  <a:pt x="205831" y="18884"/>
                </a:lnTo>
                <a:lnTo>
                  <a:pt x="9442" y="188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path-372">
            <a:extLst xmlns:a="http://schemas.openxmlformats.org/drawingml/2006/main">
              <a:ext uri="{FF2B5EF4-FFF2-40B4-BE49-F238E27FC236}">
                <a16:creationId xmlns:a16="http://schemas.microsoft.com/office/drawing/2014/main" id="{26422F85-072A-433C-8BD8-196ADF73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468" y="1516394"/>
            <a:ext cx="123497" cy="176525"/>
          </a:xfrm>
          <a:custGeom xmlns:a="http://schemas.openxmlformats.org/drawingml/2006/main">
            <a:pathLst>
              <a:path w="123497" h="176525">
                <a:moveTo>
                  <a:pt x="93584" y="114435"/>
                </a:moveTo>
                <a:cubicBezTo>
                  <a:pt x="96908" y="97967"/>
                  <a:pt x="96606" y="85278"/>
                  <a:pt x="92678" y="76366"/>
                </a:cubicBezTo>
                <a:cubicBezTo>
                  <a:pt x="88750" y="67754"/>
                  <a:pt x="81348" y="63448"/>
                  <a:pt x="70470" y="63448"/>
                </a:cubicBezTo>
                <a:cubicBezTo>
                  <a:pt x="59594" y="63448"/>
                  <a:pt x="50530" y="67754"/>
                  <a:pt x="43279" y="76366"/>
                </a:cubicBezTo>
                <a:cubicBezTo>
                  <a:pt x="36179" y="84826"/>
                  <a:pt x="30892" y="97516"/>
                  <a:pt x="27418" y="114435"/>
                </a:cubicBezTo>
                <a:cubicBezTo>
                  <a:pt x="24246" y="131203"/>
                  <a:pt x="24548" y="143967"/>
                  <a:pt x="28324" y="152729"/>
                </a:cubicBezTo>
                <a:cubicBezTo>
                  <a:pt x="32404" y="161341"/>
                  <a:pt x="39807" y="165647"/>
                  <a:pt x="50533" y="165647"/>
                </a:cubicBezTo>
                <a:cubicBezTo>
                  <a:pt x="61408" y="165647"/>
                  <a:pt x="70472" y="161341"/>
                  <a:pt x="77724" y="152729"/>
                </a:cubicBezTo>
                <a:cubicBezTo>
                  <a:pt x="85126" y="144269"/>
                  <a:pt x="90412" y="131505"/>
                  <a:pt x="93584" y="114435"/>
                </a:cubicBezTo>
                <a:moveTo>
                  <a:pt x="123497" y="7026"/>
                </a:moveTo>
                <a:lnTo>
                  <a:pt x="119192" y="28778"/>
                </a:lnTo>
                <a:lnTo>
                  <a:pt x="106730" y="31724"/>
                </a:lnTo>
                <a:cubicBezTo>
                  <a:pt x="107182" y="25228"/>
                  <a:pt x="104991" y="20244"/>
                  <a:pt x="100157" y="16770"/>
                </a:cubicBezTo>
                <a:cubicBezTo>
                  <a:pt x="95473" y="13446"/>
                  <a:pt x="89657" y="11784"/>
                  <a:pt x="82710" y="11784"/>
                </a:cubicBezTo>
                <a:cubicBezTo>
                  <a:pt x="75912" y="11784"/>
                  <a:pt x="69567" y="13597"/>
                  <a:pt x="63675" y="17223"/>
                </a:cubicBezTo>
                <a:cubicBezTo>
                  <a:pt x="57631" y="20998"/>
                  <a:pt x="54232" y="25303"/>
                  <a:pt x="53479" y="30137"/>
                </a:cubicBezTo>
                <a:cubicBezTo>
                  <a:pt x="52421" y="37087"/>
                  <a:pt x="52874" y="41770"/>
                  <a:pt x="54838" y="44186"/>
                </a:cubicBezTo>
                <a:cubicBezTo>
                  <a:pt x="59369" y="49776"/>
                  <a:pt x="65261" y="52570"/>
                  <a:pt x="72513" y="52570"/>
                </a:cubicBezTo>
                <a:cubicBezTo>
                  <a:pt x="89735" y="52570"/>
                  <a:pt x="102424" y="58236"/>
                  <a:pt x="110582" y="69568"/>
                </a:cubicBezTo>
                <a:cubicBezTo>
                  <a:pt x="118740" y="80746"/>
                  <a:pt x="121006" y="95701"/>
                  <a:pt x="117380" y="114435"/>
                </a:cubicBezTo>
                <a:cubicBezTo>
                  <a:pt x="113754" y="133017"/>
                  <a:pt x="105671" y="148047"/>
                  <a:pt x="93131" y="159527"/>
                </a:cubicBezTo>
                <a:cubicBezTo>
                  <a:pt x="80744" y="170859"/>
                  <a:pt x="65864" y="176525"/>
                  <a:pt x="48493" y="176525"/>
                </a:cubicBezTo>
                <a:cubicBezTo>
                  <a:pt x="31421" y="176525"/>
                  <a:pt x="18806" y="170859"/>
                  <a:pt x="10648" y="159527"/>
                </a:cubicBezTo>
                <a:cubicBezTo>
                  <a:pt x="2341" y="148349"/>
                  <a:pt x="0" y="133319"/>
                  <a:pt x="3626" y="114435"/>
                </a:cubicBezTo>
                <a:cubicBezTo>
                  <a:pt x="7250" y="95701"/>
                  <a:pt x="15407" y="80746"/>
                  <a:pt x="28099" y="69568"/>
                </a:cubicBezTo>
                <a:cubicBezTo>
                  <a:pt x="33537" y="64582"/>
                  <a:pt x="38749" y="60956"/>
                  <a:pt x="43735" y="58691"/>
                </a:cubicBezTo>
                <a:cubicBezTo>
                  <a:pt x="39201" y="56727"/>
                  <a:pt x="36104" y="54007"/>
                  <a:pt x="34444" y="50530"/>
                </a:cubicBezTo>
                <a:cubicBezTo>
                  <a:pt x="32480" y="46605"/>
                  <a:pt x="32404" y="39505"/>
                  <a:pt x="34216" y="29231"/>
                </a:cubicBezTo>
                <a:cubicBezTo>
                  <a:pt x="36028" y="19713"/>
                  <a:pt x="41089" y="12463"/>
                  <a:pt x="49399" y="7479"/>
                </a:cubicBezTo>
                <a:cubicBezTo>
                  <a:pt x="57556" y="2493"/>
                  <a:pt x="68886" y="0"/>
                  <a:pt x="83388" y="0"/>
                </a:cubicBezTo>
                <a:cubicBezTo>
                  <a:pt x="86864" y="0"/>
                  <a:pt x="92605" y="604"/>
                  <a:pt x="100610" y="1812"/>
                </a:cubicBezTo>
                <a:cubicBezTo>
                  <a:pt x="107258" y="2870"/>
                  <a:pt x="114887" y="4608"/>
                  <a:pt x="123497" y="702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text-373 (">
            <a:extLst xmlns:a="http://schemas.openxmlformats.org/drawingml/2006/main">
              <a:ext uri="{FF2B5EF4-FFF2-40B4-BE49-F238E27FC236}">
                <a16:creationId xmlns:a16="http://schemas.microsoft.com/office/drawing/2014/main" id="{671B2580-0203-465B-900E-3E8F95B9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0371" y="1458159"/>
            <a:ext cx="137765" cy="324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824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(</a:t>
            </a:r>
          </a:p>
        </p:txBody>
      </p:sp>
      <p:sp>
        <p:nvSpPr>
          <p:cNvPr id="382" name="path-374">
            <a:extLst xmlns:a="http://schemas.openxmlformats.org/drawingml/2006/main">
              <a:ext uri="{FF2B5EF4-FFF2-40B4-BE49-F238E27FC236}">
                <a16:creationId xmlns:a16="http://schemas.microsoft.com/office/drawing/2014/main" id="{18162704-BF3A-4986-8FDA-72A9AA59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805" y="1568965"/>
            <a:ext cx="138905" cy="123498"/>
          </a:xfrm>
          <a:custGeom xmlns:a="http://schemas.openxmlformats.org/drawingml/2006/main">
            <a:pathLst>
              <a:path w="138905" h="123498">
                <a:moveTo>
                  <a:pt x="81802" y="70021"/>
                </a:moveTo>
                <a:lnTo>
                  <a:pt x="81349" y="37616"/>
                </a:lnTo>
                <a:cubicBezTo>
                  <a:pt x="81199" y="20547"/>
                  <a:pt x="75912" y="11861"/>
                  <a:pt x="65488" y="11559"/>
                </a:cubicBezTo>
                <a:cubicBezTo>
                  <a:pt x="56876" y="11559"/>
                  <a:pt x="48643" y="16091"/>
                  <a:pt x="40787" y="25155"/>
                </a:cubicBezTo>
                <a:cubicBezTo>
                  <a:pt x="34141" y="32556"/>
                  <a:pt x="29080" y="44793"/>
                  <a:pt x="25604" y="61865"/>
                </a:cubicBezTo>
                <a:cubicBezTo>
                  <a:pt x="24094" y="68964"/>
                  <a:pt x="23339" y="75611"/>
                  <a:pt x="23339" y="81805"/>
                </a:cubicBezTo>
                <a:cubicBezTo>
                  <a:pt x="23339" y="88451"/>
                  <a:pt x="24397" y="94116"/>
                  <a:pt x="26513" y="98800"/>
                </a:cubicBezTo>
                <a:cubicBezTo>
                  <a:pt x="30441" y="107259"/>
                  <a:pt x="36710" y="111413"/>
                  <a:pt x="45320" y="111261"/>
                </a:cubicBezTo>
                <a:cubicBezTo>
                  <a:pt x="54987" y="111261"/>
                  <a:pt x="64882" y="101895"/>
                  <a:pt x="75004" y="83164"/>
                </a:cubicBezTo>
                <a:lnTo>
                  <a:pt x="81802" y="70021"/>
                </a:lnTo>
                <a:moveTo>
                  <a:pt x="138905" y="2721"/>
                </a:moveTo>
                <a:lnTo>
                  <a:pt x="137546" y="9291"/>
                </a:lnTo>
                <a:cubicBezTo>
                  <a:pt x="130144" y="11557"/>
                  <a:pt x="124480" y="16089"/>
                  <a:pt x="120552" y="22886"/>
                </a:cubicBezTo>
                <a:lnTo>
                  <a:pt x="103104" y="54386"/>
                </a:lnTo>
                <a:lnTo>
                  <a:pt x="104235" y="88150"/>
                </a:lnTo>
                <a:cubicBezTo>
                  <a:pt x="104539" y="99782"/>
                  <a:pt x="105975" y="106201"/>
                  <a:pt x="108543" y="107409"/>
                </a:cubicBezTo>
                <a:cubicBezTo>
                  <a:pt x="109449" y="107863"/>
                  <a:pt x="110657" y="108090"/>
                  <a:pt x="112167" y="108090"/>
                </a:cubicBezTo>
                <a:cubicBezTo>
                  <a:pt x="116095" y="108090"/>
                  <a:pt x="121911" y="106051"/>
                  <a:pt x="129614" y="101974"/>
                </a:cubicBezTo>
                <a:lnTo>
                  <a:pt x="127125" y="115341"/>
                </a:lnTo>
                <a:cubicBezTo>
                  <a:pt x="119117" y="119571"/>
                  <a:pt x="111865" y="121686"/>
                  <a:pt x="105369" y="121686"/>
                </a:cubicBezTo>
                <a:cubicBezTo>
                  <a:pt x="98873" y="121686"/>
                  <a:pt x="93359" y="119420"/>
                  <a:pt x="88828" y="114888"/>
                </a:cubicBezTo>
                <a:cubicBezTo>
                  <a:pt x="84900" y="110810"/>
                  <a:pt x="82861" y="105749"/>
                  <a:pt x="82711" y="99705"/>
                </a:cubicBezTo>
                <a:lnTo>
                  <a:pt x="82483" y="91774"/>
                </a:lnTo>
                <a:lnTo>
                  <a:pt x="75685" y="104010"/>
                </a:lnTo>
                <a:cubicBezTo>
                  <a:pt x="72361" y="110356"/>
                  <a:pt x="66696" y="115568"/>
                  <a:pt x="58691" y="119646"/>
                </a:cubicBezTo>
                <a:cubicBezTo>
                  <a:pt x="53857" y="122214"/>
                  <a:pt x="47512" y="123498"/>
                  <a:pt x="39656" y="123498"/>
                </a:cubicBezTo>
                <a:lnTo>
                  <a:pt x="38975" y="123498"/>
                </a:lnTo>
                <a:cubicBezTo>
                  <a:pt x="24473" y="123498"/>
                  <a:pt x="13748" y="117833"/>
                  <a:pt x="6798" y="106503"/>
                </a:cubicBezTo>
                <a:cubicBezTo>
                  <a:pt x="2266" y="98949"/>
                  <a:pt x="0" y="89810"/>
                  <a:pt x="0" y="79084"/>
                </a:cubicBezTo>
                <a:cubicBezTo>
                  <a:pt x="0" y="73798"/>
                  <a:pt x="604" y="67908"/>
                  <a:pt x="1812" y="61412"/>
                </a:cubicBezTo>
                <a:cubicBezTo>
                  <a:pt x="5286" y="43132"/>
                  <a:pt x="12763" y="28251"/>
                  <a:pt x="24245" y="16770"/>
                </a:cubicBezTo>
                <a:cubicBezTo>
                  <a:pt x="34821" y="5892"/>
                  <a:pt x="49173" y="302"/>
                  <a:pt x="67300" y="0"/>
                </a:cubicBezTo>
                <a:cubicBezTo>
                  <a:pt x="79990" y="0"/>
                  <a:pt x="89054" y="2493"/>
                  <a:pt x="94491" y="7479"/>
                </a:cubicBezTo>
                <a:cubicBezTo>
                  <a:pt x="99477" y="11861"/>
                  <a:pt x="102046" y="18810"/>
                  <a:pt x="102198" y="28325"/>
                </a:cubicBezTo>
                <a:lnTo>
                  <a:pt x="102423" y="32405"/>
                </a:lnTo>
                <a:lnTo>
                  <a:pt x="108996" y="20169"/>
                </a:lnTo>
                <a:cubicBezTo>
                  <a:pt x="113376" y="12313"/>
                  <a:pt x="119645" y="6497"/>
                  <a:pt x="127802" y="2721"/>
                </a:cubicBezTo>
                <a:lnTo>
                  <a:pt x="138905" y="27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text-375 +">
            <a:extLst xmlns:a="http://schemas.openxmlformats.org/drawingml/2006/main">
              <a:ext uri="{FF2B5EF4-FFF2-40B4-BE49-F238E27FC236}">
                <a16:creationId xmlns:a16="http://schemas.microsoft.com/office/drawing/2014/main" id="{CA2311F1-5167-4EA4-861B-11242023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0863" y="1459957"/>
            <a:ext cx="210083" cy="317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+</a:t>
            </a:r>
          </a:p>
        </p:txBody>
      </p:sp>
      <p:sp>
        <p:nvSpPr>
          <p:cNvPr id="384" name="text-376 𝛽">
            <a:extLst xmlns:a="http://schemas.openxmlformats.org/drawingml/2006/main">
              <a:ext uri="{FF2B5EF4-FFF2-40B4-BE49-F238E27FC236}">
                <a16:creationId xmlns:a16="http://schemas.microsoft.com/office/drawing/2014/main" id="{F9714859-D2B1-4CAA-8FB3-B67DF7D4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9912" y="1459903"/>
            <a:ext cx="178116" cy="317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𝛽</a:t>
            </a:r>
          </a:p>
        </p:txBody>
      </p:sp>
      <p:sp>
        <p:nvSpPr>
          <p:cNvPr id="385" name="path-377">
            <a:extLst xmlns:a="http://schemas.openxmlformats.org/drawingml/2006/main">
              <a:ext uri="{FF2B5EF4-FFF2-40B4-BE49-F238E27FC236}">
                <a16:creationId xmlns:a16="http://schemas.microsoft.com/office/drawing/2014/main" id="{4E68A143-FE80-4FB6-A7F2-03664745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0346" y="1619988"/>
            <a:ext cx="39324" cy="113992"/>
          </a:xfrm>
          <a:custGeom xmlns:a="http://schemas.openxmlformats.org/drawingml/2006/main">
            <a:pathLst>
              <a:path w="39324" h="113992">
                <a:moveTo>
                  <a:pt x="36299" y="0"/>
                </a:moveTo>
                <a:lnTo>
                  <a:pt x="32399" y="17115"/>
                </a:lnTo>
                <a:lnTo>
                  <a:pt x="16637" y="17115"/>
                </a:lnTo>
                <a:lnTo>
                  <a:pt x="20378" y="0"/>
                </a:lnTo>
                <a:lnTo>
                  <a:pt x="36299" y="0"/>
                </a:lnTo>
                <a:moveTo>
                  <a:pt x="17115" y="85096"/>
                </a:moveTo>
                <a:cubicBezTo>
                  <a:pt x="16372" y="88227"/>
                  <a:pt x="15854" y="90721"/>
                  <a:pt x="15562" y="92579"/>
                </a:cubicBezTo>
                <a:cubicBezTo>
                  <a:pt x="15271" y="94436"/>
                  <a:pt x="15125" y="96108"/>
                  <a:pt x="15125" y="97594"/>
                </a:cubicBezTo>
                <a:cubicBezTo>
                  <a:pt x="15125" y="99610"/>
                  <a:pt x="15536" y="101070"/>
                  <a:pt x="16358" y="101972"/>
                </a:cubicBezTo>
                <a:cubicBezTo>
                  <a:pt x="17181" y="102874"/>
                  <a:pt x="18415" y="103325"/>
                  <a:pt x="20060" y="103325"/>
                </a:cubicBezTo>
                <a:cubicBezTo>
                  <a:pt x="21015" y="103325"/>
                  <a:pt x="21971" y="103139"/>
                  <a:pt x="22926" y="102768"/>
                </a:cubicBezTo>
                <a:cubicBezTo>
                  <a:pt x="23881" y="102396"/>
                  <a:pt x="24903" y="101813"/>
                  <a:pt x="25990" y="101017"/>
                </a:cubicBezTo>
                <a:cubicBezTo>
                  <a:pt x="27078" y="100221"/>
                  <a:pt x="28272" y="99199"/>
                  <a:pt x="29573" y="97952"/>
                </a:cubicBezTo>
                <a:cubicBezTo>
                  <a:pt x="30873" y="96705"/>
                  <a:pt x="32319" y="95206"/>
                  <a:pt x="33911" y="93454"/>
                </a:cubicBezTo>
                <a:lnTo>
                  <a:pt x="39324" y="98708"/>
                </a:lnTo>
                <a:cubicBezTo>
                  <a:pt x="36564" y="101521"/>
                  <a:pt x="34057" y="103896"/>
                  <a:pt x="31802" y="105833"/>
                </a:cubicBezTo>
                <a:cubicBezTo>
                  <a:pt x="29546" y="107770"/>
                  <a:pt x="27410" y="109348"/>
                  <a:pt x="25393" y="110569"/>
                </a:cubicBezTo>
                <a:cubicBezTo>
                  <a:pt x="23377" y="111790"/>
                  <a:pt x="21400" y="112665"/>
                  <a:pt x="19463" y="113196"/>
                </a:cubicBezTo>
                <a:cubicBezTo>
                  <a:pt x="17526" y="113727"/>
                  <a:pt x="15470" y="113992"/>
                  <a:pt x="13294" y="113992"/>
                </a:cubicBezTo>
                <a:cubicBezTo>
                  <a:pt x="11277" y="113992"/>
                  <a:pt x="9460" y="113620"/>
                  <a:pt x="7841" y="112877"/>
                </a:cubicBezTo>
                <a:cubicBezTo>
                  <a:pt x="6222" y="112135"/>
                  <a:pt x="4829" y="111113"/>
                  <a:pt x="3662" y="109813"/>
                </a:cubicBezTo>
                <a:cubicBezTo>
                  <a:pt x="2494" y="108513"/>
                  <a:pt x="1592" y="106960"/>
                  <a:pt x="955" y="105156"/>
                </a:cubicBezTo>
                <a:cubicBezTo>
                  <a:pt x="318" y="103352"/>
                  <a:pt x="0" y="101362"/>
                  <a:pt x="0" y="99186"/>
                </a:cubicBezTo>
                <a:cubicBezTo>
                  <a:pt x="0" y="97434"/>
                  <a:pt x="212" y="95259"/>
                  <a:pt x="637" y="92658"/>
                </a:cubicBezTo>
                <a:cubicBezTo>
                  <a:pt x="1061" y="90058"/>
                  <a:pt x="1605" y="87232"/>
                  <a:pt x="2269" y="84180"/>
                </a:cubicBezTo>
                <a:cubicBezTo>
                  <a:pt x="2932" y="81129"/>
                  <a:pt x="3662" y="77932"/>
                  <a:pt x="4458" y="74588"/>
                </a:cubicBezTo>
                <a:cubicBezTo>
                  <a:pt x="5254" y="71245"/>
                  <a:pt x="6037" y="67928"/>
                  <a:pt x="6806" y="64638"/>
                </a:cubicBezTo>
                <a:cubicBezTo>
                  <a:pt x="7576" y="61348"/>
                  <a:pt x="8265" y="58177"/>
                  <a:pt x="8876" y="55125"/>
                </a:cubicBezTo>
                <a:cubicBezTo>
                  <a:pt x="9486" y="52074"/>
                  <a:pt x="9924" y="49301"/>
                  <a:pt x="10189" y="46807"/>
                </a:cubicBezTo>
                <a:cubicBezTo>
                  <a:pt x="10295" y="46382"/>
                  <a:pt x="10348" y="45971"/>
                  <a:pt x="10348" y="45573"/>
                </a:cubicBezTo>
                <a:cubicBezTo>
                  <a:pt x="10348" y="45175"/>
                  <a:pt x="10348" y="44817"/>
                  <a:pt x="10348" y="44498"/>
                </a:cubicBezTo>
                <a:cubicBezTo>
                  <a:pt x="10242" y="42429"/>
                  <a:pt x="9513" y="40916"/>
                  <a:pt x="8159" y="39961"/>
                </a:cubicBezTo>
                <a:cubicBezTo>
                  <a:pt x="6806" y="39006"/>
                  <a:pt x="4405" y="38475"/>
                  <a:pt x="955" y="38369"/>
                </a:cubicBezTo>
                <a:lnTo>
                  <a:pt x="1910" y="32956"/>
                </a:lnTo>
                <a:lnTo>
                  <a:pt x="24995" y="32080"/>
                </a:lnTo>
                <a:lnTo>
                  <a:pt x="28896" y="32080"/>
                </a:lnTo>
                <a:lnTo>
                  <a:pt x="17115" y="850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" name="text-378 )">
            <a:extLst xmlns:a="http://schemas.openxmlformats.org/drawingml/2006/main">
              <a:ext uri="{FF2B5EF4-FFF2-40B4-BE49-F238E27FC236}">
                <a16:creationId xmlns:a16="http://schemas.microsoft.com/office/drawing/2014/main" id="{EF2BA222-04CA-4562-A790-BE67ADDF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5653" y="1475642"/>
            <a:ext cx="134853" cy="317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387" name="path-379">
            <a:extLst xmlns:a="http://schemas.openxmlformats.org/drawingml/2006/main">
              <a:ext uri="{FF2B5EF4-FFF2-40B4-BE49-F238E27FC236}">
                <a16:creationId xmlns:a16="http://schemas.microsoft.com/office/drawing/2014/main" id="{8812B729-CCAC-4B54-975E-54430CBA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695" y="1516630"/>
            <a:ext cx="92817" cy="103245"/>
          </a:xfrm>
          <a:custGeom xmlns:a="http://schemas.openxmlformats.org/drawingml/2006/main">
            <a:pathLst>
              <a:path w="92817" h="103245">
                <a:moveTo>
                  <a:pt x="10269" y="103245"/>
                </a:moveTo>
                <a:lnTo>
                  <a:pt x="11304" y="98390"/>
                </a:lnTo>
                <a:cubicBezTo>
                  <a:pt x="12630" y="98071"/>
                  <a:pt x="13771" y="97793"/>
                  <a:pt x="14727" y="97554"/>
                </a:cubicBezTo>
                <a:cubicBezTo>
                  <a:pt x="15682" y="97315"/>
                  <a:pt x="16504" y="96997"/>
                  <a:pt x="17194" y="96599"/>
                </a:cubicBezTo>
                <a:cubicBezTo>
                  <a:pt x="17884" y="96201"/>
                  <a:pt x="18481" y="95657"/>
                  <a:pt x="18985" y="94967"/>
                </a:cubicBezTo>
                <a:cubicBezTo>
                  <a:pt x="19490" y="94277"/>
                  <a:pt x="19980" y="93335"/>
                  <a:pt x="20458" y="92141"/>
                </a:cubicBezTo>
                <a:cubicBezTo>
                  <a:pt x="20936" y="90947"/>
                  <a:pt x="21413" y="89395"/>
                  <a:pt x="21891" y="87484"/>
                </a:cubicBezTo>
                <a:cubicBezTo>
                  <a:pt x="22369" y="85574"/>
                  <a:pt x="22926" y="83212"/>
                  <a:pt x="23563" y="80399"/>
                </a:cubicBezTo>
                <a:lnTo>
                  <a:pt x="39642" y="8438"/>
                </a:lnTo>
                <a:lnTo>
                  <a:pt x="28657" y="8438"/>
                </a:lnTo>
                <a:cubicBezTo>
                  <a:pt x="26906" y="8438"/>
                  <a:pt x="25420" y="8491"/>
                  <a:pt x="24199" y="8597"/>
                </a:cubicBezTo>
                <a:cubicBezTo>
                  <a:pt x="22979" y="8703"/>
                  <a:pt x="21864" y="8982"/>
                  <a:pt x="20856" y="9433"/>
                </a:cubicBezTo>
                <a:cubicBezTo>
                  <a:pt x="19848" y="9884"/>
                  <a:pt x="18906" y="10508"/>
                  <a:pt x="18030" y="11304"/>
                </a:cubicBezTo>
                <a:cubicBezTo>
                  <a:pt x="17155" y="12100"/>
                  <a:pt x="16252" y="13188"/>
                  <a:pt x="15324" y="14567"/>
                </a:cubicBezTo>
                <a:cubicBezTo>
                  <a:pt x="14395" y="15947"/>
                  <a:pt x="13387" y="17645"/>
                  <a:pt x="12299" y="19662"/>
                </a:cubicBezTo>
                <a:cubicBezTo>
                  <a:pt x="11211" y="21679"/>
                  <a:pt x="9950" y="24093"/>
                  <a:pt x="8518" y="26906"/>
                </a:cubicBezTo>
                <a:lnTo>
                  <a:pt x="0" y="26906"/>
                </a:lnTo>
                <a:lnTo>
                  <a:pt x="5970" y="0"/>
                </a:lnTo>
                <a:lnTo>
                  <a:pt x="92817" y="0"/>
                </a:lnTo>
                <a:lnTo>
                  <a:pt x="86370" y="28100"/>
                </a:lnTo>
                <a:lnTo>
                  <a:pt x="78011" y="28100"/>
                </a:lnTo>
                <a:lnTo>
                  <a:pt x="78011" y="23563"/>
                </a:lnTo>
                <a:cubicBezTo>
                  <a:pt x="78011" y="22713"/>
                  <a:pt x="77971" y="21745"/>
                  <a:pt x="77892" y="20657"/>
                </a:cubicBezTo>
                <a:cubicBezTo>
                  <a:pt x="77812" y="19569"/>
                  <a:pt x="77693" y="18481"/>
                  <a:pt x="77534" y="17393"/>
                </a:cubicBezTo>
                <a:cubicBezTo>
                  <a:pt x="77374" y="16305"/>
                  <a:pt x="77189" y="15297"/>
                  <a:pt x="76976" y="14368"/>
                </a:cubicBezTo>
                <a:cubicBezTo>
                  <a:pt x="76764" y="13440"/>
                  <a:pt x="76525" y="12683"/>
                  <a:pt x="76260" y="12100"/>
                </a:cubicBezTo>
                <a:cubicBezTo>
                  <a:pt x="75888" y="11357"/>
                  <a:pt x="75504" y="10746"/>
                  <a:pt x="75106" y="10269"/>
                </a:cubicBezTo>
                <a:cubicBezTo>
                  <a:pt x="74708" y="9791"/>
                  <a:pt x="74204" y="9420"/>
                  <a:pt x="73593" y="9154"/>
                </a:cubicBezTo>
                <a:cubicBezTo>
                  <a:pt x="72983" y="8889"/>
                  <a:pt x="72253" y="8703"/>
                  <a:pt x="71404" y="8597"/>
                </a:cubicBezTo>
                <a:cubicBezTo>
                  <a:pt x="70555" y="8491"/>
                  <a:pt x="69467" y="8438"/>
                  <a:pt x="68140" y="8438"/>
                </a:cubicBezTo>
                <a:lnTo>
                  <a:pt x="55324" y="8438"/>
                </a:lnTo>
                <a:lnTo>
                  <a:pt x="38926" y="81036"/>
                </a:lnTo>
                <a:cubicBezTo>
                  <a:pt x="38342" y="83477"/>
                  <a:pt x="37931" y="85560"/>
                  <a:pt x="37692" y="87285"/>
                </a:cubicBezTo>
                <a:cubicBezTo>
                  <a:pt x="37453" y="89010"/>
                  <a:pt x="37334" y="90562"/>
                  <a:pt x="37334" y="91942"/>
                </a:cubicBezTo>
                <a:cubicBezTo>
                  <a:pt x="37387" y="93003"/>
                  <a:pt x="37546" y="93919"/>
                  <a:pt x="37812" y="94688"/>
                </a:cubicBezTo>
                <a:cubicBezTo>
                  <a:pt x="38077" y="95458"/>
                  <a:pt x="38555" y="96108"/>
                  <a:pt x="39244" y="96638"/>
                </a:cubicBezTo>
                <a:cubicBezTo>
                  <a:pt x="39934" y="97169"/>
                  <a:pt x="40863" y="97567"/>
                  <a:pt x="42031" y="97832"/>
                </a:cubicBezTo>
                <a:cubicBezTo>
                  <a:pt x="43198" y="98098"/>
                  <a:pt x="44711" y="98284"/>
                  <a:pt x="46568" y="98390"/>
                </a:cubicBezTo>
                <a:lnTo>
                  <a:pt x="45453" y="103245"/>
                </a:lnTo>
                <a:lnTo>
                  <a:pt x="10269" y="1032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" name="text-380 /">
            <a:extLst xmlns:a="http://schemas.openxmlformats.org/drawingml/2006/main">
              <a:ext uri="{FF2B5EF4-FFF2-40B4-BE49-F238E27FC236}">
                <a16:creationId xmlns:a16="http://schemas.microsoft.com/office/drawing/2014/main" id="{FCD4C975-D378-43AB-B5B9-8C0D9433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8966" y="1475676"/>
            <a:ext cx="151887" cy="31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/</a:t>
            </a:r>
          </a:p>
        </p:txBody>
      </p:sp>
      <p:sp>
        <p:nvSpPr>
          <p:cNvPr id="389" name="text-381 𝑑">
            <a:extLst xmlns:a="http://schemas.openxmlformats.org/drawingml/2006/main">
              <a:ext uri="{FF2B5EF4-FFF2-40B4-BE49-F238E27FC236}">
                <a16:creationId xmlns:a16="http://schemas.microsoft.com/office/drawing/2014/main" id="{E3D68717-E477-4725-8736-E5899176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9749" y="1475589"/>
            <a:ext cx="172151" cy="317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𝑑</a:t>
            </a:r>
          </a:p>
        </p:txBody>
      </p:sp>
      <p:sp>
        <p:nvSpPr>
          <p:cNvPr id="390" name="text-382 Head">
            <a:extLst xmlns:a="http://schemas.openxmlformats.org/drawingml/2006/main">
              <a:ext uri="{FF2B5EF4-FFF2-40B4-BE49-F238E27FC236}">
                <a16:creationId xmlns:a16="http://schemas.microsoft.com/office/drawing/2014/main" id="{01892860-2AC7-42C5-8A8E-7E852585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5551" y="918470"/>
            <a:ext cx="519206" cy="317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Head</a:t>
            </a:r>
          </a:p>
        </p:txBody>
      </p:sp>
      <p:sp>
        <p:nvSpPr>
          <p:cNvPr id="391" name="text-383 ℎ">
            <a:extLst xmlns:a="http://schemas.openxmlformats.org/drawingml/2006/main">
              <a:ext uri="{FF2B5EF4-FFF2-40B4-BE49-F238E27FC236}">
                <a16:creationId xmlns:a16="http://schemas.microsoft.com/office/drawing/2014/main" id="{8E8E70F3-50A3-4DFC-82A9-8BF5E7FD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0584" y="918563"/>
            <a:ext cx="166501" cy="317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785" b="0" i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ℎ</a:t>
            </a:r>
          </a:p>
        </p:txBody>
      </p:sp>
      <p:sp>
        <p:nvSpPr>
          <p:cNvPr id="392" name="text-384 Softmax">
            <a:extLst xmlns:a="http://schemas.openxmlformats.org/drawingml/2006/main">
              <a:ext uri="{FF2B5EF4-FFF2-40B4-BE49-F238E27FC236}">
                <a16:creationId xmlns:a16="http://schemas.microsoft.com/office/drawing/2014/main" id="{9ACD502C-A190-4FC7-97E7-E7CCE1D4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2814" y="2163629"/>
            <a:ext cx="808734" cy="317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Softmax</a:t>
            </a:r>
          </a:p>
        </p:txBody>
      </p:sp>
      <p:sp>
        <p:nvSpPr>
          <p:cNvPr id="393" name="text-384 Operation">
            <a:extLst xmlns:a="http://schemas.openxmlformats.org/drawingml/2006/main">
              <a:ext uri="{FF2B5EF4-FFF2-40B4-BE49-F238E27FC236}">
                <a16:creationId xmlns:a16="http://schemas.microsoft.com/office/drawing/2014/main" id="{A4312BBC-94C9-415A-9794-1E60B337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7394" y="2163551"/>
            <a:ext cx="947227" cy="31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Operation</a:t>
            </a:r>
          </a:p>
        </p:txBody>
      </p:sp>
      <p:sp>
        <p:nvSpPr>
          <p:cNvPr id="394" name="path-385">
            <a:extLst xmlns:a="http://schemas.openxmlformats.org/drawingml/2006/main">
              <a:ext uri="{FF2B5EF4-FFF2-40B4-BE49-F238E27FC236}">
                <a16:creationId xmlns:a16="http://schemas.microsoft.com/office/drawing/2014/main" id="{D2626DD7-9A3C-4AEF-B34E-B1975B8C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3016" y="2429902"/>
            <a:ext cx="127464" cy="959433"/>
          </a:xfrm>
          <a:custGeom xmlns:a="http://schemas.openxmlformats.org/drawingml/2006/main">
            <a:pathLst>
              <a:path w="127464" h="959433">
                <a:moveTo>
                  <a:pt x="25040" y="959433"/>
                </a:moveTo>
                <a:lnTo>
                  <a:pt x="35766" y="859300"/>
                </a:lnTo>
                <a:lnTo>
                  <a:pt x="10726" y="856619"/>
                </a:lnTo>
                <a:lnTo>
                  <a:pt x="0" y="956764"/>
                </a:lnTo>
                <a:lnTo>
                  <a:pt x="25040" y="959433"/>
                </a:lnTo>
                <a:moveTo>
                  <a:pt x="43798" y="784194"/>
                </a:moveTo>
                <a:lnTo>
                  <a:pt x="54523" y="684048"/>
                </a:lnTo>
                <a:lnTo>
                  <a:pt x="29484" y="681380"/>
                </a:lnTo>
                <a:lnTo>
                  <a:pt x="18770" y="781513"/>
                </a:lnTo>
                <a:lnTo>
                  <a:pt x="43798" y="784194"/>
                </a:lnTo>
                <a:moveTo>
                  <a:pt x="62567" y="608955"/>
                </a:moveTo>
                <a:lnTo>
                  <a:pt x="73280" y="508809"/>
                </a:lnTo>
                <a:lnTo>
                  <a:pt x="48241" y="506128"/>
                </a:lnTo>
                <a:lnTo>
                  <a:pt x="37527" y="606274"/>
                </a:lnTo>
                <a:lnTo>
                  <a:pt x="62567" y="608955"/>
                </a:lnTo>
                <a:moveTo>
                  <a:pt x="81325" y="433704"/>
                </a:moveTo>
                <a:lnTo>
                  <a:pt x="92038" y="333571"/>
                </a:lnTo>
                <a:lnTo>
                  <a:pt x="67011" y="330890"/>
                </a:lnTo>
                <a:lnTo>
                  <a:pt x="56286" y="431023"/>
                </a:lnTo>
                <a:lnTo>
                  <a:pt x="81325" y="433704"/>
                </a:lnTo>
                <a:moveTo>
                  <a:pt x="100083" y="258465"/>
                </a:moveTo>
                <a:lnTo>
                  <a:pt x="110809" y="158319"/>
                </a:lnTo>
                <a:lnTo>
                  <a:pt x="85769" y="155638"/>
                </a:lnTo>
                <a:lnTo>
                  <a:pt x="75043" y="255784"/>
                </a:lnTo>
                <a:lnTo>
                  <a:pt x="100083" y="258465"/>
                </a:lnTo>
                <a:moveTo>
                  <a:pt x="118840" y="83213"/>
                </a:moveTo>
                <a:lnTo>
                  <a:pt x="127464" y="2669"/>
                </a:lnTo>
                <a:lnTo>
                  <a:pt x="102437" y="0"/>
                </a:lnTo>
                <a:lnTo>
                  <a:pt x="93813" y="80532"/>
                </a:lnTo>
                <a:lnTo>
                  <a:pt x="118840" y="832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" name="path-386">
            <a:extLst xmlns:a="http://schemas.openxmlformats.org/drawingml/2006/main">
              <a:ext uri="{FF2B5EF4-FFF2-40B4-BE49-F238E27FC236}">
                <a16:creationId xmlns:a16="http://schemas.microsoft.com/office/drawing/2014/main" id="{674AD05F-D8AA-4A18-9AC5-F5F74175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112" y="2644860"/>
            <a:ext cx="825033" cy="752457"/>
          </a:xfrm>
          <a:custGeom xmlns:a="http://schemas.openxmlformats.org/drawingml/2006/main">
            <a:pathLst>
              <a:path w="825033" h="752457">
                <a:moveTo>
                  <a:pt x="808101" y="752457"/>
                </a:moveTo>
                <a:lnTo>
                  <a:pt x="733549" y="684754"/>
                </a:lnTo>
                <a:lnTo>
                  <a:pt x="750468" y="666122"/>
                </a:lnTo>
                <a:lnTo>
                  <a:pt x="825033" y="733825"/>
                </a:lnTo>
                <a:lnTo>
                  <a:pt x="808101" y="752457"/>
                </a:lnTo>
                <a:moveTo>
                  <a:pt x="677628" y="633982"/>
                </a:moveTo>
                <a:lnTo>
                  <a:pt x="603064" y="566278"/>
                </a:lnTo>
                <a:lnTo>
                  <a:pt x="619996" y="547634"/>
                </a:lnTo>
                <a:lnTo>
                  <a:pt x="694548" y="615338"/>
                </a:lnTo>
                <a:lnTo>
                  <a:pt x="677628" y="633982"/>
                </a:lnTo>
                <a:moveTo>
                  <a:pt x="547143" y="515495"/>
                </a:moveTo>
                <a:lnTo>
                  <a:pt x="472591" y="447791"/>
                </a:lnTo>
                <a:lnTo>
                  <a:pt x="489523" y="429147"/>
                </a:lnTo>
                <a:lnTo>
                  <a:pt x="564075" y="496850"/>
                </a:lnTo>
                <a:lnTo>
                  <a:pt x="547143" y="515495"/>
                </a:lnTo>
                <a:moveTo>
                  <a:pt x="416671" y="397007"/>
                </a:moveTo>
                <a:lnTo>
                  <a:pt x="342119" y="329303"/>
                </a:lnTo>
                <a:lnTo>
                  <a:pt x="359038" y="310671"/>
                </a:lnTo>
                <a:lnTo>
                  <a:pt x="433603" y="378375"/>
                </a:lnTo>
                <a:lnTo>
                  <a:pt x="416671" y="397007"/>
                </a:lnTo>
                <a:moveTo>
                  <a:pt x="286199" y="278532"/>
                </a:moveTo>
                <a:lnTo>
                  <a:pt x="211634" y="210828"/>
                </a:lnTo>
                <a:lnTo>
                  <a:pt x="228566" y="192183"/>
                </a:lnTo>
                <a:lnTo>
                  <a:pt x="303118" y="259888"/>
                </a:lnTo>
                <a:lnTo>
                  <a:pt x="286199" y="278532"/>
                </a:lnTo>
                <a:moveTo>
                  <a:pt x="155714" y="160044"/>
                </a:moveTo>
                <a:lnTo>
                  <a:pt x="81162" y="92340"/>
                </a:lnTo>
                <a:lnTo>
                  <a:pt x="98081" y="73696"/>
                </a:lnTo>
                <a:lnTo>
                  <a:pt x="172646" y="141400"/>
                </a:lnTo>
                <a:lnTo>
                  <a:pt x="155714" y="160044"/>
                </a:lnTo>
                <a:moveTo>
                  <a:pt x="25241" y="41556"/>
                </a:moveTo>
                <a:lnTo>
                  <a:pt x="0" y="18631"/>
                </a:lnTo>
                <a:lnTo>
                  <a:pt x="16920" y="0"/>
                </a:lnTo>
                <a:lnTo>
                  <a:pt x="42173" y="22924"/>
                </a:lnTo>
                <a:lnTo>
                  <a:pt x="25241" y="4155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" name="text-387 MOE">
            <a:extLst xmlns:a="http://schemas.openxmlformats.org/drawingml/2006/main">
              <a:ext uri="{FF2B5EF4-FFF2-40B4-BE49-F238E27FC236}">
                <a16:creationId xmlns:a16="http://schemas.microsoft.com/office/drawing/2014/main" id="{1039D400-B229-408F-923C-1F10F051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5806" y="724678"/>
            <a:ext cx="582210" cy="317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5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MOE</a:t>
            </a:r>
          </a:p>
        </p:txBody>
      </p:sp>
      <p:sp>
        <p:nvSpPr>
          <p:cNvPr id="397" name="text-388 PMA">
            <a:extLst xmlns:a="http://schemas.openxmlformats.org/drawingml/2006/main">
              <a:ext uri="{FF2B5EF4-FFF2-40B4-BE49-F238E27FC236}">
                <a16:creationId xmlns:a16="http://schemas.microsoft.com/office/drawing/2014/main" id="{ACB63A22-65C5-466F-8EC4-FD164746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2202" y="538952"/>
            <a:ext cx="556953" cy="317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6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PMA</a:t>
            </a:r>
          </a:p>
        </p:txBody>
      </p:sp>
      <p:pic>
        <p:nvPic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37110358-6771-45C8-9C1D-F0700DC5B5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76227d05b4f5d"/>
          <a:stretch xmlns:a="http://schemas.openxmlformats.org/drawingml/2006/main"/>
        </p:blipFill>
        <p:spPr>
          <a:xfrm xmlns:a="http://schemas.openxmlformats.org/drawingml/2006/main">
            <a:off x="7289228" y="5338060"/>
            <a:ext cx="1148671" cy="466906"/>
          </a:xfrm>
          <a:prstGeom xmlns:a="http://schemas.openxmlformats.org/drawingml/2006/main" prst="rect">
            <a:avLst/>
          </a:prstGeom>
        </p:spPr>
      </p:pic>
      <p:sp>
        <p:nvSpPr>
          <p:cNvPr id="399" name="text-390 Linear">
            <a:extLst xmlns:a="http://schemas.openxmlformats.org/drawingml/2006/main">
              <a:ext uri="{FF2B5EF4-FFF2-40B4-BE49-F238E27FC236}">
                <a16:creationId xmlns:a16="http://schemas.microsoft.com/office/drawing/2014/main" id="{E79B3A1E-CEE2-4D84-A5B9-286CCE86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0405" y="5395736"/>
            <a:ext cx="632438" cy="317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</p:txBody>
      </p:sp>
      <p:pic>
        <p:nvPic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961CA42B-FAB7-41F2-BEAE-92CB1DDE36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7291840fe4de7"/>
          <a:stretch xmlns:a="http://schemas.openxmlformats.org/drawingml/2006/main"/>
        </p:blipFill>
        <p:spPr>
          <a:xfrm xmlns:a="http://schemas.openxmlformats.org/drawingml/2006/main">
            <a:off x="7283563" y="4836388"/>
            <a:ext cx="1148671" cy="466906"/>
          </a:xfrm>
          <a:prstGeom xmlns:a="http://schemas.openxmlformats.org/drawingml/2006/main" prst="rect">
            <a:avLst/>
          </a:prstGeom>
        </p:spPr>
      </p:pic>
      <p:sp>
        <p:nvSpPr>
          <p:cNvPr id="401" name="text-392 Conv1d">
            <a:extLst xmlns:a="http://schemas.openxmlformats.org/drawingml/2006/main">
              <a:ext uri="{FF2B5EF4-FFF2-40B4-BE49-F238E27FC236}">
                <a16:creationId xmlns:a16="http://schemas.microsoft.com/office/drawing/2014/main" id="{6253E3C4-8AFC-4BBD-A555-D6B1DB55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1794" y="4894240"/>
            <a:ext cx="758371" cy="317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Conv1d</a:t>
            </a:r>
          </a:p>
        </p:txBody>
      </p:sp>
      <p:sp>
        <p:nvSpPr>
          <p:cNvPr id="402" name="path-393">
            <a:extLst xmlns:a="http://schemas.openxmlformats.org/drawingml/2006/main">
              <a:ext uri="{FF2B5EF4-FFF2-40B4-BE49-F238E27FC236}">
                <a16:creationId xmlns:a16="http://schemas.microsoft.com/office/drawing/2014/main" id="{4D4EB36B-E6E7-44C9-AABB-7903E94C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9688" y="3648593"/>
            <a:ext cx="50356" cy="214101"/>
          </a:xfrm>
          <a:custGeom xmlns:a="http://schemas.openxmlformats.org/drawingml/2006/main">
            <a:pathLst>
              <a:path w="50356" h="214101">
                <a:moveTo>
                  <a:pt x="0" y="75307"/>
                </a:moveTo>
                <a:lnTo>
                  <a:pt x="25178" y="75534"/>
                </a:lnTo>
                <a:lnTo>
                  <a:pt x="50356" y="75748"/>
                </a:lnTo>
                <a:lnTo>
                  <a:pt x="25846" y="0"/>
                </a:lnTo>
                <a:lnTo>
                  <a:pt x="0" y="75307"/>
                </a:lnTo>
                <a:moveTo>
                  <a:pt x="33399" y="214101"/>
                </a:moveTo>
                <a:lnTo>
                  <a:pt x="34947" y="37843"/>
                </a:lnTo>
                <a:lnTo>
                  <a:pt x="16076" y="37679"/>
                </a:lnTo>
                <a:lnTo>
                  <a:pt x="14514" y="213925"/>
                </a:lnTo>
                <a:lnTo>
                  <a:pt x="33399" y="21410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EBBB2052-B5A7-4C6E-90FF-B05C337849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e154eae524780"/>
          <a:stretch xmlns:a="http://schemas.openxmlformats.org/drawingml/2006/main"/>
        </p:blipFill>
        <p:spPr>
          <a:xfrm xmlns:a="http://schemas.openxmlformats.org/drawingml/2006/main">
            <a:off x="6859944" y="2970211"/>
            <a:ext cx="1954997" cy="771275"/>
          </a:xfrm>
          <a:prstGeom xmlns:a="http://schemas.openxmlformats.org/drawingml/2006/main" prst="rect">
            <a:avLst/>
          </a:prstGeom>
        </p:spPr>
      </p:pic>
      <p:sp>
        <p:nvSpPr>
          <p:cNvPr id="404" name="text-395 SSM">
            <a:extLst xmlns:a="http://schemas.openxmlformats.org/drawingml/2006/main">
              <a:ext uri="{FF2B5EF4-FFF2-40B4-BE49-F238E27FC236}">
                <a16:creationId xmlns:a16="http://schemas.microsoft.com/office/drawing/2014/main" id="{7E2D8784-ECE2-4710-A106-9A2D0AB2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8097" y="3044087"/>
            <a:ext cx="506436" cy="31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4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4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4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SSM</a:t>
            </a:r>
          </a:p>
        </p:txBody>
      </p:sp>
      <p:sp>
        <p:nvSpPr>
          <p:cNvPr id="405" name="text-395 &amp;">
            <a:extLst xmlns:a="http://schemas.openxmlformats.org/drawingml/2006/main">
              <a:ext uri="{FF2B5EF4-FFF2-40B4-BE49-F238E27FC236}">
                <a16:creationId xmlns:a16="http://schemas.microsoft.com/office/drawing/2014/main" id="{49F09A99-C7FF-4666-B4C6-CF1CBF31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0541" y="3043946"/>
            <a:ext cx="229566" cy="317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5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&amp;</a:t>
            </a:r>
          </a:p>
        </p:txBody>
      </p:sp>
      <p:sp>
        <p:nvSpPr>
          <p:cNvPr id="406" name="text-395 PMA">
            <a:extLst xmlns:a="http://schemas.openxmlformats.org/drawingml/2006/main">
              <a:ext uri="{FF2B5EF4-FFF2-40B4-BE49-F238E27FC236}">
                <a16:creationId xmlns:a16="http://schemas.microsoft.com/office/drawing/2014/main" id="{9D2C3CCF-D744-468D-9FEA-4BC5449D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6027" y="3043875"/>
            <a:ext cx="556952" cy="31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6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PMA</a:t>
            </a:r>
          </a:p>
        </p:txBody>
      </p:sp>
      <p:sp>
        <p:nvSpPr>
          <p:cNvPr id="407" name="text-396 Fusion">
            <a:extLst xmlns:a="http://schemas.openxmlformats.org/drawingml/2006/main">
              <a:ext uri="{FF2B5EF4-FFF2-40B4-BE49-F238E27FC236}">
                <a16:creationId xmlns:a16="http://schemas.microsoft.com/office/drawing/2014/main" id="{880C84D7-3FC7-4B33-946B-8DE2869C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2822" y="3315916"/>
            <a:ext cx="695559" cy="317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5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Fusion</a:t>
            </a:r>
          </a:p>
        </p:txBody>
      </p:sp>
      <p:sp>
        <p:nvSpPr>
          <p:cNvPr id="408" name="path-397">
            <a:extLst xmlns:a="http://schemas.openxmlformats.org/drawingml/2006/main">
              <a:ext uri="{FF2B5EF4-FFF2-40B4-BE49-F238E27FC236}">
                <a16:creationId xmlns:a16="http://schemas.microsoft.com/office/drawing/2014/main" id="{AD059E5A-4F42-453B-8291-87FAD6C9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9011" y="2508659"/>
            <a:ext cx="50356" cy="717019"/>
          </a:xfrm>
          <a:custGeom xmlns:a="http://schemas.openxmlformats.org/drawingml/2006/main">
            <a:pathLst>
              <a:path w="50356" h="717019">
                <a:moveTo>
                  <a:pt x="50356" y="75333"/>
                </a:moveTo>
                <a:lnTo>
                  <a:pt x="25178" y="75534"/>
                </a:lnTo>
                <a:lnTo>
                  <a:pt x="0" y="75735"/>
                </a:lnTo>
                <a:lnTo>
                  <a:pt x="24587" y="0"/>
                </a:lnTo>
                <a:lnTo>
                  <a:pt x="50356" y="75333"/>
                </a:lnTo>
                <a:moveTo>
                  <a:pt x="20811" y="717019"/>
                </a:moveTo>
                <a:lnTo>
                  <a:pt x="15448" y="37843"/>
                </a:lnTo>
                <a:lnTo>
                  <a:pt x="34331" y="37691"/>
                </a:lnTo>
                <a:lnTo>
                  <a:pt x="39694" y="716868"/>
                </a:lnTo>
                <a:lnTo>
                  <a:pt x="20811" y="717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" name="path-398">
            <a:extLst xmlns:a="http://schemas.openxmlformats.org/drawingml/2006/main">
              <a:ext uri="{FF2B5EF4-FFF2-40B4-BE49-F238E27FC236}">
                <a16:creationId xmlns:a16="http://schemas.microsoft.com/office/drawing/2014/main" id="{3E3B1141-2F4D-4186-85AB-7729C372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420" y="3475494"/>
            <a:ext cx="50356" cy="537550"/>
          </a:xfrm>
          <a:custGeom xmlns:a="http://schemas.openxmlformats.org/drawingml/2006/main">
            <a:pathLst>
              <a:path w="50356" h="537550">
                <a:moveTo>
                  <a:pt x="0" y="75534"/>
                </a:moveTo>
                <a:lnTo>
                  <a:pt x="25178" y="75534"/>
                </a:lnTo>
                <a:lnTo>
                  <a:pt x="50356" y="75534"/>
                </a:lnTo>
                <a:lnTo>
                  <a:pt x="25178" y="0"/>
                </a:lnTo>
                <a:lnTo>
                  <a:pt x="0" y="75534"/>
                </a:lnTo>
                <a:moveTo>
                  <a:pt x="34620" y="537550"/>
                </a:moveTo>
                <a:lnTo>
                  <a:pt x="34620" y="37767"/>
                </a:lnTo>
                <a:lnTo>
                  <a:pt x="15736" y="37767"/>
                </a:lnTo>
                <a:lnTo>
                  <a:pt x="15736" y="537550"/>
                </a:lnTo>
                <a:lnTo>
                  <a:pt x="34620" y="5375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685706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2026-10-14T12:16:55.7750000Z</dcterms:created>
  <dcterms:modified xsi:type="dcterms:W3CDTF">2026-10-14T12:16:55.7750000Z</dcterms:modified>
</coreProperties>
</file>