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29e1f3f3d64276" /><Relationship Type="http://schemas.openxmlformats.org/officeDocument/2006/relationships/extended-properties" Target="/docProps/app.xml" Id="Re78776eeb9d84914" /><Relationship Type="http://schemas.openxmlformats.org/officeDocument/2006/relationships/officeDocument" Target="/ppt/presentation.xml" Id="R83e63158a4b446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39d39a30c34851"/>
  </p:sldMasterIdLst>
  <p:notesMasterIdLst>
    <p:notesMasterId xmlns:r="http://schemas.openxmlformats.org/officeDocument/2006/relationships" r:id="R35dd6f9827854ec5"/>
  </p:notesMasterIdLst>
  <p:sldIdLst>
    <p:sldId xmlns:r="http://schemas.openxmlformats.org/officeDocument/2006/relationships" id="256" r:id="Rbb46921dae9c4840"/>
  </p:sldIdLst>
  <p:sldSz cx="13058775" cy="85248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a8e379db14478a" /><Relationship Type="http://schemas.openxmlformats.org/officeDocument/2006/relationships/slideMaster" Target="/ppt/slideMasters/slideMaster1.xml" Id="R4839d39a30c34851" /><Relationship Type="http://schemas.openxmlformats.org/officeDocument/2006/relationships/notesMaster" Target="/ppt/notesMasters/notesMaster1.xml" Id="R35dd6f9827854ec5" /><Relationship Type="http://schemas.openxmlformats.org/officeDocument/2006/relationships/presProps" Target="/ppt/presProps.xml" Id="R60b6f15e96ba4df0" /><Relationship Type="http://schemas.openxmlformats.org/officeDocument/2006/relationships/tableStyles" Target="/ppt/tableStyles.xml" Id="R8de85ac35e5a4c5c" /><Relationship Type="http://schemas.openxmlformats.org/officeDocument/2006/relationships/slide" Target="/ppt/slides/slide1.xml" Id="Rbb46921dae9c48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7eeb7ea29841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d6a2e4e1824c75" /><Relationship Type="http://schemas.openxmlformats.org/officeDocument/2006/relationships/notesMaster" Target="/ppt/notesMasters/notesMaster1.xml" Id="Ra190bd1334d44b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Figarium editable reconstruction — not author-provided PowerPoint.</a:t>
            </a:r>
          </a:p>
          <a:p xmlns:a="http://schemas.openxmlformats.org/drawingml/2006/main">
            <a:r>
              <a:t>SSM and PMA Fusion Module</a:t>
            </a:r>
          </a:p>
          <a:p xmlns:a="http://schemas.openxmlformats.org/drawingml/2006/main">
            <a:r>
              <a:t>Source: https://arxiv.org/abs/2505.03484v1</a:t>
            </a:r>
          </a:p>
          <a:p xmlns:a="http://schemas.openxmlformats.org/drawingml/2006/main">
            <a:r>
              <a:t>Approved image: image2.png; SHA-256: 771b5f5f195937e7d9598a981eab5c167bcc9917cc8a59630ef532845cf6ca1d</a:t>
            </a:r>
          </a:p>
          <a:p xmlns:a="http://schemas.openxmlformats.org/drawingml/2006/main">
            <a:r>
              <a:t>Text and vector paths are native editable PowerPoint objects. Arrow paths are not endpoint-bound connectors; plot paths are not data-bound charts. Photos/screenshots remain independent raster objects (8).</a:t>
            </a:r>
          </a:p>
          <a:p xmlns:a="http://schemas.openxmlformats.org/drawingml/2006/main">
            <a:r>
              <a:t>Font substitution: source PDF families mapped to Times New Roman, Cambria Math (installed Windows fonts); equations may use Cambria Math.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3f7d1b8d8d457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929fa0e1e0451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4ce25bf83f49b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08b4f90454498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c532ba95164fd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b13716a5c74b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6EFD83D-6B1E-4451-97CF-5096F03F0E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05878" y="3220508"/>
            <a:ext cx="10447020" cy="1231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1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6D5AF50-B4D1-4F96-8A96-31B3435C860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958816" y="4688681"/>
            <a:ext cx="9141143" cy="947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24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1E3445F-1322-46A9-97A1-56F2130A56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05878" y="3552031"/>
            <a:ext cx="10447020" cy="1420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4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782E2B9-6C1F-49DE-9746-F747EF1C58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4556" y="663046"/>
            <a:ext cx="11589663" cy="104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53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D295724-378C-4486-97C1-7642914CD4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34556" y="2368021"/>
            <a:ext cx="11589663" cy="53043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4852" indent="-244852">
              <a:lnSpc>
                <a:spcPct val="110000"/>
              </a:lnSpc>
              <a:spcBef>
                <a:spcPts val="0"/>
              </a:spcBef>
              <a:spcAft>
                <a:spcPts val="1285"/>
              </a:spcAft>
              <a:buChar char="•"/>
            </a:lvl1pPr>
            <a:lvl2pPr marL="571321" indent="-244852">
              <a:lnSpc>
                <a:spcPct val="110000"/>
              </a:lnSpc>
              <a:spcBef>
                <a:spcPts val="0"/>
              </a:spcBef>
              <a:spcAft>
                <a:spcPts val="1285"/>
              </a:spcAft>
              <a:buChar char="•"/>
            </a:lvl2pPr>
            <a:lvl3pPr marL="897791" indent="-244852">
              <a:lnSpc>
                <a:spcPct val="110000"/>
              </a:lnSpc>
              <a:spcBef>
                <a:spcPts val="0"/>
              </a:spcBef>
              <a:spcAft>
                <a:spcPts val="1285"/>
              </a:spcAft>
              <a:buChar char="•"/>
            </a:lvl3pPr>
            <a:lvl4pPr marL="1224260" indent="-244852">
              <a:lnSpc>
                <a:spcPct val="110000"/>
              </a:lnSpc>
              <a:spcBef>
                <a:spcPts val="0"/>
              </a:spcBef>
              <a:spcAft>
                <a:spcPts val="1285"/>
              </a:spcAft>
              <a:buChar char="•"/>
            </a:lvl4pPr>
            <a:lvl5pPr marL="1550730" indent="-244852">
              <a:lnSpc>
                <a:spcPct val="110000"/>
              </a:lnSpc>
              <a:spcBef>
                <a:spcPts val="0"/>
              </a:spcBef>
              <a:spcAft>
                <a:spcPts val="1285"/>
              </a:spcAft>
              <a:buChar char="•"/>
            </a:lvl5pPr>
            <a:lvl6pPr marL="1877199" indent="-244852">
              <a:lnSpc>
                <a:spcPct val="110000"/>
              </a:lnSpc>
              <a:spcBef>
                <a:spcPts val="0"/>
              </a:spcBef>
              <a:spcAft>
                <a:spcPts val="1285"/>
              </a:spcAft>
              <a:buChar char="•"/>
            </a:lvl6pPr>
            <a:lvl7pPr marL="2203668" indent="-244852">
              <a:lnSpc>
                <a:spcPct val="110000"/>
              </a:lnSpc>
              <a:spcBef>
                <a:spcPts val="0"/>
              </a:spcBef>
              <a:spcAft>
                <a:spcPts val="1285"/>
              </a:spcAft>
              <a:buChar char="•"/>
            </a:lvl7pPr>
            <a:lvl8pPr marL="2530138" indent="-244852">
              <a:lnSpc>
                <a:spcPct val="110000"/>
              </a:lnSpc>
              <a:spcBef>
                <a:spcPts val="0"/>
              </a:spcBef>
              <a:spcAft>
                <a:spcPts val="1285"/>
              </a:spcAft>
              <a:buChar char="•"/>
            </a:lvl8pPr>
            <a:lvl9pPr marL="2856607" indent="-244852">
              <a:lnSpc>
                <a:spcPct val="110000"/>
              </a:lnSpc>
              <a:spcBef>
                <a:spcPts val="0"/>
              </a:spcBef>
              <a:spcAft>
                <a:spcPts val="128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F1042CD-2B0E-42D4-BE74-2BBB883547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4556" y="663046"/>
            <a:ext cx="11589663" cy="104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53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B08E36C-1F98-48F2-9E42-EECF764A64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34556" y="2368021"/>
            <a:ext cx="5386745" cy="53043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4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4852" indent="-244852">
              <a:lnSpc>
                <a:spcPct val="110000"/>
              </a:lnSpc>
              <a:spcBef>
                <a:spcPts val="0"/>
              </a:spcBef>
              <a:spcAft>
                <a:spcPts val="1285"/>
              </a:spcAft>
              <a:buChar char="•"/>
            </a:lvl1pPr>
            <a:lvl2pPr marL="571321" indent="-244852">
              <a:lnSpc>
                <a:spcPct val="110000"/>
              </a:lnSpc>
              <a:spcBef>
                <a:spcPts val="0"/>
              </a:spcBef>
              <a:spcAft>
                <a:spcPts val="1285"/>
              </a:spcAft>
              <a:buChar char="•"/>
            </a:lvl2pPr>
            <a:lvl3pPr marL="897791" indent="-244852">
              <a:lnSpc>
                <a:spcPct val="110000"/>
              </a:lnSpc>
              <a:spcBef>
                <a:spcPts val="0"/>
              </a:spcBef>
              <a:spcAft>
                <a:spcPts val="1285"/>
              </a:spcAft>
              <a:buChar char="•"/>
            </a:lvl3pPr>
            <a:lvl4pPr marL="1224260" indent="-244852">
              <a:lnSpc>
                <a:spcPct val="110000"/>
              </a:lnSpc>
              <a:spcBef>
                <a:spcPts val="0"/>
              </a:spcBef>
              <a:spcAft>
                <a:spcPts val="1285"/>
              </a:spcAft>
              <a:buChar char="•"/>
            </a:lvl4pPr>
            <a:lvl5pPr marL="1550730" indent="-244852">
              <a:lnSpc>
                <a:spcPct val="110000"/>
              </a:lnSpc>
              <a:spcBef>
                <a:spcPts val="0"/>
              </a:spcBef>
              <a:spcAft>
                <a:spcPts val="1285"/>
              </a:spcAft>
              <a:buChar char="•"/>
            </a:lvl5pPr>
            <a:lvl6pPr marL="1877199" indent="-244852">
              <a:lnSpc>
                <a:spcPct val="110000"/>
              </a:lnSpc>
              <a:spcBef>
                <a:spcPts val="0"/>
              </a:spcBef>
              <a:spcAft>
                <a:spcPts val="1285"/>
              </a:spcAft>
              <a:buChar char="•"/>
            </a:lvl6pPr>
            <a:lvl7pPr marL="2203668" indent="-244852">
              <a:lnSpc>
                <a:spcPct val="110000"/>
              </a:lnSpc>
              <a:spcBef>
                <a:spcPts val="0"/>
              </a:spcBef>
              <a:spcAft>
                <a:spcPts val="1285"/>
              </a:spcAft>
              <a:buChar char="•"/>
            </a:lvl7pPr>
            <a:lvl8pPr marL="2530138" indent="-244852">
              <a:lnSpc>
                <a:spcPct val="110000"/>
              </a:lnSpc>
              <a:spcBef>
                <a:spcPts val="0"/>
              </a:spcBef>
              <a:spcAft>
                <a:spcPts val="1285"/>
              </a:spcAft>
              <a:buChar char="•"/>
            </a:lvl8pPr>
            <a:lvl9pPr marL="2856607" indent="-244852">
              <a:lnSpc>
                <a:spcPct val="110000"/>
              </a:lnSpc>
              <a:spcBef>
                <a:spcPts val="0"/>
              </a:spcBef>
              <a:spcAft>
                <a:spcPts val="1285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A931E01-AA3A-4A89-8FCF-3800DBF8815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937474" y="2368021"/>
            <a:ext cx="5386745" cy="53043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4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4852" indent="-244852">
              <a:lnSpc>
                <a:spcPct val="110000"/>
              </a:lnSpc>
              <a:spcBef>
                <a:spcPts val="0"/>
              </a:spcBef>
              <a:spcAft>
                <a:spcPts val="1285"/>
              </a:spcAft>
              <a:buChar char="•"/>
            </a:lvl1pPr>
            <a:lvl2pPr marL="571321" indent="-244852">
              <a:lnSpc>
                <a:spcPct val="110000"/>
              </a:lnSpc>
              <a:spcBef>
                <a:spcPts val="0"/>
              </a:spcBef>
              <a:spcAft>
                <a:spcPts val="1285"/>
              </a:spcAft>
              <a:buChar char="•"/>
            </a:lvl2pPr>
            <a:lvl3pPr marL="897791" indent="-244852">
              <a:lnSpc>
                <a:spcPct val="110000"/>
              </a:lnSpc>
              <a:spcBef>
                <a:spcPts val="0"/>
              </a:spcBef>
              <a:spcAft>
                <a:spcPts val="1285"/>
              </a:spcAft>
              <a:buChar char="•"/>
            </a:lvl3pPr>
            <a:lvl4pPr marL="1224260" indent="-244852">
              <a:lnSpc>
                <a:spcPct val="110000"/>
              </a:lnSpc>
              <a:spcBef>
                <a:spcPts val="0"/>
              </a:spcBef>
              <a:spcAft>
                <a:spcPts val="1285"/>
              </a:spcAft>
              <a:buChar char="•"/>
            </a:lvl4pPr>
            <a:lvl5pPr marL="1550730" indent="-244852">
              <a:lnSpc>
                <a:spcPct val="110000"/>
              </a:lnSpc>
              <a:spcBef>
                <a:spcPts val="0"/>
              </a:spcBef>
              <a:spcAft>
                <a:spcPts val="1285"/>
              </a:spcAft>
              <a:buChar char="•"/>
            </a:lvl5pPr>
            <a:lvl6pPr marL="1877199" indent="-244852">
              <a:lnSpc>
                <a:spcPct val="110000"/>
              </a:lnSpc>
              <a:spcBef>
                <a:spcPts val="0"/>
              </a:spcBef>
              <a:spcAft>
                <a:spcPts val="1285"/>
              </a:spcAft>
              <a:buChar char="•"/>
            </a:lvl6pPr>
            <a:lvl7pPr marL="2203668" indent="-244852">
              <a:lnSpc>
                <a:spcPct val="110000"/>
              </a:lnSpc>
              <a:spcBef>
                <a:spcPts val="0"/>
              </a:spcBef>
              <a:spcAft>
                <a:spcPts val="1285"/>
              </a:spcAft>
              <a:buChar char="•"/>
            </a:lvl7pPr>
            <a:lvl8pPr marL="2530138" indent="-244852">
              <a:lnSpc>
                <a:spcPct val="110000"/>
              </a:lnSpc>
              <a:spcBef>
                <a:spcPts val="0"/>
              </a:spcBef>
              <a:spcAft>
                <a:spcPts val="1285"/>
              </a:spcAft>
              <a:buChar char="•"/>
            </a:lvl8pPr>
            <a:lvl9pPr marL="2856607" indent="-244852">
              <a:lnSpc>
                <a:spcPct val="110000"/>
              </a:lnSpc>
              <a:spcBef>
                <a:spcPts val="0"/>
              </a:spcBef>
              <a:spcAft>
                <a:spcPts val="128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CE0E8E7-1F03-4AA8-A688-B5F1F75DE6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4556" y="663046"/>
            <a:ext cx="11589663" cy="104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53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2FC2B98-CD67-4CA4-80E9-D4F7953257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34556" y="2368021"/>
            <a:ext cx="5386745" cy="53043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4852" indent="-244852">
              <a:lnSpc>
                <a:spcPct val="110000"/>
              </a:lnSpc>
              <a:spcBef>
                <a:spcPts val="0"/>
              </a:spcBef>
              <a:spcAft>
                <a:spcPts val="1285"/>
              </a:spcAft>
              <a:buChar char="•"/>
            </a:lvl1pPr>
            <a:lvl2pPr marL="571321" indent="-244852">
              <a:lnSpc>
                <a:spcPct val="110000"/>
              </a:lnSpc>
              <a:spcBef>
                <a:spcPts val="0"/>
              </a:spcBef>
              <a:spcAft>
                <a:spcPts val="1285"/>
              </a:spcAft>
              <a:buChar char="•"/>
            </a:lvl2pPr>
            <a:lvl3pPr marL="897791" indent="-244852">
              <a:lnSpc>
                <a:spcPct val="110000"/>
              </a:lnSpc>
              <a:spcBef>
                <a:spcPts val="0"/>
              </a:spcBef>
              <a:spcAft>
                <a:spcPts val="1285"/>
              </a:spcAft>
              <a:buChar char="•"/>
            </a:lvl3pPr>
            <a:lvl4pPr marL="1224260" indent="-244852">
              <a:lnSpc>
                <a:spcPct val="110000"/>
              </a:lnSpc>
              <a:spcBef>
                <a:spcPts val="0"/>
              </a:spcBef>
              <a:spcAft>
                <a:spcPts val="1285"/>
              </a:spcAft>
              <a:buChar char="•"/>
            </a:lvl4pPr>
            <a:lvl5pPr marL="1550730" indent="-244852">
              <a:lnSpc>
                <a:spcPct val="110000"/>
              </a:lnSpc>
              <a:spcBef>
                <a:spcPts val="0"/>
              </a:spcBef>
              <a:spcAft>
                <a:spcPts val="1285"/>
              </a:spcAft>
              <a:buChar char="•"/>
            </a:lvl5pPr>
            <a:lvl6pPr marL="1877199" indent="-244852">
              <a:lnSpc>
                <a:spcPct val="110000"/>
              </a:lnSpc>
              <a:spcBef>
                <a:spcPts val="0"/>
              </a:spcBef>
              <a:spcAft>
                <a:spcPts val="1285"/>
              </a:spcAft>
              <a:buChar char="•"/>
            </a:lvl6pPr>
            <a:lvl7pPr marL="2203668" indent="-244852">
              <a:lnSpc>
                <a:spcPct val="110000"/>
              </a:lnSpc>
              <a:spcBef>
                <a:spcPts val="0"/>
              </a:spcBef>
              <a:spcAft>
                <a:spcPts val="1285"/>
              </a:spcAft>
              <a:buChar char="•"/>
            </a:lvl7pPr>
            <a:lvl8pPr marL="2530138" indent="-244852">
              <a:lnSpc>
                <a:spcPct val="110000"/>
              </a:lnSpc>
              <a:spcBef>
                <a:spcPts val="0"/>
              </a:spcBef>
              <a:spcAft>
                <a:spcPts val="1285"/>
              </a:spcAft>
              <a:buChar char="•"/>
            </a:lvl8pPr>
            <a:lvl9pPr marL="2856607" indent="-244852">
              <a:lnSpc>
                <a:spcPct val="110000"/>
              </a:lnSpc>
              <a:spcBef>
                <a:spcPts val="0"/>
              </a:spcBef>
              <a:spcAft>
                <a:spcPts val="128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6f745a19d54b37" /><Relationship Type="http://schemas.openxmlformats.org/officeDocument/2006/relationships/slideLayout" Target="/ppt/slideLayouts/slideLayout1.xml" Id="Rb5572ad6c7d141cc" /><Relationship Type="http://schemas.openxmlformats.org/officeDocument/2006/relationships/slideLayout" Target="/ppt/slideLayouts/slideLayout2.xml" Id="R8d6d6b054fbe403d" /><Relationship Type="http://schemas.openxmlformats.org/officeDocument/2006/relationships/slideLayout" Target="/ppt/slideLayouts/slideLayout3.xml" Id="Rdc5a2d176b504123" /><Relationship Type="http://schemas.openxmlformats.org/officeDocument/2006/relationships/slideLayout" Target="/ppt/slideLayouts/slideLayout4.xml" Id="R1a1faeb2aedb48eb" /><Relationship Type="http://schemas.openxmlformats.org/officeDocument/2006/relationships/slideLayout" Target="/ppt/slideLayouts/slideLayout5.xml" Id="R4de85c83c6314811" /><Relationship Type="http://schemas.openxmlformats.org/officeDocument/2006/relationships/slideLayout" Target="/ppt/slideLayouts/slideLayout6.xml" Id="R35103956ec3e47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572ad6c7d141cc"/>
    <p:sldLayoutId xmlns:r="http://schemas.openxmlformats.org/officeDocument/2006/relationships" id="2147483650" r:id="R8d6d6b054fbe403d"/>
    <p:sldLayoutId xmlns:r="http://schemas.openxmlformats.org/officeDocument/2006/relationships" id="2147483651" r:id="Rdc5a2d176b504123"/>
    <p:sldLayoutId xmlns:r="http://schemas.openxmlformats.org/officeDocument/2006/relationships" id="2147483652" r:id="R1a1faeb2aedb48eb"/>
    <p:sldLayoutId xmlns:r="http://schemas.openxmlformats.org/officeDocument/2006/relationships" id="2147483653" r:id="R4de85c83c6314811"/>
    <p:sldLayoutId xmlns:r="http://schemas.openxmlformats.org/officeDocument/2006/relationships" id="2147483654" r:id="R35103956ec3e47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37bc4ca58a4bd9" /><Relationship Type="http://schemas.openxmlformats.org/officeDocument/2006/relationships/image" Target="/ppt/media/image.png" Id="R7471d8f8088d4b3d" /><Relationship Type="http://schemas.openxmlformats.org/officeDocument/2006/relationships/image" Target="/ppt/media/image2.png" Id="R33b22379e11c4a5b" /><Relationship Type="http://schemas.openxmlformats.org/officeDocument/2006/relationships/image" Target="/ppt/media/image3.png" Id="Rf1a5c1d832324920" /><Relationship Type="http://schemas.openxmlformats.org/officeDocument/2006/relationships/image" Target="/ppt/media/image4.png" Id="R2c68c55b8b904b3a" /><Relationship Type="http://schemas.openxmlformats.org/officeDocument/2006/relationships/image" Target="/ppt/media/image5.png" Id="Rf5224ba826a8453e" /><Relationship Type="http://schemas.openxmlformats.org/officeDocument/2006/relationships/image" Target="/ppt/media/image6.png" Id="R6a1ef91000694220" /><Relationship Type="http://schemas.openxmlformats.org/officeDocument/2006/relationships/image" Target="/ppt/media/image7.png" Id="R6de2f72c7b3941bf" /><Relationship Type="http://schemas.openxmlformats.org/officeDocument/2006/relationships/image" Target="/ppt/media/image8.png" Id="R7077bfb1723848d4" /><Relationship Type="http://schemas.openxmlformats.org/officeDocument/2006/relationships/notesSlide" Target="/ppt/notesSlides/notesSlide1.xml" Id="Re273b2716e2a43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3" name="path-1">
            <a:extLst xmlns:a="http://schemas.openxmlformats.org/drawingml/2006/main">
              <a:ext uri="{FF2B5EF4-FFF2-40B4-BE49-F238E27FC236}">
                <a16:creationId xmlns:a16="http://schemas.microsoft.com/office/drawing/2014/main" id="{3BA34362-0763-4321-9780-A6C61541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78" y="0"/>
            <a:ext cx="12836497" cy="8524875"/>
          </a:xfrm>
          <a:custGeom xmlns:a="http://schemas.openxmlformats.org/drawingml/2006/main">
            <a:pathLst>
              <a:path w="12836497" h="8524875">
                <a:moveTo>
                  <a:pt x="0" y="8524875"/>
                </a:moveTo>
                <a:lnTo>
                  <a:pt x="12836497" y="8524875"/>
                </a:lnTo>
                <a:lnTo>
                  <a:pt x="12836497" y="0"/>
                </a:lnTo>
                <a:lnTo>
                  <a:pt x="0" y="0"/>
                </a:lnTo>
                <a:lnTo>
                  <a:pt x="0" y="85248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2 ...">
            <a:extLst xmlns:a="http://schemas.openxmlformats.org/drawingml/2006/main">
              <a:ext uri="{FF2B5EF4-FFF2-40B4-BE49-F238E27FC236}">
                <a16:creationId xmlns:a16="http://schemas.microsoft.com/office/drawing/2014/main" id="{60DC4134-3F71-4CD8-9392-E0E7B6D7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69558">
            <a:off x="7429983" y="6639998"/>
            <a:ext cx="373092" cy="5617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...</a:t>
            </a:r>
          </a:p>
        </p:txBody>
      </p:sp>
      <p:sp>
        <p:nvSpPr>
          <p:cNvPr id="3" name="path-3">
            <a:extLst xmlns:a="http://schemas.openxmlformats.org/drawingml/2006/main">
              <a:ext uri="{FF2B5EF4-FFF2-40B4-BE49-F238E27FC236}">
                <a16:creationId xmlns:a16="http://schemas.microsoft.com/office/drawing/2014/main" id="{E932AE1E-2AA6-46AF-AC70-9F00CC8D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7299" y="2345665"/>
            <a:ext cx="255691" cy="270054"/>
          </a:xfrm>
          <a:custGeom xmlns:a="http://schemas.openxmlformats.org/drawingml/2006/main">
            <a:pathLst>
              <a:path w="255691" h="270054">
                <a:moveTo>
                  <a:pt x="0" y="0"/>
                </a:moveTo>
                <a:lnTo>
                  <a:pt x="0" y="270054"/>
                </a:lnTo>
                <a:lnTo>
                  <a:pt x="255691" y="270054"/>
                </a:lnTo>
                <a:lnTo>
                  <a:pt x="255691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th-4">
            <a:extLst xmlns:a="http://schemas.openxmlformats.org/drawingml/2006/main">
              <a:ext uri="{FF2B5EF4-FFF2-40B4-BE49-F238E27FC236}">
                <a16:creationId xmlns:a16="http://schemas.microsoft.com/office/drawing/2014/main" id="{F4A508AA-209B-4030-BFE7-B3CB2E9C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2400" y="2320766"/>
            <a:ext cx="305176" cy="319613"/>
          </a:xfrm>
          <a:custGeom xmlns:a="http://schemas.openxmlformats.org/drawingml/2006/main">
            <a:pathLst>
              <a:path w="305176" h="319613">
                <a:moveTo>
                  <a:pt x="305176" y="0"/>
                </a:moveTo>
                <a:lnTo>
                  <a:pt x="305176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6" y="0"/>
                </a:lnTo>
                <a:moveTo>
                  <a:pt x="23942" y="47882"/>
                </a:moveTo>
                <a:lnTo>
                  <a:pt x="47883" y="23941"/>
                </a:lnTo>
                <a:lnTo>
                  <a:pt x="47883" y="295672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6" y="47882"/>
                </a:lnTo>
                <a:lnTo>
                  <a:pt x="23942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th-5">
            <a:extLst xmlns:a="http://schemas.openxmlformats.org/drawingml/2006/main">
              <a:ext uri="{FF2B5EF4-FFF2-40B4-BE49-F238E27FC236}">
                <a16:creationId xmlns:a16="http://schemas.microsoft.com/office/drawing/2014/main" id="{3134B198-69C0-4E98-84AD-767B29A5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7299" y="2615719"/>
            <a:ext cx="255691" cy="272927"/>
          </a:xfrm>
          <a:custGeom xmlns:a="http://schemas.openxmlformats.org/drawingml/2006/main">
            <a:pathLst>
              <a:path w="255691" h="272927">
                <a:moveTo>
                  <a:pt x="0" y="0"/>
                </a:moveTo>
                <a:lnTo>
                  <a:pt x="0" y="272927"/>
                </a:lnTo>
                <a:lnTo>
                  <a:pt x="255691" y="272927"/>
                </a:lnTo>
                <a:lnTo>
                  <a:pt x="255691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6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th-6">
            <a:extLst xmlns:a="http://schemas.openxmlformats.org/drawingml/2006/main">
              <a:ext uri="{FF2B5EF4-FFF2-40B4-BE49-F238E27FC236}">
                <a16:creationId xmlns:a16="http://schemas.microsoft.com/office/drawing/2014/main" id="{C9031279-BA6C-454E-B29C-220DDDCA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2400" y="2592496"/>
            <a:ext cx="305176" cy="319612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2" y="47883"/>
                </a:moveTo>
                <a:lnTo>
                  <a:pt x="47883" y="23941"/>
                </a:lnTo>
                <a:lnTo>
                  <a:pt x="47883" y="295672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6" y="47883"/>
                </a:lnTo>
                <a:lnTo>
                  <a:pt x="23942" y="47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th-7">
            <a:extLst xmlns:a="http://schemas.openxmlformats.org/drawingml/2006/main">
              <a:ext uri="{FF2B5EF4-FFF2-40B4-BE49-F238E27FC236}">
                <a16:creationId xmlns:a16="http://schemas.microsoft.com/office/drawing/2014/main" id="{B139A41A-3140-4D87-89C0-76AD4709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7299" y="2888646"/>
            <a:ext cx="255691" cy="270055"/>
          </a:xfrm>
          <a:custGeom xmlns:a="http://schemas.openxmlformats.org/drawingml/2006/main">
            <a:pathLst>
              <a:path w="255691" h="270055">
                <a:moveTo>
                  <a:pt x="0" y="0"/>
                </a:moveTo>
                <a:lnTo>
                  <a:pt x="0" y="270055"/>
                </a:lnTo>
                <a:lnTo>
                  <a:pt x="255691" y="270055"/>
                </a:lnTo>
                <a:lnTo>
                  <a:pt x="255691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9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th-8">
            <a:extLst xmlns:a="http://schemas.openxmlformats.org/drawingml/2006/main">
              <a:ext uri="{FF2B5EF4-FFF2-40B4-BE49-F238E27FC236}">
                <a16:creationId xmlns:a16="http://schemas.microsoft.com/office/drawing/2014/main" id="{ABB0179E-EFD2-43EB-B288-C3296F8F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2400" y="2864227"/>
            <a:ext cx="305176" cy="319613"/>
          </a:xfrm>
          <a:custGeom xmlns:a="http://schemas.openxmlformats.org/drawingml/2006/main">
            <a:pathLst>
              <a:path w="305176" h="319613">
                <a:moveTo>
                  <a:pt x="305176" y="0"/>
                </a:moveTo>
                <a:lnTo>
                  <a:pt x="305176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6" y="0"/>
                </a:lnTo>
                <a:moveTo>
                  <a:pt x="23942" y="47882"/>
                </a:moveTo>
                <a:lnTo>
                  <a:pt x="47883" y="23941"/>
                </a:lnTo>
                <a:lnTo>
                  <a:pt x="47883" y="295672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6" y="47882"/>
                </a:lnTo>
                <a:lnTo>
                  <a:pt x="23942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th-9">
            <a:extLst xmlns:a="http://schemas.openxmlformats.org/drawingml/2006/main">
              <a:ext uri="{FF2B5EF4-FFF2-40B4-BE49-F238E27FC236}">
                <a16:creationId xmlns:a16="http://schemas.microsoft.com/office/drawing/2014/main" id="{BA6DDB33-E599-4A67-97FC-0F55373F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7299" y="3158702"/>
            <a:ext cx="255691" cy="272927"/>
          </a:xfrm>
          <a:custGeom xmlns:a="http://schemas.openxmlformats.org/drawingml/2006/main">
            <a:pathLst>
              <a:path w="255691" h="272927">
                <a:moveTo>
                  <a:pt x="0" y="0"/>
                </a:moveTo>
                <a:lnTo>
                  <a:pt x="0" y="272927"/>
                </a:lnTo>
                <a:lnTo>
                  <a:pt x="255691" y="272927"/>
                </a:lnTo>
                <a:lnTo>
                  <a:pt x="255691" y="0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th-10">
            <a:extLst xmlns:a="http://schemas.openxmlformats.org/drawingml/2006/main">
              <a:ext uri="{FF2B5EF4-FFF2-40B4-BE49-F238E27FC236}">
                <a16:creationId xmlns:a16="http://schemas.microsoft.com/office/drawing/2014/main" id="{B275AAB2-C90B-4540-83A1-7F9AA417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2400" y="3135957"/>
            <a:ext cx="305176" cy="319612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2" y="47883"/>
                </a:moveTo>
                <a:lnTo>
                  <a:pt x="47883" y="23941"/>
                </a:lnTo>
                <a:lnTo>
                  <a:pt x="47883" y="295672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6" y="47883"/>
                </a:lnTo>
                <a:lnTo>
                  <a:pt x="23942" y="47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th-11">
            <a:extLst xmlns:a="http://schemas.openxmlformats.org/drawingml/2006/main">
              <a:ext uri="{FF2B5EF4-FFF2-40B4-BE49-F238E27FC236}">
                <a16:creationId xmlns:a16="http://schemas.microsoft.com/office/drawing/2014/main" id="{DE4725E8-B066-468A-98D0-79084EBA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7299" y="3431629"/>
            <a:ext cx="255691" cy="272927"/>
          </a:xfrm>
          <a:custGeom xmlns:a="http://schemas.openxmlformats.org/drawingml/2006/main">
            <a:pathLst>
              <a:path w="255691" h="272927">
                <a:moveTo>
                  <a:pt x="0" y="0"/>
                </a:moveTo>
                <a:lnTo>
                  <a:pt x="0" y="272927"/>
                </a:lnTo>
                <a:lnTo>
                  <a:pt x="255691" y="272927"/>
                </a:lnTo>
                <a:lnTo>
                  <a:pt x="255691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th-12">
            <a:extLst xmlns:a="http://schemas.openxmlformats.org/drawingml/2006/main">
              <a:ext uri="{FF2B5EF4-FFF2-40B4-BE49-F238E27FC236}">
                <a16:creationId xmlns:a16="http://schemas.microsoft.com/office/drawing/2014/main" id="{FA276371-7155-4E01-AFF5-6E6C87AA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2400" y="3407688"/>
            <a:ext cx="305176" cy="319613"/>
          </a:xfrm>
          <a:custGeom xmlns:a="http://schemas.openxmlformats.org/drawingml/2006/main">
            <a:pathLst>
              <a:path w="305176" h="319613">
                <a:moveTo>
                  <a:pt x="305176" y="0"/>
                </a:moveTo>
                <a:lnTo>
                  <a:pt x="305176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6" y="0"/>
                </a:lnTo>
                <a:moveTo>
                  <a:pt x="23942" y="47882"/>
                </a:moveTo>
                <a:lnTo>
                  <a:pt x="47883" y="23941"/>
                </a:lnTo>
                <a:lnTo>
                  <a:pt x="47883" y="295672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6" y="47882"/>
                </a:lnTo>
                <a:lnTo>
                  <a:pt x="23942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7EFFB4-4B24-4476-91E4-6F267DAF67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71d8f8088d4b3d"/>
          <a:stretch xmlns:a="http://schemas.openxmlformats.org/drawingml/2006/main"/>
        </p:blipFill>
        <p:spPr>
          <a:xfrm xmlns:a="http://schemas.openxmlformats.org/drawingml/2006/main">
            <a:off x="4746219" y="2314757"/>
            <a:ext cx="533117" cy="1567992"/>
          </a:xfrm>
          <a:prstGeom xmlns:a="http://schemas.openxmlformats.org/drawingml/2006/main" prst="rect">
            <a:avLst/>
          </a:prstGeom>
        </p:spPr>
      </p:pic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332F91-1621-438F-AAE1-8B67876D32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b22379e11c4a5b"/>
          <a:stretch xmlns:a="http://schemas.openxmlformats.org/drawingml/2006/main"/>
        </p:blipFill>
        <p:spPr>
          <a:xfrm xmlns:a="http://schemas.openxmlformats.org/drawingml/2006/main">
            <a:off x="6708919" y="3219727"/>
            <a:ext cx="638188" cy="661825"/>
          </a:xfrm>
          <a:prstGeom xmlns:a="http://schemas.openxmlformats.org/drawingml/2006/main" prst="rect">
            <a:avLst/>
          </a:prstGeom>
        </p:spPr>
      </p:pic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526773-DFB6-496F-90B4-8EB583A5AC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a5c1d832324920"/>
          <a:stretch xmlns:a="http://schemas.openxmlformats.org/drawingml/2006/main"/>
        </p:blipFill>
        <p:spPr>
          <a:xfrm xmlns:a="http://schemas.openxmlformats.org/drawingml/2006/main">
            <a:off x="8682121" y="2314757"/>
            <a:ext cx="533117" cy="1567992"/>
          </a:xfrm>
          <a:prstGeom xmlns:a="http://schemas.openxmlformats.org/drawingml/2006/main" prst="rect">
            <a:avLst/>
          </a:prstGeom>
        </p:spPr>
      </p:pic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258AB2-D62C-418C-9440-D636CEA48D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68c55b8b904b3a"/>
          <a:stretch xmlns:a="http://schemas.openxmlformats.org/drawingml/2006/main"/>
        </p:blipFill>
        <p:spPr>
          <a:xfrm xmlns:a="http://schemas.openxmlformats.org/drawingml/2006/main">
            <a:off x="6762052" y="1409787"/>
            <a:ext cx="533117" cy="1567992"/>
          </a:xfrm>
          <a:prstGeom xmlns:a="http://schemas.openxmlformats.org/drawingml/2006/main" prst="rect">
            <a:avLst/>
          </a:prstGeom>
        </p:spPr>
      </p:pic>
      <p:sp>
        <p:nvSpPr>
          <p:cNvPr id="17" name="text-17 𝑿">
            <a:extLst xmlns:a="http://schemas.openxmlformats.org/drawingml/2006/main">
              <a:ext uri="{FF2B5EF4-FFF2-40B4-BE49-F238E27FC236}">
                <a16:creationId xmlns:a16="http://schemas.microsoft.com/office/drawing/2014/main" id="{9B34EB1C-1387-4C3D-95E2-F63FDD9A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4629" y="1747306"/>
            <a:ext cx="375956" cy="6034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94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94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3394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𝑿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8D4B8E-07E8-4621-A238-2AF47720DC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224ba826a8453e"/>
          <a:stretch xmlns:a="http://schemas.openxmlformats.org/drawingml/2006/main"/>
        </p:blipFill>
        <p:spPr>
          <a:xfrm xmlns:a="http://schemas.openxmlformats.org/drawingml/2006/main">
            <a:off x="3107876" y="3806282"/>
            <a:ext cx="1890932" cy="988620"/>
          </a:xfrm>
          <a:prstGeom xmlns:a="http://schemas.openxmlformats.org/drawingml/2006/main" prst="rect">
            <a:avLst/>
          </a:prstGeom>
        </p:spPr>
      </p:pic>
      <p:sp>
        <p:nvSpPr>
          <p:cNvPr id="19" name="text-19 Linear">
            <a:extLst xmlns:a="http://schemas.openxmlformats.org/drawingml/2006/main">
              <a:ext uri="{FF2B5EF4-FFF2-40B4-BE49-F238E27FC236}">
                <a16:creationId xmlns:a16="http://schemas.microsoft.com/office/drawing/2014/main" id="{C25F8AD6-F0C3-4D1A-8142-031B2ECE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26594" y="3887989"/>
            <a:ext cx="803513" cy="403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6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6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6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Linear</a:t>
            </a:r>
          </a:p>
        </p:txBody>
      </p:sp>
      <p:sp>
        <p:nvSpPr>
          <p:cNvPr id="20" name="text-20 Projection">
            <a:extLst xmlns:a="http://schemas.openxmlformats.org/drawingml/2006/main">
              <a:ext uri="{FF2B5EF4-FFF2-40B4-BE49-F238E27FC236}">
                <a16:creationId xmlns:a16="http://schemas.microsoft.com/office/drawing/2014/main" id="{DA1BBCC3-4B89-4877-B329-031C04AA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11125" y="4233054"/>
            <a:ext cx="1234490" cy="402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Projection</a:t>
            </a:r>
          </a:p>
        </p:txBody>
      </p:sp>
      <p:sp>
        <p:nvSpPr>
          <p:cNvPr id="21" name="path-21">
            <a:extLst xmlns:a="http://schemas.openxmlformats.org/drawingml/2006/main">
              <a:ext uri="{FF2B5EF4-FFF2-40B4-BE49-F238E27FC236}">
                <a16:creationId xmlns:a16="http://schemas.microsoft.com/office/drawing/2014/main" id="{66FE4F7A-BEA9-4D2F-9A6E-2DACED61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4732" y="3705155"/>
            <a:ext cx="628451" cy="592540"/>
          </a:xfrm>
          <a:custGeom xmlns:a="http://schemas.openxmlformats.org/drawingml/2006/main">
            <a:pathLst>
              <a:path w="628451" h="592540">
                <a:moveTo>
                  <a:pt x="484805" y="496776"/>
                </a:moveTo>
                <a:lnTo>
                  <a:pt x="484805" y="544658"/>
                </a:lnTo>
                <a:lnTo>
                  <a:pt x="484805" y="592540"/>
                </a:lnTo>
                <a:lnTo>
                  <a:pt x="628451" y="544658"/>
                </a:lnTo>
                <a:lnTo>
                  <a:pt x="484805" y="496776"/>
                </a:lnTo>
                <a:moveTo>
                  <a:pt x="0" y="0"/>
                </a:moveTo>
                <a:lnTo>
                  <a:pt x="0" y="562613"/>
                </a:lnTo>
                <a:lnTo>
                  <a:pt x="556628" y="562613"/>
                </a:lnTo>
                <a:lnTo>
                  <a:pt x="556628" y="526702"/>
                </a:lnTo>
                <a:lnTo>
                  <a:pt x="17956" y="526702"/>
                </a:lnTo>
                <a:lnTo>
                  <a:pt x="35911" y="544658"/>
                </a:lnTo>
                <a:lnTo>
                  <a:pt x="35911" y="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ath-22">
            <a:extLst xmlns:a="http://schemas.openxmlformats.org/drawingml/2006/main">
              <a:ext uri="{FF2B5EF4-FFF2-40B4-BE49-F238E27FC236}">
                <a16:creationId xmlns:a16="http://schemas.microsoft.com/office/drawing/2014/main" id="{4FD4738E-2BAA-4722-A6C1-C41A131D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2543" y="3704556"/>
            <a:ext cx="187937" cy="563812"/>
          </a:xfrm>
          <a:custGeom xmlns:a="http://schemas.openxmlformats.org/drawingml/2006/main">
            <a:pathLst>
              <a:path w="187937" h="563812">
                <a:moveTo>
                  <a:pt x="92174" y="143646"/>
                </a:moveTo>
                <a:lnTo>
                  <a:pt x="140055" y="143646"/>
                </a:lnTo>
                <a:lnTo>
                  <a:pt x="187937" y="143646"/>
                </a:lnTo>
                <a:lnTo>
                  <a:pt x="140055" y="0"/>
                </a:lnTo>
                <a:lnTo>
                  <a:pt x="92174" y="143646"/>
                </a:lnTo>
                <a:moveTo>
                  <a:pt x="0" y="563812"/>
                </a:moveTo>
                <a:lnTo>
                  <a:pt x="158010" y="563812"/>
                </a:lnTo>
                <a:lnTo>
                  <a:pt x="158010" y="71823"/>
                </a:lnTo>
                <a:lnTo>
                  <a:pt x="122099" y="71823"/>
                </a:lnTo>
                <a:lnTo>
                  <a:pt x="122099" y="545856"/>
                </a:lnTo>
                <a:lnTo>
                  <a:pt x="140055" y="527900"/>
                </a:lnTo>
                <a:lnTo>
                  <a:pt x="0" y="527900"/>
                </a:lnTo>
                <a:lnTo>
                  <a:pt x="0" y="56381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th-23">
            <a:extLst xmlns:a="http://schemas.openxmlformats.org/drawingml/2006/main">
              <a:ext uri="{FF2B5EF4-FFF2-40B4-BE49-F238E27FC236}">
                <a16:creationId xmlns:a16="http://schemas.microsoft.com/office/drawing/2014/main" id="{A2540EAB-6D8D-44CC-90E1-810091D1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2543" y="3703359"/>
            <a:ext cx="2202572" cy="565009"/>
          </a:xfrm>
          <a:custGeom xmlns:a="http://schemas.openxmlformats.org/drawingml/2006/main">
            <a:pathLst>
              <a:path w="2202572" h="565009">
                <a:moveTo>
                  <a:pt x="2106809" y="143647"/>
                </a:moveTo>
                <a:lnTo>
                  <a:pt x="2154691" y="143647"/>
                </a:lnTo>
                <a:lnTo>
                  <a:pt x="2202572" y="143647"/>
                </a:lnTo>
                <a:lnTo>
                  <a:pt x="2154691" y="0"/>
                </a:lnTo>
                <a:lnTo>
                  <a:pt x="2106809" y="143647"/>
                </a:lnTo>
                <a:moveTo>
                  <a:pt x="0" y="565009"/>
                </a:moveTo>
                <a:lnTo>
                  <a:pt x="2172647" y="565009"/>
                </a:lnTo>
                <a:lnTo>
                  <a:pt x="2172647" y="71823"/>
                </a:lnTo>
                <a:lnTo>
                  <a:pt x="2136736" y="71823"/>
                </a:lnTo>
                <a:lnTo>
                  <a:pt x="2136736" y="547053"/>
                </a:lnTo>
                <a:lnTo>
                  <a:pt x="2154691" y="529097"/>
                </a:lnTo>
                <a:lnTo>
                  <a:pt x="0" y="529097"/>
                </a:lnTo>
                <a:lnTo>
                  <a:pt x="0" y="56500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th-24">
            <a:extLst xmlns:a="http://schemas.openxmlformats.org/drawingml/2006/main">
              <a:ext uri="{FF2B5EF4-FFF2-40B4-BE49-F238E27FC236}">
                <a16:creationId xmlns:a16="http://schemas.microsoft.com/office/drawing/2014/main" id="{5F0CEA24-9929-430F-8F5D-5744797A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2543" y="3704556"/>
            <a:ext cx="4123839" cy="563812"/>
          </a:xfrm>
          <a:custGeom xmlns:a="http://schemas.openxmlformats.org/drawingml/2006/main">
            <a:pathLst>
              <a:path w="4123839" h="563812">
                <a:moveTo>
                  <a:pt x="4028074" y="143646"/>
                </a:moveTo>
                <a:lnTo>
                  <a:pt x="4075957" y="143646"/>
                </a:lnTo>
                <a:lnTo>
                  <a:pt x="4123839" y="143646"/>
                </a:lnTo>
                <a:lnTo>
                  <a:pt x="4075957" y="0"/>
                </a:lnTo>
                <a:lnTo>
                  <a:pt x="4028074" y="143646"/>
                </a:lnTo>
                <a:moveTo>
                  <a:pt x="0" y="563812"/>
                </a:moveTo>
                <a:lnTo>
                  <a:pt x="4093912" y="563812"/>
                </a:lnTo>
                <a:lnTo>
                  <a:pt x="4093912" y="71823"/>
                </a:lnTo>
                <a:lnTo>
                  <a:pt x="4058001" y="71823"/>
                </a:lnTo>
                <a:lnTo>
                  <a:pt x="4058001" y="545856"/>
                </a:lnTo>
                <a:lnTo>
                  <a:pt x="4075957" y="527900"/>
                </a:lnTo>
                <a:lnTo>
                  <a:pt x="0" y="527900"/>
                </a:lnTo>
                <a:lnTo>
                  <a:pt x="0" y="56381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ath-25">
            <a:extLst xmlns:a="http://schemas.openxmlformats.org/drawingml/2006/main">
              <a:ext uri="{FF2B5EF4-FFF2-40B4-BE49-F238E27FC236}">
                <a16:creationId xmlns:a16="http://schemas.microsoft.com/office/drawing/2014/main" id="{29BE6E07-A6FF-4AAD-80BA-D45068B2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0549" y="2799586"/>
            <a:ext cx="95765" cy="496776"/>
          </a:xfrm>
          <a:custGeom xmlns:a="http://schemas.openxmlformats.org/drawingml/2006/main">
            <a:pathLst>
              <a:path w="95765" h="496776">
                <a:moveTo>
                  <a:pt x="0" y="143646"/>
                </a:moveTo>
                <a:lnTo>
                  <a:pt x="47883" y="143646"/>
                </a:lnTo>
                <a:lnTo>
                  <a:pt x="95765" y="143646"/>
                </a:lnTo>
                <a:lnTo>
                  <a:pt x="47883" y="0"/>
                </a:lnTo>
                <a:lnTo>
                  <a:pt x="0" y="143646"/>
                </a:lnTo>
                <a:moveTo>
                  <a:pt x="65838" y="496776"/>
                </a:moveTo>
                <a:lnTo>
                  <a:pt x="65838" y="389041"/>
                </a:lnTo>
                <a:lnTo>
                  <a:pt x="29927" y="389041"/>
                </a:lnTo>
                <a:lnTo>
                  <a:pt x="29927" y="496776"/>
                </a:lnTo>
                <a:lnTo>
                  <a:pt x="65838" y="496776"/>
                </a:lnTo>
                <a:moveTo>
                  <a:pt x="65838" y="353130"/>
                </a:moveTo>
                <a:lnTo>
                  <a:pt x="65838" y="245396"/>
                </a:lnTo>
                <a:lnTo>
                  <a:pt x="29927" y="245396"/>
                </a:lnTo>
                <a:lnTo>
                  <a:pt x="29927" y="353130"/>
                </a:lnTo>
                <a:lnTo>
                  <a:pt x="65838" y="353130"/>
                </a:lnTo>
                <a:moveTo>
                  <a:pt x="65838" y="209484"/>
                </a:moveTo>
                <a:lnTo>
                  <a:pt x="65838" y="101749"/>
                </a:lnTo>
                <a:lnTo>
                  <a:pt x="29927" y="101749"/>
                </a:lnTo>
                <a:lnTo>
                  <a:pt x="29927" y="209484"/>
                </a:lnTo>
                <a:lnTo>
                  <a:pt x="65838" y="20948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th-26">
            <a:extLst xmlns:a="http://schemas.openxmlformats.org/drawingml/2006/main">
              <a:ext uri="{FF2B5EF4-FFF2-40B4-BE49-F238E27FC236}">
                <a16:creationId xmlns:a16="http://schemas.microsoft.com/office/drawing/2014/main" id="{F33709CE-02DB-4387-8750-617211C6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652" y="3463949"/>
            <a:ext cx="1629186" cy="95764"/>
          </a:xfrm>
          <a:custGeom xmlns:a="http://schemas.openxmlformats.org/drawingml/2006/main">
            <a:pathLst>
              <a:path w="1629186" h="95764">
                <a:moveTo>
                  <a:pt x="143648" y="0"/>
                </a:moveTo>
                <a:lnTo>
                  <a:pt x="143648" y="47883"/>
                </a:lnTo>
                <a:lnTo>
                  <a:pt x="143648" y="95764"/>
                </a:lnTo>
                <a:lnTo>
                  <a:pt x="0" y="47883"/>
                </a:lnTo>
                <a:lnTo>
                  <a:pt x="143648" y="0"/>
                </a:lnTo>
                <a:moveTo>
                  <a:pt x="1629186" y="65838"/>
                </a:moveTo>
                <a:lnTo>
                  <a:pt x="1521452" y="65838"/>
                </a:lnTo>
                <a:lnTo>
                  <a:pt x="1521452" y="29927"/>
                </a:lnTo>
                <a:lnTo>
                  <a:pt x="1629186" y="29927"/>
                </a:lnTo>
                <a:lnTo>
                  <a:pt x="1629186" y="65838"/>
                </a:lnTo>
                <a:moveTo>
                  <a:pt x="1485541" y="65838"/>
                </a:moveTo>
                <a:lnTo>
                  <a:pt x="1377806" y="65838"/>
                </a:lnTo>
                <a:lnTo>
                  <a:pt x="1377806" y="29927"/>
                </a:lnTo>
                <a:lnTo>
                  <a:pt x="1485541" y="29927"/>
                </a:lnTo>
                <a:lnTo>
                  <a:pt x="1485541" y="65838"/>
                </a:lnTo>
                <a:moveTo>
                  <a:pt x="1341895" y="65838"/>
                </a:moveTo>
                <a:lnTo>
                  <a:pt x="1234160" y="65838"/>
                </a:lnTo>
                <a:lnTo>
                  <a:pt x="1234160" y="29927"/>
                </a:lnTo>
                <a:lnTo>
                  <a:pt x="1341895" y="29927"/>
                </a:lnTo>
                <a:lnTo>
                  <a:pt x="1341895" y="65838"/>
                </a:lnTo>
                <a:moveTo>
                  <a:pt x="1198249" y="65838"/>
                </a:moveTo>
                <a:lnTo>
                  <a:pt x="1090513" y="65838"/>
                </a:lnTo>
                <a:lnTo>
                  <a:pt x="1090513" y="29927"/>
                </a:lnTo>
                <a:lnTo>
                  <a:pt x="1198249" y="29927"/>
                </a:lnTo>
                <a:lnTo>
                  <a:pt x="1198249" y="65838"/>
                </a:lnTo>
                <a:moveTo>
                  <a:pt x="1054601" y="65838"/>
                </a:moveTo>
                <a:lnTo>
                  <a:pt x="946867" y="65838"/>
                </a:lnTo>
                <a:lnTo>
                  <a:pt x="946867" y="29927"/>
                </a:lnTo>
                <a:lnTo>
                  <a:pt x="1054601" y="29927"/>
                </a:lnTo>
                <a:lnTo>
                  <a:pt x="1054601" y="65838"/>
                </a:lnTo>
                <a:moveTo>
                  <a:pt x="910955" y="65838"/>
                </a:moveTo>
                <a:lnTo>
                  <a:pt x="803221" y="65838"/>
                </a:lnTo>
                <a:lnTo>
                  <a:pt x="803221" y="29927"/>
                </a:lnTo>
                <a:lnTo>
                  <a:pt x="910955" y="29927"/>
                </a:lnTo>
                <a:lnTo>
                  <a:pt x="910955" y="65838"/>
                </a:lnTo>
                <a:moveTo>
                  <a:pt x="767309" y="65838"/>
                </a:moveTo>
                <a:lnTo>
                  <a:pt x="659575" y="65838"/>
                </a:lnTo>
                <a:lnTo>
                  <a:pt x="659575" y="29927"/>
                </a:lnTo>
                <a:lnTo>
                  <a:pt x="767309" y="29927"/>
                </a:lnTo>
                <a:lnTo>
                  <a:pt x="767309" y="65838"/>
                </a:lnTo>
                <a:moveTo>
                  <a:pt x="623664" y="65838"/>
                </a:moveTo>
                <a:lnTo>
                  <a:pt x="515929" y="65838"/>
                </a:lnTo>
                <a:lnTo>
                  <a:pt x="515929" y="29927"/>
                </a:lnTo>
                <a:lnTo>
                  <a:pt x="623664" y="29927"/>
                </a:lnTo>
                <a:lnTo>
                  <a:pt x="623664" y="65838"/>
                </a:lnTo>
                <a:moveTo>
                  <a:pt x="480018" y="65838"/>
                </a:moveTo>
                <a:lnTo>
                  <a:pt x="372283" y="65838"/>
                </a:lnTo>
                <a:lnTo>
                  <a:pt x="372283" y="29927"/>
                </a:lnTo>
                <a:lnTo>
                  <a:pt x="480018" y="29927"/>
                </a:lnTo>
                <a:lnTo>
                  <a:pt x="480018" y="65838"/>
                </a:lnTo>
                <a:moveTo>
                  <a:pt x="336372" y="65838"/>
                </a:moveTo>
                <a:lnTo>
                  <a:pt x="228637" y="65838"/>
                </a:lnTo>
                <a:lnTo>
                  <a:pt x="228637" y="29927"/>
                </a:lnTo>
                <a:lnTo>
                  <a:pt x="336372" y="29927"/>
                </a:lnTo>
                <a:lnTo>
                  <a:pt x="336372" y="65838"/>
                </a:lnTo>
                <a:moveTo>
                  <a:pt x="192726" y="65838"/>
                </a:moveTo>
                <a:lnTo>
                  <a:pt x="84992" y="65838"/>
                </a:lnTo>
                <a:lnTo>
                  <a:pt x="84992" y="29927"/>
                </a:lnTo>
                <a:lnTo>
                  <a:pt x="192726" y="29927"/>
                </a:lnTo>
                <a:lnTo>
                  <a:pt x="192726" y="6583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th-27">
            <a:extLst xmlns:a="http://schemas.openxmlformats.org/drawingml/2006/main">
              <a:ext uri="{FF2B5EF4-FFF2-40B4-BE49-F238E27FC236}">
                <a16:creationId xmlns:a16="http://schemas.microsoft.com/office/drawing/2014/main" id="{9C87B228-7611-431C-AC48-47AD218B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462" y="2976750"/>
            <a:ext cx="1426885" cy="95763"/>
          </a:xfrm>
          <a:custGeom xmlns:a="http://schemas.openxmlformats.org/drawingml/2006/main">
            <a:pathLst>
              <a:path w="1426885" h="95763">
                <a:moveTo>
                  <a:pt x="1283239" y="95763"/>
                </a:moveTo>
                <a:lnTo>
                  <a:pt x="1283239" y="47882"/>
                </a:lnTo>
                <a:lnTo>
                  <a:pt x="1283239" y="0"/>
                </a:lnTo>
                <a:lnTo>
                  <a:pt x="1426885" y="47882"/>
                </a:lnTo>
                <a:lnTo>
                  <a:pt x="1283239" y="95763"/>
                </a:lnTo>
                <a:moveTo>
                  <a:pt x="0" y="29926"/>
                </a:moveTo>
                <a:lnTo>
                  <a:pt x="1355062" y="29926"/>
                </a:lnTo>
                <a:lnTo>
                  <a:pt x="1355062" y="65837"/>
                </a:lnTo>
                <a:lnTo>
                  <a:pt x="0" y="65837"/>
                </a:lnTo>
                <a:lnTo>
                  <a:pt x="0" y="29926"/>
                </a:lnTo>
              </a:path>
            </a:pathLst>
          </a:custGeom>
          <a:solidFill xmlns:a="http://schemas.openxmlformats.org/drawingml/2006/main">
            <a:srgbClr val="C81D31">
              <a:alpha val="9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28 Discretize">
            <a:extLst xmlns:a="http://schemas.openxmlformats.org/drawingml/2006/main">
              <a:ext uri="{FF2B5EF4-FFF2-40B4-BE49-F238E27FC236}">
                <a16:creationId xmlns:a16="http://schemas.microsoft.com/office/drawing/2014/main" id="{D9C58F6C-7FE7-45BB-B8CD-74737A57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40867" y="3068352"/>
            <a:ext cx="1218368" cy="403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Discretize</a:t>
            </a:r>
          </a:p>
        </p:txBody>
      </p:sp>
      <p:sp>
        <p:nvSpPr>
          <p:cNvPr id="29" name="path-29">
            <a:extLst xmlns:a="http://schemas.openxmlformats.org/drawingml/2006/main">
              <a:ext uri="{FF2B5EF4-FFF2-40B4-BE49-F238E27FC236}">
                <a16:creationId xmlns:a16="http://schemas.microsoft.com/office/drawing/2014/main" id="{B9C2658C-1403-4A80-B11A-D44FA502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479" y="5106542"/>
            <a:ext cx="1416350" cy="1479554"/>
          </a:xfrm>
          <a:custGeom xmlns:a="http://schemas.openxmlformats.org/drawingml/2006/main">
            <a:pathLst>
              <a:path w="1416350" h="1479554">
                <a:moveTo>
                  <a:pt x="0" y="0"/>
                </a:moveTo>
                <a:lnTo>
                  <a:pt x="0" y="1479554"/>
                </a:lnTo>
                <a:lnTo>
                  <a:pt x="1416350" y="1479554"/>
                </a:lnTo>
                <a:lnTo>
                  <a:pt x="141635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th-30">
            <a:extLst xmlns:a="http://schemas.openxmlformats.org/drawingml/2006/main">
              <a:ext uri="{FF2B5EF4-FFF2-40B4-BE49-F238E27FC236}">
                <a16:creationId xmlns:a16="http://schemas.microsoft.com/office/drawing/2014/main" id="{6F5DD658-DE07-4322-B7D6-76307D99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5284" y="5087149"/>
            <a:ext cx="1452023" cy="1517861"/>
          </a:xfrm>
          <a:custGeom xmlns:a="http://schemas.openxmlformats.org/drawingml/2006/main">
            <a:pathLst>
              <a:path w="1452023" h="1517861">
                <a:moveTo>
                  <a:pt x="1452023" y="0"/>
                </a:moveTo>
                <a:lnTo>
                  <a:pt x="1452023" y="1517861"/>
                </a:lnTo>
                <a:lnTo>
                  <a:pt x="0" y="1517861"/>
                </a:lnTo>
                <a:lnTo>
                  <a:pt x="0" y="0"/>
                </a:lnTo>
                <a:lnTo>
                  <a:pt x="1452023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1499905"/>
                </a:lnTo>
                <a:lnTo>
                  <a:pt x="17956" y="1481949"/>
                </a:lnTo>
                <a:lnTo>
                  <a:pt x="1434067" y="1481949"/>
                </a:lnTo>
                <a:lnTo>
                  <a:pt x="1416111" y="1499905"/>
                </a:lnTo>
                <a:lnTo>
                  <a:pt x="1416111" y="17956"/>
                </a:lnTo>
                <a:lnTo>
                  <a:pt x="1434067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th-31">
            <a:extLst xmlns:a="http://schemas.openxmlformats.org/drawingml/2006/main">
              <a:ext uri="{FF2B5EF4-FFF2-40B4-BE49-F238E27FC236}">
                <a16:creationId xmlns:a16="http://schemas.microsoft.com/office/drawing/2014/main" id="{D97ADB51-7BF9-4BF5-A516-0CC6977E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479" y="5106542"/>
            <a:ext cx="353369" cy="373480"/>
          </a:xfrm>
          <a:custGeom xmlns:a="http://schemas.openxmlformats.org/drawingml/2006/main">
            <a:pathLst>
              <a:path w="353369" h="373480">
                <a:moveTo>
                  <a:pt x="0" y="0"/>
                </a:moveTo>
                <a:lnTo>
                  <a:pt x="0" y="373480"/>
                </a:lnTo>
                <a:lnTo>
                  <a:pt x="353369" y="373480"/>
                </a:lnTo>
                <a:lnTo>
                  <a:pt x="35336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8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ath-32">
            <a:extLst xmlns:a="http://schemas.openxmlformats.org/drawingml/2006/main">
              <a:ext uri="{FF2B5EF4-FFF2-40B4-BE49-F238E27FC236}">
                <a16:creationId xmlns:a16="http://schemas.microsoft.com/office/drawing/2014/main" id="{A9C4B93B-632D-43DB-8833-C16C51FF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5284" y="5088347"/>
            <a:ext cx="389951" cy="408194"/>
          </a:xfrm>
          <a:custGeom xmlns:a="http://schemas.openxmlformats.org/drawingml/2006/main">
            <a:pathLst>
              <a:path w="389951" h="408194">
                <a:moveTo>
                  <a:pt x="389951" y="0"/>
                </a:moveTo>
                <a:lnTo>
                  <a:pt x="389951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51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96" y="372282"/>
                </a:lnTo>
                <a:lnTo>
                  <a:pt x="354040" y="390238"/>
                </a:lnTo>
                <a:lnTo>
                  <a:pt x="354040" y="17956"/>
                </a:lnTo>
                <a:lnTo>
                  <a:pt x="371996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th-33">
            <a:extLst xmlns:a="http://schemas.openxmlformats.org/drawingml/2006/main">
              <a:ext uri="{FF2B5EF4-FFF2-40B4-BE49-F238E27FC236}">
                <a16:creationId xmlns:a16="http://schemas.microsoft.com/office/drawing/2014/main" id="{2E838CB8-DADA-4F8F-9DBB-3A0DFA84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479" y="5480022"/>
            <a:ext cx="353369" cy="373480"/>
          </a:xfrm>
          <a:custGeom xmlns:a="http://schemas.openxmlformats.org/drawingml/2006/main">
            <a:pathLst>
              <a:path w="353369" h="373480">
                <a:moveTo>
                  <a:pt x="0" y="0"/>
                </a:moveTo>
                <a:lnTo>
                  <a:pt x="0" y="373480"/>
                </a:lnTo>
                <a:lnTo>
                  <a:pt x="353369" y="373480"/>
                </a:lnTo>
                <a:lnTo>
                  <a:pt x="353369" y="0"/>
                </a:lnTo>
                <a:close/>
              </a:path>
            </a:pathLst>
          </a:custGeom>
          <a:solidFill xmlns:a="http://schemas.openxmlformats.org/drawingml/2006/main">
            <a:srgbClr val="B6C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path-34">
            <a:extLst xmlns:a="http://schemas.openxmlformats.org/drawingml/2006/main">
              <a:ext uri="{FF2B5EF4-FFF2-40B4-BE49-F238E27FC236}">
                <a16:creationId xmlns:a16="http://schemas.microsoft.com/office/drawing/2014/main" id="{56319450-D608-4702-A4DC-F18CA57E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5284" y="5463024"/>
            <a:ext cx="389951" cy="408194"/>
          </a:xfrm>
          <a:custGeom xmlns:a="http://schemas.openxmlformats.org/drawingml/2006/main">
            <a:pathLst>
              <a:path w="389951" h="408194">
                <a:moveTo>
                  <a:pt x="389951" y="0"/>
                </a:moveTo>
                <a:lnTo>
                  <a:pt x="389951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51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96" y="372282"/>
                </a:lnTo>
                <a:lnTo>
                  <a:pt x="354040" y="390238"/>
                </a:lnTo>
                <a:lnTo>
                  <a:pt x="354040" y="17956"/>
                </a:lnTo>
                <a:lnTo>
                  <a:pt x="371996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th-35">
            <a:extLst xmlns:a="http://schemas.openxmlformats.org/drawingml/2006/main">
              <a:ext uri="{FF2B5EF4-FFF2-40B4-BE49-F238E27FC236}">
                <a16:creationId xmlns:a16="http://schemas.microsoft.com/office/drawing/2014/main" id="{F5443E68-C0C8-4AC7-8A85-37AF3875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479" y="5853501"/>
            <a:ext cx="353369" cy="373480"/>
          </a:xfrm>
          <a:custGeom xmlns:a="http://schemas.openxmlformats.org/drawingml/2006/main">
            <a:pathLst>
              <a:path w="353369" h="373480">
                <a:moveTo>
                  <a:pt x="0" y="0"/>
                </a:moveTo>
                <a:lnTo>
                  <a:pt x="0" y="373480"/>
                </a:lnTo>
                <a:lnTo>
                  <a:pt x="353369" y="373480"/>
                </a:lnTo>
                <a:lnTo>
                  <a:pt x="353369" y="0"/>
                </a:lnTo>
                <a:close/>
              </a:path>
            </a:pathLst>
          </a:custGeom>
          <a:solidFill xmlns:a="http://schemas.openxmlformats.org/drawingml/2006/main">
            <a:srgbClr val="B6C7EA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path-36">
            <a:extLst xmlns:a="http://schemas.openxmlformats.org/drawingml/2006/main">
              <a:ext uri="{FF2B5EF4-FFF2-40B4-BE49-F238E27FC236}">
                <a16:creationId xmlns:a16="http://schemas.microsoft.com/office/drawing/2014/main" id="{769A0DCC-75CB-4A1F-B48E-78B78C43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5284" y="5835306"/>
            <a:ext cx="389951" cy="408194"/>
          </a:xfrm>
          <a:custGeom xmlns:a="http://schemas.openxmlformats.org/drawingml/2006/main">
            <a:pathLst>
              <a:path w="389951" h="408194">
                <a:moveTo>
                  <a:pt x="389951" y="0"/>
                </a:moveTo>
                <a:lnTo>
                  <a:pt x="389951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51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96" y="372282"/>
                </a:lnTo>
                <a:lnTo>
                  <a:pt x="354040" y="390238"/>
                </a:lnTo>
                <a:lnTo>
                  <a:pt x="354040" y="17956"/>
                </a:lnTo>
                <a:lnTo>
                  <a:pt x="371996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ath-37">
            <a:extLst xmlns:a="http://schemas.openxmlformats.org/drawingml/2006/main">
              <a:ext uri="{FF2B5EF4-FFF2-40B4-BE49-F238E27FC236}">
                <a16:creationId xmlns:a16="http://schemas.microsoft.com/office/drawing/2014/main" id="{9E98A5F0-9277-4F98-A055-3D558063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479" y="6226981"/>
            <a:ext cx="353369" cy="370607"/>
          </a:xfrm>
          <a:custGeom xmlns:a="http://schemas.openxmlformats.org/drawingml/2006/main">
            <a:pathLst>
              <a:path w="353369" h="370607">
                <a:moveTo>
                  <a:pt x="0" y="0"/>
                </a:moveTo>
                <a:lnTo>
                  <a:pt x="0" y="370607"/>
                </a:lnTo>
                <a:lnTo>
                  <a:pt x="353369" y="370607"/>
                </a:lnTo>
                <a:lnTo>
                  <a:pt x="35336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ath-38">
            <a:extLst xmlns:a="http://schemas.openxmlformats.org/drawingml/2006/main">
              <a:ext uri="{FF2B5EF4-FFF2-40B4-BE49-F238E27FC236}">
                <a16:creationId xmlns:a16="http://schemas.microsoft.com/office/drawing/2014/main" id="{150BE886-6586-4D74-818C-07309E69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5284" y="6207589"/>
            <a:ext cx="389951" cy="408194"/>
          </a:xfrm>
          <a:custGeom xmlns:a="http://schemas.openxmlformats.org/drawingml/2006/main">
            <a:pathLst>
              <a:path w="389951" h="408194">
                <a:moveTo>
                  <a:pt x="389951" y="0"/>
                </a:moveTo>
                <a:lnTo>
                  <a:pt x="389951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51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96" y="372282"/>
                </a:lnTo>
                <a:lnTo>
                  <a:pt x="354040" y="390238"/>
                </a:lnTo>
                <a:lnTo>
                  <a:pt x="354040" y="17956"/>
                </a:lnTo>
                <a:lnTo>
                  <a:pt x="371996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th-39">
            <a:extLst xmlns:a="http://schemas.openxmlformats.org/drawingml/2006/main">
              <a:ext uri="{FF2B5EF4-FFF2-40B4-BE49-F238E27FC236}">
                <a16:creationId xmlns:a16="http://schemas.microsoft.com/office/drawing/2014/main" id="{F1467E84-00CC-43B6-A6DF-7CE10556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6848" y="5106542"/>
            <a:ext cx="353369" cy="373480"/>
          </a:xfrm>
          <a:custGeom xmlns:a="http://schemas.openxmlformats.org/drawingml/2006/main">
            <a:pathLst>
              <a:path w="353369" h="373480">
                <a:moveTo>
                  <a:pt x="0" y="0"/>
                </a:moveTo>
                <a:lnTo>
                  <a:pt x="0" y="373480"/>
                </a:lnTo>
                <a:lnTo>
                  <a:pt x="353369" y="373480"/>
                </a:lnTo>
                <a:lnTo>
                  <a:pt x="353369" y="0"/>
                </a:lnTo>
                <a:close/>
              </a:path>
            </a:pathLst>
          </a:custGeom>
          <a:solidFill xmlns:a="http://schemas.openxmlformats.org/drawingml/2006/main">
            <a:srgbClr val="B6C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ath-40">
            <a:extLst xmlns:a="http://schemas.openxmlformats.org/drawingml/2006/main">
              <a:ext uri="{FF2B5EF4-FFF2-40B4-BE49-F238E27FC236}">
                <a16:creationId xmlns:a16="http://schemas.microsoft.com/office/drawing/2014/main" id="{8DD6B1E9-AF76-4951-AAC0-4CFF69C0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9300" y="5088347"/>
            <a:ext cx="389951" cy="408194"/>
          </a:xfrm>
          <a:custGeom xmlns:a="http://schemas.openxmlformats.org/drawingml/2006/main">
            <a:pathLst>
              <a:path w="389951" h="408194">
                <a:moveTo>
                  <a:pt x="389951" y="0"/>
                </a:moveTo>
                <a:lnTo>
                  <a:pt x="389951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51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96" y="372282"/>
                </a:lnTo>
                <a:lnTo>
                  <a:pt x="354040" y="390238"/>
                </a:lnTo>
                <a:lnTo>
                  <a:pt x="354040" y="17956"/>
                </a:lnTo>
                <a:lnTo>
                  <a:pt x="371996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ath-41">
            <a:extLst xmlns:a="http://schemas.openxmlformats.org/drawingml/2006/main">
              <a:ext uri="{FF2B5EF4-FFF2-40B4-BE49-F238E27FC236}">
                <a16:creationId xmlns:a16="http://schemas.microsoft.com/office/drawing/2014/main" id="{4B653905-1273-4C8C-96F5-356656B8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6848" y="5480022"/>
            <a:ext cx="353369" cy="373480"/>
          </a:xfrm>
          <a:custGeom xmlns:a="http://schemas.openxmlformats.org/drawingml/2006/main">
            <a:pathLst>
              <a:path w="353369" h="373480">
                <a:moveTo>
                  <a:pt x="0" y="0"/>
                </a:moveTo>
                <a:lnTo>
                  <a:pt x="0" y="373480"/>
                </a:lnTo>
                <a:lnTo>
                  <a:pt x="353369" y="373480"/>
                </a:lnTo>
                <a:lnTo>
                  <a:pt x="35336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9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ath-42">
            <a:extLst xmlns:a="http://schemas.openxmlformats.org/drawingml/2006/main">
              <a:ext uri="{FF2B5EF4-FFF2-40B4-BE49-F238E27FC236}">
                <a16:creationId xmlns:a16="http://schemas.microsoft.com/office/drawing/2014/main" id="{67DB03D3-E901-4C3F-BD9A-BAE41560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9300" y="5463024"/>
            <a:ext cx="389951" cy="408194"/>
          </a:xfrm>
          <a:custGeom xmlns:a="http://schemas.openxmlformats.org/drawingml/2006/main">
            <a:pathLst>
              <a:path w="389951" h="408194">
                <a:moveTo>
                  <a:pt x="389951" y="0"/>
                </a:moveTo>
                <a:lnTo>
                  <a:pt x="389951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51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96" y="372282"/>
                </a:lnTo>
                <a:lnTo>
                  <a:pt x="354040" y="390238"/>
                </a:lnTo>
                <a:lnTo>
                  <a:pt x="354040" y="17956"/>
                </a:lnTo>
                <a:lnTo>
                  <a:pt x="371996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ath-43">
            <a:extLst xmlns:a="http://schemas.openxmlformats.org/drawingml/2006/main">
              <a:ext uri="{FF2B5EF4-FFF2-40B4-BE49-F238E27FC236}">
                <a16:creationId xmlns:a16="http://schemas.microsoft.com/office/drawing/2014/main" id="{4B3D38DC-4D58-4BE8-B4F0-CBAE41F7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6848" y="5853501"/>
            <a:ext cx="353369" cy="373480"/>
          </a:xfrm>
          <a:custGeom xmlns:a="http://schemas.openxmlformats.org/drawingml/2006/main">
            <a:pathLst>
              <a:path w="353369" h="373480">
                <a:moveTo>
                  <a:pt x="0" y="0"/>
                </a:moveTo>
                <a:lnTo>
                  <a:pt x="0" y="373480"/>
                </a:lnTo>
                <a:lnTo>
                  <a:pt x="353369" y="373480"/>
                </a:lnTo>
                <a:lnTo>
                  <a:pt x="353369" y="0"/>
                </a:lnTo>
                <a:close/>
              </a:path>
            </a:pathLst>
          </a:custGeom>
          <a:solidFill xmlns:a="http://schemas.openxmlformats.org/drawingml/2006/main">
            <a:srgbClr val="91ACE0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ath-44">
            <a:extLst xmlns:a="http://schemas.openxmlformats.org/drawingml/2006/main">
              <a:ext uri="{FF2B5EF4-FFF2-40B4-BE49-F238E27FC236}">
                <a16:creationId xmlns:a16="http://schemas.microsoft.com/office/drawing/2014/main" id="{43AA2D5C-9F84-4591-A2AD-70F5FA2A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9300" y="5835306"/>
            <a:ext cx="389951" cy="408194"/>
          </a:xfrm>
          <a:custGeom xmlns:a="http://schemas.openxmlformats.org/drawingml/2006/main">
            <a:pathLst>
              <a:path w="389951" h="408194">
                <a:moveTo>
                  <a:pt x="389951" y="0"/>
                </a:moveTo>
                <a:lnTo>
                  <a:pt x="389951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51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96" y="372282"/>
                </a:lnTo>
                <a:lnTo>
                  <a:pt x="354040" y="390238"/>
                </a:lnTo>
                <a:lnTo>
                  <a:pt x="354040" y="17956"/>
                </a:lnTo>
                <a:lnTo>
                  <a:pt x="371996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ath-45">
            <a:extLst xmlns:a="http://schemas.openxmlformats.org/drawingml/2006/main">
              <a:ext uri="{FF2B5EF4-FFF2-40B4-BE49-F238E27FC236}">
                <a16:creationId xmlns:a16="http://schemas.microsoft.com/office/drawing/2014/main" id="{8F0A3A91-6A7C-476B-A836-1D414832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6848" y="6226981"/>
            <a:ext cx="353369" cy="370607"/>
          </a:xfrm>
          <a:custGeom xmlns:a="http://schemas.openxmlformats.org/drawingml/2006/main">
            <a:pathLst>
              <a:path w="353369" h="370607">
                <a:moveTo>
                  <a:pt x="0" y="0"/>
                </a:moveTo>
                <a:lnTo>
                  <a:pt x="0" y="370607"/>
                </a:lnTo>
                <a:lnTo>
                  <a:pt x="353369" y="370607"/>
                </a:lnTo>
                <a:lnTo>
                  <a:pt x="353369" y="0"/>
                </a:lnTo>
                <a:close/>
              </a:path>
            </a:pathLst>
          </a:custGeom>
          <a:solidFill xmlns:a="http://schemas.openxmlformats.org/drawingml/2006/main">
            <a:srgbClr val="B6C7EA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ath-46">
            <a:extLst xmlns:a="http://schemas.openxmlformats.org/drawingml/2006/main">
              <a:ext uri="{FF2B5EF4-FFF2-40B4-BE49-F238E27FC236}">
                <a16:creationId xmlns:a16="http://schemas.microsoft.com/office/drawing/2014/main" id="{641F25EF-61BA-40D7-8050-9C3EA9C2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9300" y="6207589"/>
            <a:ext cx="389951" cy="408194"/>
          </a:xfrm>
          <a:custGeom xmlns:a="http://schemas.openxmlformats.org/drawingml/2006/main">
            <a:pathLst>
              <a:path w="389951" h="408194">
                <a:moveTo>
                  <a:pt x="389951" y="0"/>
                </a:moveTo>
                <a:lnTo>
                  <a:pt x="389951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51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96" y="372282"/>
                </a:lnTo>
                <a:lnTo>
                  <a:pt x="354040" y="390238"/>
                </a:lnTo>
                <a:lnTo>
                  <a:pt x="354040" y="17956"/>
                </a:lnTo>
                <a:lnTo>
                  <a:pt x="371996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ath-47">
            <a:extLst xmlns:a="http://schemas.openxmlformats.org/drawingml/2006/main">
              <a:ext uri="{FF2B5EF4-FFF2-40B4-BE49-F238E27FC236}">
                <a16:creationId xmlns:a16="http://schemas.microsoft.com/office/drawing/2014/main" id="{852F93CF-4A6C-4ABC-984E-81CA9867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0217" y="5106542"/>
            <a:ext cx="356243" cy="373480"/>
          </a:xfrm>
          <a:custGeom xmlns:a="http://schemas.openxmlformats.org/drawingml/2006/main">
            <a:pathLst>
              <a:path w="356243" h="373480">
                <a:moveTo>
                  <a:pt x="0" y="0"/>
                </a:moveTo>
                <a:lnTo>
                  <a:pt x="0" y="373480"/>
                </a:lnTo>
                <a:lnTo>
                  <a:pt x="356243" y="373480"/>
                </a:lnTo>
                <a:lnTo>
                  <a:pt x="356243" y="0"/>
                </a:lnTo>
                <a:close/>
              </a:path>
            </a:pathLst>
          </a:custGeom>
          <a:solidFill xmlns:a="http://schemas.openxmlformats.org/drawingml/2006/main">
            <a:srgbClr val="B6C7EA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ath-48">
            <a:extLst xmlns:a="http://schemas.openxmlformats.org/drawingml/2006/main">
              <a:ext uri="{FF2B5EF4-FFF2-40B4-BE49-F238E27FC236}">
                <a16:creationId xmlns:a16="http://schemas.microsoft.com/office/drawing/2014/main" id="{A4B4D01A-ABF3-49EF-BD33-0CA242AA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3339" y="5088347"/>
            <a:ext cx="389951" cy="408194"/>
          </a:xfrm>
          <a:custGeom xmlns:a="http://schemas.openxmlformats.org/drawingml/2006/main">
            <a:pathLst>
              <a:path w="389951" h="408194">
                <a:moveTo>
                  <a:pt x="389951" y="0"/>
                </a:moveTo>
                <a:lnTo>
                  <a:pt x="389951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51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96" y="372282"/>
                </a:lnTo>
                <a:lnTo>
                  <a:pt x="354040" y="390238"/>
                </a:lnTo>
                <a:lnTo>
                  <a:pt x="354040" y="17956"/>
                </a:lnTo>
                <a:lnTo>
                  <a:pt x="371996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path-49">
            <a:extLst xmlns:a="http://schemas.openxmlformats.org/drawingml/2006/main">
              <a:ext uri="{FF2B5EF4-FFF2-40B4-BE49-F238E27FC236}">
                <a16:creationId xmlns:a16="http://schemas.microsoft.com/office/drawing/2014/main" id="{AD6497A1-8F83-4ACE-9F39-9F210D1A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0217" y="5480022"/>
            <a:ext cx="356243" cy="373480"/>
          </a:xfrm>
          <a:custGeom xmlns:a="http://schemas.openxmlformats.org/drawingml/2006/main">
            <a:pathLst>
              <a:path w="356243" h="373480">
                <a:moveTo>
                  <a:pt x="0" y="0"/>
                </a:moveTo>
                <a:lnTo>
                  <a:pt x="0" y="373480"/>
                </a:lnTo>
                <a:lnTo>
                  <a:pt x="356243" y="373480"/>
                </a:lnTo>
                <a:lnTo>
                  <a:pt x="356243" y="0"/>
                </a:lnTo>
                <a:close/>
              </a:path>
            </a:pathLst>
          </a:custGeom>
          <a:solidFill xmlns:a="http://schemas.openxmlformats.org/drawingml/2006/main">
            <a:srgbClr val="91ACE0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ath-50">
            <a:extLst xmlns:a="http://schemas.openxmlformats.org/drawingml/2006/main">
              <a:ext uri="{FF2B5EF4-FFF2-40B4-BE49-F238E27FC236}">
                <a16:creationId xmlns:a16="http://schemas.microsoft.com/office/drawing/2014/main" id="{DD9F1937-229E-4527-93B3-9CC31695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3339" y="5463024"/>
            <a:ext cx="389951" cy="408194"/>
          </a:xfrm>
          <a:custGeom xmlns:a="http://schemas.openxmlformats.org/drawingml/2006/main">
            <a:pathLst>
              <a:path w="389951" h="408194">
                <a:moveTo>
                  <a:pt x="389951" y="0"/>
                </a:moveTo>
                <a:lnTo>
                  <a:pt x="389951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51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96" y="372282"/>
                </a:lnTo>
                <a:lnTo>
                  <a:pt x="354040" y="390238"/>
                </a:lnTo>
                <a:lnTo>
                  <a:pt x="354040" y="17956"/>
                </a:lnTo>
                <a:lnTo>
                  <a:pt x="371996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ath-51">
            <a:extLst xmlns:a="http://schemas.openxmlformats.org/drawingml/2006/main">
              <a:ext uri="{FF2B5EF4-FFF2-40B4-BE49-F238E27FC236}">
                <a16:creationId xmlns:a16="http://schemas.microsoft.com/office/drawing/2014/main" id="{64A8E46F-4647-4104-B952-939DA3DA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0217" y="5853501"/>
            <a:ext cx="356243" cy="373480"/>
          </a:xfrm>
          <a:custGeom xmlns:a="http://schemas.openxmlformats.org/drawingml/2006/main">
            <a:pathLst>
              <a:path w="356243" h="373480">
                <a:moveTo>
                  <a:pt x="0" y="0"/>
                </a:moveTo>
                <a:lnTo>
                  <a:pt x="0" y="373480"/>
                </a:lnTo>
                <a:lnTo>
                  <a:pt x="356243" y="373480"/>
                </a:lnTo>
                <a:lnTo>
                  <a:pt x="356243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8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path-52">
            <a:extLst xmlns:a="http://schemas.openxmlformats.org/drawingml/2006/main">
              <a:ext uri="{FF2B5EF4-FFF2-40B4-BE49-F238E27FC236}">
                <a16:creationId xmlns:a16="http://schemas.microsoft.com/office/drawing/2014/main" id="{C3211D84-B8FF-4913-A4E8-208FDD68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3339" y="5835306"/>
            <a:ext cx="389951" cy="408194"/>
          </a:xfrm>
          <a:custGeom xmlns:a="http://schemas.openxmlformats.org/drawingml/2006/main">
            <a:pathLst>
              <a:path w="389951" h="408194">
                <a:moveTo>
                  <a:pt x="389951" y="0"/>
                </a:moveTo>
                <a:lnTo>
                  <a:pt x="389951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51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96" y="372282"/>
                </a:lnTo>
                <a:lnTo>
                  <a:pt x="354040" y="390238"/>
                </a:lnTo>
                <a:lnTo>
                  <a:pt x="354040" y="17956"/>
                </a:lnTo>
                <a:lnTo>
                  <a:pt x="371996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path-53">
            <a:extLst xmlns:a="http://schemas.openxmlformats.org/drawingml/2006/main">
              <a:ext uri="{FF2B5EF4-FFF2-40B4-BE49-F238E27FC236}">
                <a16:creationId xmlns:a16="http://schemas.microsoft.com/office/drawing/2014/main" id="{95D199A6-8D89-497A-A86F-8524953E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0217" y="6226981"/>
            <a:ext cx="356243" cy="370607"/>
          </a:xfrm>
          <a:custGeom xmlns:a="http://schemas.openxmlformats.org/drawingml/2006/main">
            <a:pathLst>
              <a:path w="356243" h="370607">
                <a:moveTo>
                  <a:pt x="0" y="0"/>
                </a:moveTo>
                <a:lnTo>
                  <a:pt x="0" y="370607"/>
                </a:lnTo>
                <a:lnTo>
                  <a:pt x="356243" y="370607"/>
                </a:lnTo>
                <a:lnTo>
                  <a:pt x="356243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path-54">
            <a:extLst xmlns:a="http://schemas.openxmlformats.org/drawingml/2006/main">
              <a:ext uri="{FF2B5EF4-FFF2-40B4-BE49-F238E27FC236}">
                <a16:creationId xmlns:a16="http://schemas.microsoft.com/office/drawing/2014/main" id="{88974D0A-5A1F-411C-8344-53CC3D53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3339" y="6207589"/>
            <a:ext cx="389951" cy="408194"/>
          </a:xfrm>
          <a:custGeom xmlns:a="http://schemas.openxmlformats.org/drawingml/2006/main">
            <a:pathLst>
              <a:path w="389951" h="408194">
                <a:moveTo>
                  <a:pt x="389951" y="0"/>
                </a:moveTo>
                <a:lnTo>
                  <a:pt x="389951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51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96" y="372282"/>
                </a:lnTo>
                <a:lnTo>
                  <a:pt x="354040" y="390238"/>
                </a:lnTo>
                <a:lnTo>
                  <a:pt x="354040" y="17956"/>
                </a:lnTo>
                <a:lnTo>
                  <a:pt x="371996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path-55">
            <a:extLst xmlns:a="http://schemas.openxmlformats.org/drawingml/2006/main">
              <a:ext uri="{FF2B5EF4-FFF2-40B4-BE49-F238E27FC236}">
                <a16:creationId xmlns:a16="http://schemas.microsoft.com/office/drawing/2014/main" id="{AA8C1810-0F53-4CBA-A9F0-1FB88858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6460" y="5106542"/>
            <a:ext cx="353369" cy="373480"/>
          </a:xfrm>
          <a:custGeom xmlns:a="http://schemas.openxmlformats.org/drawingml/2006/main">
            <a:pathLst>
              <a:path w="353369" h="373480">
                <a:moveTo>
                  <a:pt x="0" y="0"/>
                </a:moveTo>
                <a:lnTo>
                  <a:pt x="0" y="373480"/>
                </a:lnTo>
                <a:lnTo>
                  <a:pt x="353369" y="373480"/>
                </a:lnTo>
                <a:lnTo>
                  <a:pt x="35336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path-56">
            <a:extLst xmlns:a="http://schemas.openxmlformats.org/drawingml/2006/main">
              <a:ext uri="{FF2B5EF4-FFF2-40B4-BE49-F238E27FC236}">
                <a16:creationId xmlns:a16="http://schemas.microsoft.com/office/drawing/2014/main" id="{236F2FC8-A846-4246-95E2-CBAEA802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7379" y="5088347"/>
            <a:ext cx="389927" cy="408194"/>
          </a:xfrm>
          <a:custGeom xmlns:a="http://schemas.openxmlformats.org/drawingml/2006/main">
            <a:pathLst>
              <a:path w="389927" h="408194">
                <a:moveTo>
                  <a:pt x="389927" y="0"/>
                </a:moveTo>
                <a:lnTo>
                  <a:pt x="389927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27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71" y="372282"/>
                </a:lnTo>
                <a:lnTo>
                  <a:pt x="354016" y="390238"/>
                </a:lnTo>
                <a:lnTo>
                  <a:pt x="354016" y="17956"/>
                </a:lnTo>
                <a:lnTo>
                  <a:pt x="371971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path-57">
            <a:extLst xmlns:a="http://schemas.openxmlformats.org/drawingml/2006/main">
              <a:ext uri="{FF2B5EF4-FFF2-40B4-BE49-F238E27FC236}">
                <a16:creationId xmlns:a16="http://schemas.microsoft.com/office/drawing/2014/main" id="{F382F444-E5DE-4222-B2E0-F22E9F95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6460" y="5480022"/>
            <a:ext cx="353369" cy="373480"/>
          </a:xfrm>
          <a:custGeom xmlns:a="http://schemas.openxmlformats.org/drawingml/2006/main">
            <a:pathLst>
              <a:path w="353369" h="373480">
                <a:moveTo>
                  <a:pt x="0" y="0"/>
                </a:moveTo>
                <a:lnTo>
                  <a:pt x="0" y="373480"/>
                </a:lnTo>
                <a:lnTo>
                  <a:pt x="353369" y="373480"/>
                </a:lnTo>
                <a:lnTo>
                  <a:pt x="353369" y="0"/>
                </a:lnTo>
                <a:close/>
              </a:path>
            </a:pathLst>
          </a:custGeom>
          <a:solidFill xmlns:a="http://schemas.openxmlformats.org/drawingml/2006/main">
            <a:srgbClr val="B6C7EA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path-58">
            <a:extLst xmlns:a="http://schemas.openxmlformats.org/drawingml/2006/main">
              <a:ext uri="{FF2B5EF4-FFF2-40B4-BE49-F238E27FC236}">
                <a16:creationId xmlns:a16="http://schemas.microsoft.com/office/drawing/2014/main" id="{30820383-3AFF-4233-86F3-7F0D81A0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7379" y="5463024"/>
            <a:ext cx="389927" cy="408194"/>
          </a:xfrm>
          <a:custGeom xmlns:a="http://schemas.openxmlformats.org/drawingml/2006/main">
            <a:pathLst>
              <a:path w="389927" h="408194">
                <a:moveTo>
                  <a:pt x="389927" y="0"/>
                </a:moveTo>
                <a:lnTo>
                  <a:pt x="389927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27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71" y="372282"/>
                </a:lnTo>
                <a:lnTo>
                  <a:pt x="354016" y="390238"/>
                </a:lnTo>
                <a:lnTo>
                  <a:pt x="354016" y="17956"/>
                </a:lnTo>
                <a:lnTo>
                  <a:pt x="371971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path-59">
            <a:extLst xmlns:a="http://schemas.openxmlformats.org/drawingml/2006/main">
              <a:ext uri="{FF2B5EF4-FFF2-40B4-BE49-F238E27FC236}">
                <a16:creationId xmlns:a16="http://schemas.microsoft.com/office/drawing/2014/main" id="{247BA9D1-344F-41E4-9D48-87F95AE4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6460" y="5853501"/>
            <a:ext cx="353369" cy="373480"/>
          </a:xfrm>
          <a:custGeom xmlns:a="http://schemas.openxmlformats.org/drawingml/2006/main">
            <a:pathLst>
              <a:path w="353369" h="373480">
                <a:moveTo>
                  <a:pt x="0" y="0"/>
                </a:moveTo>
                <a:lnTo>
                  <a:pt x="0" y="373480"/>
                </a:lnTo>
                <a:lnTo>
                  <a:pt x="353369" y="373480"/>
                </a:lnTo>
                <a:lnTo>
                  <a:pt x="35336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path-60">
            <a:extLst xmlns:a="http://schemas.openxmlformats.org/drawingml/2006/main">
              <a:ext uri="{FF2B5EF4-FFF2-40B4-BE49-F238E27FC236}">
                <a16:creationId xmlns:a16="http://schemas.microsoft.com/office/drawing/2014/main" id="{628100EF-1F0A-4A33-AB2D-A7D1829B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7379" y="5835306"/>
            <a:ext cx="389927" cy="408194"/>
          </a:xfrm>
          <a:custGeom xmlns:a="http://schemas.openxmlformats.org/drawingml/2006/main">
            <a:pathLst>
              <a:path w="389927" h="408194">
                <a:moveTo>
                  <a:pt x="389927" y="0"/>
                </a:moveTo>
                <a:lnTo>
                  <a:pt x="389927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27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71" y="372282"/>
                </a:lnTo>
                <a:lnTo>
                  <a:pt x="354016" y="390238"/>
                </a:lnTo>
                <a:lnTo>
                  <a:pt x="354016" y="17956"/>
                </a:lnTo>
                <a:lnTo>
                  <a:pt x="371971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path-61">
            <a:extLst xmlns:a="http://schemas.openxmlformats.org/drawingml/2006/main">
              <a:ext uri="{FF2B5EF4-FFF2-40B4-BE49-F238E27FC236}">
                <a16:creationId xmlns:a16="http://schemas.microsoft.com/office/drawing/2014/main" id="{CBA21249-07CE-4B01-B175-1AF5A967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6460" y="6226981"/>
            <a:ext cx="353369" cy="370607"/>
          </a:xfrm>
          <a:custGeom xmlns:a="http://schemas.openxmlformats.org/drawingml/2006/main">
            <a:pathLst>
              <a:path w="353369" h="370607">
                <a:moveTo>
                  <a:pt x="0" y="0"/>
                </a:moveTo>
                <a:lnTo>
                  <a:pt x="0" y="370607"/>
                </a:lnTo>
                <a:lnTo>
                  <a:pt x="353369" y="370607"/>
                </a:lnTo>
                <a:lnTo>
                  <a:pt x="35336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8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path-62">
            <a:extLst xmlns:a="http://schemas.openxmlformats.org/drawingml/2006/main">
              <a:ext uri="{FF2B5EF4-FFF2-40B4-BE49-F238E27FC236}">
                <a16:creationId xmlns:a16="http://schemas.microsoft.com/office/drawing/2014/main" id="{315D9F65-A4F3-47B6-8940-074251DC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7379" y="6207589"/>
            <a:ext cx="389927" cy="408194"/>
          </a:xfrm>
          <a:custGeom xmlns:a="http://schemas.openxmlformats.org/drawingml/2006/main">
            <a:pathLst>
              <a:path w="389927" h="408194">
                <a:moveTo>
                  <a:pt x="389927" y="0"/>
                </a:moveTo>
                <a:lnTo>
                  <a:pt x="389927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27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71" y="372282"/>
                </a:lnTo>
                <a:lnTo>
                  <a:pt x="354016" y="390238"/>
                </a:lnTo>
                <a:lnTo>
                  <a:pt x="354016" y="17956"/>
                </a:lnTo>
                <a:lnTo>
                  <a:pt x="371971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path-63">
            <a:extLst xmlns:a="http://schemas.openxmlformats.org/drawingml/2006/main">
              <a:ext uri="{FF2B5EF4-FFF2-40B4-BE49-F238E27FC236}">
                <a16:creationId xmlns:a16="http://schemas.microsoft.com/office/drawing/2014/main" id="{BFB9A747-9A6B-4BC8-814E-7556C6C4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2043" y="5307646"/>
            <a:ext cx="1416350" cy="1482428"/>
          </a:xfrm>
          <a:custGeom xmlns:a="http://schemas.openxmlformats.org/drawingml/2006/main">
            <a:pathLst>
              <a:path w="1416350" h="1482428">
                <a:moveTo>
                  <a:pt x="0" y="0"/>
                </a:moveTo>
                <a:lnTo>
                  <a:pt x="0" y="1482428"/>
                </a:lnTo>
                <a:lnTo>
                  <a:pt x="1416350" y="1482428"/>
                </a:lnTo>
                <a:lnTo>
                  <a:pt x="141635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path-64">
            <a:extLst xmlns:a="http://schemas.openxmlformats.org/drawingml/2006/main">
              <a:ext uri="{FF2B5EF4-FFF2-40B4-BE49-F238E27FC236}">
                <a16:creationId xmlns:a16="http://schemas.microsoft.com/office/drawing/2014/main" id="{2197D372-30AF-42E9-9759-1F2C1C43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4326" y="5290649"/>
            <a:ext cx="1452023" cy="1517859"/>
          </a:xfrm>
          <a:custGeom xmlns:a="http://schemas.openxmlformats.org/drawingml/2006/main">
            <a:pathLst>
              <a:path w="1452023" h="1517859">
                <a:moveTo>
                  <a:pt x="1452023" y="0"/>
                </a:moveTo>
                <a:lnTo>
                  <a:pt x="1452023" y="1517859"/>
                </a:lnTo>
                <a:lnTo>
                  <a:pt x="0" y="1517859"/>
                </a:lnTo>
                <a:lnTo>
                  <a:pt x="0" y="0"/>
                </a:lnTo>
                <a:lnTo>
                  <a:pt x="1452023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1499903"/>
                </a:lnTo>
                <a:lnTo>
                  <a:pt x="17956" y="1481948"/>
                </a:lnTo>
                <a:lnTo>
                  <a:pt x="1434067" y="1481948"/>
                </a:lnTo>
                <a:lnTo>
                  <a:pt x="1416111" y="1499903"/>
                </a:lnTo>
                <a:lnTo>
                  <a:pt x="1416111" y="17956"/>
                </a:lnTo>
                <a:lnTo>
                  <a:pt x="1434067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path-65">
            <a:extLst xmlns:a="http://schemas.openxmlformats.org/drawingml/2006/main">
              <a:ext uri="{FF2B5EF4-FFF2-40B4-BE49-F238E27FC236}">
                <a16:creationId xmlns:a16="http://schemas.microsoft.com/office/drawing/2014/main" id="{0A247C7C-133E-4B83-BF6B-D54C286C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2043" y="5310519"/>
            <a:ext cx="353369" cy="370607"/>
          </a:xfrm>
          <a:custGeom xmlns:a="http://schemas.openxmlformats.org/drawingml/2006/main">
            <a:pathLst>
              <a:path w="353369" h="370607">
                <a:moveTo>
                  <a:pt x="0" y="0"/>
                </a:moveTo>
                <a:lnTo>
                  <a:pt x="0" y="370607"/>
                </a:lnTo>
                <a:lnTo>
                  <a:pt x="353369" y="370607"/>
                </a:lnTo>
                <a:lnTo>
                  <a:pt x="35336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8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path-66">
            <a:extLst xmlns:a="http://schemas.openxmlformats.org/drawingml/2006/main">
              <a:ext uri="{FF2B5EF4-FFF2-40B4-BE49-F238E27FC236}">
                <a16:creationId xmlns:a16="http://schemas.microsoft.com/office/drawing/2014/main" id="{58102EB5-A3CA-483A-BBFA-E24D2230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4326" y="5291845"/>
            <a:ext cx="389951" cy="408194"/>
          </a:xfrm>
          <a:custGeom xmlns:a="http://schemas.openxmlformats.org/drawingml/2006/main">
            <a:pathLst>
              <a:path w="389951" h="408194">
                <a:moveTo>
                  <a:pt x="389951" y="0"/>
                </a:moveTo>
                <a:lnTo>
                  <a:pt x="389951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51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96" y="372282"/>
                </a:lnTo>
                <a:lnTo>
                  <a:pt x="354040" y="390238"/>
                </a:lnTo>
                <a:lnTo>
                  <a:pt x="354040" y="17956"/>
                </a:lnTo>
                <a:lnTo>
                  <a:pt x="371996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path-67">
            <a:extLst xmlns:a="http://schemas.openxmlformats.org/drawingml/2006/main">
              <a:ext uri="{FF2B5EF4-FFF2-40B4-BE49-F238E27FC236}">
                <a16:creationId xmlns:a16="http://schemas.microsoft.com/office/drawing/2014/main" id="{C4D49E7C-C393-48FC-8F67-A3678D803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2043" y="5683999"/>
            <a:ext cx="353369" cy="373479"/>
          </a:xfrm>
          <a:custGeom xmlns:a="http://schemas.openxmlformats.org/drawingml/2006/main">
            <a:pathLst>
              <a:path w="353369" h="373479">
                <a:moveTo>
                  <a:pt x="0" y="0"/>
                </a:moveTo>
                <a:lnTo>
                  <a:pt x="0" y="373479"/>
                </a:lnTo>
                <a:lnTo>
                  <a:pt x="353369" y="373479"/>
                </a:lnTo>
                <a:lnTo>
                  <a:pt x="353369" y="0"/>
                </a:lnTo>
                <a:close/>
              </a:path>
            </a:pathLst>
          </a:custGeom>
          <a:solidFill xmlns:a="http://schemas.openxmlformats.org/drawingml/2006/main">
            <a:srgbClr val="B6C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path-68">
            <a:extLst xmlns:a="http://schemas.openxmlformats.org/drawingml/2006/main">
              <a:ext uri="{FF2B5EF4-FFF2-40B4-BE49-F238E27FC236}">
                <a16:creationId xmlns:a16="http://schemas.microsoft.com/office/drawing/2014/main" id="{83FED924-86EF-4AD7-946A-30AD0FBC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4326" y="5666521"/>
            <a:ext cx="389951" cy="408195"/>
          </a:xfrm>
          <a:custGeom xmlns:a="http://schemas.openxmlformats.org/drawingml/2006/main">
            <a:pathLst>
              <a:path w="389951" h="408195">
                <a:moveTo>
                  <a:pt x="389951" y="0"/>
                </a:moveTo>
                <a:lnTo>
                  <a:pt x="389951" y="408195"/>
                </a:lnTo>
                <a:lnTo>
                  <a:pt x="0" y="408195"/>
                </a:lnTo>
                <a:lnTo>
                  <a:pt x="0" y="0"/>
                </a:lnTo>
                <a:lnTo>
                  <a:pt x="389951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9"/>
                </a:lnTo>
                <a:lnTo>
                  <a:pt x="17956" y="372283"/>
                </a:lnTo>
                <a:lnTo>
                  <a:pt x="371996" y="372283"/>
                </a:lnTo>
                <a:lnTo>
                  <a:pt x="354040" y="390239"/>
                </a:lnTo>
                <a:lnTo>
                  <a:pt x="354040" y="17956"/>
                </a:lnTo>
                <a:lnTo>
                  <a:pt x="371996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path-69">
            <a:extLst xmlns:a="http://schemas.openxmlformats.org/drawingml/2006/main">
              <a:ext uri="{FF2B5EF4-FFF2-40B4-BE49-F238E27FC236}">
                <a16:creationId xmlns:a16="http://schemas.microsoft.com/office/drawing/2014/main" id="{1D374C5C-E5ED-4D38-A91F-020C10CB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2043" y="6057478"/>
            <a:ext cx="353369" cy="370607"/>
          </a:xfrm>
          <a:custGeom xmlns:a="http://schemas.openxmlformats.org/drawingml/2006/main">
            <a:pathLst>
              <a:path w="353369" h="370607">
                <a:moveTo>
                  <a:pt x="0" y="0"/>
                </a:moveTo>
                <a:lnTo>
                  <a:pt x="0" y="370607"/>
                </a:lnTo>
                <a:lnTo>
                  <a:pt x="353369" y="370607"/>
                </a:lnTo>
                <a:lnTo>
                  <a:pt x="353369" y="0"/>
                </a:lnTo>
                <a:close/>
              </a:path>
            </a:pathLst>
          </a:custGeom>
          <a:solidFill xmlns:a="http://schemas.openxmlformats.org/drawingml/2006/main">
            <a:srgbClr val="B6C7EA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path-70">
            <a:extLst xmlns:a="http://schemas.openxmlformats.org/drawingml/2006/main">
              <a:ext uri="{FF2B5EF4-FFF2-40B4-BE49-F238E27FC236}">
                <a16:creationId xmlns:a16="http://schemas.microsoft.com/office/drawing/2014/main" id="{4F227F15-4B0E-48CA-BE31-E6E22046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4326" y="6038805"/>
            <a:ext cx="389951" cy="408194"/>
          </a:xfrm>
          <a:custGeom xmlns:a="http://schemas.openxmlformats.org/drawingml/2006/main">
            <a:pathLst>
              <a:path w="389951" h="408194">
                <a:moveTo>
                  <a:pt x="389951" y="0"/>
                </a:moveTo>
                <a:lnTo>
                  <a:pt x="389951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51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96" y="372282"/>
                </a:lnTo>
                <a:lnTo>
                  <a:pt x="354040" y="390238"/>
                </a:lnTo>
                <a:lnTo>
                  <a:pt x="354040" y="17956"/>
                </a:lnTo>
                <a:lnTo>
                  <a:pt x="371996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path-71">
            <a:extLst xmlns:a="http://schemas.openxmlformats.org/drawingml/2006/main">
              <a:ext uri="{FF2B5EF4-FFF2-40B4-BE49-F238E27FC236}">
                <a16:creationId xmlns:a16="http://schemas.microsoft.com/office/drawing/2014/main" id="{63D2E6B2-30CD-4F87-917A-1C47637E4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2043" y="6428085"/>
            <a:ext cx="353369" cy="373479"/>
          </a:xfrm>
          <a:custGeom xmlns:a="http://schemas.openxmlformats.org/drawingml/2006/main">
            <a:pathLst>
              <a:path w="353369" h="373479">
                <a:moveTo>
                  <a:pt x="0" y="0"/>
                </a:moveTo>
                <a:lnTo>
                  <a:pt x="0" y="373479"/>
                </a:lnTo>
                <a:lnTo>
                  <a:pt x="353369" y="373479"/>
                </a:lnTo>
                <a:lnTo>
                  <a:pt x="35336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path-72">
            <a:extLst xmlns:a="http://schemas.openxmlformats.org/drawingml/2006/main">
              <a:ext uri="{FF2B5EF4-FFF2-40B4-BE49-F238E27FC236}">
                <a16:creationId xmlns:a16="http://schemas.microsoft.com/office/drawing/2014/main" id="{22C2FA2F-1EC0-4288-B4D5-39EE8CC8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4326" y="6411087"/>
            <a:ext cx="389951" cy="408194"/>
          </a:xfrm>
          <a:custGeom xmlns:a="http://schemas.openxmlformats.org/drawingml/2006/main">
            <a:pathLst>
              <a:path w="389951" h="408194">
                <a:moveTo>
                  <a:pt x="389951" y="0"/>
                </a:moveTo>
                <a:lnTo>
                  <a:pt x="389951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51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96" y="372282"/>
                </a:lnTo>
                <a:lnTo>
                  <a:pt x="354040" y="390238"/>
                </a:lnTo>
                <a:lnTo>
                  <a:pt x="354040" y="17956"/>
                </a:lnTo>
                <a:lnTo>
                  <a:pt x="371996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path-73">
            <a:extLst xmlns:a="http://schemas.openxmlformats.org/drawingml/2006/main">
              <a:ext uri="{FF2B5EF4-FFF2-40B4-BE49-F238E27FC236}">
                <a16:creationId xmlns:a16="http://schemas.microsoft.com/office/drawing/2014/main" id="{1D915038-3B52-45B4-A617-42A649B1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5412" y="5310519"/>
            <a:ext cx="356243" cy="370607"/>
          </a:xfrm>
          <a:custGeom xmlns:a="http://schemas.openxmlformats.org/drawingml/2006/main">
            <a:pathLst>
              <a:path w="356243" h="370607">
                <a:moveTo>
                  <a:pt x="0" y="0"/>
                </a:moveTo>
                <a:lnTo>
                  <a:pt x="0" y="370607"/>
                </a:lnTo>
                <a:lnTo>
                  <a:pt x="356243" y="370607"/>
                </a:lnTo>
                <a:lnTo>
                  <a:pt x="356243" y="0"/>
                </a:lnTo>
                <a:close/>
              </a:path>
            </a:pathLst>
          </a:custGeom>
          <a:solidFill xmlns:a="http://schemas.openxmlformats.org/drawingml/2006/main">
            <a:srgbClr val="B6C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path-74">
            <a:extLst xmlns:a="http://schemas.openxmlformats.org/drawingml/2006/main">
              <a:ext uri="{FF2B5EF4-FFF2-40B4-BE49-F238E27FC236}">
                <a16:creationId xmlns:a16="http://schemas.microsoft.com/office/drawing/2014/main" id="{03DF529C-1CB9-4C65-8392-3C128644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342" y="5291845"/>
            <a:ext cx="389951" cy="408194"/>
          </a:xfrm>
          <a:custGeom xmlns:a="http://schemas.openxmlformats.org/drawingml/2006/main">
            <a:pathLst>
              <a:path w="389951" h="408194">
                <a:moveTo>
                  <a:pt x="389951" y="0"/>
                </a:moveTo>
                <a:lnTo>
                  <a:pt x="389951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51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96" y="372282"/>
                </a:lnTo>
                <a:lnTo>
                  <a:pt x="354040" y="390238"/>
                </a:lnTo>
                <a:lnTo>
                  <a:pt x="354040" y="17956"/>
                </a:lnTo>
                <a:lnTo>
                  <a:pt x="371996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path-75">
            <a:extLst xmlns:a="http://schemas.openxmlformats.org/drawingml/2006/main">
              <a:ext uri="{FF2B5EF4-FFF2-40B4-BE49-F238E27FC236}">
                <a16:creationId xmlns:a16="http://schemas.microsoft.com/office/drawing/2014/main" id="{A3F1EA2C-DC9D-4036-B1F9-32D4B62E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5412" y="5683999"/>
            <a:ext cx="356243" cy="373479"/>
          </a:xfrm>
          <a:custGeom xmlns:a="http://schemas.openxmlformats.org/drawingml/2006/main">
            <a:pathLst>
              <a:path w="356243" h="373479">
                <a:moveTo>
                  <a:pt x="0" y="0"/>
                </a:moveTo>
                <a:lnTo>
                  <a:pt x="0" y="373479"/>
                </a:lnTo>
                <a:lnTo>
                  <a:pt x="356243" y="373479"/>
                </a:lnTo>
                <a:lnTo>
                  <a:pt x="356243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9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path-76">
            <a:extLst xmlns:a="http://schemas.openxmlformats.org/drawingml/2006/main">
              <a:ext uri="{FF2B5EF4-FFF2-40B4-BE49-F238E27FC236}">
                <a16:creationId xmlns:a16="http://schemas.microsoft.com/office/drawing/2014/main" id="{3E75C9B4-D6DE-4DA8-AFE6-FB5725B6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342" y="5666521"/>
            <a:ext cx="389951" cy="408195"/>
          </a:xfrm>
          <a:custGeom xmlns:a="http://schemas.openxmlformats.org/drawingml/2006/main">
            <a:pathLst>
              <a:path w="389951" h="408195">
                <a:moveTo>
                  <a:pt x="389951" y="0"/>
                </a:moveTo>
                <a:lnTo>
                  <a:pt x="389951" y="408195"/>
                </a:lnTo>
                <a:lnTo>
                  <a:pt x="0" y="408195"/>
                </a:lnTo>
                <a:lnTo>
                  <a:pt x="0" y="0"/>
                </a:lnTo>
                <a:lnTo>
                  <a:pt x="389951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9"/>
                </a:lnTo>
                <a:lnTo>
                  <a:pt x="17956" y="372283"/>
                </a:lnTo>
                <a:lnTo>
                  <a:pt x="371996" y="372283"/>
                </a:lnTo>
                <a:lnTo>
                  <a:pt x="354040" y="390239"/>
                </a:lnTo>
                <a:lnTo>
                  <a:pt x="354040" y="17956"/>
                </a:lnTo>
                <a:lnTo>
                  <a:pt x="371996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path-77">
            <a:extLst xmlns:a="http://schemas.openxmlformats.org/drawingml/2006/main">
              <a:ext uri="{FF2B5EF4-FFF2-40B4-BE49-F238E27FC236}">
                <a16:creationId xmlns:a16="http://schemas.microsoft.com/office/drawing/2014/main" id="{EBAE57F2-4A25-48B5-A89C-7E7B546A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5412" y="6057478"/>
            <a:ext cx="356243" cy="370607"/>
          </a:xfrm>
          <a:custGeom xmlns:a="http://schemas.openxmlformats.org/drawingml/2006/main">
            <a:pathLst>
              <a:path w="356243" h="370607">
                <a:moveTo>
                  <a:pt x="0" y="0"/>
                </a:moveTo>
                <a:lnTo>
                  <a:pt x="0" y="370607"/>
                </a:lnTo>
                <a:lnTo>
                  <a:pt x="356243" y="370607"/>
                </a:lnTo>
                <a:lnTo>
                  <a:pt x="356243" y="0"/>
                </a:lnTo>
                <a:close/>
              </a:path>
            </a:pathLst>
          </a:custGeom>
          <a:solidFill xmlns:a="http://schemas.openxmlformats.org/drawingml/2006/main">
            <a:srgbClr val="91ACE0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path-78">
            <a:extLst xmlns:a="http://schemas.openxmlformats.org/drawingml/2006/main">
              <a:ext uri="{FF2B5EF4-FFF2-40B4-BE49-F238E27FC236}">
                <a16:creationId xmlns:a16="http://schemas.microsoft.com/office/drawing/2014/main" id="{DEC4EEA3-4B5F-4AA5-9C2A-09DA1774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342" y="6038805"/>
            <a:ext cx="389951" cy="408194"/>
          </a:xfrm>
          <a:custGeom xmlns:a="http://schemas.openxmlformats.org/drawingml/2006/main">
            <a:pathLst>
              <a:path w="389951" h="408194">
                <a:moveTo>
                  <a:pt x="389951" y="0"/>
                </a:moveTo>
                <a:lnTo>
                  <a:pt x="389951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51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96" y="372282"/>
                </a:lnTo>
                <a:lnTo>
                  <a:pt x="354040" y="390238"/>
                </a:lnTo>
                <a:lnTo>
                  <a:pt x="354040" y="17956"/>
                </a:lnTo>
                <a:lnTo>
                  <a:pt x="371996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path-79">
            <a:extLst xmlns:a="http://schemas.openxmlformats.org/drawingml/2006/main">
              <a:ext uri="{FF2B5EF4-FFF2-40B4-BE49-F238E27FC236}">
                <a16:creationId xmlns:a16="http://schemas.microsoft.com/office/drawing/2014/main" id="{E228A3F1-53FD-494E-95ED-2EA1536C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5412" y="6428085"/>
            <a:ext cx="356243" cy="373479"/>
          </a:xfrm>
          <a:custGeom xmlns:a="http://schemas.openxmlformats.org/drawingml/2006/main">
            <a:pathLst>
              <a:path w="356243" h="373479">
                <a:moveTo>
                  <a:pt x="0" y="0"/>
                </a:moveTo>
                <a:lnTo>
                  <a:pt x="0" y="373479"/>
                </a:lnTo>
                <a:lnTo>
                  <a:pt x="356243" y="373479"/>
                </a:lnTo>
                <a:lnTo>
                  <a:pt x="356243" y="0"/>
                </a:lnTo>
                <a:close/>
              </a:path>
            </a:pathLst>
          </a:custGeom>
          <a:solidFill xmlns:a="http://schemas.openxmlformats.org/drawingml/2006/main">
            <a:srgbClr val="B6C7EA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ath-80">
            <a:extLst xmlns:a="http://schemas.openxmlformats.org/drawingml/2006/main">
              <a:ext uri="{FF2B5EF4-FFF2-40B4-BE49-F238E27FC236}">
                <a16:creationId xmlns:a16="http://schemas.microsoft.com/office/drawing/2014/main" id="{CB3A7670-DA28-4EAA-9F10-16A526CE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342" y="6411087"/>
            <a:ext cx="389951" cy="408194"/>
          </a:xfrm>
          <a:custGeom xmlns:a="http://schemas.openxmlformats.org/drawingml/2006/main">
            <a:pathLst>
              <a:path w="389951" h="408194">
                <a:moveTo>
                  <a:pt x="389951" y="0"/>
                </a:moveTo>
                <a:lnTo>
                  <a:pt x="389951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51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96" y="372282"/>
                </a:lnTo>
                <a:lnTo>
                  <a:pt x="354040" y="390238"/>
                </a:lnTo>
                <a:lnTo>
                  <a:pt x="354040" y="17956"/>
                </a:lnTo>
                <a:lnTo>
                  <a:pt x="371996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ath-81">
            <a:extLst xmlns:a="http://schemas.openxmlformats.org/drawingml/2006/main">
              <a:ext uri="{FF2B5EF4-FFF2-40B4-BE49-F238E27FC236}">
                <a16:creationId xmlns:a16="http://schemas.microsoft.com/office/drawing/2014/main" id="{A7A24AC4-756D-4E4D-B459-9FC98465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655" y="5310519"/>
            <a:ext cx="353369" cy="370607"/>
          </a:xfrm>
          <a:custGeom xmlns:a="http://schemas.openxmlformats.org/drawingml/2006/main">
            <a:pathLst>
              <a:path w="353369" h="370607">
                <a:moveTo>
                  <a:pt x="0" y="0"/>
                </a:moveTo>
                <a:lnTo>
                  <a:pt x="0" y="370607"/>
                </a:lnTo>
                <a:lnTo>
                  <a:pt x="353369" y="370607"/>
                </a:lnTo>
                <a:lnTo>
                  <a:pt x="353369" y="0"/>
                </a:lnTo>
                <a:close/>
              </a:path>
            </a:pathLst>
          </a:custGeom>
          <a:solidFill xmlns:a="http://schemas.openxmlformats.org/drawingml/2006/main">
            <a:srgbClr val="B6C7EA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path-82">
            <a:extLst xmlns:a="http://schemas.openxmlformats.org/drawingml/2006/main">
              <a:ext uri="{FF2B5EF4-FFF2-40B4-BE49-F238E27FC236}">
                <a16:creationId xmlns:a16="http://schemas.microsoft.com/office/drawing/2014/main" id="{69D0A62D-50FD-4765-8708-C76CB8B8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2382" y="5291845"/>
            <a:ext cx="389951" cy="408194"/>
          </a:xfrm>
          <a:custGeom xmlns:a="http://schemas.openxmlformats.org/drawingml/2006/main">
            <a:pathLst>
              <a:path w="389951" h="408194">
                <a:moveTo>
                  <a:pt x="389951" y="0"/>
                </a:moveTo>
                <a:lnTo>
                  <a:pt x="389951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51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96" y="372282"/>
                </a:lnTo>
                <a:lnTo>
                  <a:pt x="354040" y="390238"/>
                </a:lnTo>
                <a:lnTo>
                  <a:pt x="354040" y="17956"/>
                </a:lnTo>
                <a:lnTo>
                  <a:pt x="371996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path-83">
            <a:extLst xmlns:a="http://schemas.openxmlformats.org/drawingml/2006/main">
              <a:ext uri="{FF2B5EF4-FFF2-40B4-BE49-F238E27FC236}">
                <a16:creationId xmlns:a16="http://schemas.microsoft.com/office/drawing/2014/main" id="{561C6679-A2F9-4549-83B7-CBF62C31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655" y="5683999"/>
            <a:ext cx="353369" cy="373479"/>
          </a:xfrm>
          <a:custGeom xmlns:a="http://schemas.openxmlformats.org/drawingml/2006/main">
            <a:pathLst>
              <a:path w="353369" h="373479">
                <a:moveTo>
                  <a:pt x="0" y="0"/>
                </a:moveTo>
                <a:lnTo>
                  <a:pt x="0" y="373479"/>
                </a:lnTo>
                <a:lnTo>
                  <a:pt x="353369" y="373479"/>
                </a:lnTo>
                <a:lnTo>
                  <a:pt x="353369" y="0"/>
                </a:lnTo>
                <a:close/>
              </a:path>
            </a:pathLst>
          </a:custGeom>
          <a:solidFill xmlns:a="http://schemas.openxmlformats.org/drawingml/2006/main">
            <a:srgbClr val="91ACE0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path-84">
            <a:extLst xmlns:a="http://schemas.openxmlformats.org/drawingml/2006/main">
              <a:ext uri="{FF2B5EF4-FFF2-40B4-BE49-F238E27FC236}">
                <a16:creationId xmlns:a16="http://schemas.microsoft.com/office/drawing/2014/main" id="{B01888A7-40AF-406A-9CD8-D911358E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2382" y="5666521"/>
            <a:ext cx="389951" cy="408195"/>
          </a:xfrm>
          <a:custGeom xmlns:a="http://schemas.openxmlformats.org/drawingml/2006/main">
            <a:pathLst>
              <a:path w="389951" h="408195">
                <a:moveTo>
                  <a:pt x="389951" y="0"/>
                </a:moveTo>
                <a:lnTo>
                  <a:pt x="389951" y="408195"/>
                </a:lnTo>
                <a:lnTo>
                  <a:pt x="0" y="408195"/>
                </a:lnTo>
                <a:lnTo>
                  <a:pt x="0" y="0"/>
                </a:lnTo>
                <a:lnTo>
                  <a:pt x="389951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9"/>
                </a:lnTo>
                <a:lnTo>
                  <a:pt x="17956" y="372283"/>
                </a:lnTo>
                <a:lnTo>
                  <a:pt x="371996" y="372283"/>
                </a:lnTo>
                <a:lnTo>
                  <a:pt x="354040" y="390239"/>
                </a:lnTo>
                <a:lnTo>
                  <a:pt x="354040" y="17956"/>
                </a:lnTo>
                <a:lnTo>
                  <a:pt x="371996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path-85">
            <a:extLst xmlns:a="http://schemas.openxmlformats.org/drawingml/2006/main">
              <a:ext uri="{FF2B5EF4-FFF2-40B4-BE49-F238E27FC236}">
                <a16:creationId xmlns:a16="http://schemas.microsoft.com/office/drawing/2014/main" id="{74F8BCBD-F596-4456-BD1E-CD9A3F6E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655" y="6057478"/>
            <a:ext cx="353369" cy="370607"/>
          </a:xfrm>
          <a:custGeom xmlns:a="http://schemas.openxmlformats.org/drawingml/2006/main">
            <a:pathLst>
              <a:path w="353369" h="370607">
                <a:moveTo>
                  <a:pt x="0" y="0"/>
                </a:moveTo>
                <a:lnTo>
                  <a:pt x="0" y="370607"/>
                </a:lnTo>
                <a:lnTo>
                  <a:pt x="353369" y="370607"/>
                </a:lnTo>
                <a:lnTo>
                  <a:pt x="35336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8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path-86">
            <a:extLst xmlns:a="http://schemas.openxmlformats.org/drawingml/2006/main">
              <a:ext uri="{FF2B5EF4-FFF2-40B4-BE49-F238E27FC236}">
                <a16:creationId xmlns:a16="http://schemas.microsoft.com/office/drawing/2014/main" id="{5EA9FFF5-2DEE-4887-8C36-25C40194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2382" y="6038805"/>
            <a:ext cx="389951" cy="408194"/>
          </a:xfrm>
          <a:custGeom xmlns:a="http://schemas.openxmlformats.org/drawingml/2006/main">
            <a:pathLst>
              <a:path w="389951" h="408194">
                <a:moveTo>
                  <a:pt x="389951" y="0"/>
                </a:moveTo>
                <a:lnTo>
                  <a:pt x="389951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51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96" y="372282"/>
                </a:lnTo>
                <a:lnTo>
                  <a:pt x="354040" y="390238"/>
                </a:lnTo>
                <a:lnTo>
                  <a:pt x="354040" y="17956"/>
                </a:lnTo>
                <a:lnTo>
                  <a:pt x="371996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path-87">
            <a:extLst xmlns:a="http://schemas.openxmlformats.org/drawingml/2006/main">
              <a:ext uri="{FF2B5EF4-FFF2-40B4-BE49-F238E27FC236}">
                <a16:creationId xmlns:a16="http://schemas.microsoft.com/office/drawing/2014/main" id="{59386E10-24C5-4CA2-848A-134A8669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655" y="6428085"/>
            <a:ext cx="353369" cy="373479"/>
          </a:xfrm>
          <a:custGeom xmlns:a="http://schemas.openxmlformats.org/drawingml/2006/main">
            <a:pathLst>
              <a:path w="353369" h="373479">
                <a:moveTo>
                  <a:pt x="0" y="0"/>
                </a:moveTo>
                <a:lnTo>
                  <a:pt x="0" y="373479"/>
                </a:lnTo>
                <a:lnTo>
                  <a:pt x="353369" y="373479"/>
                </a:lnTo>
                <a:lnTo>
                  <a:pt x="35336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path-88">
            <a:extLst xmlns:a="http://schemas.openxmlformats.org/drawingml/2006/main">
              <a:ext uri="{FF2B5EF4-FFF2-40B4-BE49-F238E27FC236}">
                <a16:creationId xmlns:a16="http://schemas.microsoft.com/office/drawing/2014/main" id="{4FCB48B8-7951-4D00-8770-BEDEFCF3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2382" y="6411087"/>
            <a:ext cx="389951" cy="408194"/>
          </a:xfrm>
          <a:custGeom xmlns:a="http://schemas.openxmlformats.org/drawingml/2006/main">
            <a:pathLst>
              <a:path w="389951" h="408194">
                <a:moveTo>
                  <a:pt x="389951" y="0"/>
                </a:moveTo>
                <a:lnTo>
                  <a:pt x="389951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51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96" y="372282"/>
                </a:lnTo>
                <a:lnTo>
                  <a:pt x="354040" y="390238"/>
                </a:lnTo>
                <a:lnTo>
                  <a:pt x="354040" y="17956"/>
                </a:lnTo>
                <a:lnTo>
                  <a:pt x="371996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path-89">
            <a:extLst xmlns:a="http://schemas.openxmlformats.org/drawingml/2006/main">
              <a:ext uri="{FF2B5EF4-FFF2-40B4-BE49-F238E27FC236}">
                <a16:creationId xmlns:a16="http://schemas.microsoft.com/office/drawing/2014/main" id="{D52349A9-5552-41B7-86FD-B391B3C4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024" y="5310519"/>
            <a:ext cx="353369" cy="370607"/>
          </a:xfrm>
          <a:custGeom xmlns:a="http://schemas.openxmlformats.org/drawingml/2006/main">
            <a:pathLst>
              <a:path w="353369" h="370607">
                <a:moveTo>
                  <a:pt x="0" y="0"/>
                </a:moveTo>
                <a:lnTo>
                  <a:pt x="0" y="370607"/>
                </a:lnTo>
                <a:lnTo>
                  <a:pt x="353369" y="370607"/>
                </a:lnTo>
                <a:lnTo>
                  <a:pt x="35336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path-90">
            <a:extLst xmlns:a="http://schemas.openxmlformats.org/drawingml/2006/main">
              <a:ext uri="{FF2B5EF4-FFF2-40B4-BE49-F238E27FC236}">
                <a16:creationId xmlns:a16="http://schemas.microsoft.com/office/drawing/2014/main" id="{C80895BB-F89A-4B7D-9963-FC50B77C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397" y="5291845"/>
            <a:ext cx="389951" cy="408194"/>
          </a:xfrm>
          <a:custGeom xmlns:a="http://schemas.openxmlformats.org/drawingml/2006/main">
            <a:pathLst>
              <a:path w="389951" h="408194">
                <a:moveTo>
                  <a:pt x="389951" y="0"/>
                </a:moveTo>
                <a:lnTo>
                  <a:pt x="389951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51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96" y="372282"/>
                </a:lnTo>
                <a:lnTo>
                  <a:pt x="354040" y="390238"/>
                </a:lnTo>
                <a:lnTo>
                  <a:pt x="354040" y="17956"/>
                </a:lnTo>
                <a:lnTo>
                  <a:pt x="371996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path-91">
            <a:extLst xmlns:a="http://schemas.openxmlformats.org/drawingml/2006/main">
              <a:ext uri="{FF2B5EF4-FFF2-40B4-BE49-F238E27FC236}">
                <a16:creationId xmlns:a16="http://schemas.microsoft.com/office/drawing/2014/main" id="{16C13D3B-ED9C-4586-BE41-E374C4F6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024" y="5683999"/>
            <a:ext cx="353369" cy="373479"/>
          </a:xfrm>
          <a:custGeom xmlns:a="http://schemas.openxmlformats.org/drawingml/2006/main">
            <a:pathLst>
              <a:path w="353369" h="373479">
                <a:moveTo>
                  <a:pt x="0" y="0"/>
                </a:moveTo>
                <a:lnTo>
                  <a:pt x="0" y="373479"/>
                </a:lnTo>
                <a:lnTo>
                  <a:pt x="353369" y="373479"/>
                </a:lnTo>
                <a:lnTo>
                  <a:pt x="353369" y="0"/>
                </a:lnTo>
                <a:close/>
              </a:path>
            </a:pathLst>
          </a:custGeom>
          <a:solidFill xmlns:a="http://schemas.openxmlformats.org/drawingml/2006/main">
            <a:srgbClr val="B6C7EA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path-92">
            <a:extLst xmlns:a="http://schemas.openxmlformats.org/drawingml/2006/main">
              <a:ext uri="{FF2B5EF4-FFF2-40B4-BE49-F238E27FC236}">
                <a16:creationId xmlns:a16="http://schemas.microsoft.com/office/drawing/2014/main" id="{043C040B-35DF-43B3-A3C4-1D46EE64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397" y="5666521"/>
            <a:ext cx="389951" cy="408195"/>
          </a:xfrm>
          <a:custGeom xmlns:a="http://schemas.openxmlformats.org/drawingml/2006/main">
            <a:pathLst>
              <a:path w="389951" h="408195">
                <a:moveTo>
                  <a:pt x="389951" y="0"/>
                </a:moveTo>
                <a:lnTo>
                  <a:pt x="389951" y="408195"/>
                </a:lnTo>
                <a:lnTo>
                  <a:pt x="0" y="408195"/>
                </a:lnTo>
                <a:lnTo>
                  <a:pt x="0" y="0"/>
                </a:lnTo>
                <a:lnTo>
                  <a:pt x="389951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9"/>
                </a:lnTo>
                <a:lnTo>
                  <a:pt x="17956" y="372283"/>
                </a:lnTo>
                <a:lnTo>
                  <a:pt x="371996" y="372283"/>
                </a:lnTo>
                <a:lnTo>
                  <a:pt x="354040" y="390239"/>
                </a:lnTo>
                <a:lnTo>
                  <a:pt x="354040" y="17956"/>
                </a:lnTo>
                <a:lnTo>
                  <a:pt x="371996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path-93">
            <a:extLst xmlns:a="http://schemas.openxmlformats.org/drawingml/2006/main">
              <a:ext uri="{FF2B5EF4-FFF2-40B4-BE49-F238E27FC236}">
                <a16:creationId xmlns:a16="http://schemas.microsoft.com/office/drawing/2014/main" id="{FCC4A7C2-3ED2-479A-8554-4F358657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024" y="6057478"/>
            <a:ext cx="353369" cy="370607"/>
          </a:xfrm>
          <a:custGeom xmlns:a="http://schemas.openxmlformats.org/drawingml/2006/main">
            <a:pathLst>
              <a:path w="353369" h="370607">
                <a:moveTo>
                  <a:pt x="0" y="0"/>
                </a:moveTo>
                <a:lnTo>
                  <a:pt x="0" y="370607"/>
                </a:lnTo>
                <a:lnTo>
                  <a:pt x="353369" y="370607"/>
                </a:lnTo>
                <a:lnTo>
                  <a:pt x="35336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path-94">
            <a:extLst xmlns:a="http://schemas.openxmlformats.org/drawingml/2006/main">
              <a:ext uri="{FF2B5EF4-FFF2-40B4-BE49-F238E27FC236}">
                <a16:creationId xmlns:a16="http://schemas.microsoft.com/office/drawing/2014/main" id="{5C985628-E364-4646-A88A-A556EFDC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397" y="6038805"/>
            <a:ext cx="389951" cy="408194"/>
          </a:xfrm>
          <a:custGeom xmlns:a="http://schemas.openxmlformats.org/drawingml/2006/main">
            <a:pathLst>
              <a:path w="389951" h="408194">
                <a:moveTo>
                  <a:pt x="389951" y="0"/>
                </a:moveTo>
                <a:lnTo>
                  <a:pt x="389951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51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96" y="372282"/>
                </a:lnTo>
                <a:lnTo>
                  <a:pt x="354040" y="390238"/>
                </a:lnTo>
                <a:lnTo>
                  <a:pt x="354040" y="17956"/>
                </a:lnTo>
                <a:lnTo>
                  <a:pt x="371996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path-95">
            <a:extLst xmlns:a="http://schemas.openxmlformats.org/drawingml/2006/main">
              <a:ext uri="{FF2B5EF4-FFF2-40B4-BE49-F238E27FC236}">
                <a16:creationId xmlns:a16="http://schemas.microsoft.com/office/drawing/2014/main" id="{14F85153-23CD-4BB8-AB73-57443749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024" y="6428085"/>
            <a:ext cx="353369" cy="373479"/>
          </a:xfrm>
          <a:custGeom xmlns:a="http://schemas.openxmlformats.org/drawingml/2006/main">
            <a:pathLst>
              <a:path w="353369" h="373479">
                <a:moveTo>
                  <a:pt x="0" y="0"/>
                </a:moveTo>
                <a:lnTo>
                  <a:pt x="0" y="373479"/>
                </a:lnTo>
                <a:lnTo>
                  <a:pt x="353369" y="373479"/>
                </a:lnTo>
                <a:lnTo>
                  <a:pt x="35336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8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path-96">
            <a:extLst xmlns:a="http://schemas.openxmlformats.org/drawingml/2006/main">
              <a:ext uri="{FF2B5EF4-FFF2-40B4-BE49-F238E27FC236}">
                <a16:creationId xmlns:a16="http://schemas.microsoft.com/office/drawing/2014/main" id="{B56498A4-AB1C-4610-B96F-01E001F9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397" y="6411087"/>
            <a:ext cx="389951" cy="408194"/>
          </a:xfrm>
          <a:custGeom xmlns:a="http://schemas.openxmlformats.org/drawingml/2006/main">
            <a:pathLst>
              <a:path w="389951" h="408194">
                <a:moveTo>
                  <a:pt x="389951" y="0"/>
                </a:moveTo>
                <a:lnTo>
                  <a:pt x="389951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51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96" y="372282"/>
                </a:lnTo>
                <a:lnTo>
                  <a:pt x="354040" y="390238"/>
                </a:lnTo>
                <a:lnTo>
                  <a:pt x="354040" y="17956"/>
                </a:lnTo>
                <a:lnTo>
                  <a:pt x="371996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path-97">
            <a:extLst xmlns:a="http://schemas.openxmlformats.org/drawingml/2006/main">
              <a:ext uri="{FF2B5EF4-FFF2-40B4-BE49-F238E27FC236}">
                <a16:creationId xmlns:a16="http://schemas.microsoft.com/office/drawing/2014/main" id="{E429D216-B371-418B-B6D2-C82A0877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3427" y="5566208"/>
            <a:ext cx="1416350" cy="1482428"/>
          </a:xfrm>
          <a:custGeom xmlns:a="http://schemas.openxmlformats.org/drawingml/2006/main">
            <a:pathLst>
              <a:path w="1416350" h="1482428">
                <a:moveTo>
                  <a:pt x="0" y="0"/>
                </a:moveTo>
                <a:lnTo>
                  <a:pt x="0" y="1482428"/>
                </a:lnTo>
                <a:lnTo>
                  <a:pt x="1416350" y="1482428"/>
                </a:lnTo>
                <a:lnTo>
                  <a:pt x="141635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path-98">
            <a:extLst xmlns:a="http://schemas.openxmlformats.org/drawingml/2006/main">
              <a:ext uri="{FF2B5EF4-FFF2-40B4-BE49-F238E27FC236}">
                <a16:creationId xmlns:a16="http://schemas.microsoft.com/office/drawing/2014/main" id="{F924E338-8545-4C46-B09C-D8C02AD44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5230" y="5549211"/>
            <a:ext cx="1452023" cy="1517859"/>
          </a:xfrm>
          <a:custGeom xmlns:a="http://schemas.openxmlformats.org/drawingml/2006/main">
            <a:pathLst>
              <a:path w="1452023" h="1517859">
                <a:moveTo>
                  <a:pt x="1452023" y="0"/>
                </a:moveTo>
                <a:lnTo>
                  <a:pt x="1452023" y="1517859"/>
                </a:lnTo>
                <a:lnTo>
                  <a:pt x="0" y="1517859"/>
                </a:lnTo>
                <a:lnTo>
                  <a:pt x="0" y="0"/>
                </a:lnTo>
                <a:lnTo>
                  <a:pt x="1452023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1499903"/>
                </a:lnTo>
                <a:lnTo>
                  <a:pt x="17956" y="1481948"/>
                </a:lnTo>
                <a:lnTo>
                  <a:pt x="1434067" y="1481948"/>
                </a:lnTo>
                <a:lnTo>
                  <a:pt x="1416111" y="1499903"/>
                </a:lnTo>
                <a:lnTo>
                  <a:pt x="1416111" y="17956"/>
                </a:lnTo>
                <a:lnTo>
                  <a:pt x="1434067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path-99">
            <a:extLst xmlns:a="http://schemas.openxmlformats.org/drawingml/2006/main">
              <a:ext uri="{FF2B5EF4-FFF2-40B4-BE49-F238E27FC236}">
                <a16:creationId xmlns:a16="http://schemas.microsoft.com/office/drawing/2014/main" id="{80E545C5-B56A-446F-94C2-C9FB6CD6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3427" y="5569082"/>
            <a:ext cx="353367" cy="370607"/>
          </a:xfrm>
          <a:custGeom xmlns:a="http://schemas.openxmlformats.org/drawingml/2006/main">
            <a:pathLst>
              <a:path w="353367" h="370607">
                <a:moveTo>
                  <a:pt x="0" y="0"/>
                </a:moveTo>
                <a:lnTo>
                  <a:pt x="0" y="370607"/>
                </a:lnTo>
                <a:lnTo>
                  <a:pt x="353367" y="370607"/>
                </a:lnTo>
                <a:lnTo>
                  <a:pt x="353367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8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path-100">
            <a:extLst xmlns:a="http://schemas.openxmlformats.org/drawingml/2006/main">
              <a:ext uri="{FF2B5EF4-FFF2-40B4-BE49-F238E27FC236}">
                <a16:creationId xmlns:a16="http://schemas.microsoft.com/office/drawing/2014/main" id="{0EBACC52-61FE-4A92-A0AB-E7573597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5230" y="5550408"/>
            <a:ext cx="389951" cy="408194"/>
          </a:xfrm>
          <a:custGeom xmlns:a="http://schemas.openxmlformats.org/drawingml/2006/main">
            <a:pathLst>
              <a:path w="389951" h="408194">
                <a:moveTo>
                  <a:pt x="389951" y="0"/>
                </a:moveTo>
                <a:lnTo>
                  <a:pt x="389951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51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96" y="372282"/>
                </a:lnTo>
                <a:lnTo>
                  <a:pt x="354040" y="390238"/>
                </a:lnTo>
                <a:lnTo>
                  <a:pt x="354040" y="17956"/>
                </a:lnTo>
                <a:lnTo>
                  <a:pt x="371996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path-101">
            <a:extLst xmlns:a="http://schemas.openxmlformats.org/drawingml/2006/main">
              <a:ext uri="{FF2B5EF4-FFF2-40B4-BE49-F238E27FC236}">
                <a16:creationId xmlns:a16="http://schemas.microsoft.com/office/drawing/2014/main" id="{F1D6871A-16C1-4063-8F5D-99469F59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3427" y="5942561"/>
            <a:ext cx="353367" cy="373480"/>
          </a:xfrm>
          <a:custGeom xmlns:a="http://schemas.openxmlformats.org/drawingml/2006/main">
            <a:pathLst>
              <a:path w="353367" h="373480">
                <a:moveTo>
                  <a:pt x="0" y="0"/>
                </a:moveTo>
                <a:lnTo>
                  <a:pt x="0" y="373480"/>
                </a:lnTo>
                <a:lnTo>
                  <a:pt x="353367" y="373480"/>
                </a:lnTo>
                <a:lnTo>
                  <a:pt x="353367" y="0"/>
                </a:lnTo>
                <a:close/>
              </a:path>
            </a:pathLst>
          </a:custGeom>
          <a:solidFill xmlns:a="http://schemas.openxmlformats.org/drawingml/2006/main">
            <a:srgbClr val="B6C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path-102">
            <a:extLst xmlns:a="http://schemas.openxmlformats.org/drawingml/2006/main">
              <a:ext uri="{FF2B5EF4-FFF2-40B4-BE49-F238E27FC236}">
                <a16:creationId xmlns:a16="http://schemas.microsoft.com/office/drawing/2014/main" id="{1477CE54-0C85-45CE-9422-C4019124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5230" y="5925085"/>
            <a:ext cx="389951" cy="408194"/>
          </a:xfrm>
          <a:custGeom xmlns:a="http://schemas.openxmlformats.org/drawingml/2006/main">
            <a:pathLst>
              <a:path w="389951" h="408194">
                <a:moveTo>
                  <a:pt x="389951" y="0"/>
                </a:moveTo>
                <a:lnTo>
                  <a:pt x="389951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51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96" y="372282"/>
                </a:lnTo>
                <a:lnTo>
                  <a:pt x="354040" y="390238"/>
                </a:lnTo>
                <a:lnTo>
                  <a:pt x="354040" y="17956"/>
                </a:lnTo>
                <a:lnTo>
                  <a:pt x="371996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path-103">
            <a:extLst xmlns:a="http://schemas.openxmlformats.org/drawingml/2006/main">
              <a:ext uri="{FF2B5EF4-FFF2-40B4-BE49-F238E27FC236}">
                <a16:creationId xmlns:a16="http://schemas.microsoft.com/office/drawing/2014/main" id="{AC48191A-E8D7-4455-8844-BD1E4832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3427" y="6316041"/>
            <a:ext cx="353367" cy="370607"/>
          </a:xfrm>
          <a:custGeom xmlns:a="http://schemas.openxmlformats.org/drawingml/2006/main">
            <a:pathLst>
              <a:path w="353367" h="370607">
                <a:moveTo>
                  <a:pt x="0" y="0"/>
                </a:moveTo>
                <a:lnTo>
                  <a:pt x="0" y="370607"/>
                </a:lnTo>
                <a:lnTo>
                  <a:pt x="353367" y="370607"/>
                </a:lnTo>
                <a:lnTo>
                  <a:pt x="353367" y="0"/>
                </a:lnTo>
                <a:close/>
              </a:path>
            </a:pathLst>
          </a:custGeom>
          <a:solidFill xmlns:a="http://schemas.openxmlformats.org/drawingml/2006/main">
            <a:srgbClr val="B6C7EA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path-104">
            <a:extLst xmlns:a="http://schemas.openxmlformats.org/drawingml/2006/main">
              <a:ext uri="{FF2B5EF4-FFF2-40B4-BE49-F238E27FC236}">
                <a16:creationId xmlns:a16="http://schemas.microsoft.com/office/drawing/2014/main" id="{D501C23D-6F2F-48A7-9C04-2C02CC3A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5230" y="6297367"/>
            <a:ext cx="389951" cy="408195"/>
          </a:xfrm>
          <a:custGeom xmlns:a="http://schemas.openxmlformats.org/drawingml/2006/main">
            <a:pathLst>
              <a:path w="389951" h="408195">
                <a:moveTo>
                  <a:pt x="389951" y="0"/>
                </a:moveTo>
                <a:lnTo>
                  <a:pt x="389951" y="408195"/>
                </a:lnTo>
                <a:lnTo>
                  <a:pt x="0" y="408195"/>
                </a:lnTo>
                <a:lnTo>
                  <a:pt x="0" y="0"/>
                </a:lnTo>
                <a:lnTo>
                  <a:pt x="389951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96" y="372282"/>
                </a:lnTo>
                <a:lnTo>
                  <a:pt x="354040" y="390238"/>
                </a:lnTo>
                <a:lnTo>
                  <a:pt x="354040" y="17956"/>
                </a:lnTo>
                <a:lnTo>
                  <a:pt x="371996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path-105">
            <a:extLst xmlns:a="http://schemas.openxmlformats.org/drawingml/2006/main">
              <a:ext uri="{FF2B5EF4-FFF2-40B4-BE49-F238E27FC236}">
                <a16:creationId xmlns:a16="http://schemas.microsoft.com/office/drawing/2014/main" id="{CFED0CEE-3505-477C-AD1C-0F84F3F2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3427" y="6686648"/>
            <a:ext cx="353367" cy="373479"/>
          </a:xfrm>
          <a:custGeom xmlns:a="http://schemas.openxmlformats.org/drawingml/2006/main">
            <a:pathLst>
              <a:path w="353367" h="373479">
                <a:moveTo>
                  <a:pt x="0" y="0"/>
                </a:moveTo>
                <a:lnTo>
                  <a:pt x="0" y="373479"/>
                </a:lnTo>
                <a:lnTo>
                  <a:pt x="353367" y="373479"/>
                </a:lnTo>
                <a:lnTo>
                  <a:pt x="353367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path-106">
            <a:extLst xmlns:a="http://schemas.openxmlformats.org/drawingml/2006/main">
              <a:ext uri="{FF2B5EF4-FFF2-40B4-BE49-F238E27FC236}">
                <a16:creationId xmlns:a16="http://schemas.microsoft.com/office/drawing/2014/main" id="{5065A9C0-7D71-4882-935E-BD6834CF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5230" y="6669650"/>
            <a:ext cx="389951" cy="408195"/>
          </a:xfrm>
          <a:custGeom xmlns:a="http://schemas.openxmlformats.org/drawingml/2006/main">
            <a:pathLst>
              <a:path w="389951" h="408195">
                <a:moveTo>
                  <a:pt x="389951" y="0"/>
                </a:moveTo>
                <a:lnTo>
                  <a:pt x="389951" y="408195"/>
                </a:lnTo>
                <a:lnTo>
                  <a:pt x="0" y="408195"/>
                </a:lnTo>
                <a:lnTo>
                  <a:pt x="0" y="0"/>
                </a:lnTo>
                <a:lnTo>
                  <a:pt x="389951" y="0"/>
                </a:lnTo>
                <a:moveTo>
                  <a:pt x="17956" y="35912"/>
                </a:moveTo>
                <a:lnTo>
                  <a:pt x="35911" y="17956"/>
                </a:lnTo>
                <a:lnTo>
                  <a:pt x="35911" y="390239"/>
                </a:lnTo>
                <a:lnTo>
                  <a:pt x="17956" y="372283"/>
                </a:lnTo>
                <a:lnTo>
                  <a:pt x="371996" y="372283"/>
                </a:lnTo>
                <a:lnTo>
                  <a:pt x="354040" y="390239"/>
                </a:lnTo>
                <a:lnTo>
                  <a:pt x="354040" y="17956"/>
                </a:lnTo>
                <a:lnTo>
                  <a:pt x="371996" y="35912"/>
                </a:lnTo>
                <a:lnTo>
                  <a:pt x="17956" y="3591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path-107">
            <a:extLst xmlns:a="http://schemas.openxmlformats.org/drawingml/2006/main">
              <a:ext uri="{FF2B5EF4-FFF2-40B4-BE49-F238E27FC236}">
                <a16:creationId xmlns:a16="http://schemas.microsoft.com/office/drawing/2014/main" id="{42FCDDD9-22B4-4D50-968B-E34E563B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794" y="5569082"/>
            <a:ext cx="353371" cy="370607"/>
          </a:xfrm>
          <a:custGeom xmlns:a="http://schemas.openxmlformats.org/drawingml/2006/main">
            <a:pathLst>
              <a:path w="353371" h="370607">
                <a:moveTo>
                  <a:pt x="0" y="0"/>
                </a:moveTo>
                <a:lnTo>
                  <a:pt x="0" y="370607"/>
                </a:lnTo>
                <a:lnTo>
                  <a:pt x="353371" y="370607"/>
                </a:lnTo>
                <a:lnTo>
                  <a:pt x="353371" y="0"/>
                </a:lnTo>
                <a:close/>
              </a:path>
            </a:pathLst>
          </a:custGeom>
          <a:solidFill xmlns:a="http://schemas.openxmlformats.org/drawingml/2006/main">
            <a:srgbClr val="B6C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path-108">
            <a:extLst xmlns:a="http://schemas.openxmlformats.org/drawingml/2006/main">
              <a:ext uri="{FF2B5EF4-FFF2-40B4-BE49-F238E27FC236}">
                <a16:creationId xmlns:a16="http://schemas.microsoft.com/office/drawing/2014/main" id="{3E22DAFC-444F-487B-9C49-2014C227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9270" y="5550408"/>
            <a:ext cx="389927" cy="408194"/>
          </a:xfrm>
          <a:custGeom xmlns:a="http://schemas.openxmlformats.org/drawingml/2006/main">
            <a:pathLst>
              <a:path w="389927" h="408194">
                <a:moveTo>
                  <a:pt x="389927" y="0"/>
                </a:moveTo>
                <a:lnTo>
                  <a:pt x="389927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27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71" y="372282"/>
                </a:lnTo>
                <a:lnTo>
                  <a:pt x="354016" y="390238"/>
                </a:lnTo>
                <a:lnTo>
                  <a:pt x="354016" y="17956"/>
                </a:lnTo>
                <a:lnTo>
                  <a:pt x="371971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path-109">
            <a:extLst xmlns:a="http://schemas.openxmlformats.org/drawingml/2006/main">
              <a:ext uri="{FF2B5EF4-FFF2-40B4-BE49-F238E27FC236}">
                <a16:creationId xmlns:a16="http://schemas.microsoft.com/office/drawing/2014/main" id="{B0B7CF5B-EBF9-41F4-BBE4-3A7C8B0D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794" y="5942561"/>
            <a:ext cx="353371" cy="373480"/>
          </a:xfrm>
          <a:custGeom xmlns:a="http://schemas.openxmlformats.org/drawingml/2006/main">
            <a:pathLst>
              <a:path w="353371" h="373480">
                <a:moveTo>
                  <a:pt x="0" y="0"/>
                </a:moveTo>
                <a:lnTo>
                  <a:pt x="0" y="373480"/>
                </a:lnTo>
                <a:lnTo>
                  <a:pt x="353371" y="373480"/>
                </a:lnTo>
                <a:lnTo>
                  <a:pt x="353371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9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path-110">
            <a:extLst xmlns:a="http://schemas.openxmlformats.org/drawingml/2006/main">
              <a:ext uri="{FF2B5EF4-FFF2-40B4-BE49-F238E27FC236}">
                <a16:creationId xmlns:a16="http://schemas.microsoft.com/office/drawing/2014/main" id="{A66A4C55-ABDD-46DC-A662-2AB14135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9270" y="5925085"/>
            <a:ext cx="389927" cy="408194"/>
          </a:xfrm>
          <a:custGeom xmlns:a="http://schemas.openxmlformats.org/drawingml/2006/main">
            <a:pathLst>
              <a:path w="389927" h="408194">
                <a:moveTo>
                  <a:pt x="389927" y="0"/>
                </a:moveTo>
                <a:lnTo>
                  <a:pt x="389927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27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71" y="372282"/>
                </a:lnTo>
                <a:lnTo>
                  <a:pt x="354016" y="390238"/>
                </a:lnTo>
                <a:lnTo>
                  <a:pt x="354016" y="17956"/>
                </a:lnTo>
                <a:lnTo>
                  <a:pt x="371971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path-111">
            <a:extLst xmlns:a="http://schemas.openxmlformats.org/drawingml/2006/main">
              <a:ext uri="{FF2B5EF4-FFF2-40B4-BE49-F238E27FC236}">
                <a16:creationId xmlns:a16="http://schemas.microsoft.com/office/drawing/2014/main" id="{512BBD70-2D91-43B8-9302-C5E7117C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794" y="6316041"/>
            <a:ext cx="353371" cy="370607"/>
          </a:xfrm>
          <a:custGeom xmlns:a="http://schemas.openxmlformats.org/drawingml/2006/main">
            <a:pathLst>
              <a:path w="353371" h="370607">
                <a:moveTo>
                  <a:pt x="0" y="0"/>
                </a:moveTo>
                <a:lnTo>
                  <a:pt x="0" y="370607"/>
                </a:lnTo>
                <a:lnTo>
                  <a:pt x="353371" y="370607"/>
                </a:lnTo>
                <a:lnTo>
                  <a:pt x="353371" y="0"/>
                </a:lnTo>
                <a:close/>
              </a:path>
            </a:pathLst>
          </a:custGeom>
          <a:solidFill xmlns:a="http://schemas.openxmlformats.org/drawingml/2006/main">
            <a:srgbClr val="91ACE0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path-112">
            <a:extLst xmlns:a="http://schemas.openxmlformats.org/drawingml/2006/main">
              <a:ext uri="{FF2B5EF4-FFF2-40B4-BE49-F238E27FC236}">
                <a16:creationId xmlns:a16="http://schemas.microsoft.com/office/drawing/2014/main" id="{BC70EDB9-0DFD-4DD9-B78F-196A72DF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9270" y="6297367"/>
            <a:ext cx="389927" cy="408195"/>
          </a:xfrm>
          <a:custGeom xmlns:a="http://schemas.openxmlformats.org/drawingml/2006/main">
            <a:pathLst>
              <a:path w="389927" h="408195">
                <a:moveTo>
                  <a:pt x="389927" y="0"/>
                </a:moveTo>
                <a:lnTo>
                  <a:pt x="389927" y="408195"/>
                </a:lnTo>
                <a:lnTo>
                  <a:pt x="0" y="408195"/>
                </a:lnTo>
                <a:lnTo>
                  <a:pt x="0" y="0"/>
                </a:lnTo>
                <a:lnTo>
                  <a:pt x="389927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71" y="372282"/>
                </a:lnTo>
                <a:lnTo>
                  <a:pt x="354016" y="390238"/>
                </a:lnTo>
                <a:lnTo>
                  <a:pt x="354016" y="17956"/>
                </a:lnTo>
                <a:lnTo>
                  <a:pt x="371971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path-113">
            <a:extLst xmlns:a="http://schemas.openxmlformats.org/drawingml/2006/main">
              <a:ext uri="{FF2B5EF4-FFF2-40B4-BE49-F238E27FC236}">
                <a16:creationId xmlns:a16="http://schemas.microsoft.com/office/drawing/2014/main" id="{68621E0C-0A77-4024-AC1C-A404F8230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794" y="6686648"/>
            <a:ext cx="353371" cy="373479"/>
          </a:xfrm>
          <a:custGeom xmlns:a="http://schemas.openxmlformats.org/drawingml/2006/main">
            <a:pathLst>
              <a:path w="353371" h="373479">
                <a:moveTo>
                  <a:pt x="0" y="0"/>
                </a:moveTo>
                <a:lnTo>
                  <a:pt x="0" y="373479"/>
                </a:lnTo>
                <a:lnTo>
                  <a:pt x="353371" y="373479"/>
                </a:lnTo>
                <a:lnTo>
                  <a:pt x="353371" y="0"/>
                </a:lnTo>
                <a:close/>
              </a:path>
            </a:pathLst>
          </a:custGeom>
          <a:solidFill xmlns:a="http://schemas.openxmlformats.org/drawingml/2006/main">
            <a:srgbClr val="B6C7EA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path-114">
            <a:extLst xmlns:a="http://schemas.openxmlformats.org/drawingml/2006/main">
              <a:ext uri="{FF2B5EF4-FFF2-40B4-BE49-F238E27FC236}">
                <a16:creationId xmlns:a16="http://schemas.microsoft.com/office/drawing/2014/main" id="{FC34ED6F-2FE9-4F81-A663-925B62CB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9270" y="6669650"/>
            <a:ext cx="389927" cy="408195"/>
          </a:xfrm>
          <a:custGeom xmlns:a="http://schemas.openxmlformats.org/drawingml/2006/main">
            <a:pathLst>
              <a:path w="389927" h="408195">
                <a:moveTo>
                  <a:pt x="389927" y="0"/>
                </a:moveTo>
                <a:lnTo>
                  <a:pt x="389927" y="408195"/>
                </a:lnTo>
                <a:lnTo>
                  <a:pt x="0" y="408195"/>
                </a:lnTo>
                <a:lnTo>
                  <a:pt x="0" y="0"/>
                </a:lnTo>
                <a:lnTo>
                  <a:pt x="389927" y="0"/>
                </a:lnTo>
                <a:moveTo>
                  <a:pt x="17956" y="35912"/>
                </a:moveTo>
                <a:lnTo>
                  <a:pt x="35911" y="17956"/>
                </a:lnTo>
                <a:lnTo>
                  <a:pt x="35911" y="390239"/>
                </a:lnTo>
                <a:lnTo>
                  <a:pt x="17956" y="372283"/>
                </a:lnTo>
                <a:lnTo>
                  <a:pt x="371971" y="372283"/>
                </a:lnTo>
                <a:lnTo>
                  <a:pt x="354016" y="390239"/>
                </a:lnTo>
                <a:lnTo>
                  <a:pt x="354016" y="17956"/>
                </a:lnTo>
                <a:lnTo>
                  <a:pt x="371971" y="35912"/>
                </a:lnTo>
                <a:lnTo>
                  <a:pt x="17956" y="3591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path-115">
            <a:extLst xmlns:a="http://schemas.openxmlformats.org/drawingml/2006/main">
              <a:ext uri="{FF2B5EF4-FFF2-40B4-BE49-F238E27FC236}">
                <a16:creationId xmlns:a16="http://schemas.microsoft.com/office/drawing/2014/main" id="{AB9BC5B0-2127-4A3E-9E60-51669D6F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165" y="5569082"/>
            <a:ext cx="356241" cy="370607"/>
          </a:xfrm>
          <a:custGeom xmlns:a="http://schemas.openxmlformats.org/drawingml/2006/main">
            <a:pathLst>
              <a:path w="356241" h="370607">
                <a:moveTo>
                  <a:pt x="0" y="0"/>
                </a:moveTo>
                <a:lnTo>
                  <a:pt x="0" y="370607"/>
                </a:lnTo>
                <a:lnTo>
                  <a:pt x="356241" y="370607"/>
                </a:lnTo>
                <a:lnTo>
                  <a:pt x="356241" y="0"/>
                </a:lnTo>
                <a:close/>
              </a:path>
            </a:pathLst>
          </a:custGeom>
          <a:solidFill xmlns:a="http://schemas.openxmlformats.org/drawingml/2006/main">
            <a:srgbClr val="B6C7EA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path-116">
            <a:extLst xmlns:a="http://schemas.openxmlformats.org/drawingml/2006/main">
              <a:ext uri="{FF2B5EF4-FFF2-40B4-BE49-F238E27FC236}">
                <a16:creationId xmlns:a16="http://schemas.microsoft.com/office/drawing/2014/main" id="{874210DF-FAB6-4DF1-B904-5D7C1BDE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3285" y="5550408"/>
            <a:ext cx="389927" cy="408194"/>
          </a:xfrm>
          <a:custGeom xmlns:a="http://schemas.openxmlformats.org/drawingml/2006/main">
            <a:pathLst>
              <a:path w="389927" h="408194">
                <a:moveTo>
                  <a:pt x="389927" y="0"/>
                </a:moveTo>
                <a:lnTo>
                  <a:pt x="389927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27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71" y="372282"/>
                </a:lnTo>
                <a:lnTo>
                  <a:pt x="354016" y="390238"/>
                </a:lnTo>
                <a:lnTo>
                  <a:pt x="354016" y="17956"/>
                </a:lnTo>
                <a:lnTo>
                  <a:pt x="371971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path-117">
            <a:extLst xmlns:a="http://schemas.openxmlformats.org/drawingml/2006/main">
              <a:ext uri="{FF2B5EF4-FFF2-40B4-BE49-F238E27FC236}">
                <a16:creationId xmlns:a16="http://schemas.microsoft.com/office/drawing/2014/main" id="{AB1A7F07-98E3-41A9-AAB3-5A9D4E4C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165" y="5942561"/>
            <a:ext cx="356241" cy="373480"/>
          </a:xfrm>
          <a:custGeom xmlns:a="http://schemas.openxmlformats.org/drawingml/2006/main">
            <a:pathLst>
              <a:path w="356241" h="373480">
                <a:moveTo>
                  <a:pt x="0" y="0"/>
                </a:moveTo>
                <a:lnTo>
                  <a:pt x="0" y="373480"/>
                </a:lnTo>
                <a:lnTo>
                  <a:pt x="356241" y="373480"/>
                </a:lnTo>
                <a:lnTo>
                  <a:pt x="356241" y="0"/>
                </a:lnTo>
                <a:close/>
              </a:path>
            </a:pathLst>
          </a:custGeom>
          <a:solidFill xmlns:a="http://schemas.openxmlformats.org/drawingml/2006/main">
            <a:srgbClr val="91ACE0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path-118">
            <a:extLst xmlns:a="http://schemas.openxmlformats.org/drawingml/2006/main">
              <a:ext uri="{FF2B5EF4-FFF2-40B4-BE49-F238E27FC236}">
                <a16:creationId xmlns:a16="http://schemas.microsoft.com/office/drawing/2014/main" id="{D71F3522-3573-4474-BA0B-5A94B2D4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3285" y="5925085"/>
            <a:ext cx="389927" cy="408194"/>
          </a:xfrm>
          <a:custGeom xmlns:a="http://schemas.openxmlformats.org/drawingml/2006/main">
            <a:pathLst>
              <a:path w="389927" h="408194">
                <a:moveTo>
                  <a:pt x="389927" y="0"/>
                </a:moveTo>
                <a:lnTo>
                  <a:pt x="389927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27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71" y="372282"/>
                </a:lnTo>
                <a:lnTo>
                  <a:pt x="354016" y="390238"/>
                </a:lnTo>
                <a:lnTo>
                  <a:pt x="354016" y="17956"/>
                </a:lnTo>
                <a:lnTo>
                  <a:pt x="371971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path-119">
            <a:extLst xmlns:a="http://schemas.openxmlformats.org/drawingml/2006/main">
              <a:ext uri="{FF2B5EF4-FFF2-40B4-BE49-F238E27FC236}">
                <a16:creationId xmlns:a16="http://schemas.microsoft.com/office/drawing/2014/main" id="{B2097EB7-4AE7-465C-B389-CBA0E674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165" y="6316041"/>
            <a:ext cx="356241" cy="370607"/>
          </a:xfrm>
          <a:custGeom xmlns:a="http://schemas.openxmlformats.org/drawingml/2006/main">
            <a:pathLst>
              <a:path w="356241" h="370607">
                <a:moveTo>
                  <a:pt x="0" y="0"/>
                </a:moveTo>
                <a:lnTo>
                  <a:pt x="0" y="370607"/>
                </a:lnTo>
                <a:lnTo>
                  <a:pt x="356241" y="370607"/>
                </a:lnTo>
                <a:lnTo>
                  <a:pt x="356241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8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path-120">
            <a:extLst xmlns:a="http://schemas.openxmlformats.org/drawingml/2006/main">
              <a:ext uri="{FF2B5EF4-FFF2-40B4-BE49-F238E27FC236}">
                <a16:creationId xmlns:a16="http://schemas.microsoft.com/office/drawing/2014/main" id="{C711403B-DB8D-41E5-BA6D-652288A6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3285" y="6297367"/>
            <a:ext cx="389927" cy="408195"/>
          </a:xfrm>
          <a:custGeom xmlns:a="http://schemas.openxmlformats.org/drawingml/2006/main">
            <a:pathLst>
              <a:path w="389927" h="408195">
                <a:moveTo>
                  <a:pt x="389927" y="0"/>
                </a:moveTo>
                <a:lnTo>
                  <a:pt x="389927" y="408195"/>
                </a:lnTo>
                <a:lnTo>
                  <a:pt x="0" y="408195"/>
                </a:lnTo>
                <a:lnTo>
                  <a:pt x="0" y="0"/>
                </a:lnTo>
                <a:lnTo>
                  <a:pt x="389927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71" y="372282"/>
                </a:lnTo>
                <a:lnTo>
                  <a:pt x="354016" y="390238"/>
                </a:lnTo>
                <a:lnTo>
                  <a:pt x="354016" y="17956"/>
                </a:lnTo>
                <a:lnTo>
                  <a:pt x="371971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path-121">
            <a:extLst xmlns:a="http://schemas.openxmlformats.org/drawingml/2006/main">
              <a:ext uri="{FF2B5EF4-FFF2-40B4-BE49-F238E27FC236}">
                <a16:creationId xmlns:a16="http://schemas.microsoft.com/office/drawing/2014/main" id="{064710EC-AFC8-420B-9F63-D792CF59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165" y="6686648"/>
            <a:ext cx="356241" cy="373479"/>
          </a:xfrm>
          <a:custGeom xmlns:a="http://schemas.openxmlformats.org/drawingml/2006/main">
            <a:pathLst>
              <a:path w="356241" h="373479">
                <a:moveTo>
                  <a:pt x="0" y="0"/>
                </a:moveTo>
                <a:lnTo>
                  <a:pt x="0" y="373479"/>
                </a:lnTo>
                <a:lnTo>
                  <a:pt x="356241" y="373479"/>
                </a:lnTo>
                <a:lnTo>
                  <a:pt x="356241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path-122">
            <a:extLst xmlns:a="http://schemas.openxmlformats.org/drawingml/2006/main">
              <a:ext uri="{FF2B5EF4-FFF2-40B4-BE49-F238E27FC236}">
                <a16:creationId xmlns:a16="http://schemas.microsoft.com/office/drawing/2014/main" id="{A8F837E9-393E-45EC-8327-3419DDB0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3285" y="6669650"/>
            <a:ext cx="389927" cy="408195"/>
          </a:xfrm>
          <a:custGeom xmlns:a="http://schemas.openxmlformats.org/drawingml/2006/main">
            <a:pathLst>
              <a:path w="389927" h="408195">
                <a:moveTo>
                  <a:pt x="389927" y="0"/>
                </a:moveTo>
                <a:lnTo>
                  <a:pt x="389927" y="408195"/>
                </a:lnTo>
                <a:lnTo>
                  <a:pt x="0" y="408195"/>
                </a:lnTo>
                <a:lnTo>
                  <a:pt x="0" y="0"/>
                </a:lnTo>
                <a:lnTo>
                  <a:pt x="389927" y="0"/>
                </a:lnTo>
                <a:moveTo>
                  <a:pt x="17956" y="35912"/>
                </a:moveTo>
                <a:lnTo>
                  <a:pt x="35911" y="17956"/>
                </a:lnTo>
                <a:lnTo>
                  <a:pt x="35911" y="390239"/>
                </a:lnTo>
                <a:lnTo>
                  <a:pt x="17956" y="372283"/>
                </a:lnTo>
                <a:lnTo>
                  <a:pt x="371971" y="372283"/>
                </a:lnTo>
                <a:lnTo>
                  <a:pt x="354016" y="390239"/>
                </a:lnTo>
                <a:lnTo>
                  <a:pt x="354016" y="17956"/>
                </a:lnTo>
                <a:lnTo>
                  <a:pt x="371971" y="35912"/>
                </a:lnTo>
                <a:lnTo>
                  <a:pt x="17956" y="3591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path-123">
            <a:extLst xmlns:a="http://schemas.openxmlformats.org/drawingml/2006/main">
              <a:ext uri="{FF2B5EF4-FFF2-40B4-BE49-F238E27FC236}">
                <a16:creationId xmlns:a16="http://schemas.microsoft.com/office/drawing/2014/main" id="{79159B2B-39D1-476C-861B-B817DD1A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6406" y="5569082"/>
            <a:ext cx="353371" cy="370607"/>
          </a:xfrm>
          <a:custGeom xmlns:a="http://schemas.openxmlformats.org/drawingml/2006/main">
            <a:pathLst>
              <a:path w="353371" h="370607">
                <a:moveTo>
                  <a:pt x="0" y="0"/>
                </a:moveTo>
                <a:lnTo>
                  <a:pt x="0" y="370607"/>
                </a:lnTo>
                <a:lnTo>
                  <a:pt x="353371" y="370607"/>
                </a:lnTo>
                <a:lnTo>
                  <a:pt x="353371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path-124">
            <a:extLst xmlns:a="http://schemas.openxmlformats.org/drawingml/2006/main">
              <a:ext uri="{FF2B5EF4-FFF2-40B4-BE49-F238E27FC236}">
                <a16:creationId xmlns:a16="http://schemas.microsoft.com/office/drawing/2014/main" id="{708AD9B8-36E8-4EA2-9DCB-7B9CB750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7325" y="5550408"/>
            <a:ext cx="389927" cy="408194"/>
          </a:xfrm>
          <a:custGeom xmlns:a="http://schemas.openxmlformats.org/drawingml/2006/main">
            <a:pathLst>
              <a:path w="389927" h="408194">
                <a:moveTo>
                  <a:pt x="389927" y="0"/>
                </a:moveTo>
                <a:lnTo>
                  <a:pt x="389927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27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71" y="372282"/>
                </a:lnTo>
                <a:lnTo>
                  <a:pt x="354016" y="390238"/>
                </a:lnTo>
                <a:lnTo>
                  <a:pt x="354016" y="17956"/>
                </a:lnTo>
                <a:lnTo>
                  <a:pt x="371971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path-125">
            <a:extLst xmlns:a="http://schemas.openxmlformats.org/drawingml/2006/main">
              <a:ext uri="{FF2B5EF4-FFF2-40B4-BE49-F238E27FC236}">
                <a16:creationId xmlns:a16="http://schemas.microsoft.com/office/drawing/2014/main" id="{195D45F7-2E7A-42B8-87C9-46EEE91D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6406" y="5942561"/>
            <a:ext cx="353371" cy="373480"/>
          </a:xfrm>
          <a:custGeom xmlns:a="http://schemas.openxmlformats.org/drawingml/2006/main">
            <a:pathLst>
              <a:path w="353371" h="373480">
                <a:moveTo>
                  <a:pt x="0" y="0"/>
                </a:moveTo>
                <a:lnTo>
                  <a:pt x="0" y="373480"/>
                </a:lnTo>
                <a:lnTo>
                  <a:pt x="353371" y="373480"/>
                </a:lnTo>
                <a:lnTo>
                  <a:pt x="353371" y="0"/>
                </a:lnTo>
                <a:close/>
              </a:path>
            </a:pathLst>
          </a:custGeom>
          <a:solidFill xmlns:a="http://schemas.openxmlformats.org/drawingml/2006/main">
            <a:srgbClr val="B6C7EA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path-126">
            <a:extLst xmlns:a="http://schemas.openxmlformats.org/drawingml/2006/main">
              <a:ext uri="{FF2B5EF4-FFF2-40B4-BE49-F238E27FC236}">
                <a16:creationId xmlns:a16="http://schemas.microsoft.com/office/drawing/2014/main" id="{6FC13311-3464-4C47-BC39-B28E64B6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7325" y="5925085"/>
            <a:ext cx="389927" cy="408194"/>
          </a:xfrm>
          <a:custGeom xmlns:a="http://schemas.openxmlformats.org/drawingml/2006/main">
            <a:pathLst>
              <a:path w="389927" h="408194">
                <a:moveTo>
                  <a:pt x="389927" y="0"/>
                </a:moveTo>
                <a:lnTo>
                  <a:pt x="389927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27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71" y="372282"/>
                </a:lnTo>
                <a:lnTo>
                  <a:pt x="354016" y="390238"/>
                </a:lnTo>
                <a:lnTo>
                  <a:pt x="354016" y="17956"/>
                </a:lnTo>
                <a:lnTo>
                  <a:pt x="371971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path-127">
            <a:extLst xmlns:a="http://schemas.openxmlformats.org/drawingml/2006/main">
              <a:ext uri="{FF2B5EF4-FFF2-40B4-BE49-F238E27FC236}">
                <a16:creationId xmlns:a16="http://schemas.microsoft.com/office/drawing/2014/main" id="{95AF6D7F-776B-4144-8A5F-6B93C2DF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6406" y="6316041"/>
            <a:ext cx="353371" cy="370607"/>
          </a:xfrm>
          <a:custGeom xmlns:a="http://schemas.openxmlformats.org/drawingml/2006/main">
            <a:pathLst>
              <a:path w="353371" h="370607">
                <a:moveTo>
                  <a:pt x="0" y="0"/>
                </a:moveTo>
                <a:lnTo>
                  <a:pt x="0" y="370607"/>
                </a:lnTo>
                <a:lnTo>
                  <a:pt x="353371" y="370607"/>
                </a:lnTo>
                <a:lnTo>
                  <a:pt x="353371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path-128">
            <a:extLst xmlns:a="http://schemas.openxmlformats.org/drawingml/2006/main">
              <a:ext uri="{FF2B5EF4-FFF2-40B4-BE49-F238E27FC236}">
                <a16:creationId xmlns:a16="http://schemas.microsoft.com/office/drawing/2014/main" id="{A2FC7DA3-DC19-4991-8DFE-0407100B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7325" y="6297367"/>
            <a:ext cx="389927" cy="408195"/>
          </a:xfrm>
          <a:custGeom xmlns:a="http://schemas.openxmlformats.org/drawingml/2006/main">
            <a:pathLst>
              <a:path w="389927" h="408195">
                <a:moveTo>
                  <a:pt x="389927" y="0"/>
                </a:moveTo>
                <a:lnTo>
                  <a:pt x="389927" y="408195"/>
                </a:lnTo>
                <a:lnTo>
                  <a:pt x="0" y="408195"/>
                </a:lnTo>
                <a:lnTo>
                  <a:pt x="0" y="0"/>
                </a:lnTo>
                <a:lnTo>
                  <a:pt x="389927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71" y="372282"/>
                </a:lnTo>
                <a:lnTo>
                  <a:pt x="354016" y="390238"/>
                </a:lnTo>
                <a:lnTo>
                  <a:pt x="354016" y="17956"/>
                </a:lnTo>
                <a:lnTo>
                  <a:pt x="371971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path-129">
            <a:extLst xmlns:a="http://schemas.openxmlformats.org/drawingml/2006/main">
              <a:ext uri="{FF2B5EF4-FFF2-40B4-BE49-F238E27FC236}">
                <a16:creationId xmlns:a16="http://schemas.microsoft.com/office/drawing/2014/main" id="{EA9482D9-4894-434B-8479-0F1FEC81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6406" y="6686648"/>
            <a:ext cx="353371" cy="373479"/>
          </a:xfrm>
          <a:custGeom xmlns:a="http://schemas.openxmlformats.org/drawingml/2006/main">
            <a:pathLst>
              <a:path w="353371" h="373479">
                <a:moveTo>
                  <a:pt x="0" y="0"/>
                </a:moveTo>
                <a:lnTo>
                  <a:pt x="0" y="373479"/>
                </a:lnTo>
                <a:lnTo>
                  <a:pt x="353371" y="373479"/>
                </a:lnTo>
                <a:lnTo>
                  <a:pt x="353371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8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path-130">
            <a:extLst xmlns:a="http://schemas.openxmlformats.org/drawingml/2006/main">
              <a:ext uri="{FF2B5EF4-FFF2-40B4-BE49-F238E27FC236}">
                <a16:creationId xmlns:a16="http://schemas.microsoft.com/office/drawing/2014/main" id="{9798D503-7409-411F-9BFE-2720A2AE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7325" y="6669650"/>
            <a:ext cx="389927" cy="408195"/>
          </a:xfrm>
          <a:custGeom xmlns:a="http://schemas.openxmlformats.org/drawingml/2006/main">
            <a:pathLst>
              <a:path w="389927" h="408195">
                <a:moveTo>
                  <a:pt x="389927" y="0"/>
                </a:moveTo>
                <a:lnTo>
                  <a:pt x="389927" y="408195"/>
                </a:lnTo>
                <a:lnTo>
                  <a:pt x="0" y="408195"/>
                </a:lnTo>
                <a:lnTo>
                  <a:pt x="0" y="0"/>
                </a:lnTo>
                <a:lnTo>
                  <a:pt x="389927" y="0"/>
                </a:lnTo>
                <a:moveTo>
                  <a:pt x="17956" y="35912"/>
                </a:moveTo>
                <a:lnTo>
                  <a:pt x="35911" y="17956"/>
                </a:lnTo>
                <a:lnTo>
                  <a:pt x="35911" y="390239"/>
                </a:lnTo>
                <a:lnTo>
                  <a:pt x="17956" y="372283"/>
                </a:lnTo>
                <a:lnTo>
                  <a:pt x="371971" y="372283"/>
                </a:lnTo>
                <a:lnTo>
                  <a:pt x="354016" y="390239"/>
                </a:lnTo>
                <a:lnTo>
                  <a:pt x="354016" y="17956"/>
                </a:lnTo>
                <a:lnTo>
                  <a:pt x="371971" y="35912"/>
                </a:lnTo>
                <a:lnTo>
                  <a:pt x="17956" y="3591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path-131">
            <a:extLst xmlns:a="http://schemas.openxmlformats.org/drawingml/2006/main">
              <a:ext uri="{FF2B5EF4-FFF2-40B4-BE49-F238E27FC236}">
                <a16:creationId xmlns:a16="http://schemas.microsoft.com/office/drawing/2014/main" id="{6F0BF385-EA3F-41F2-AC2A-8273D9D3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0944" y="6244698"/>
            <a:ext cx="2023017" cy="95763"/>
          </a:xfrm>
          <a:custGeom xmlns:a="http://schemas.openxmlformats.org/drawingml/2006/main">
            <a:pathLst>
              <a:path w="2023017" h="95763">
                <a:moveTo>
                  <a:pt x="1879369" y="95763"/>
                </a:moveTo>
                <a:lnTo>
                  <a:pt x="1879369" y="47881"/>
                </a:lnTo>
                <a:lnTo>
                  <a:pt x="1879369" y="0"/>
                </a:lnTo>
                <a:lnTo>
                  <a:pt x="2023017" y="47881"/>
                </a:lnTo>
                <a:lnTo>
                  <a:pt x="1879369" y="95763"/>
                </a:lnTo>
                <a:moveTo>
                  <a:pt x="0" y="29925"/>
                </a:moveTo>
                <a:lnTo>
                  <a:pt x="1951194" y="29925"/>
                </a:lnTo>
                <a:lnTo>
                  <a:pt x="1951194" y="65837"/>
                </a:lnTo>
                <a:lnTo>
                  <a:pt x="0" y="65837"/>
                </a:lnTo>
                <a:lnTo>
                  <a:pt x="0" y="2992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text-132 Enhanced">
            <a:extLst xmlns:a="http://schemas.openxmlformats.org/drawingml/2006/main">
              <a:ext uri="{FF2B5EF4-FFF2-40B4-BE49-F238E27FC236}">
                <a16:creationId xmlns:a16="http://schemas.microsoft.com/office/drawing/2014/main" id="{CD347459-8F56-417C-99A3-49EC6FC9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4277" y="5825126"/>
            <a:ext cx="1186625" cy="4030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Enhanced</a:t>
            </a:r>
          </a:p>
        </p:txBody>
      </p:sp>
      <p:sp>
        <p:nvSpPr>
          <p:cNvPr id="133" name="text-133 Multi-head">
            <a:extLst xmlns:a="http://schemas.openxmlformats.org/drawingml/2006/main">
              <a:ext uri="{FF2B5EF4-FFF2-40B4-BE49-F238E27FC236}">
                <a16:creationId xmlns:a16="http://schemas.microsoft.com/office/drawing/2014/main" id="{79AD345C-5783-4264-A7BF-874FF109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48790" y="6384279"/>
            <a:ext cx="1330248" cy="402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Multi-head</a:t>
            </a:r>
          </a:p>
        </p:txBody>
      </p:sp>
      <p:sp>
        <p:nvSpPr>
          <p:cNvPr id="134" name="text-134 Attention">
            <a:extLst xmlns:a="http://schemas.openxmlformats.org/drawingml/2006/main">
              <a:ext uri="{FF2B5EF4-FFF2-40B4-BE49-F238E27FC236}">
                <a16:creationId xmlns:a16="http://schemas.microsoft.com/office/drawing/2014/main" id="{888823C6-4AF2-4A6C-95B4-FC501091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44553" y="6728991"/>
            <a:ext cx="1138726" cy="4029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Attention</a:t>
            </a:r>
          </a:p>
        </p:txBody>
      </p:sp>
      <p:pic>
        <p:nvPic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85567F8D-5270-4F68-9E60-915FB3AEC8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1ef91000694220"/>
          <a:stretch xmlns:a="http://schemas.openxmlformats.org/drawingml/2006/main"/>
        </p:blipFill>
        <p:spPr>
          <a:xfrm xmlns:a="http://schemas.openxmlformats.org/drawingml/2006/main">
            <a:off x="8682121" y="5581507"/>
            <a:ext cx="533117" cy="1567992"/>
          </a:xfrm>
          <a:prstGeom xmlns:a="http://schemas.openxmlformats.org/drawingml/2006/main" prst="rect">
            <a:avLst/>
          </a:prstGeom>
        </p:spPr>
      </p:pic>
      <p:sp>
        <p:nvSpPr>
          <p:cNvPr id="136" name="text-136 𝑽">
            <a:extLst xmlns:a="http://schemas.openxmlformats.org/drawingml/2006/main">
              <a:ext uri="{FF2B5EF4-FFF2-40B4-BE49-F238E27FC236}">
                <a16:creationId xmlns:a16="http://schemas.microsoft.com/office/drawing/2014/main" id="{69998121-D5FB-4419-8031-FC3357E4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5627" y="4998432"/>
            <a:ext cx="357240" cy="6035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94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94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3394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𝑽</a:t>
            </a:r>
          </a:p>
        </p:txBody>
      </p:sp>
      <p:sp>
        <p:nvSpPr>
          <p:cNvPr id="137" name="path-137">
            <a:extLst xmlns:a="http://schemas.openxmlformats.org/drawingml/2006/main">
              <a:ext uri="{FF2B5EF4-FFF2-40B4-BE49-F238E27FC236}">
                <a16:creationId xmlns:a16="http://schemas.microsoft.com/office/drawing/2014/main" id="{B2CD1EFF-09D5-4A13-8F35-F9CDF786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496" y="6968913"/>
            <a:ext cx="5731477" cy="469243"/>
          </a:xfrm>
          <a:custGeom xmlns:a="http://schemas.openxmlformats.org/drawingml/2006/main">
            <a:pathLst>
              <a:path w="5731477" h="469243">
                <a:moveTo>
                  <a:pt x="5635712" y="149631"/>
                </a:moveTo>
                <a:lnTo>
                  <a:pt x="5683594" y="149631"/>
                </a:lnTo>
                <a:lnTo>
                  <a:pt x="5731477" y="149631"/>
                </a:lnTo>
                <a:lnTo>
                  <a:pt x="5683594" y="5986"/>
                </a:lnTo>
                <a:lnTo>
                  <a:pt x="5635712" y="149631"/>
                </a:lnTo>
                <a:moveTo>
                  <a:pt x="0" y="0"/>
                </a:moveTo>
                <a:lnTo>
                  <a:pt x="0" y="469243"/>
                </a:lnTo>
                <a:lnTo>
                  <a:pt x="5701550" y="469243"/>
                </a:lnTo>
                <a:lnTo>
                  <a:pt x="5701550" y="77808"/>
                </a:lnTo>
                <a:lnTo>
                  <a:pt x="5665639" y="77808"/>
                </a:lnTo>
                <a:lnTo>
                  <a:pt x="5665639" y="451288"/>
                </a:lnTo>
                <a:lnTo>
                  <a:pt x="5683594" y="433332"/>
                </a:lnTo>
                <a:lnTo>
                  <a:pt x="17956" y="433332"/>
                </a:lnTo>
                <a:lnTo>
                  <a:pt x="35911" y="451288"/>
                </a:lnTo>
                <a:lnTo>
                  <a:pt x="35911" y="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81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path-138">
            <a:extLst xmlns:a="http://schemas.openxmlformats.org/drawingml/2006/main">
              <a:ext uri="{FF2B5EF4-FFF2-40B4-BE49-F238E27FC236}">
                <a16:creationId xmlns:a16="http://schemas.microsoft.com/office/drawing/2014/main" id="{5E7D6311-53EE-41FA-82EC-46C0E7ED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6385" y="6227939"/>
            <a:ext cx="1094104" cy="95764"/>
          </a:xfrm>
          <a:custGeom xmlns:a="http://schemas.openxmlformats.org/drawingml/2006/main">
            <a:pathLst>
              <a:path w="1094104" h="95764">
                <a:moveTo>
                  <a:pt x="950458" y="95764"/>
                </a:moveTo>
                <a:lnTo>
                  <a:pt x="950458" y="47882"/>
                </a:lnTo>
                <a:lnTo>
                  <a:pt x="950458" y="0"/>
                </a:lnTo>
                <a:lnTo>
                  <a:pt x="1094104" y="47882"/>
                </a:lnTo>
                <a:lnTo>
                  <a:pt x="950458" y="95764"/>
                </a:lnTo>
                <a:moveTo>
                  <a:pt x="0" y="29926"/>
                </a:moveTo>
                <a:lnTo>
                  <a:pt x="1022281" y="29926"/>
                </a:lnTo>
                <a:lnTo>
                  <a:pt x="1022281" y="65837"/>
                </a:lnTo>
                <a:lnTo>
                  <a:pt x="0" y="65837"/>
                </a:lnTo>
                <a:lnTo>
                  <a:pt x="0" y="2992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CC19E163-6F56-4A4A-BCE8-B492EA396B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e2f72c7b3941bf"/>
          <a:stretch xmlns:a="http://schemas.openxmlformats.org/drawingml/2006/main"/>
        </p:blipFill>
        <p:spPr>
          <a:xfrm xmlns:a="http://schemas.openxmlformats.org/drawingml/2006/main">
            <a:off x="6005516" y="1409787"/>
            <a:ext cx="533117" cy="1567992"/>
          </a:xfrm>
          <a:prstGeom xmlns:a="http://schemas.openxmlformats.org/drawingml/2006/main" prst="rect">
            <a:avLst/>
          </a:prstGeom>
        </p:spPr>
      </p:pic>
      <p:pic>
        <p:nvPic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200B04F8-35F9-41B8-8ABF-35CF09676E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77bfb1723848d4"/>
          <a:stretch xmlns:a="http://schemas.openxmlformats.org/drawingml/2006/main"/>
        </p:blipFill>
        <p:spPr>
          <a:xfrm xmlns:a="http://schemas.openxmlformats.org/drawingml/2006/main">
            <a:off x="7511406" y="1412181"/>
            <a:ext cx="533117" cy="1567992"/>
          </a:xfrm>
          <a:prstGeom xmlns:a="http://schemas.openxmlformats.org/drawingml/2006/main" prst="rect">
            <a:avLst/>
          </a:prstGeom>
        </p:spPr>
      </p:pic>
      <p:sp>
        <p:nvSpPr>
          <p:cNvPr id="141" name="path-141">
            <a:extLst xmlns:a="http://schemas.openxmlformats.org/drawingml/2006/main">
              <a:ext uri="{FF2B5EF4-FFF2-40B4-BE49-F238E27FC236}">
                <a16:creationId xmlns:a16="http://schemas.microsoft.com/office/drawing/2014/main" id="{B5395FBC-1E59-40FC-97F6-3568BC05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510" y="2103813"/>
            <a:ext cx="1734669" cy="962716"/>
          </a:xfrm>
          <a:custGeom xmlns:a="http://schemas.openxmlformats.org/drawingml/2006/main">
            <a:pathLst>
              <a:path w="1734669" h="962716">
                <a:moveTo>
                  <a:pt x="1588582" y="0"/>
                </a:moveTo>
                <a:lnTo>
                  <a:pt x="1591238" y="47810"/>
                </a:lnTo>
                <a:lnTo>
                  <a:pt x="1593920" y="95620"/>
                </a:lnTo>
                <a:lnTo>
                  <a:pt x="1734669" y="39790"/>
                </a:lnTo>
                <a:lnTo>
                  <a:pt x="1588582" y="0"/>
                </a:lnTo>
                <a:moveTo>
                  <a:pt x="288" y="962716"/>
                </a:moveTo>
                <a:lnTo>
                  <a:pt x="20757" y="962549"/>
                </a:lnTo>
                <a:lnTo>
                  <a:pt x="41369" y="962045"/>
                </a:lnTo>
                <a:lnTo>
                  <a:pt x="61935" y="961231"/>
                </a:lnTo>
                <a:lnTo>
                  <a:pt x="82477" y="960082"/>
                </a:lnTo>
                <a:lnTo>
                  <a:pt x="102970" y="958622"/>
                </a:lnTo>
                <a:lnTo>
                  <a:pt x="123414" y="956850"/>
                </a:lnTo>
                <a:lnTo>
                  <a:pt x="143812" y="954791"/>
                </a:lnTo>
                <a:lnTo>
                  <a:pt x="164115" y="952422"/>
                </a:lnTo>
                <a:lnTo>
                  <a:pt x="184344" y="949764"/>
                </a:lnTo>
                <a:lnTo>
                  <a:pt x="204480" y="946795"/>
                </a:lnTo>
                <a:lnTo>
                  <a:pt x="224518" y="943563"/>
                </a:lnTo>
                <a:lnTo>
                  <a:pt x="244437" y="940043"/>
                </a:lnTo>
                <a:lnTo>
                  <a:pt x="264261" y="936261"/>
                </a:lnTo>
                <a:lnTo>
                  <a:pt x="283916" y="932215"/>
                </a:lnTo>
                <a:lnTo>
                  <a:pt x="303452" y="927906"/>
                </a:lnTo>
                <a:lnTo>
                  <a:pt x="322843" y="923333"/>
                </a:lnTo>
                <a:lnTo>
                  <a:pt x="342069" y="918496"/>
                </a:lnTo>
                <a:lnTo>
                  <a:pt x="361174" y="913397"/>
                </a:lnTo>
                <a:lnTo>
                  <a:pt x="398666" y="902552"/>
                </a:lnTo>
                <a:lnTo>
                  <a:pt x="435439" y="890773"/>
                </a:lnTo>
                <a:lnTo>
                  <a:pt x="471350" y="878084"/>
                </a:lnTo>
                <a:lnTo>
                  <a:pt x="506303" y="864558"/>
                </a:lnTo>
                <a:lnTo>
                  <a:pt x="540228" y="850217"/>
                </a:lnTo>
                <a:lnTo>
                  <a:pt x="573051" y="835110"/>
                </a:lnTo>
                <a:lnTo>
                  <a:pt x="604701" y="819285"/>
                </a:lnTo>
                <a:lnTo>
                  <a:pt x="635082" y="802742"/>
                </a:lnTo>
                <a:lnTo>
                  <a:pt x="664074" y="785600"/>
                </a:lnTo>
                <a:lnTo>
                  <a:pt x="678151" y="776718"/>
                </a:lnTo>
                <a:lnTo>
                  <a:pt x="691798" y="767740"/>
                </a:lnTo>
                <a:lnTo>
                  <a:pt x="705085" y="758595"/>
                </a:lnTo>
                <a:lnTo>
                  <a:pt x="717990" y="749329"/>
                </a:lnTo>
                <a:lnTo>
                  <a:pt x="730488" y="739921"/>
                </a:lnTo>
                <a:lnTo>
                  <a:pt x="742577" y="730369"/>
                </a:lnTo>
                <a:lnTo>
                  <a:pt x="754285" y="720672"/>
                </a:lnTo>
                <a:lnTo>
                  <a:pt x="765561" y="710856"/>
                </a:lnTo>
                <a:lnTo>
                  <a:pt x="776407" y="700921"/>
                </a:lnTo>
                <a:lnTo>
                  <a:pt x="786822" y="690866"/>
                </a:lnTo>
                <a:lnTo>
                  <a:pt x="796756" y="680690"/>
                </a:lnTo>
                <a:lnTo>
                  <a:pt x="806261" y="670396"/>
                </a:lnTo>
                <a:lnTo>
                  <a:pt x="815287" y="659982"/>
                </a:lnTo>
                <a:lnTo>
                  <a:pt x="823834" y="649448"/>
                </a:lnTo>
                <a:lnTo>
                  <a:pt x="831877" y="638818"/>
                </a:lnTo>
                <a:lnTo>
                  <a:pt x="839420" y="628092"/>
                </a:lnTo>
                <a:lnTo>
                  <a:pt x="846434" y="617247"/>
                </a:lnTo>
                <a:lnTo>
                  <a:pt x="852922" y="606306"/>
                </a:lnTo>
                <a:lnTo>
                  <a:pt x="858884" y="595269"/>
                </a:lnTo>
                <a:lnTo>
                  <a:pt x="864270" y="584137"/>
                </a:lnTo>
                <a:lnTo>
                  <a:pt x="869082" y="572908"/>
                </a:lnTo>
                <a:lnTo>
                  <a:pt x="873319" y="561585"/>
                </a:lnTo>
                <a:lnTo>
                  <a:pt x="876935" y="550188"/>
                </a:lnTo>
                <a:lnTo>
                  <a:pt x="879928" y="538721"/>
                </a:lnTo>
                <a:lnTo>
                  <a:pt x="882273" y="527181"/>
                </a:lnTo>
                <a:lnTo>
                  <a:pt x="883997" y="515570"/>
                </a:lnTo>
                <a:lnTo>
                  <a:pt x="885027" y="503934"/>
                </a:lnTo>
                <a:lnTo>
                  <a:pt x="885362" y="492802"/>
                </a:lnTo>
                <a:lnTo>
                  <a:pt x="885673" y="482196"/>
                </a:lnTo>
                <a:lnTo>
                  <a:pt x="885602" y="483249"/>
                </a:lnTo>
                <a:lnTo>
                  <a:pt x="886559" y="472667"/>
                </a:lnTo>
                <a:lnTo>
                  <a:pt x="886440" y="473673"/>
                </a:lnTo>
                <a:lnTo>
                  <a:pt x="887994" y="463091"/>
                </a:lnTo>
                <a:lnTo>
                  <a:pt x="887804" y="464073"/>
                </a:lnTo>
                <a:lnTo>
                  <a:pt x="889982" y="453514"/>
                </a:lnTo>
                <a:lnTo>
                  <a:pt x="889743" y="454448"/>
                </a:lnTo>
                <a:lnTo>
                  <a:pt x="892520" y="443890"/>
                </a:lnTo>
                <a:lnTo>
                  <a:pt x="892258" y="444800"/>
                </a:lnTo>
                <a:lnTo>
                  <a:pt x="895586" y="434266"/>
                </a:lnTo>
                <a:lnTo>
                  <a:pt x="895298" y="435104"/>
                </a:lnTo>
                <a:lnTo>
                  <a:pt x="899223" y="424618"/>
                </a:lnTo>
                <a:lnTo>
                  <a:pt x="898913" y="425408"/>
                </a:lnTo>
                <a:lnTo>
                  <a:pt x="903390" y="414946"/>
                </a:lnTo>
                <a:lnTo>
                  <a:pt x="903054" y="415687"/>
                </a:lnTo>
                <a:lnTo>
                  <a:pt x="908082" y="405274"/>
                </a:lnTo>
                <a:lnTo>
                  <a:pt x="907723" y="405968"/>
                </a:lnTo>
                <a:lnTo>
                  <a:pt x="913325" y="395602"/>
                </a:lnTo>
                <a:lnTo>
                  <a:pt x="912966" y="396248"/>
                </a:lnTo>
                <a:lnTo>
                  <a:pt x="919070" y="385929"/>
                </a:lnTo>
                <a:lnTo>
                  <a:pt x="918711" y="386527"/>
                </a:lnTo>
                <a:lnTo>
                  <a:pt x="925344" y="376257"/>
                </a:lnTo>
                <a:lnTo>
                  <a:pt x="924984" y="376831"/>
                </a:lnTo>
                <a:lnTo>
                  <a:pt x="932142" y="366632"/>
                </a:lnTo>
                <a:lnTo>
                  <a:pt x="931760" y="367136"/>
                </a:lnTo>
                <a:lnTo>
                  <a:pt x="939445" y="357008"/>
                </a:lnTo>
                <a:lnTo>
                  <a:pt x="939061" y="357487"/>
                </a:lnTo>
                <a:lnTo>
                  <a:pt x="947226" y="347431"/>
                </a:lnTo>
                <a:lnTo>
                  <a:pt x="946843" y="347863"/>
                </a:lnTo>
                <a:lnTo>
                  <a:pt x="955508" y="337880"/>
                </a:lnTo>
                <a:lnTo>
                  <a:pt x="955125" y="338310"/>
                </a:lnTo>
                <a:lnTo>
                  <a:pt x="964271" y="328399"/>
                </a:lnTo>
                <a:lnTo>
                  <a:pt x="963913" y="328781"/>
                </a:lnTo>
                <a:lnTo>
                  <a:pt x="973488" y="318966"/>
                </a:lnTo>
                <a:lnTo>
                  <a:pt x="973154" y="319325"/>
                </a:lnTo>
                <a:lnTo>
                  <a:pt x="983184" y="309605"/>
                </a:lnTo>
                <a:lnTo>
                  <a:pt x="982849" y="309940"/>
                </a:lnTo>
                <a:lnTo>
                  <a:pt x="993337" y="300316"/>
                </a:lnTo>
                <a:lnTo>
                  <a:pt x="993001" y="300627"/>
                </a:lnTo>
                <a:lnTo>
                  <a:pt x="1003942" y="291099"/>
                </a:lnTo>
                <a:lnTo>
                  <a:pt x="1003608" y="291386"/>
                </a:lnTo>
                <a:lnTo>
                  <a:pt x="1014955" y="281977"/>
                </a:lnTo>
                <a:lnTo>
                  <a:pt x="1014643" y="282240"/>
                </a:lnTo>
                <a:lnTo>
                  <a:pt x="1026421" y="272951"/>
                </a:lnTo>
                <a:lnTo>
                  <a:pt x="1026087" y="273191"/>
                </a:lnTo>
                <a:lnTo>
                  <a:pt x="1038273" y="264021"/>
                </a:lnTo>
                <a:lnTo>
                  <a:pt x="1037963" y="264261"/>
                </a:lnTo>
                <a:lnTo>
                  <a:pt x="1050554" y="255211"/>
                </a:lnTo>
                <a:lnTo>
                  <a:pt x="1050244" y="255426"/>
                </a:lnTo>
                <a:lnTo>
                  <a:pt x="1063196" y="246497"/>
                </a:lnTo>
                <a:lnTo>
                  <a:pt x="1062908" y="246712"/>
                </a:lnTo>
                <a:lnTo>
                  <a:pt x="1076243" y="237926"/>
                </a:lnTo>
                <a:lnTo>
                  <a:pt x="1075956" y="238117"/>
                </a:lnTo>
                <a:lnTo>
                  <a:pt x="1089674" y="229475"/>
                </a:lnTo>
                <a:lnTo>
                  <a:pt x="1089244" y="229738"/>
                </a:lnTo>
                <a:lnTo>
                  <a:pt x="1117734" y="212884"/>
                </a:lnTo>
                <a:lnTo>
                  <a:pt x="1117159" y="213195"/>
                </a:lnTo>
                <a:lnTo>
                  <a:pt x="1147013" y="196963"/>
                </a:lnTo>
                <a:lnTo>
                  <a:pt x="1146463" y="197250"/>
                </a:lnTo>
                <a:lnTo>
                  <a:pt x="1177562" y="181688"/>
                </a:lnTo>
                <a:lnTo>
                  <a:pt x="1177035" y="181927"/>
                </a:lnTo>
                <a:lnTo>
                  <a:pt x="1209355" y="167060"/>
                </a:lnTo>
                <a:lnTo>
                  <a:pt x="1208828" y="167300"/>
                </a:lnTo>
                <a:lnTo>
                  <a:pt x="1242251" y="153174"/>
                </a:lnTo>
                <a:lnTo>
                  <a:pt x="1241724" y="153390"/>
                </a:lnTo>
                <a:lnTo>
                  <a:pt x="1276174" y="140055"/>
                </a:lnTo>
                <a:lnTo>
                  <a:pt x="1275672" y="140246"/>
                </a:lnTo>
                <a:lnTo>
                  <a:pt x="1311081" y="127725"/>
                </a:lnTo>
                <a:lnTo>
                  <a:pt x="1310578" y="127893"/>
                </a:lnTo>
                <a:lnTo>
                  <a:pt x="1346850" y="116257"/>
                </a:lnTo>
                <a:lnTo>
                  <a:pt x="1346370" y="116425"/>
                </a:lnTo>
                <a:lnTo>
                  <a:pt x="1383430" y="105700"/>
                </a:lnTo>
                <a:lnTo>
                  <a:pt x="1383047" y="105795"/>
                </a:lnTo>
                <a:lnTo>
                  <a:pt x="1401864" y="100792"/>
                </a:lnTo>
                <a:lnTo>
                  <a:pt x="1401625" y="100863"/>
                </a:lnTo>
                <a:lnTo>
                  <a:pt x="1420586" y="96100"/>
                </a:lnTo>
                <a:lnTo>
                  <a:pt x="1420347" y="96147"/>
                </a:lnTo>
                <a:lnTo>
                  <a:pt x="1439476" y="91646"/>
                </a:lnTo>
                <a:lnTo>
                  <a:pt x="1439237" y="91694"/>
                </a:lnTo>
                <a:lnTo>
                  <a:pt x="1458510" y="87432"/>
                </a:lnTo>
                <a:lnTo>
                  <a:pt x="1458271" y="87480"/>
                </a:lnTo>
                <a:lnTo>
                  <a:pt x="1477688" y="83482"/>
                </a:lnTo>
                <a:lnTo>
                  <a:pt x="1477422" y="83530"/>
                </a:lnTo>
                <a:lnTo>
                  <a:pt x="1496983" y="79796"/>
                </a:lnTo>
                <a:lnTo>
                  <a:pt x="1496720" y="79843"/>
                </a:lnTo>
                <a:lnTo>
                  <a:pt x="1516400" y="76372"/>
                </a:lnTo>
                <a:lnTo>
                  <a:pt x="1516136" y="76419"/>
                </a:lnTo>
                <a:lnTo>
                  <a:pt x="1535910" y="73212"/>
                </a:lnTo>
                <a:lnTo>
                  <a:pt x="1535671" y="73260"/>
                </a:lnTo>
                <a:lnTo>
                  <a:pt x="1555542" y="70338"/>
                </a:lnTo>
                <a:lnTo>
                  <a:pt x="1555278" y="70387"/>
                </a:lnTo>
                <a:lnTo>
                  <a:pt x="1575245" y="67753"/>
                </a:lnTo>
                <a:lnTo>
                  <a:pt x="1574120" y="67873"/>
                </a:lnTo>
                <a:lnTo>
                  <a:pt x="1664186" y="61720"/>
                </a:lnTo>
                <a:lnTo>
                  <a:pt x="1661744" y="25880"/>
                </a:lnTo>
                <a:lnTo>
                  <a:pt x="1571128" y="32081"/>
                </a:lnTo>
                <a:lnTo>
                  <a:pt x="1550467" y="34786"/>
                </a:lnTo>
                <a:lnTo>
                  <a:pt x="1530333" y="37755"/>
                </a:lnTo>
                <a:lnTo>
                  <a:pt x="1510294" y="40987"/>
                </a:lnTo>
                <a:lnTo>
                  <a:pt x="1490374" y="44506"/>
                </a:lnTo>
                <a:lnTo>
                  <a:pt x="1470552" y="48289"/>
                </a:lnTo>
                <a:lnTo>
                  <a:pt x="1450896" y="52335"/>
                </a:lnTo>
                <a:lnTo>
                  <a:pt x="1431360" y="56645"/>
                </a:lnTo>
                <a:lnTo>
                  <a:pt x="1411969" y="61217"/>
                </a:lnTo>
                <a:lnTo>
                  <a:pt x="1392744" y="66053"/>
                </a:lnTo>
                <a:lnTo>
                  <a:pt x="1373638" y="71153"/>
                </a:lnTo>
                <a:lnTo>
                  <a:pt x="1336146" y="81998"/>
                </a:lnTo>
                <a:lnTo>
                  <a:pt x="1299375" y="93777"/>
                </a:lnTo>
                <a:lnTo>
                  <a:pt x="1263463" y="106466"/>
                </a:lnTo>
                <a:lnTo>
                  <a:pt x="1228508" y="119992"/>
                </a:lnTo>
                <a:lnTo>
                  <a:pt x="1194583" y="134333"/>
                </a:lnTo>
                <a:lnTo>
                  <a:pt x="1161760" y="149440"/>
                </a:lnTo>
                <a:lnTo>
                  <a:pt x="1130111" y="165265"/>
                </a:lnTo>
                <a:lnTo>
                  <a:pt x="1099730" y="181808"/>
                </a:lnTo>
                <a:lnTo>
                  <a:pt x="1070737" y="198950"/>
                </a:lnTo>
                <a:lnTo>
                  <a:pt x="1056660" y="207832"/>
                </a:lnTo>
                <a:lnTo>
                  <a:pt x="1043013" y="216810"/>
                </a:lnTo>
                <a:lnTo>
                  <a:pt x="1029727" y="225955"/>
                </a:lnTo>
                <a:lnTo>
                  <a:pt x="1016821" y="235220"/>
                </a:lnTo>
                <a:lnTo>
                  <a:pt x="1004325" y="244629"/>
                </a:lnTo>
                <a:lnTo>
                  <a:pt x="992235" y="254182"/>
                </a:lnTo>
                <a:lnTo>
                  <a:pt x="980527" y="263878"/>
                </a:lnTo>
                <a:lnTo>
                  <a:pt x="969251" y="273694"/>
                </a:lnTo>
                <a:lnTo>
                  <a:pt x="958406" y="283629"/>
                </a:lnTo>
                <a:lnTo>
                  <a:pt x="947992" y="293685"/>
                </a:lnTo>
                <a:lnTo>
                  <a:pt x="938055" y="303859"/>
                </a:lnTo>
                <a:lnTo>
                  <a:pt x="928551" y="314154"/>
                </a:lnTo>
                <a:lnTo>
                  <a:pt x="919526" y="324568"/>
                </a:lnTo>
                <a:lnTo>
                  <a:pt x="910980" y="335102"/>
                </a:lnTo>
                <a:lnTo>
                  <a:pt x="902934" y="345732"/>
                </a:lnTo>
                <a:lnTo>
                  <a:pt x="895393" y="356458"/>
                </a:lnTo>
                <a:lnTo>
                  <a:pt x="888379" y="367303"/>
                </a:lnTo>
                <a:lnTo>
                  <a:pt x="881890" y="378244"/>
                </a:lnTo>
                <a:lnTo>
                  <a:pt x="875930" y="389281"/>
                </a:lnTo>
                <a:lnTo>
                  <a:pt x="870541" y="400413"/>
                </a:lnTo>
                <a:lnTo>
                  <a:pt x="865730" y="411642"/>
                </a:lnTo>
                <a:lnTo>
                  <a:pt x="861492" y="422966"/>
                </a:lnTo>
                <a:lnTo>
                  <a:pt x="857878" y="434361"/>
                </a:lnTo>
                <a:lnTo>
                  <a:pt x="854885" y="445829"/>
                </a:lnTo>
                <a:lnTo>
                  <a:pt x="852539" y="457369"/>
                </a:lnTo>
                <a:lnTo>
                  <a:pt x="850814" y="468981"/>
                </a:lnTo>
                <a:lnTo>
                  <a:pt x="849785" y="480616"/>
                </a:lnTo>
                <a:lnTo>
                  <a:pt x="849450" y="491748"/>
                </a:lnTo>
                <a:lnTo>
                  <a:pt x="849140" y="502354"/>
                </a:lnTo>
                <a:lnTo>
                  <a:pt x="849211" y="501301"/>
                </a:lnTo>
                <a:lnTo>
                  <a:pt x="848252" y="511882"/>
                </a:lnTo>
                <a:lnTo>
                  <a:pt x="848374" y="510877"/>
                </a:lnTo>
                <a:lnTo>
                  <a:pt x="846817" y="521459"/>
                </a:lnTo>
                <a:lnTo>
                  <a:pt x="847008" y="520477"/>
                </a:lnTo>
                <a:lnTo>
                  <a:pt x="844829" y="531036"/>
                </a:lnTo>
                <a:lnTo>
                  <a:pt x="845069" y="530101"/>
                </a:lnTo>
                <a:lnTo>
                  <a:pt x="842292" y="540660"/>
                </a:lnTo>
                <a:lnTo>
                  <a:pt x="842555" y="539750"/>
                </a:lnTo>
                <a:lnTo>
                  <a:pt x="839228" y="550284"/>
                </a:lnTo>
                <a:lnTo>
                  <a:pt x="839515" y="549446"/>
                </a:lnTo>
                <a:lnTo>
                  <a:pt x="835588" y="559932"/>
                </a:lnTo>
                <a:lnTo>
                  <a:pt x="835900" y="559143"/>
                </a:lnTo>
                <a:lnTo>
                  <a:pt x="831423" y="569604"/>
                </a:lnTo>
                <a:lnTo>
                  <a:pt x="831758" y="568862"/>
                </a:lnTo>
                <a:lnTo>
                  <a:pt x="826730" y="579277"/>
                </a:lnTo>
                <a:lnTo>
                  <a:pt x="827090" y="578582"/>
                </a:lnTo>
                <a:lnTo>
                  <a:pt x="821487" y="588949"/>
                </a:lnTo>
                <a:lnTo>
                  <a:pt x="821846" y="588302"/>
                </a:lnTo>
                <a:lnTo>
                  <a:pt x="815741" y="598621"/>
                </a:lnTo>
                <a:lnTo>
                  <a:pt x="816100" y="598022"/>
                </a:lnTo>
                <a:lnTo>
                  <a:pt x="809469" y="608293"/>
                </a:lnTo>
                <a:lnTo>
                  <a:pt x="809828" y="607718"/>
                </a:lnTo>
                <a:lnTo>
                  <a:pt x="802670" y="617917"/>
                </a:lnTo>
                <a:lnTo>
                  <a:pt x="803053" y="617415"/>
                </a:lnTo>
                <a:lnTo>
                  <a:pt x="795368" y="627542"/>
                </a:lnTo>
                <a:lnTo>
                  <a:pt x="795751" y="627062"/>
                </a:lnTo>
                <a:lnTo>
                  <a:pt x="787588" y="637118"/>
                </a:lnTo>
                <a:lnTo>
                  <a:pt x="787969" y="636687"/>
                </a:lnTo>
                <a:lnTo>
                  <a:pt x="779303" y="646671"/>
                </a:lnTo>
                <a:lnTo>
                  <a:pt x="779686" y="646240"/>
                </a:lnTo>
                <a:lnTo>
                  <a:pt x="770540" y="656151"/>
                </a:lnTo>
                <a:lnTo>
                  <a:pt x="770901" y="655768"/>
                </a:lnTo>
                <a:lnTo>
                  <a:pt x="761323" y="665584"/>
                </a:lnTo>
                <a:lnTo>
                  <a:pt x="761659" y="665225"/>
                </a:lnTo>
                <a:lnTo>
                  <a:pt x="751628" y="674945"/>
                </a:lnTo>
                <a:lnTo>
                  <a:pt x="751962" y="674610"/>
                </a:lnTo>
                <a:lnTo>
                  <a:pt x="741476" y="684234"/>
                </a:lnTo>
                <a:lnTo>
                  <a:pt x="741811" y="683923"/>
                </a:lnTo>
                <a:lnTo>
                  <a:pt x="730871" y="693451"/>
                </a:lnTo>
                <a:lnTo>
                  <a:pt x="731206" y="693164"/>
                </a:lnTo>
                <a:lnTo>
                  <a:pt x="719859" y="702573"/>
                </a:lnTo>
                <a:lnTo>
                  <a:pt x="720169" y="702309"/>
                </a:lnTo>
                <a:lnTo>
                  <a:pt x="708390" y="711598"/>
                </a:lnTo>
                <a:lnTo>
                  <a:pt x="708725" y="711359"/>
                </a:lnTo>
                <a:lnTo>
                  <a:pt x="696539" y="720528"/>
                </a:lnTo>
                <a:lnTo>
                  <a:pt x="696851" y="720289"/>
                </a:lnTo>
                <a:lnTo>
                  <a:pt x="684257" y="729339"/>
                </a:lnTo>
                <a:lnTo>
                  <a:pt x="684569" y="729123"/>
                </a:lnTo>
                <a:lnTo>
                  <a:pt x="671617" y="738053"/>
                </a:lnTo>
                <a:lnTo>
                  <a:pt x="671903" y="737838"/>
                </a:lnTo>
                <a:lnTo>
                  <a:pt x="658568" y="746624"/>
                </a:lnTo>
                <a:lnTo>
                  <a:pt x="658856" y="746432"/>
                </a:lnTo>
                <a:lnTo>
                  <a:pt x="645138" y="755075"/>
                </a:lnTo>
                <a:lnTo>
                  <a:pt x="645569" y="754812"/>
                </a:lnTo>
                <a:lnTo>
                  <a:pt x="617079" y="771667"/>
                </a:lnTo>
                <a:lnTo>
                  <a:pt x="617653" y="771355"/>
                </a:lnTo>
                <a:lnTo>
                  <a:pt x="587799" y="787588"/>
                </a:lnTo>
                <a:lnTo>
                  <a:pt x="588350" y="787300"/>
                </a:lnTo>
                <a:lnTo>
                  <a:pt x="557250" y="802861"/>
                </a:lnTo>
                <a:lnTo>
                  <a:pt x="557777" y="802622"/>
                </a:lnTo>
                <a:lnTo>
                  <a:pt x="525457" y="817489"/>
                </a:lnTo>
                <a:lnTo>
                  <a:pt x="525983" y="817250"/>
                </a:lnTo>
                <a:lnTo>
                  <a:pt x="492563" y="831376"/>
                </a:lnTo>
                <a:lnTo>
                  <a:pt x="493065" y="831160"/>
                </a:lnTo>
                <a:lnTo>
                  <a:pt x="458637" y="844495"/>
                </a:lnTo>
                <a:lnTo>
                  <a:pt x="459140" y="844303"/>
                </a:lnTo>
                <a:lnTo>
                  <a:pt x="423731" y="856825"/>
                </a:lnTo>
                <a:lnTo>
                  <a:pt x="424234" y="856657"/>
                </a:lnTo>
                <a:lnTo>
                  <a:pt x="387963" y="868292"/>
                </a:lnTo>
                <a:lnTo>
                  <a:pt x="388442" y="868125"/>
                </a:lnTo>
                <a:lnTo>
                  <a:pt x="351381" y="878850"/>
                </a:lnTo>
                <a:lnTo>
                  <a:pt x="351764" y="878755"/>
                </a:lnTo>
                <a:lnTo>
                  <a:pt x="332947" y="883758"/>
                </a:lnTo>
                <a:lnTo>
                  <a:pt x="333186" y="883686"/>
                </a:lnTo>
                <a:lnTo>
                  <a:pt x="314225" y="888451"/>
                </a:lnTo>
                <a:lnTo>
                  <a:pt x="314465" y="888403"/>
                </a:lnTo>
                <a:lnTo>
                  <a:pt x="295335" y="892903"/>
                </a:lnTo>
                <a:lnTo>
                  <a:pt x="295575" y="892856"/>
                </a:lnTo>
                <a:lnTo>
                  <a:pt x="276303" y="897118"/>
                </a:lnTo>
                <a:lnTo>
                  <a:pt x="276543" y="897069"/>
                </a:lnTo>
                <a:lnTo>
                  <a:pt x="257126" y="901068"/>
                </a:lnTo>
                <a:lnTo>
                  <a:pt x="257389" y="901020"/>
                </a:lnTo>
                <a:lnTo>
                  <a:pt x="237830" y="904755"/>
                </a:lnTo>
                <a:lnTo>
                  <a:pt x="238094" y="904707"/>
                </a:lnTo>
                <a:lnTo>
                  <a:pt x="218413" y="908178"/>
                </a:lnTo>
                <a:lnTo>
                  <a:pt x="218677" y="908130"/>
                </a:lnTo>
                <a:lnTo>
                  <a:pt x="198901" y="911314"/>
                </a:lnTo>
                <a:lnTo>
                  <a:pt x="199141" y="911291"/>
                </a:lnTo>
                <a:lnTo>
                  <a:pt x="179270" y="914211"/>
                </a:lnTo>
                <a:lnTo>
                  <a:pt x="179533" y="914163"/>
                </a:lnTo>
                <a:lnTo>
                  <a:pt x="159567" y="916797"/>
                </a:lnTo>
                <a:lnTo>
                  <a:pt x="159830" y="916773"/>
                </a:lnTo>
                <a:lnTo>
                  <a:pt x="139791" y="919095"/>
                </a:lnTo>
                <a:lnTo>
                  <a:pt x="140055" y="919071"/>
                </a:lnTo>
                <a:lnTo>
                  <a:pt x="119920" y="921107"/>
                </a:lnTo>
                <a:lnTo>
                  <a:pt x="120206" y="921082"/>
                </a:lnTo>
                <a:lnTo>
                  <a:pt x="100025" y="922829"/>
                </a:lnTo>
                <a:lnTo>
                  <a:pt x="100289" y="922806"/>
                </a:lnTo>
                <a:lnTo>
                  <a:pt x="80059" y="924243"/>
                </a:lnTo>
                <a:lnTo>
                  <a:pt x="80345" y="924243"/>
                </a:lnTo>
                <a:lnTo>
                  <a:pt x="60091" y="925368"/>
                </a:lnTo>
                <a:lnTo>
                  <a:pt x="60354" y="925344"/>
                </a:lnTo>
                <a:lnTo>
                  <a:pt x="40076" y="926158"/>
                </a:lnTo>
                <a:lnTo>
                  <a:pt x="40340" y="926158"/>
                </a:lnTo>
                <a:lnTo>
                  <a:pt x="20039" y="926637"/>
                </a:lnTo>
                <a:lnTo>
                  <a:pt x="20325" y="926637"/>
                </a:lnTo>
                <a:lnTo>
                  <a:pt x="0" y="926804"/>
                </a:lnTo>
                <a:lnTo>
                  <a:pt x="288" y="962716"/>
                </a:lnTo>
              </a:path>
            </a:pathLst>
          </a:custGeom>
          <a:solidFill xmlns:a="http://schemas.openxmlformats.org/drawingml/2006/main">
            <a:srgbClr val="C81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text-142 Matmul">
            <a:extLst xmlns:a="http://schemas.openxmlformats.org/drawingml/2006/main">
              <a:ext uri="{FF2B5EF4-FFF2-40B4-BE49-F238E27FC236}">
                <a16:creationId xmlns:a16="http://schemas.microsoft.com/office/drawing/2014/main" id="{5602BA69-3EFD-4405-88F1-E034382F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3770" y="5888848"/>
            <a:ext cx="962342" cy="4026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Matmul</a:t>
            </a:r>
          </a:p>
        </p:txBody>
      </p:sp>
      <p:sp>
        <p:nvSpPr>
          <p:cNvPr id="143" name="path-143">
            <a:extLst xmlns:a="http://schemas.openxmlformats.org/drawingml/2006/main">
              <a:ext uri="{FF2B5EF4-FFF2-40B4-BE49-F238E27FC236}">
                <a16:creationId xmlns:a16="http://schemas.microsoft.com/office/drawing/2014/main" id="{FAED1817-F62F-48A2-875D-AA1BAB55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8342" y="2125647"/>
            <a:ext cx="1638904" cy="961710"/>
          </a:xfrm>
          <a:custGeom xmlns:a="http://schemas.openxmlformats.org/drawingml/2006/main">
            <a:pathLst>
              <a:path w="1638904" h="961710">
                <a:moveTo>
                  <a:pt x="1492555" y="961710"/>
                </a:moveTo>
                <a:lnTo>
                  <a:pt x="1495546" y="913924"/>
                </a:lnTo>
                <a:lnTo>
                  <a:pt x="1498538" y="866138"/>
                </a:lnTo>
                <a:lnTo>
                  <a:pt x="1638904" y="922926"/>
                </a:lnTo>
                <a:lnTo>
                  <a:pt x="1492555" y="961710"/>
                </a:lnTo>
                <a:moveTo>
                  <a:pt x="288" y="0"/>
                </a:moveTo>
                <a:lnTo>
                  <a:pt x="19654" y="168"/>
                </a:lnTo>
                <a:lnTo>
                  <a:pt x="39142" y="670"/>
                </a:lnTo>
                <a:lnTo>
                  <a:pt x="58632" y="1484"/>
                </a:lnTo>
                <a:lnTo>
                  <a:pt x="78071" y="2634"/>
                </a:lnTo>
                <a:lnTo>
                  <a:pt x="97464" y="4094"/>
                </a:lnTo>
                <a:lnTo>
                  <a:pt x="116808" y="5866"/>
                </a:lnTo>
                <a:lnTo>
                  <a:pt x="136105" y="7948"/>
                </a:lnTo>
                <a:lnTo>
                  <a:pt x="155329" y="10318"/>
                </a:lnTo>
                <a:lnTo>
                  <a:pt x="174458" y="12976"/>
                </a:lnTo>
                <a:lnTo>
                  <a:pt x="193515" y="15945"/>
                </a:lnTo>
                <a:lnTo>
                  <a:pt x="212476" y="19177"/>
                </a:lnTo>
                <a:lnTo>
                  <a:pt x="231317" y="22696"/>
                </a:lnTo>
                <a:lnTo>
                  <a:pt x="250063" y="26502"/>
                </a:lnTo>
                <a:lnTo>
                  <a:pt x="268665" y="30549"/>
                </a:lnTo>
                <a:lnTo>
                  <a:pt x="287148" y="34882"/>
                </a:lnTo>
                <a:lnTo>
                  <a:pt x="305487" y="39455"/>
                </a:lnTo>
                <a:lnTo>
                  <a:pt x="323682" y="44291"/>
                </a:lnTo>
                <a:lnTo>
                  <a:pt x="341757" y="49390"/>
                </a:lnTo>
                <a:lnTo>
                  <a:pt x="377237" y="60235"/>
                </a:lnTo>
                <a:lnTo>
                  <a:pt x="412025" y="72063"/>
                </a:lnTo>
                <a:lnTo>
                  <a:pt x="445995" y="84751"/>
                </a:lnTo>
                <a:lnTo>
                  <a:pt x="479058" y="98302"/>
                </a:lnTo>
                <a:lnTo>
                  <a:pt x="511163" y="112642"/>
                </a:lnTo>
                <a:lnTo>
                  <a:pt x="542215" y="127773"/>
                </a:lnTo>
                <a:lnTo>
                  <a:pt x="572141" y="143646"/>
                </a:lnTo>
                <a:lnTo>
                  <a:pt x="600919" y="160189"/>
                </a:lnTo>
                <a:lnTo>
                  <a:pt x="628402" y="177403"/>
                </a:lnTo>
                <a:lnTo>
                  <a:pt x="654499" y="195191"/>
                </a:lnTo>
                <a:lnTo>
                  <a:pt x="667114" y="204385"/>
                </a:lnTo>
                <a:lnTo>
                  <a:pt x="679326" y="213674"/>
                </a:lnTo>
                <a:lnTo>
                  <a:pt x="691154" y="223106"/>
                </a:lnTo>
                <a:lnTo>
                  <a:pt x="702596" y="232683"/>
                </a:lnTo>
                <a:lnTo>
                  <a:pt x="713681" y="242379"/>
                </a:lnTo>
                <a:lnTo>
                  <a:pt x="724335" y="252194"/>
                </a:lnTo>
                <a:lnTo>
                  <a:pt x="734604" y="262130"/>
                </a:lnTo>
                <a:lnTo>
                  <a:pt x="744445" y="272209"/>
                </a:lnTo>
                <a:lnTo>
                  <a:pt x="753853" y="282408"/>
                </a:lnTo>
                <a:lnTo>
                  <a:pt x="762831" y="292703"/>
                </a:lnTo>
                <a:lnTo>
                  <a:pt x="771355" y="303117"/>
                </a:lnTo>
                <a:lnTo>
                  <a:pt x="779424" y="313651"/>
                </a:lnTo>
                <a:lnTo>
                  <a:pt x="787037" y="324281"/>
                </a:lnTo>
                <a:lnTo>
                  <a:pt x="794170" y="335007"/>
                </a:lnTo>
                <a:lnTo>
                  <a:pt x="800801" y="345852"/>
                </a:lnTo>
                <a:lnTo>
                  <a:pt x="806930" y="356793"/>
                </a:lnTo>
                <a:lnTo>
                  <a:pt x="812533" y="367805"/>
                </a:lnTo>
                <a:lnTo>
                  <a:pt x="817610" y="378938"/>
                </a:lnTo>
                <a:lnTo>
                  <a:pt x="822158" y="390142"/>
                </a:lnTo>
                <a:lnTo>
                  <a:pt x="826132" y="401419"/>
                </a:lnTo>
                <a:lnTo>
                  <a:pt x="829555" y="412791"/>
                </a:lnTo>
                <a:lnTo>
                  <a:pt x="832356" y="424211"/>
                </a:lnTo>
                <a:lnTo>
                  <a:pt x="834583" y="435703"/>
                </a:lnTo>
                <a:lnTo>
                  <a:pt x="836188" y="447242"/>
                </a:lnTo>
                <a:lnTo>
                  <a:pt x="837169" y="458829"/>
                </a:lnTo>
                <a:lnTo>
                  <a:pt x="837479" y="469938"/>
                </a:lnTo>
                <a:lnTo>
                  <a:pt x="837767" y="480543"/>
                </a:lnTo>
                <a:lnTo>
                  <a:pt x="837720" y="479538"/>
                </a:lnTo>
                <a:lnTo>
                  <a:pt x="838606" y="490144"/>
                </a:lnTo>
                <a:lnTo>
                  <a:pt x="838508" y="489162"/>
                </a:lnTo>
                <a:lnTo>
                  <a:pt x="839970" y="499769"/>
                </a:lnTo>
                <a:lnTo>
                  <a:pt x="839801" y="498834"/>
                </a:lnTo>
                <a:lnTo>
                  <a:pt x="841860" y="509393"/>
                </a:lnTo>
                <a:lnTo>
                  <a:pt x="841670" y="508506"/>
                </a:lnTo>
                <a:lnTo>
                  <a:pt x="844256" y="519065"/>
                </a:lnTo>
                <a:lnTo>
                  <a:pt x="844041" y="518204"/>
                </a:lnTo>
                <a:lnTo>
                  <a:pt x="847176" y="528714"/>
                </a:lnTo>
                <a:lnTo>
                  <a:pt x="846913" y="527923"/>
                </a:lnTo>
                <a:lnTo>
                  <a:pt x="850623" y="538409"/>
                </a:lnTo>
                <a:lnTo>
                  <a:pt x="850336" y="537643"/>
                </a:lnTo>
                <a:lnTo>
                  <a:pt x="854575" y="548105"/>
                </a:lnTo>
                <a:lnTo>
                  <a:pt x="854263" y="547363"/>
                </a:lnTo>
                <a:lnTo>
                  <a:pt x="859026" y="557802"/>
                </a:lnTo>
                <a:lnTo>
                  <a:pt x="858693" y="557107"/>
                </a:lnTo>
                <a:lnTo>
                  <a:pt x="863983" y="567474"/>
                </a:lnTo>
                <a:lnTo>
                  <a:pt x="863624" y="566851"/>
                </a:lnTo>
                <a:lnTo>
                  <a:pt x="869418" y="577170"/>
                </a:lnTo>
                <a:lnTo>
                  <a:pt x="869057" y="576571"/>
                </a:lnTo>
                <a:lnTo>
                  <a:pt x="875354" y="586842"/>
                </a:lnTo>
                <a:lnTo>
                  <a:pt x="874995" y="586292"/>
                </a:lnTo>
                <a:lnTo>
                  <a:pt x="881772" y="596490"/>
                </a:lnTo>
                <a:lnTo>
                  <a:pt x="881412" y="595964"/>
                </a:lnTo>
                <a:lnTo>
                  <a:pt x="888667" y="606090"/>
                </a:lnTo>
                <a:lnTo>
                  <a:pt x="888306" y="605612"/>
                </a:lnTo>
                <a:lnTo>
                  <a:pt x="896015" y="615667"/>
                </a:lnTo>
                <a:lnTo>
                  <a:pt x="895657" y="615236"/>
                </a:lnTo>
                <a:lnTo>
                  <a:pt x="903820" y="625220"/>
                </a:lnTo>
                <a:lnTo>
                  <a:pt x="903485" y="624789"/>
                </a:lnTo>
                <a:lnTo>
                  <a:pt x="912104" y="634700"/>
                </a:lnTo>
                <a:lnTo>
                  <a:pt x="911746" y="634293"/>
                </a:lnTo>
                <a:lnTo>
                  <a:pt x="920819" y="644109"/>
                </a:lnTo>
                <a:lnTo>
                  <a:pt x="920484" y="643750"/>
                </a:lnTo>
                <a:lnTo>
                  <a:pt x="929965" y="653470"/>
                </a:lnTo>
                <a:lnTo>
                  <a:pt x="929629" y="653135"/>
                </a:lnTo>
                <a:lnTo>
                  <a:pt x="939541" y="662759"/>
                </a:lnTo>
                <a:lnTo>
                  <a:pt x="939206" y="662423"/>
                </a:lnTo>
                <a:lnTo>
                  <a:pt x="949548" y="671952"/>
                </a:lnTo>
                <a:lnTo>
                  <a:pt x="949214" y="671641"/>
                </a:lnTo>
                <a:lnTo>
                  <a:pt x="959963" y="681050"/>
                </a:lnTo>
                <a:lnTo>
                  <a:pt x="959626" y="680786"/>
                </a:lnTo>
                <a:lnTo>
                  <a:pt x="970760" y="690076"/>
                </a:lnTo>
                <a:lnTo>
                  <a:pt x="970424" y="689813"/>
                </a:lnTo>
                <a:lnTo>
                  <a:pt x="981939" y="698981"/>
                </a:lnTo>
                <a:lnTo>
                  <a:pt x="981627" y="698742"/>
                </a:lnTo>
                <a:lnTo>
                  <a:pt x="993527" y="707792"/>
                </a:lnTo>
                <a:lnTo>
                  <a:pt x="993215" y="707576"/>
                </a:lnTo>
                <a:lnTo>
                  <a:pt x="1005473" y="716483"/>
                </a:lnTo>
                <a:lnTo>
                  <a:pt x="1005018" y="716172"/>
                </a:lnTo>
                <a:lnTo>
                  <a:pt x="1030588" y="733600"/>
                </a:lnTo>
                <a:lnTo>
                  <a:pt x="1029990" y="733217"/>
                </a:lnTo>
                <a:lnTo>
                  <a:pt x="1056924" y="750072"/>
                </a:lnTo>
                <a:lnTo>
                  <a:pt x="1056348" y="749736"/>
                </a:lnTo>
                <a:lnTo>
                  <a:pt x="1084551" y="765968"/>
                </a:lnTo>
                <a:lnTo>
                  <a:pt x="1083977" y="765657"/>
                </a:lnTo>
                <a:lnTo>
                  <a:pt x="1113377" y="781219"/>
                </a:lnTo>
                <a:lnTo>
                  <a:pt x="1112850" y="780955"/>
                </a:lnTo>
                <a:lnTo>
                  <a:pt x="1143350" y="795823"/>
                </a:lnTo>
                <a:lnTo>
                  <a:pt x="1142823" y="795560"/>
                </a:lnTo>
                <a:lnTo>
                  <a:pt x="1174402" y="809684"/>
                </a:lnTo>
                <a:lnTo>
                  <a:pt x="1173875" y="809470"/>
                </a:lnTo>
                <a:lnTo>
                  <a:pt x="1206410" y="822805"/>
                </a:lnTo>
                <a:lnTo>
                  <a:pt x="1205908" y="822589"/>
                </a:lnTo>
                <a:lnTo>
                  <a:pt x="1239330" y="835086"/>
                </a:lnTo>
                <a:lnTo>
                  <a:pt x="1238828" y="834919"/>
                </a:lnTo>
                <a:lnTo>
                  <a:pt x="1273086" y="846554"/>
                </a:lnTo>
                <a:lnTo>
                  <a:pt x="1272583" y="846386"/>
                </a:lnTo>
                <a:lnTo>
                  <a:pt x="1307609" y="857112"/>
                </a:lnTo>
                <a:lnTo>
                  <a:pt x="1307202" y="856992"/>
                </a:lnTo>
                <a:lnTo>
                  <a:pt x="1324991" y="861996"/>
                </a:lnTo>
                <a:lnTo>
                  <a:pt x="1324728" y="861924"/>
                </a:lnTo>
                <a:lnTo>
                  <a:pt x="1342659" y="866689"/>
                </a:lnTo>
                <a:lnTo>
                  <a:pt x="1342396" y="866617"/>
                </a:lnTo>
                <a:lnTo>
                  <a:pt x="1360471" y="871141"/>
                </a:lnTo>
                <a:lnTo>
                  <a:pt x="1360209" y="871069"/>
                </a:lnTo>
                <a:lnTo>
                  <a:pt x="1378427" y="875331"/>
                </a:lnTo>
                <a:lnTo>
                  <a:pt x="1378165" y="875284"/>
                </a:lnTo>
                <a:lnTo>
                  <a:pt x="1396502" y="879281"/>
                </a:lnTo>
                <a:lnTo>
                  <a:pt x="1396239" y="879209"/>
                </a:lnTo>
                <a:lnTo>
                  <a:pt x="1414721" y="882968"/>
                </a:lnTo>
                <a:lnTo>
                  <a:pt x="1414458" y="882896"/>
                </a:lnTo>
                <a:lnTo>
                  <a:pt x="1433037" y="886368"/>
                </a:lnTo>
                <a:lnTo>
                  <a:pt x="1432774" y="886320"/>
                </a:lnTo>
                <a:lnTo>
                  <a:pt x="1451447" y="889529"/>
                </a:lnTo>
                <a:lnTo>
                  <a:pt x="1451184" y="889480"/>
                </a:lnTo>
                <a:lnTo>
                  <a:pt x="1469954" y="892401"/>
                </a:lnTo>
                <a:lnTo>
                  <a:pt x="1469691" y="892354"/>
                </a:lnTo>
                <a:lnTo>
                  <a:pt x="1488555" y="894986"/>
                </a:lnTo>
                <a:lnTo>
                  <a:pt x="1487310" y="894843"/>
                </a:lnTo>
                <a:lnTo>
                  <a:pt x="1568471" y="900517"/>
                </a:lnTo>
                <a:lnTo>
                  <a:pt x="1565981" y="936333"/>
                </a:lnTo>
                <a:lnTo>
                  <a:pt x="1484197" y="930635"/>
                </a:lnTo>
                <a:lnTo>
                  <a:pt x="1464592" y="927905"/>
                </a:lnTo>
                <a:lnTo>
                  <a:pt x="1445534" y="924936"/>
                </a:lnTo>
                <a:lnTo>
                  <a:pt x="1426573" y="921705"/>
                </a:lnTo>
                <a:lnTo>
                  <a:pt x="1407729" y="918186"/>
                </a:lnTo>
                <a:lnTo>
                  <a:pt x="1388985" y="914379"/>
                </a:lnTo>
                <a:lnTo>
                  <a:pt x="1370383" y="910333"/>
                </a:lnTo>
                <a:lnTo>
                  <a:pt x="1351900" y="905999"/>
                </a:lnTo>
                <a:lnTo>
                  <a:pt x="1333562" y="901427"/>
                </a:lnTo>
                <a:lnTo>
                  <a:pt x="1315367" y="896591"/>
                </a:lnTo>
                <a:lnTo>
                  <a:pt x="1297291" y="891491"/>
                </a:lnTo>
                <a:lnTo>
                  <a:pt x="1261810" y="880646"/>
                </a:lnTo>
                <a:lnTo>
                  <a:pt x="1227025" y="868819"/>
                </a:lnTo>
                <a:lnTo>
                  <a:pt x="1193051" y="856130"/>
                </a:lnTo>
                <a:lnTo>
                  <a:pt x="1159989" y="842580"/>
                </a:lnTo>
                <a:lnTo>
                  <a:pt x="1127883" y="828239"/>
                </a:lnTo>
                <a:lnTo>
                  <a:pt x="1096832" y="813108"/>
                </a:lnTo>
                <a:lnTo>
                  <a:pt x="1066907" y="797236"/>
                </a:lnTo>
                <a:lnTo>
                  <a:pt x="1038129" y="780692"/>
                </a:lnTo>
                <a:lnTo>
                  <a:pt x="1010644" y="763479"/>
                </a:lnTo>
                <a:lnTo>
                  <a:pt x="984550" y="745690"/>
                </a:lnTo>
                <a:lnTo>
                  <a:pt x="971932" y="736497"/>
                </a:lnTo>
                <a:lnTo>
                  <a:pt x="959724" y="727208"/>
                </a:lnTo>
                <a:lnTo>
                  <a:pt x="947896" y="717776"/>
                </a:lnTo>
                <a:lnTo>
                  <a:pt x="936452" y="708199"/>
                </a:lnTo>
                <a:lnTo>
                  <a:pt x="925368" y="698503"/>
                </a:lnTo>
                <a:lnTo>
                  <a:pt x="914713" y="688687"/>
                </a:lnTo>
                <a:lnTo>
                  <a:pt x="904466" y="678751"/>
                </a:lnTo>
                <a:lnTo>
                  <a:pt x="894605" y="668672"/>
                </a:lnTo>
                <a:lnTo>
                  <a:pt x="885193" y="658473"/>
                </a:lnTo>
                <a:lnTo>
                  <a:pt x="876216" y="648179"/>
                </a:lnTo>
                <a:lnTo>
                  <a:pt x="867693" y="637764"/>
                </a:lnTo>
                <a:lnTo>
                  <a:pt x="859626" y="627231"/>
                </a:lnTo>
                <a:lnTo>
                  <a:pt x="852012" y="616600"/>
                </a:lnTo>
                <a:lnTo>
                  <a:pt x="844900" y="605875"/>
                </a:lnTo>
                <a:lnTo>
                  <a:pt x="838245" y="595030"/>
                </a:lnTo>
                <a:lnTo>
                  <a:pt x="832117" y="584089"/>
                </a:lnTo>
                <a:lnTo>
                  <a:pt x="826515" y="573076"/>
                </a:lnTo>
                <a:lnTo>
                  <a:pt x="821440" y="561944"/>
                </a:lnTo>
                <a:lnTo>
                  <a:pt x="816891" y="550739"/>
                </a:lnTo>
                <a:lnTo>
                  <a:pt x="812916" y="539463"/>
                </a:lnTo>
                <a:lnTo>
                  <a:pt x="809516" y="528091"/>
                </a:lnTo>
                <a:lnTo>
                  <a:pt x="806693" y="516671"/>
                </a:lnTo>
                <a:lnTo>
                  <a:pt x="804465" y="505179"/>
                </a:lnTo>
                <a:lnTo>
                  <a:pt x="802860" y="493639"/>
                </a:lnTo>
                <a:lnTo>
                  <a:pt x="801879" y="482052"/>
                </a:lnTo>
                <a:lnTo>
                  <a:pt x="801568" y="470943"/>
                </a:lnTo>
                <a:lnTo>
                  <a:pt x="801282" y="460338"/>
                </a:lnTo>
                <a:lnTo>
                  <a:pt x="801328" y="461343"/>
                </a:lnTo>
                <a:lnTo>
                  <a:pt x="800444" y="450738"/>
                </a:lnTo>
                <a:lnTo>
                  <a:pt x="800562" y="451719"/>
                </a:lnTo>
                <a:lnTo>
                  <a:pt x="799079" y="441114"/>
                </a:lnTo>
                <a:lnTo>
                  <a:pt x="799247" y="442047"/>
                </a:lnTo>
                <a:lnTo>
                  <a:pt x="797188" y="431489"/>
                </a:lnTo>
                <a:lnTo>
                  <a:pt x="797403" y="432375"/>
                </a:lnTo>
                <a:lnTo>
                  <a:pt x="794794" y="421816"/>
                </a:lnTo>
                <a:lnTo>
                  <a:pt x="795009" y="422679"/>
                </a:lnTo>
                <a:lnTo>
                  <a:pt x="791872" y="412169"/>
                </a:lnTo>
                <a:lnTo>
                  <a:pt x="792136" y="412958"/>
                </a:lnTo>
                <a:lnTo>
                  <a:pt x="788425" y="402472"/>
                </a:lnTo>
                <a:lnTo>
                  <a:pt x="788713" y="403238"/>
                </a:lnTo>
                <a:lnTo>
                  <a:pt x="784475" y="392776"/>
                </a:lnTo>
                <a:lnTo>
                  <a:pt x="784787" y="393494"/>
                </a:lnTo>
                <a:lnTo>
                  <a:pt x="780021" y="383080"/>
                </a:lnTo>
                <a:lnTo>
                  <a:pt x="780357" y="383775"/>
                </a:lnTo>
                <a:lnTo>
                  <a:pt x="775090" y="373408"/>
                </a:lnTo>
                <a:lnTo>
                  <a:pt x="775424" y="374031"/>
                </a:lnTo>
                <a:lnTo>
                  <a:pt x="769632" y="363711"/>
                </a:lnTo>
                <a:lnTo>
                  <a:pt x="769989" y="364310"/>
                </a:lnTo>
                <a:lnTo>
                  <a:pt x="763694" y="354039"/>
                </a:lnTo>
                <a:lnTo>
                  <a:pt x="764053" y="354591"/>
                </a:lnTo>
                <a:lnTo>
                  <a:pt x="757278" y="344392"/>
                </a:lnTo>
                <a:lnTo>
                  <a:pt x="757637" y="344919"/>
                </a:lnTo>
                <a:lnTo>
                  <a:pt x="750408" y="334791"/>
                </a:lnTo>
                <a:lnTo>
                  <a:pt x="750742" y="335270"/>
                </a:lnTo>
                <a:lnTo>
                  <a:pt x="743031" y="325214"/>
                </a:lnTo>
                <a:lnTo>
                  <a:pt x="743392" y="325646"/>
                </a:lnTo>
                <a:lnTo>
                  <a:pt x="735228" y="315663"/>
                </a:lnTo>
                <a:lnTo>
                  <a:pt x="735563" y="316093"/>
                </a:lnTo>
                <a:lnTo>
                  <a:pt x="726944" y="306182"/>
                </a:lnTo>
                <a:lnTo>
                  <a:pt x="727304" y="306589"/>
                </a:lnTo>
                <a:lnTo>
                  <a:pt x="718229" y="296773"/>
                </a:lnTo>
                <a:lnTo>
                  <a:pt x="718566" y="297132"/>
                </a:lnTo>
                <a:lnTo>
                  <a:pt x="709085" y="287412"/>
                </a:lnTo>
                <a:lnTo>
                  <a:pt x="709420" y="287747"/>
                </a:lnTo>
                <a:lnTo>
                  <a:pt x="699508" y="278123"/>
                </a:lnTo>
                <a:lnTo>
                  <a:pt x="699844" y="278458"/>
                </a:lnTo>
                <a:lnTo>
                  <a:pt x="689500" y="268929"/>
                </a:lnTo>
                <a:lnTo>
                  <a:pt x="689836" y="269241"/>
                </a:lnTo>
                <a:lnTo>
                  <a:pt x="679111" y="259832"/>
                </a:lnTo>
                <a:lnTo>
                  <a:pt x="679422" y="260095"/>
                </a:lnTo>
                <a:lnTo>
                  <a:pt x="668290" y="250806"/>
                </a:lnTo>
                <a:lnTo>
                  <a:pt x="668624" y="251070"/>
                </a:lnTo>
                <a:lnTo>
                  <a:pt x="657109" y="241900"/>
                </a:lnTo>
                <a:lnTo>
                  <a:pt x="657419" y="242139"/>
                </a:lnTo>
                <a:lnTo>
                  <a:pt x="645521" y="233090"/>
                </a:lnTo>
                <a:lnTo>
                  <a:pt x="645831" y="233305"/>
                </a:lnTo>
                <a:lnTo>
                  <a:pt x="633574" y="224399"/>
                </a:lnTo>
                <a:lnTo>
                  <a:pt x="634030" y="224711"/>
                </a:lnTo>
                <a:lnTo>
                  <a:pt x="608460" y="207281"/>
                </a:lnTo>
                <a:lnTo>
                  <a:pt x="609060" y="207664"/>
                </a:lnTo>
                <a:lnTo>
                  <a:pt x="582126" y="190810"/>
                </a:lnTo>
                <a:lnTo>
                  <a:pt x="582700" y="191145"/>
                </a:lnTo>
                <a:lnTo>
                  <a:pt x="554520" y="174913"/>
                </a:lnTo>
                <a:lnTo>
                  <a:pt x="555071" y="175224"/>
                </a:lnTo>
                <a:lnTo>
                  <a:pt x="525673" y="159663"/>
                </a:lnTo>
                <a:lnTo>
                  <a:pt x="526223" y="159926"/>
                </a:lnTo>
                <a:lnTo>
                  <a:pt x="495698" y="145058"/>
                </a:lnTo>
                <a:lnTo>
                  <a:pt x="496225" y="145322"/>
                </a:lnTo>
                <a:lnTo>
                  <a:pt x="464646" y="131197"/>
                </a:lnTo>
                <a:lnTo>
                  <a:pt x="465173" y="131412"/>
                </a:lnTo>
                <a:lnTo>
                  <a:pt x="432636" y="118077"/>
                </a:lnTo>
                <a:lnTo>
                  <a:pt x="433163" y="118292"/>
                </a:lnTo>
                <a:lnTo>
                  <a:pt x="399720" y="105795"/>
                </a:lnTo>
                <a:lnTo>
                  <a:pt x="400222" y="105963"/>
                </a:lnTo>
                <a:lnTo>
                  <a:pt x="365961" y="94328"/>
                </a:lnTo>
                <a:lnTo>
                  <a:pt x="366465" y="94495"/>
                </a:lnTo>
                <a:lnTo>
                  <a:pt x="331439" y="83769"/>
                </a:lnTo>
                <a:lnTo>
                  <a:pt x="331845" y="83889"/>
                </a:lnTo>
                <a:lnTo>
                  <a:pt x="314057" y="78886"/>
                </a:lnTo>
                <a:lnTo>
                  <a:pt x="314321" y="78958"/>
                </a:lnTo>
                <a:lnTo>
                  <a:pt x="296389" y="74193"/>
                </a:lnTo>
                <a:lnTo>
                  <a:pt x="296653" y="74265"/>
                </a:lnTo>
                <a:lnTo>
                  <a:pt x="278577" y="69740"/>
                </a:lnTo>
                <a:lnTo>
                  <a:pt x="278841" y="69812"/>
                </a:lnTo>
                <a:lnTo>
                  <a:pt x="260622" y="65550"/>
                </a:lnTo>
                <a:lnTo>
                  <a:pt x="260885" y="65598"/>
                </a:lnTo>
                <a:lnTo>
                  <a:pt x="242546" y="61600"/>
                </a:lnTo>
                <a:lnTo>
                  <a:pt x="242810" y="61672"/>
                </a:lnTo>
                <a:lnTo>
                  <a:pt x="224327" y="57913"/>
                </a:lnTo>
                <a:lnTo>
                  <a:pt x="224591" y="57985"/>
                </a:lnTo>
                <a:lnTo>
                  <a:pt x="206013" y="54514"/>
                </a:lnTo>
                <a:lnTo>
                  <a:pt x="206276" y="54562"/>
                </a:lnTo>
                <a:lnTo>
                  <a:pt x="187601" y="51354"/>
                </a:lnTo>
                <a:lnTo>
                  <a:pt x="187864" y="51401"/>
                </a:lnTo>
                <a:lnTo>
                  <a:pt x="169096" y="48480"/>
                </a:lnTo>
                <a:lnTo>
                  <a:pt x="169359" y="48529"/>
                </a:lnTo>
                <a:lnTo>
                  <a:pt x="150492" y="45895"/>
                </a:lnTo>
                <a:lnTo>
                  <a:pt x="150780" y="45943"/>
                </a:lnTo>
                <a:lnTo>
                  <a:pt x="131843" y="43597"/>
                </a:lnTo>
                <a:lnTo>
                  <a:pt x="132106" y="43620"/>
                </a:lnTo>
                <a:lnTo>
                  <a:pt x="113121" y="41585"/>
                </a:lnTo>
                <a:lnTo>
                  <a:pt x="113385" y="41610"/>
                </a:lnTo>
                <a:lnTo>
                  <a:pt x="94327" y="39862"/>
                </a:lnTo>
                <a:lnTo>
                  <a:pt x="94614" y="39886"/>
                </a:lnTo>
                <a:lnTo>
                  <a:pt x="75509" y="38449"/>
                </a:lnTo>
                <a:lnTo>
                  <a:pt x="75797" y="38474"/>
                </a:lnTo>
                <a:lnTo>
                  <a:pt x="56668" y="37348"/>
                </a:lnTo>
                <a:lnTo>
                  <a:pt x="56956" y="37372"/>
                </a:lnTo>
                <a:lnTo>
                  <a:pt x="37778" y="36558"/>
                </a:lnTo>
                <a:lnTo>
                  <a:pt x="38090" y="36558"/>
                </a:lnTo>
                <a:lnTo>
                  <a:pt x="18888" y="36079"/>
                </a:lnTo>
                <a:lnTo>
                  <a:pt x="19200" y="36079"/>
                </a:lnTo>
                <a:lnTo>
                  <a:pt x="0" y="35911"/>
                </a:lnTo>
                <a:lnTo>
                  <a:pt x="288" y="0"/>
                </a:lnTo>
              </a:path>
            </a:pathLst>
          </a:custGeom>
          <a:solidFill xmlns:a="http://schemas.openxmlformats.org/drawingml/2006/main">
            <a:srgbClr val="C81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path-144">
            <a:extLst xmlns:a="http://schemas.openxmlformats.org/drawingml/2006/main">
              <a:ext uri="{FF2B5EF4-FFF2-40B4-BE49-F238E27FC236}">
                <a16:creationId xmlns:a16="http://schemas.microsoft.com/office/drawing/2014/main" id="{A5B1A636-2FF3-4C98-91A9-B681C4E3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941" y="1717453"/>
            <a:ext cx="515929" cy="95764"/>
          </a:xfrm>
          <a:custGeom xmlns:a="http://schemas.openxmlformats.org/drawingml/2006/main">
            <a:pathLst>
              <a:path w="515929" h="95764">
                <a:moveTo>
                  <a:pt x="372283" y="95764"/>
                </a:moveTo>
                <a:lnTo>
                  <a:pt x="372283" y="47882"/>
                </a:lnTo>
                <a:lnTo>
                  <a:pt x="372283" y="0"/>
                </a:lnTo>
                <a:lnTo>
                  <a:pt x="515929" y="47882"/>
                </a:lnTo>
                <a:lnTo>
                  <a:pt x="372283" y="95764"/>
                </a:lnTo>
                <a:moveTo>
                  <a:pt x="0" y="29926"/>
                </a:moveTo>
                <a:lnTo>
                  <a:pt x="444106" y="29926"/>
                </a:lnTo>
                <a:lnTo>
                  <a:pt x="444106" y="65838"/>
                </a:lnTo>
                <a:lnTo>
                  <a:pt x="0" y="65838"/>
                </a:lnTo>
                <a:lnTo>
                  <a:pt x="0" y="2992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path-145">
            <a:extLst xmlns:a="http://schemas.openxmlformats.org/drawingml/2006/main">
              <a:ext uri="{FF2B5EF4-FFF2-40B4-BE49-F238E27FC236}">
                <a16:creationId xmlns:a16="http://schemas.microsoft.com/office/drawing/2014/main" id="{4D0F23E7-F7E2-4440-AEEC-AD158CF2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7088" y="1717453"/>
            <a:ext cx="450091" cy="95764"/>
          </a:xfrm>
          <a:custGeom xmlns:a="http://schemas.openxmlformats.org/drawingml/2006/main">
            <a:pathLst>
              <a:path w="450091" h="95764">
                <a:moveTo>
                  <a:pt x="306445" y="95764"/>
                </a:moveTo>
                <a:lnTo>
                  <a:pt x="306445" y="47882"/>
                </a:lnTo>
                <a:lnTo>
                  <a:pt x="306445" y="0"/>
                </a:lnTo>
                <a:lnTo>
                  <a:pt x="450091" y="47882"/>
                </a:lnTo>
                <a:lnTo>
                  <a:pt x="306445" y="95764"/>
                </a:lnTo>
                <a:moveTo>
                  <a:pt x="0" y="29926"/>
                </a:moveTo>
                <a:lnTo>
                  <a:pt x="378268" y="29926"/>
                </a:lnTo>
                <a:lnTo>
                  <a:pt x="378268" y="65838"/>
                </a:lnTo>
                <a:lnTo>
                  <a:pt x="0" y="65838"/>
                </a:lnTo>
                <a:lnTo>
                  <a:pt x="0" y="2992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path-146">
            <a:extLst xmlns:a="http://schemas.openxmlformats.org/drawingml/2006/main">
              <a:ext uri="{FF2B5EF4-FFF2-40B4-BE49-F238E27FC236}">
                <a16:creationId xmlns:a16="http://schemas.microsoft.com/office/drawing/2014/main" id="{C24BCF23-9F4C-4CFB-B907-132929AD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8485" y="1717453"/>
            <a:ext cx="450093" cy="95764"/>
          </a:xfrm>
          <a:custGeom xmlns:a="http://schemas.openxmlformats.org/drawingml/2006/main">
            <a:pathLst>
              <a:path w="450093" h="95764">
                <a:moveTo>
                  <a:pt x="306447" y="95764"/>
                </a:moveTo>
                <a:lnTo>
                  <a:pt x="306447" y="47882"/>
                </a:lnTo>
                <a:lnTo>
                  <a:pt x="306447" y="0"/>
                </a:lnTo>
                <a:lnTo>
                  <a:pt x="450093" y="47882"/>
                </a:lnTo>
                <a:lnTo>
                  <a:pt x="306447" y="95764"/>
                </a:lnTo>
                <a:moveTo>
                  <a:pt x="0" y="29926"/>
                </a:moveTo>
                <a:lnTo>
                  <a:pt x="378270" y="29926"/>
                </a:lnTo>
                <a:lnTo>
                  <a:pt x="378270" y="65838"/>
                </a:lnTo>
                <a:lnTo>
                  <a:pt x="0" y="65838"/>
                </a:lnTo>
                <a:lnTo>
                  <a:pt x="0" y="2992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path-147">
            <a:extLst xmlns:a="http://schemas.openxmlformats.org/drawingml/2006/main">
              <a:ext uri="{FF2B5EF4-FFF2-40B4-BE49-F238E27FC236}">
                <a16:creationId xmlns:a16="http://schemas.microsoft.com/office/drawing/2014/main" id="{D8F619F9-0D41-43EC-81A1-FE05B260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838" y="1717453"/>
            <a:ext cx="450093" cy="95764"/>
          </a:xfrm>
          <a:custGeom xmlns:a="http://schemas.openxmlformats.org/drawingml/2006/main">
            <a:pathLst>
              <a:path w="450093" h="95764">
                <a:moveTo>
                  <a:pt x="306447" y="95764"/>
                </a:moveTo>
                <a:lnTo>
                  <a:pt x="306447" y="47882"/>
                </a:lnTo>
                <a:lnTo>
                  <a:pt x="306447" y="0"/>
                </a:lnTo>
                <a:lnTo>
                  <a:pt x="450093" y="47882"/>
                </a:lnTo>
                <a:lnTo>
                  <a:pt x="306447" y="95764"/>
                </a:lnTo>
                <a:moveTo>
                  <a:pt x="0" y="29926"/>
                </a:moveTo>
                <a:lnTo>
                  <a:pt x="378270" y="29926"/>
                </a:lnTo>
                <a:lnTo>
                  <a:pt x="378270" y="65838"/>
                </a:lnTo>
                <a:lnTo>
                  <a:pt x="0" y="65838"/>
                </a:lnTo>
                <a:lnTo>
                  <a:pt x="0" y="2992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text-148 ...">
            <a:extLst xmlns:a="http://schemas.openxmlformats.org/drawingml/2006/main">
              <a:ext uri="{FF2B5EF4-FFF2-40B4-BE49-F238E27FC236}">
                <a16:creationId xmlns:a16="http://schemas.microsoft.com/office/drawing/2014/main" id="{024CC995-49F6-42D3-8856-EFD59D7A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8759" y="1372676"/>
            <a:ext cx="400777" cy="603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...</a:t>
            </a:r>
          </a:p>
        </p:txBody>
      </p:sp>
      <p:sp>
        <p:nvSpPr>
          <p:cNvPr id="149" name="text-149 ...">
            <a:extLst xmlns:a="http://schemas.openxmlformats.org/drawingml/2006/main">
              <a:ext uri="{FF2B5EF4-FFF2-40B4-BE49-F238E27FC236}">
                <a16:creationId xmlns:a16="http://schemas.microsoft.com/office/drawing/2014/main" id="{F6FC0DD5-24B7-4C17-9230-12EA777E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9909" y="1373872"/>
            <a:ext cx="400777" cy="603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...</a:t>
            </a:r>
          </a:p>
        </p:txBody>
      </p:sp>
      <p:sp>
        <p:nvSpPr>
          <p:cNvPr id="150" name="path-150">
            <a:extLst xmlns:a="http://schemas.openxmlformats.org/drawingml/2006/main">
              <a:ext uri="{FF2B5EF4-FFF2-40B4-BE49-F238E27FC236}">
                <a16:creationId xmlns:a16="http://schemas.microsoft.com/office/drawing/2014/main" id="{4BB34F1D-9F6B-462A-A0F8-D66AD3C0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5458" y="2345665"/>
            <a:ext cx="258563" cy="270054"/>
          </a:xfrm>
          <a:custGeom xmlns:a="http://schemas.openxmlformats.org/drawingml/2006/main">
            <a:pathLst>
              <a:path w="258563" h="270054">
                <a:moveTo>
                  <a:pt x="0" y="0"/>
                </a:moveTo>
                <a:lnTo>
                  <a:pt x="0" y="270054"/>
                </a:lnTo>
                <a:lnTo>
                  <a:pt x="258563" y="270054"/>
                </a:lnTo>
                <a:lnTo>
                  <a:pt x="258563" y="0"/>
                </a:lnTo>
                <a:close/>
              </a:path>
            </a:pathLst>
          </a:custGeom>
          <a:solidFill xmlns:a="http://schemas.openxmlformats.org/drawingml/2006/main">
            <a:srgbClr val="C81D31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path-151">
            <a:extLst xmlns:a="http://schemas.openxmlformats.org/drawingml/2006/main">
              <a:ext uri="{FF2B5EF4-FFF2-40B4-BE49-F238E27FC236}">
                <a16:creationId xmlns:a16="http://schemas.microsoft.com/office/drawing/2014/main" id="{FFF0956C-DFA5-4595-A9FD-114CBB45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2235" y="2320766"/>
            <a:ext cx="305176" cy="319613"/>
          </a:xfrm>
          <a:custGeom xmlns:a="http://schemas.openxmlformats.org/drawingml/2006/main">
            <a:pathLst>
              <a:path w="305176" h="319613">
                <a:moveTo>
                  <a:pt x="305176" y="0"/>
                </a:moveTo>
                <a:lnTo>
                  <a:pt x="305176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2"/>
                </a:moveTo>
                <a:lnTo>
                  <a:pt x="47883" y="23941"/>
                </a:lnTo>
                <a:lnTo>
                  <a:pt x="47883" y="295672"/>
                </a:lnTo>
                <a:lnTo>
                  <a:pt x="23940" y="271730"/>
                </a:lnTo>
                <a:lnTo>
                  <a:pt x="281234" y="271730"/>
                </a:lnTo>
                <a:lnTo>
                  <a:pt x="257292" y="295672"/>
                </a:lnTo>
                <a:lnTo>
                  <a:pt x="257292" y="23941"/>
                </a:lnTo>
                <a:lnTo>
                  <a:pt x="281234" y="47882"/>
                </a:lnTo>
                <a:lnTo>
                  <a:pt x="23940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path-152">
            <a:extLst xmlns:a="http://schemas.openxmlformats.org/drawingml/2006/main">
              <a:ext uri="{FF2B5EF4-FFF2-40B4-BE49-F238E27FC236}">
                <a16:creationId xmlns:a16="http://schemas.microsoft.com/office/drawing/2014/main" id="{DE6332E1-3A77-40F6-BA54-16B838D9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5458" y="2615719"/>
            <a:ext cx="258563" cy="272927"/>
          </a:xfrm>
          <a:custGeom xmlns:a="http://schemas.openxmlformats.org/drawingml/2006/main">
            <a:pathLst>
              <a:path w="258563" h="272927">
                <a:moveTo>
                  <a:pt x="0" y="0"/>
                </a:moveTo>
                <a:lnTo>
                  <a:pt x="0" y="272927"/>
                </a:lnTo>
                <a:lnTo>
                  <a:pt x="258563" y="272927"/>
                </a:lnTo>
                <a:lnTo>
                  <a:pt x="258563" y="0"/>
                </a:lnTo>
                <a:close/>
              </a:path>
            </a:pathLst>
          </a:custGeom>
          <a:solidFill xmlns:a="http://schemas.openxmlformats.org/drawingml/2006/main">
            <a:srgbClr val="C81D31">
              <a:alpha val="6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path-153">
            <a:extLst xmlns:a="http://schemas.openxmlformats.org/drawingml/2006/main">
              <a:ext uri="{FF2B5EF4-FFF2-40B4-BE49-F238E27FC236}">
                <a16:creationId xmlns:a16="http://schemas.microsoft.com/office/drawing/2014/main" id="{CF7668BB-8F0D-43BC-929B-90AF3D21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2235" y="2592496"/>
            <a:ext cx="305176" cy="319612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3"/>
                </a:moveTo>
                <a:lnTo>
                  <a:pt x="47883" y="23941"/>
                </a:lnTo>
                <a:lnTo>
                  <a:pt x="47883" y="295672"/>
                </a:lnTo>
                <a:lnTo>
                  <a:pt x="23940" y="271730"/>
                </a:lnTo>
                <a:lnTo>
                  <a:pt x="281234" y="271730"/>
                </a:lnTo>
                <a:lnTo>
                  <a:pt x="257292" y="295672"/>
                </a:lnTo>
                <a:lnTo>
                  <a:pt x="257292" y="23941"/>
                </a:lnTo>
                <a:lnTo>
                  <a:pt x="281234" y="47883"/>
                </a:lnTo>
                <a:lnTo>
                  <a:pt x="23940" y="47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path-154">
            <a:extLst xmlns:a="http://schemas.openxmlformats.org/drawingml/2006/main">
              <a:ext uri="{FF2B5EF4-FFF2-40B4-BE49-F238E27FC236}">
                <a16:creationId xmlns:a16="http://schemas.microsoft.com/office/drawing/2014/main" id="{59536CFD-AA2B-475F-B17A-3B2CDD57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5458" y="2888646"/>
            <a:ext cx="258563" cy="270055"/>
          </a:xfrm>
          <a:custGeom xmlns:a="http://schemas.openxmlformats.org/drawingml/2006/main">
            <a:pathLst>
              <a:path w="258563" h="270055">
                <a:moveTo>
                  <a:pt x="0" y="0"/>
                </a:moveTo>
                <a:lnTo>
                  <a:pt x="0" y="270055"/>
                </a:lnTo>
                <a:lnTo>
                  <a:pt x="258563" y="270055"/>
                </a:lnTo>
                <a:lnTo>
                  <a:pt x="258563" y="0"/>
                </a:lnTo>
                <a:close/>
              </a:path>
            </a:pathLst>
          </a:custGeom>
          <a:solidFill xmlns:a="http://schemas.openxmlformats.org/drawingml/2006/main">
            <a:srgbClr val="C81D31">
              <a:alpha val="9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path-155">
            <a:extLst xmlns:a="http://schemas.openxmlformats.org/drawingml/2006/main">
              <a:ext uri="{FF2B5EF4-FFF2-40B4-BE49-F238E27FC236}">
                <a16:creationId xmlns:a16="http://schemas.microsoft.com/office/drawing/2014/main" id="{4787B682-4B1C-4947-BCA5-6C6A88CB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2235" y="2864227"/>
            <a:ext cx="305176" cy="319613"/>
          </a:xfrm>
          <a:custGeom xmlns:a="http://schemas.openxmlformats.org/drawingml/2006/main">
            <a:pathLst>
              <a:path w="305176" h="319613">
                <a:moveTo>
                  <a:pt x="305176" y="0"/>
                </a:moveTo>
                <a:lnTo>
                  <a:pt x="305176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2"/>
                </a:moveTo>
                <a:lnTo>
                  <a:pt x="47883" y="23941"/>
                </a:lnTo>
                <a:lnTo>
                  <a:pt x="47883" y="295672"/>
                </a:lnTo>
                <a:lnTo>
                  <a:pt x="23940" y="271730"/>
                </a:lnTo>
                <a:lnTo>
                  <a:pt x="281234" y="271730"/>
                </a:lnTo>
                <a:lnTo>
                  <a:pt x="257292" y="295672"/>
                </a:lnTo>
                <a:lnTo>
                  <a:pt x="257292" y="23941"/>
                </a:lnTo>
                <a:lnTo>
                  <a:pt x="281234" y="47882"/>
                </a:lnTo>
                <a:lnTo>
                  <a:pt x="23940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path-156">
            <a:extLst xmlns:a="http://schemas.openxmlformats.org/drawingml/2006/main">
              <a:ext uri="{FF2B5EF4-FFF2-40B4-BE49-F238E27FC236}">
                <a16:creationId xmlns:a16="http://schemas.microsoft.com/office/drawing/2014/main" id="{BE051285-098E-4F99-AF16-53C646FE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5458" y="3158702"/>
            <a:ext cx="258563" cy="272927"/>
          </a:xfrm>
          <a:custGeom xmlns:a="http://schemas.openxmlformats.org/drawingml/2006/main">
            <a:pathLst>
              <a:path w="258563" h="272927">
                <a:moveTo>
                  <a:pt x="0" y="0"/>
                </a:moveTo>
                <a:lnTo>
                  <a:pt x="0" y="272927"/>
                </a:lnTo>
                <a:lnTo>
                  <a:pt x="258563" y="272927"/>
                </a:lnTo>
                <a:lnTo>
                  <a:pt x="258563" y="0"/>
                </a:lnTo>
                <a:close/>
              </a:path>
            </a:pathLst>
          </a:custGeom>
          <a:solidFill xmlns:a="http://schemas.openxmlformats.org/drawingml/2006/main">
            <a:srgbClr val="C81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path-157">
            <a:extLst xmlns:a="http://schemas.openxmlformats.org/drawingml/2006/main">
              <a:ext uri="{FF2B5EF4-FFF2-40B4-BE49-F238E27FC236}">
                <a16:creationId xmlns:a16="http://schemas.microsoft.com/office/drawing/2014/main" id="{C4053151-6CA5-4B1A-A0AD-14FC18D3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2235" y="3135957"/>
            <a:ext cx="305176" cy="319612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3"/>
                </a:moveTo>
                <a:lnTo>
                  <a:pt x="47883" y="23941"/>
                </a:lnTo>
                <a:lnTo>
                  <a:pt x="47883" y="295672"/>
                </a:lnTo>
                <a:lnTo>
                  <a:pt x="23940" y="271730"/>
                </a:lnTo>
                <a:lnTo>
                  <a:pt x="281234" y="271730"/>
                </a:lnTo>
                <a:lnTo>
                  <a:pt x="257292" y="295672"/>
                </a:lnTo>
                <a:lnTo>
                  <a:pt x="257292" y="23941"/>
                </a:lnTo>
                <a:lnTo>
                  <a:pt x="281234" y="47883"/>
                </a:lnTo>
                <a:lnTo>
                  <a:pt x="23940" y="47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path-158">
            <a:extLst xmlns:a="http://schemas.openxmlformats.org/drawingml/2006/main">
              <a:ext uri="{FF2B5EF4-FFF2-40B4-BE49-F238E27FC236}">
                <a16:creationId xmlns:a16="http://schemas.microsoft.com/office/drawing/2014/main" id="{A4220BEA-665E-47C4-AA25-699557F4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5458" y="3431629"/>
            <a:ext cx="258563" cy="272927"/>
          </a:xfrm>
          <a:custGeom xmlns:a="http://schemas.openxmlformats.org/drawingml/2006/main">
            <a:pathLst>
              <a:path w="258563" h="272927">
                <a:moveTo>
                  <a:pt x="0" y="0"/>
                </a:moveTo>
                <a:lnTo>
                  <a:pt x="0" y="272927"/>
                </a:lnTo>
                <a:lnTo>
                  <a:pt x="258563" y="272927"/>
                </a:lnTo>
                <a:lnTo>
                  <a:pt x="258563" y="0"/>
                </a:lnTo>
                <a:close/>
              </a:path>
            </a:pathLst>
          </a:custGeom>
          <a:solidFill xmlns:a="http://schemas.openxmlformats.org/drawingml/2006/main">
            <a:srgbClr val="C81D31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path-159">
            <a:extLst xmlns:a="http://schemas.openxmlformats.org/drawingml/2006/main">
              <a:ext uri="{FF2B5EF4-FFF2-40B4-BE49-F238E27FC236}">
                <a16:creationId xmlns:a16="http://schemas.microsoft.com/office/drawing/2014/main" id="{03BEDA9E-F61A-4BE2-B96E-D894149B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2235" y="3407688"/>
            <a:ext cx="305176" cy="319613"/>
          </a:xfrm>
          <a:custGeom xmlns:a="http://schemas.openxmlformats.org/drawingml/2006/main">
            <a:pathLst>
              <a:path w="305176" h="319613">
                <a:moveTo>
                  <a:pt x="305176" y="0"/>
                </a:moveTo>
                <a:lnTo>
                  <a:pt x="305176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2"/>
                </a:moveTo>
                <a:lnTo>
                  <a:pt x="47883" y="23941"/>
                </a:lnTo>
                <a:lnTo>
                  <a:pt x="47883" y="295672"/>
                </a:lnTo>
                <a:lnTo>
                  <a:pt x="23940" y="271730"/>
                </a:lnTo>
                <a:lnTo>
                  <a:pt x="281234" y="271730"/>
                </a:lnTo>
                <a:lnTo>
                  <a:pt x="257292" y="295672"/>
                </a:lnTo>
                <a:lnTo>
                  <a:pt x="257292" y="23941"/>
                </a:lnTo>
                <a:lnTo>
                  <a:pt x="281234" y="47882"/>
                </a:lnTo>
                <a:lnTo>
                  <a:pt x="23940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path-160">
            <a:extLst xmlns:a="http://schemas.openxmlformats.org/drawingml/2006/main">
              <a:ext uri="{FF2B5EF4-FFF2-40B4-BE49-F238E27FC236}">
                <a16:creationId xmlns:a16="http://schemas.microsoft.com/office/drawing/2014/main" id="{C867B0B9-8FF8-46E1-A4CB-B60E39EE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5458" y="5600684"/>
            <a:ext cx="258563" cy="272928"/>
          </a:xfrm>
          <a:custGeom xmlns:a="http://schemas.openxmlformats.org/drawingml/2006/main">
            <a:pathLst>
              <a:path w="258563" h="272928">
                <a:moveTo>
                  <a:pt x="0" y="0"/>
                </a:moveTo>
                <a:lnTo>
                  <a:pt x="0" y="272928"/>
                </a:lnTo>
                <a:lnTo>
                  <a:pt x="258563" y="272928"/>
                </a:lnTo>
                <a:lnTo>
                  <a:pt x="258563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path-161">
            <a:extLst xmlns:a="http://schemas.openxmlformats.org/drawingml/2006/main">
              <a:ext uri="{FF2B5EF4-FFF2-40B4-BE49-F238E27FC236}">
                <a16:creationId xmlns:a16="http://schemas.microsoft.com/office/drawing/2014/main" id="{E8C12AF2-31F4-4EA1-86BF-BF66EB6D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2235" y="5576743"/>
            <a:ext cx="305176" cy="319613"/>
          </a:xfrm>
          <a:custGeom xmlns:a="http://schemas.openxmlformats.org/drawingml/2006/main">
            <a:pathLst>
              <a:path w="305176" h="319613">
                <a:moveTo>
                  <a:pt x="305176" y="0"/>
                </a:moveTo>
                <a:lnTo>
                  <a:pt x="305176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3"/>
                </a:moveTo>
                <a:lnTo>
                  <a:pt x="47883" y="23941"/>
                </a:lnTo>
                <a:lnTo>
                  <a:pt x="47883" y="295672"/>
                </a:lnTo>
                <a:lnTo>
                  <a:pt x="23940" y="271731"/>
                </a:lnTo>
                <a:lnTo>
                  <a:pt x="281234" y="271731"/>
                </a:lnTo>
                <a:lnTo>
                  <a:pt x="257292" y="295672"/>
                </a:lnTo>
                <a:lnTo>
                  <a:pt x="257292" y="23941"/>
                </a:lnTo>
                <a:lnTo>
                  <a:pt x="281234" y="47883"/>
                </a:lnTo>
                <a:lnTo>
                  <a:pt x="23940" y="47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path-162">
            <a:extLst xmlns:a="http://schemas.openxmlformats.org/drawingml/2006/main">
              <a:ext uri="{FF2B5EF4-FFF2-40B4-BE49-F238E27FC236}">
                <a16:creationId xmlns:a16="http://schemas.microsoft.com/office/drawing/2014/main" id="{F2103341-6248-405F-92C3-B85EA71D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5458" y="5873612"/>
            <a:ext cx="258563" cy="270054"/>
          </a:xfrm>
          <a:custGeom xmlns:a="http://schemas.openxmlformats.org/drawingml/2006/main">
            <a:pathLst>
              <a:path w="258563" h="270054">
                <a:moveTo>
                  <a:pt x="0" y="0"/>
                </a:moveTo>
                <a:lnTo>
                  <a:pt x="0" y="270054"/>
                </a:lnTo>
                <a:lnTo>
                  <a:pt x="258563" y="270054"/>
                </a:lnTo>
                <a:lnTo>
                  <a:pt x="258563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6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path-163">
            <a:extLst xmlns:a="http://schemas.openxmlformats.org/drawingml/2006/main">
              <a:ext uri="{FF2B5EF4-FFF2-40B4-BE49-F238E27FC236}">
                <a16:creationId xmlns:a16="http://schemas.microsoft.com/office/drawing/2014/main" id="{3CD7EF8A-59AA-4524-A959-89A45408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2235" y="5848474"/>
            <a:ext cx="305176" cy="319612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2"/>
                </a:moveTo>
                <a:lnTo>
                  <a:pt x="47883" y="23940"/>
                </a:lnTo>
                <a:lnTo>
                  <a:pt x="47883" y="295672"/>
                </a:lnTo>
                <a:lnTo>
                  <a:pt x="23940" y="271730"/>
                </a:lnTo>
                <a:lnTo>
                  <a:pt x="281234" y="271730"/>
                </a:lnTo>
                <a:lnTo>
                  <a:pt x="257292" y="295672"/>
                </a:lnTo>
                <a:lnTo>
                  <a:pt x="257292" y="23940"/>
                </a:lnTo>
                <a:lnTo>
                  <a:pt x="281234" y="47882"/>
                </a:lnTo>
                <a:lnTo>
                  <a:pt x="23940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path-164">
            <a:extLst xmlns:a="http://schemas.openxmlformats.org/drawingml/2006/main">
              <a:ext uri="{FF2B5EF4-FFF2-40B4-BE49-F238E27FC236}">
                <a16:creationId xmlns:a16="http://schemas.microsoft.com/office/drawing/2014/main" id="{DD81B3D1-9A98-4220-A52F-72465AAC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5458" y="6143666"/>
            <a:ext cx="258563" cy="272928"/>
          </a:xfrm>
          <a:custGeom xmlns:a="http://schemas.openxmlformats.org/drawingml/2006/main">
            <a:pathLst>
              <a:path w="258563" h="272928">
                <a:moveTo>
                  <a:pt x="0" y="0"/>
                </a:moveTo>
                <a:lnTo>
                  <a:pt x="0" y="272928"/>
                </a:lnTo>
                <a:lnTo>
                  <a:pt x="258563" y="272928"/>
                </a:lnTo>
                <a:lnTo>
                  <a:pt x="258563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9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path-165">
            <a:extLst xmlns:a="http://schemas.openxmlformats.org/drawingml/2006/main">
              <a:ext uri="{FF2B5EF4-FFF2-40B4-BE49-F238E27FC236}">
                <a16:creationId xmlns:a16="http://schemas.microsoft.com/office/drawing/2014/main" id="{6AD9AD51-6F03-4D9E-82FC-BE7F90FF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2235" y="6120204"/>
            <a:ext cx="305176" cy="319611"/>
          </a:xfrm>
          <a:custGeom xmlns:a="http://schemas.openxmlformats.org/drawingml/2006/main">
            <a:pathLst>
              <a:path w="305176" h="319611">
                <a:moveTo>
                  <a:pt x="305176" y="0"/>
                </a:moveTo>
                <a:lnTo>
                  <a:pt x="305176" y="319611"/>
                </a:lnTo>
                <a:lnTo>
                  <a:pt x="0" y="319611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2"/>
                </a:moveTo>
                <a:lnTo>
                  <a:pt x="47883" y="23941"/>
                </a:lnTo>
                <a:lnTo>
                  <a:pt x="47883" y="295671"/>
                </a:lnTo>
                <a:lnTo>
                  <a:pt x="23940" y="271730"/>
                </a:lnTo>
                <a:lnTo>
                  <a:pt x="281234" y="271730"/>
                </a:lnTo>
                <a:lnTo>
                  <a:pt x="257292" y="295671"/>
                </a:lnTo>
                <a:lnTo>
                  <a:pt x="257292" y="23941"/>
                </a:lnTo>
                <a:lnTo>
                  <a:pt x="281234" y="47882"/>
                </a:lnTo>
                <a:lnTo>
                  <a:pt x="23940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path-166">
            <a:extLst xmlns:a="http://schemas.openxmlformats.org/drawingml/2006/main">
              <a:ext uri="{FF2B5EF4-FFF2-40B4-BE49-F238E27FC236}">
                <a16:creationId xmlns:a16="http://schemas.microsoft.com/office/drawing/2014/main" id="{18C1B724-5BA3-4FD6-AE53-FAAC4782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5458" y="6416594"/>
            <a:ext cx="258563" cy="270054"/>
          </a:xfrm>
          <a:custGeom xmlns:a="http://schemas.openxmlformats.org/drawingml/2006/main">
            <a:pathLst>
              <a:path w="258563" h="270054">
                <a:moveTo>
                  <a:pt x="0" y="0"/>
                </a:moveTo>
                <a:lnTo>
                  <a:pt x="0" y="270054"/>
                </a:lnTo>
                <a:lnTo>
                  <a:pt x="258563" y="270054"/>
                </a:lnTo>
                <a:lnTo>
                  <a:pt x="258563" y="0"/>
                </a:lnTo>
                <a:close/>
              </a:path>
            </a:pathLst>
          </a:custGeom>
          <a:solidFill xmlns:a="http://schemas.openxmlformats.org/drawingml/2006/main">
            <a:srgbClr val="2E54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path-167">
            <a:extLst xmlns:a="http://schemas.openxmlformats.org/drawingml/2006/main">
              <a:ext uri="{FF2B5EF4-FFF2-40B4-BE49-F238E27FC236}">
                <a16:creationId xmlns:a16="http://schemas.microsoft.com/office/drawing/2014/main" id="{05C1A72E-D4C5-46E3-BC82-4FF5F77F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2235" y="6391935"/>
            <a:ext cx="305176" cy="319612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1"/>
                </a:moveTo>
                <a:lnTo>
                  <a:pt x="47883" y="23940"/>
                </a:lnTo>
                <a:lnTo>
                  <a:pt x="47883" y="295671"/>
                </a:lnTo>
                <a:lnTo>
                  <a:pt x="23940" y="271730"/>
                </a:lnTo>
                <a:lnTo>
                  <a:pt x="281234" y="271730"/>
                </a:lnTo>
                <a:lnTo>
                  <a:pt x="257292" y="295671"/>
                </a:lnTo>
                <a:lnTo>
                  <a:pt x="257292" y="23940"/>
                </a:lnTo>
                <a:lnTo>
                  <a:pt x="281234" y="47881"/>
                </a:lnTo>
                <a:lnTo>
                  <a:pt x="23940" y="4788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path-168">
            <a:extLst xmlns:a="http://schemas.openxmlformats.org/drawingml/2006/main">
              <a:ext uri="{FF2B5EF4-FFF2-40B4-BE49-F238E27FC236}">
                <a16:creationId xmlns:a16="http://schemas.microsoft.com/office/drawing/2014/main" id="{DB45AFA6-58A7-42ED-A385-F01D1452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5458" y="6686648"/>
            <a:ext cx="258563" cy="272927"/>
          </a:xfrm>
          <a:custGeom xmlns:a="http://schemas.openxmlformats.org/drawingml/2006/main">
            <a:pathLst>
              <a:path w="258563" h="272927">
                <a:moveTo>
                  <a:pt x="0" y="0"/>
                </a:moveTo>
                <a:lnTo>
                  <a:pt x="0" y="272927"/>
                </a:lnTo>
                <a:lnTo>
                  <a:pt x="258563" y="272927"/>
                </a:lnTo>
                <a:lnTo>
                  <a:pt x="258563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path-169">
            <a:extLst xmlns:a="http://schemas.openxmlformats.org/drawingml/2006/main">
              <a:ext uri="{FF2B5EF4-FFF2-40B4-BE49-F238E27FC236}">
                <a16:creationId xmlns:a16="http://schemas.microsoft.com/office/drawing/2014/main" id="{3A7BDEB5-2677-4CD0-981F-3203739F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2235" y="6663664"/>
            <a:ext cx="305176" cy="319613"/>
          </a:xfrm>
          <a:custGeom xmlns:a="http://schemas.openxmlformats.org/drawingml/2006/main">
            <a:pathLst>
              <a:path w="305176" h="319613">
                <a:moveTo>
                  <a:pt x="305176" y="0"/>
                </a:moveTo>
                <a:lnTo>
                  <a:pt x="305176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3"/>
                </a:moveTo>
                <a:lnTo>
                  <a:pt x="47883" y="23941"/>
                </a:lnTo>
                <a:lnTo>
                  <a:pt x="47883" y="295672"/>
                </a:lnTo>
                <a:lnTo>
                  <a:pt x="23940" y="271731"/>
                </a:lnTo>
                <a:lnTo>
                  <a:pt x="281234" y="271731"/>
                </a:lnTo>
                <a:lnTo>
                  <a:pt x="257292" y="295672"/>
                </a:lnTo>
                <a:lnTo>
                  <a:pt x="257292" y="23941"/>
                </a:lnTo>
                <a:lnTo>
                  <a:pt x="281234" y="47883"/>
                </a:lnTo>
                <a:lnTo>
                  <a:pt x="23940" y="47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path-170">
            <a:extLst xmlns:a="http://schemas.openxmlformats.org/drawingml/2006/main">
              <a:ext uri="{FF2B5EF4-FFF2-40B4-BE49-F238E27FC236}">
                <a16:creationId xmlns:a16="http://schemas.microsoft.com/office/drawing/2014/main" id="{47495CF8-C232-4E50-8945-93A6066D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752" y="6232727"/>
            <a:ext cx="1127620" cy="95763"/>
          </a:xfrm>
          <a:custGeom xmlns:a="http://schemas.openxmlformats.org/drawingml/2006/main">
            <a:pathLst>
              <a:path w="1127620" h="95763">
                <a:moveTo>
                  <a:pt x="983974" y="0"/>
                </a:moveTo>
                <a:lnTo>
                  <a:pt x="983974" y="47883"/>
                </a:lnTo>
                <a:lnTo>
                  <a:pt x="983974" y="95763"/>
                </a:lnTo>
                <a:lnTo>
                  <a:pt x="1127620" y="47883"/>
                </a:lnTo>
                <a:lnTo>
                  <a:pt x="983974" y="0"/>
                </a:lnTo>
                <a:moveTo>
                  <a:pt x="0" y="65838"/>
                </a:moveTo>
                <a:lnTo>
                  <a:pt x="1055797" y="65838"/>
                </a:lnTo>
                <a:lnTo>
                  <a:pt x="1055797" y="29927"/>
                </a:lnTo>
                <a:lnTo>
                  <a:pt x="0" y="29927"/>
                </a:lnTo>
                <a:lnTo>
                  <a:pt x="0" y="6583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path-171">
            <a:extLst xmlns:a="http://schemas.openxmlformats.org/drawingml/2006/main">
              <a:ext uri="{FF2B5EF4-FFF2-40B4-BE49-F238E27FC236}">
                <a16:creationId xmlns:a16="http://schemas.microsoft.com/office/drawing/2014/main" id="{3518F485-56DA-4685-9A7F-DFE97ED1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9677" y="2976750"/>
            <a:ext cx="1094106" cy="95763"/>
          </a:xfrm>
          <a:custGeom xmlns:a="http://schemas.openxmlformats.org/drawingml/2006/main">
            <a:pathLst>
              <a:path w="1094106" h="95763">
                <a:moveTo>
                  <a:pt x="950458" y="95763"/>
                </a:moveTo>
                <a:lnTo>
                  <a:pt x="950458" y="47882"/>
                </a:lnTo>
                <a:lnTo>
                  <a:pt x="950458" y="0"/>
                </a:lnTo>
                <a:lnTo>
                  <a:pt x="1094106" y="47882"/>
                </a:lnTo>
                <a:lnTo>
                  <a:pt x="950458" y="95763"/>
                </a:lnTo>
                <a:moveTo>
                  <a:pt x="0" y="29926"/>
                </a:moveTo>
                <a:lnTo>
                  <a:pt x="1022283" y="29926"/>
                </a:lnTo>
                <a:lnTo>
                  <a:pt x="1022283" y="65837"/>
                </a:lnTo>
                <a:lnTo>
                  <a:pt x="0" y="65837"/>
                </a:lnTo>
                <a:lnTo>
                  <a:pt x="0" y="2992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path-172">
            <a:extLst xmlns:a="http://schemas.openxmlformats.org/drawingml/2006/main">
              <a:ext uri="{FF2B5EF4-FFF2-40B4-BE49-F238E27FC236}">
                <a16:creationId xmlns:a16="http://schemas.microsoft.com/office/drawing/2014/main" id="{4CB6BC1F-286A-473A-8B4D-8B71FFC9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0320" y="4455107"/>
            <a:ext cx="450089" cy="475229"/>
          </a:xfrm>
          <a:custGeom xmlns:a="http://schemas.openxmlformats.org/drawingml/2006/main">
            <a:pathLst>
              <a:path w="450089" h="475229">
                <a:moveTo>
                  <a:pt x="242999" y="0"/>
                </a:moveTo>
                <a:lnTo>
                  <a:pt x="242999" y="475229"/>
                </a:lnTo>
                <a:lnTo>
                  <a:pt x="207087" y="475229"/>
                </a:lnTo>
                <a:lnTo>
                  <a:pt x="207087" y="0"/>
                </a:lnTo>
                <a:lnTo>
                  <a:pt x="242999" y="0"/>
                </a:lnTo>
                <a:moveTo>
                  <a:pt x="0" y="219658"/>
                </a:moveTo>
                <a:lnTo>
                  <a:pt x="450089" y="219658"/>
                </a:lnTo>
                <a:lnTo>
                  <a:pt x="450089" y="255569"/>
                </a:lnTo>
                <a:lnTo>
                  <a:pt x="0" y="255569"/>
                </a:lnTo>
                <a:lnTo>
                  <a:pt x="0" y="21965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path-173">
            <a:extLst xmlns:a="http://schemas.openxmlformats.org/drawingml/2006/main">
              <a:ext uri="{FF2B5EF4-FFF2-40B4-BE49-F238E27FC236}">
                <a16:creationId xmlns:a16="http://schemas.microsoft.com/office/drawing/2014/main" id="{2D774313-AB3B-4905-9E61-88A59E1E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2364" y="4437152"/>
            <a:ext cx="486001" cy="511140"/>
          </a:xfrm>
          <a:custGeom xmlns:a="http://schemas.openxmlformats.org/drawingml/2006/main">
            <a:pathLst>
              <a:path w="486001" h="511140">
                <a:moveTo>
                  <a:pt x="309" y="242473"/>
                </a:moveTo>
                <a:lnTo>
                  <a:pt x="1241" y="229546"/>
                </a:lnTo>
                <a:lnTo>
                  <a:pt x="2773" y="216809"/>
                </a:lnTo>
                <a:lnTo>
                  <a:pt x="4881" y="204264"/>
                </a:lnTo>
                <a:lnTo>
                  <a:pt x="7588" y="191935"/>
                </a:lnTo>
                <a:lnTo>
                  <a:pt x="10843" y="179845"/>
                </a:lnTo>
                <a:lnTo>
                  <a:pt x="14649" y="167994"/>
                </a:lnTo>
                <a:lnTo>
                  <a:pt x="18961" y="156406"/>
                </a:lnTo>
                <a:lnTo>
                  <a:pt x="23793" y="145106"/>
                </a:lnTo>
                <a:lnTo>
                  <a:pt x="29135" y="134093"/>
                </a:lnTo>
                <a:lnTo>
                  <a:pt x="34976" y="123392"/>
                </a:lnTo>
                <a:lnTo>
                  <a:pt x="41250" y="113048"/>
                </a:lnTo>
                <a:lnTo>
                  <a:pt x="47999" y="103018"/>
                </a:lnTo>
                <a:lnTo>
                  <a:pt x="55181" y="93370"/>
                </a:lnTo>
                <a:lnTo>
                  <a:pt x="62797" y="84080"/>
                </a:lnTo>
                <a:lnTo>
                  <a:pt x="70838" y="75198"/>
                </a:lnTo>
                <a:lnTo>
                  <a:pt x="79241" y="66723"/>
                </a:lnTo>
                <a:lnTo>
                  <a:pt x="88052" y="58679"/>
                </a:lnTo>
                <a:lnTo>
                  <a:pt x="97224" y="51066"/>
                </a:lnTo>
                <a:lnTo>
                  <a:pt x="106750" y="43907"/>
                </a:lnTo>
                <a:lnTo>
                  <a:pt x="116615" y="37228"/>
                </a:lnTo>
                <a:lnTo>
                  <a:pt x="126789" y="31052"/>
                </a:lnTo>
                <a:lnTo>
                  <a:pt x="137299" y="25377"/>
                </a:lnTo>
                <a:lnTo>
                  <a:pt x="148072" y="20230"/>
                </a:lnTo>
                <a:lnTo>
                  <a:pt x="159134" y="15609"/>
                </a:lnTo>
                <a:lnTo>
                  <a:pt x="170482" y="11563"/>
                </a:lnTo>
                <a:lnTo>
                  <a:pt x="182046" y="8092"/>
                </a:lnTo>
                <a:lnTo>
                  <a:pt x="193849" y="5219"/>
                </a:lnTo>
                <a:lnTo>
                  <a:pt x="205867" y="2969"/>
                </a:lnTo>
                <a:lnTo>
                  <a:pt x="218076" y="1316"/>
                </a:lnTo>
                <a:lnTo>
                  <a:pt x="230454" y="335"/>
                </a:lnTo>
                <a:lnTo>
                  <a:pt x="242999" y="0"/>
                </a:lnTo>
                <a:lnTo>
                  <a:pt x="255543" y="335"/>
                </a:lnTo>
                <a:lnTo>
                  <a:pt x="267922" y="1316"/>
                </a:lnTo>
                <a:lnTo>
                  <a:pt x="280130" y="2969"/>
                </a:lnTo>
                <a:lnTo>
                  <a:pt x="292152" y="5219"/>
                </a:lnTo>
                <a:lnTo>
                  <a:pt x="303951" y="8092"/>
                </a:lnTo>
                <a:lnTo>
                  <a:pt x="315515" y="11563"/>
                </a:lnTo>
                <a:lnTo>
                  <a:pt x="326843" y="15609"/>
                </a:lnTo>
                <a:lnTo>
                  <a:pt x="337925" y="20230"/>
                </a:lnTo>
                <a:lnTo>
                  <a:pt x="348698" y="25377"/>
                </a:lnTo>
                <a:lnTo>
                  <a:pt x="359208" y="31052"/>
                </a:lnTo>
                <a:lnTo>
                  <a:pt x="369382" y="37228"/>
                </a:lnTo>
                <a:lnTo>
                  <a:pt x="379247" y="43907"/>
                </a:lnTo>
                <a:lnTo>
                  <a:pt x="388776" y="51066"/>
                </a:lnTo>
                <a:lnTo>
                  <a:pt x="397945" y="58679"/>
                </a:lnTo>
                <a:lnTo>
                  <a:pt x="406756" y="66723"/>
                </a:lnTo>
                <a:lnTo>
                  <a:pt x="415159" y="75198"/>
                </a:lnTo>
                <a:lnTo>
                  <a:pt x="423204" y="84080"/>
                </a:lnTo>
                <a:lnTo>
                  <a:pt x="430816" y="93370"/>
                </a:lnTo>
                <a:lnTo>
                  <a:pt x="437999" y="103018"/>
                </a:lnTo>
                <a:lnTo>
                  <a:pt x="444751" y="113048"/>
                </a:lnTo>
                <a:lnTo>
                  <a:pt x="451022" y="123392"/>
                </a:lnTo>
                <a:lnTo>
                  <a:pt x="456866" y="134093"/>
                </a:lnTo>
                <a:lnTo>
                  <a:pt x="462204" y="145106"/>
                </a:lnTo>
                <a:lnTo>
                  <a:pt x="467040" y="156406"/>
                </a:lnTo>
                <a:lnTo>
                  <a:pt x="471348" y="167994"/>
                </a:lnTo>
                <a:lnTo>
                  <a:pt x="475154" y="179845"/>
                </a:lnTo>
                <a:lnTo>
                  <a:pt x="478413" y="191935"/>
                </a:lnTo>
                <a:lnTo>
                  <a:pt x="481117" y="204264"/>
                </a:lnTo>
                <a:lnTo>
                  <a:pt x="483224" y="216809"/>
                </a:lnTo>
                <a:lnTo>
                  <a:pt x="484756" y="229546"/>
                </a:lnTo>
                <a:lnTo>
                  <a:pt x="485689" y="242473"/>
                </a:lnTo>
                <a:lnTo>
                  <a:pt x="486001" y="255569"/>
                </a:lnTo>
                <a:lnTo>
                  <a:pt x="485689" y="268665"/>
                </a:lnTo>
                <a:lnTo>
                  <a:pt x="484756" y="281594"/>
                </a:lnTo>
                <a:lnTo>
                  <a:pt x="483224" y="294330"/>
                </a:lnTo>
                <a:lnTo>
                  <a:pt x="481117" y="306875"/>
                </a:lnTo>
                <a:lnTo>
                  <a:pt x="478413" y="319205"/>
                </a:lnTo>
                <a:lnTo>
                  <a:pt x="475154" y="331295"/>
                </a:lnTo>
                <a:lnTo>
                  <a:pt x="471348" y="343146"/>
                </a:lnTo>
                <a:lnTo>
                  <a:pt x="467040" y="354733"/>
                </a:lnTo>
                <a:lnTo>
                  <a:pt x="462204" y="366034"/>
                </a:lnTo>
                <a:lnTo>
                  <a:pt x="456866" y="377046"/>
                </a:lnTo>
                <a:lnTo>
                  <a:pt x="451022" y="387749"/>
                </a:lnTo>
                <a:lnTo>
                  <a:pt x="444751" y="398090"/>
                </a:lnTo>
                <a:lnTo>
                  <a:pt x="437999" y="408122"/>
                </a:lnTo>
                <a:lnTo>
                  <a:pt x="430816" y="417771"/>
                </a:lnTo>
                <a:lnTo>
                  <a:pt x="423204" y="427060"/>
                </a:lnTo>
                <a:lnTo>
                  <a:pt x="415159" y="435941"/>
                </a:lnTo>
                <a:lnTo>
                  <a:pt x="406756" y="444417"/>
                </a:lnTo>
                <a:lnTo>
                  <a:pt x="397945" y="452460"/>
                </a:lnTo>
                <a:lnTo>
                  <a:pt x="388776" y="460074"/>
                </a:lnTo>
                <a:lnTo>
                  <a:pt x="379247" y="467232"/>
                </a:lnTo>
                <a:lnTo>
                  <a:pt x="369382" y="473912"/>
                </a:lnTo>
                <a:lnTo>
                  <a:pt x="359208" y="480089"/>
                </a:lnTo>
                <a:lnTo>
                  <a:pt x="348698" y="485763"/>
                </a:lnTo>
                <a:lnTo>
                  <a:pt x="337925" y="490910"/>
                </a:lnTo>
                <a:lnTo>
                  <a:pt x="326843" y="495531"/>
                </a:lnTo>
                <a:lnTo>
                  <a:pt x="315515" y="499577"/>
                </a:lnTo>
                <a:lnTo>
                  <a:pt x="303951" y="503048"/>
                </a:lnTo>
                <a:lnTo>
                  <a:pt x="292152" y="505921"/>
                </a:lnTo>
                <a:lnTo>
                  <a:pt x="280130" y="508172"/>
                </a:lnTo>
                <a:lnTo>
                  <a:pt x="267922" y="509823"/>
                </a:lnTo>
                <a:lnTo>
                  <a:pt x="255543" y="510804"/>
                </a:lnTo>
                <a:lnTo>
                  <a:pt x="242999" y="511140"/>
                </a:lnTo>
                <a:lnTo>
                  <a:pt x="230454" y="510804"/>
                </a:lnTo>
                <a:lnTo>
                  <a:pt x="218076" y="509823"/>
                </a:lnTo>
                <a:lnTo>
                  <a:pt x="205867" y="508172"/>
                </a:lnTo>
                <a:lnTo>
                  <a:pt x="193849" y="505921"/>
                </a:lnTo>
                <a:lnTo>
                  <a:pt x="182046" y="503048"/>
                </a:lnTo>
                <a:lnTo>
                  <a:pt x="170482" y="499577"/>
                </a:lnTo>
                <a:lnTo>
                  <a:pt x="159134" y="495531"/>
                </a:lnTo>
                <a:lnTo>
                  <a:pt x="148072" y="490910"/>
                </a:lnTo>
                <a:lnTo>
                  <a:pt x="137299" y="485763"/>
                </a:lnTo>
                <a:lnTo>
                  <a:pt x="126789" y="480089"/>
                </a:lnTo>
                <a:lnTo>
                  <a:pt x="116615" y="473912"/>
                </a:lnTo>
                <a:lnTo>
                  <a:pt x="106750" y="467232"/>
                </a:lnTo>
                <a:lnTo>
                  <a:pt x="97224" y="460074"/>
                </a:lnTo>
                <a:lnTo>
                  <a:pt x="88052" y="452460"/>
                </a:lnTo>
                <a:lnTo>
                  <a:pt x="79241" y="444417"/>
                </a:lnTo>
                <a:lnTo>
                  <a:pt x="70838" y="435941"/>
                </a:lnTo>
                <a:lnTo>
                  <a:pt x="62797" y="427060"/>
                </a:lnTo>
                <a:lnTo>
                  <a:pt x="55181" y="417771"/>
                </a:lnTo>
                <a:lnTo>
                  <a:pt x="47999" y="408122"/>
                </a:lnTo>
                <a:lnTo>
                  <a:pt x="41250" y="398090"/>
                </a:lnTo>
                <a:lnTo>
                  <a:pt x="34976" y="387749"/>
                </a:lnTo>
                <a:lnTo>
                  <a:pt x="29135" y="377046"/>
                </a:lnTo>
                <a:lnTo>
                  <a:pt x="23793" y="366034"/>
                </a:lnTo>
                <a:lnTo>
                  <a:pt x="18961" y="354733"/>
                </a:lnTo>
                <a:lnTo>
                  <a:pt x="14649" y="343146"/>
                </a:lnTo>
                <a:lnTo>
                  <a:pt x="10843" y="331295"/>
                </a:lnTo>
                <a:lnTo>
                  <a:pt x="7588" y="319205"/>
                </a:lnTo>
                <a:lnTo>
                  <a:pt x="4881" y="306875"/>
                </a:lnTo>
                <a:lnTo>
                  <a:pt x="2773" y="294330"/>
                </a:lnTo>
                <a:lnTo>
                  <a:pt x="1241" y="281594"/>
                </a:lnTo>
                <a:lnTo>
                  <a:pt x="309" y="268665"/>
                </a:lnTo>
                <a:lnTo>
                  <a:pt x="0" y="255569"/>
                </a:lnTo>
                <a:lnTo>
                  <a:pt x="309" y="242473"/>
                </a:lnTo>
                <a:moveTo>
                  <a:pt x="35911" y="256001"/>
                </a:moveTo>
                <a:lnTo>
                  <a:pt x="35911" y="255140"/>
                </a:lnTo>
                <a:lnTo>
                  <a:pt x="36196" y="267372"/>
                </a:lnTo>
                <a:lnTo>
                  <a:pt x="36147" y="266511"/>
                </a:lnTo>
                <a:lnTo>
                  <a:pt x="37035" y="278577"/>
                </a:lnTo>
                <a:lnTo>
                  <a:pt x="36938" y="277715"/>
                </a:lnTo>
                <a:lnTo>
                  <a:pt x="38376" y="289614"/>
                </a:lnTo>
                <a:lnTo>
                  <a:pt x="38255" y="288752"/>
                </a:lnTo>
                <a:lnTo>
                  <a:pt x="40217" y="300459"/>
                </a:lnTo>
                <a:lnTo>
                  <a:pt x="40075" y="299622"/>
                </a:lnTo>
                <a:lnTo>
                  <a:pt x="42588" y="311113"/>
                </a:lnTo>
                <a:lnTo>
                  <a:pt x="42373" y="310299"/>
                </a:lnTo>
                <a:lnTo>
                  <a:pt x="45416" y="321576"/>
                </a:lnTo>
                <a:lnTo>
                  <a:pt x="45174" y="320761"/>
                </a:lnTo>
                <a:lnTo>
                  <a:pt x="48716" y="331798"/>
                </a:lnTo>
                <a:lnTo>
                  <a:pt x="48432" y="330984"/>
                </a:lnTo>
                <a:lnTo>
                  <a:pt x="52453" y="341781"/>
                </a:lnTo>
                <a:lnTo>
                  <a:pt x="52141" y="340992"/>
                </a:lnTo>
                <a:lnTo>
                  <a:pt x="56640" y="351525"/>
                </a:lnTo>
                <a:lnTo>
                  <a:pt x="56308" y="350759"/>
                </a:lnTo>
                <a:lnTo>
                  <a:pt x="61264" y="361006"/>
                </a:lnTo>
                <a:lnTo>
                  <a:pt x="60880" y="360239"/>
                </a:lnTo>
                <a:lnTo>
                  <a:pt x="66315" y="370200"/>
                </a:lnTo>
                <a:lnTo>
                  <a:pt x="65882" y="369457"/>
                </a:lnTo>
                <a:lnTo>
                  <a:pt x="71726" y="379105"/>
                </a:lnTo>
                <a:lnTo>
                  <a:pt x="71268" y="378388"/>
                </a:lnTo>
                <a:lnTo>
                  <a:pt x="77542" y="387700"/>
                </a:lnTo>
                <a:lnTo>
                  <a:pt x="77064" y="387006"/>
                </a:lnTo>
                <a:lnTo>
                  <a:pt x="83744" y="395984"/>
                </a:lnTo>
                <a:lnTo>
                  <a:pt x="83217" y="395337"/>
                </a:lnTo>
                <a:lnTo>
                  <a:pt x="90306" y="403955"/>
                </a:lnTo>
                <a:lnTo>
                  <a:pt x="89751" y="403310"/>
                </a:lnTo>
                <a:lnTo>
                  <a:pt x="97197" y="411545"/>
                </a:lnTo>
                <a:lnTo>
                  <a:pt x="96600" y="410923"/>
                </a:lnTo>
                <a:lnTo>
                  <a:pt x="104427" y="418800"/>
                </a:lnTo>
                <a:lnTo>
                  <a:pt x="103807" y="418200"/>
                </a:lnTo>
                <a:lnTo>
                  <a:pt x="111970" y="425670"/>
                </a:lnTo>
                <a:lnTo>
                  <a:pt x="111326" y="425097"/>
                </a:lnTo>
                <a:lnTo>
                  <a:pt x="119822" y="432159"/>
                </a:lnTo>
                <a:lnTo>
                  <a:pt x="119128" y="431608"/>
                </a:lnTo>
                <a:lnTo>
                  <a:pt x="127964" y="438239"/>
                </a:lnTo>
                <a:lnTo>
                  <a:pt x="127243" y="437737"/>
                </a:lnTo>
                <a:lnTo>
                  <a:pt x="136367" y="443914"/>
                </a:lnTo>
                <a:lnTo>
                  <a:pt x="135625" y="443435"/>
                </a:lnTo>
                <a:lnTo>
                  <a:pt x="145057" y="449157"/>
                </a:lnTo>
                <a:lnTo>
                  <a:pt x="144266" y="448702"/>
                </a:lnTo>
                <a:lnTo>
                  <a:pt x="153962" y="453969"/>
                </a:lnTo>
                <a:lnTo>
                  <a:pt x="153171" y="453538"/>
                </a:lnTo>
                <a:lnTo>
                  <a:pt x="163134" y="458303"/>
                </a:lnTo>
                <a:lnTo>
                  <a:pt x="162295" y="457943"/>
                </a:lnTo>
                <a:lnTo>
                  <a:pt x="172517" y="462181"/>
                </a:lnTo>
                <a:lnTo>
                  <a:pt x="171654" y="461845"/>
                </a:lnTo>
                <a:lnTo>
                  <a:pt x="182116" y="465605"/>
                </a:lnTo>
                <a:lnTo>
                  <a:pt x="181232" y="465293"/>
                </a:lnTo>
                <a:lnTo>
                  <a:pt x="191908" y="468501"/>
                </a:lnTo>
                <a:lnTo>
                  <a:pt x="191000" y="468262"/>
                </a:lnTo>
                <a:lnTo>
                  <a:pt x="201891" y="470919"/>
                </a:lnTo>
                <a:lnTo>
                  <a:pt x="200983" y="470704"/>
                </a:lnTo>
                <a:lnTo>
                  <a:pt x="212044" y="472811"/>
                </a:lnTo>
                <a:lnTo>
                  <a:pt x="211108" y="472643"/>
                </a:lnTo>
                <a:lnTo>
                  <a:pt x="222388" y="474151"/>
                </a:lnTo>
                <a:lnTo>
                  <a:pt x="221427" y="474056"/>
                </a:lnTo>
                <a:lnTo>
                  <a:pt x="232849" y="474966"/>
                </a:lnTo>
                <a:lnTo>
                  <a:pt x="231892" y="474917"/>
                </a:lnTo>
                <a:lnTo>
                  <a:pt x="243477" y="475229"/>
                </a:lnTo>
                <a:lnTo>
                  <a:pt x="242520" y="475229"/>
                </a:lnTo>
                <a:lnTo>
                  <a:pt x="254108" y="474917"/>
                </a:lnTo>
                <a:lnTo>
                  <a:pt x="253148" y="474966"/>
                </a:lnTo>
                <a:lnTo>
                  <a:pt x="264570" y="474056"/>
                </a:lnTo>
                <a:lnTo>
                  <a:pt x="263613" y="474151"/>
                </a:lnTo>
                <a:lnTo>
                  <a:pt x="274889" y="472643"/>
                </a:lnTo>
                <a:lnTo>
                  <a:pt x="273953" y="472811"/>
                </a:lnTo>
                <a:lnTo>
                  <a:pt x="285014" y="470704"/>
                </a:lnTo>
                <a:lnTo>
                  <a:pt x="284106" y="470919"/>
                </a:lnTo>
                <a:lnTo>
                  <a:pt x="295001" y="468262"/>
                </a:lnTo>
                <a:lnTo>
                  <a:pt x="294089" y="468501"/>
                </a:lnTo>
                <a:lnTo>
                  <a:pt x="304766" y="465293"/>
                </a:lnTo>
                <a:lnTo>
                  <a:pt x="303882" y="465605"/>
                </a:lnTo>
                <a:lnTo>
                  <a:pt x="314343" y="461845"/>
                </a:lnTo>
                <a:lnTo>
                  <a:pt x="313480" y="462181"/>
                </a:lnTo>
                <a:lnTo>
                  <a:pt x="323702" y="457943"/>
                </a:lnTo>
                <a:lnTo>
                  <a:pt x="322867" y="458303"/>
                </a:lnTo>
                <a:lnTo>
                  <a:pt x="332826" y="453538"/>
                </a:lnTo>
                <a:lnTo>
                  <a:pt x="332035" y="453969"/>
                </a:lnTo>
                <a:lnTo>
                  <a:pt x="341731" y="448702"/>
                </a:lnTo>
                <a:lnTo>
                  <a:pt x="340941" y="449157"/>
                </a:lnTo>
                <a:lnTo>
                  <a:pt x="350373" y="443435"/>
                </a:lnTo>
                <a:lnTo>
                  <a:pt x="349631" y="443914"/>
                </a:lnTo>
                <a:lnTo>
                  <a:pt x="358754" y="437737"/>
                </a:lnTo>
                <a:lnTo>
                  <a:pt x="358037" y="438239"/>
                </a:lnTo>
                <a:lnTo>
                  <a:pt x="366869" y="431608"/>
                </a:lnTo>
                <a:lnTo>
                  <a:pt x="366176" y="432159"/>
                </a:lnTo>
                <a:lnTo>
                  <a:pt x="374675" y="425097"/>
                </a:lnTo>
                <a:lnTo>
                  <a:pt x="374027" y="425670"/>
                </a:lnTo>
                <a:lnTo>
                  <a:pt x="382194" y="418200"/>
                </a:lnTo>
                <a:lnTo>
                  <a:pt x="381570" y="418800"/>
                </a:lnTo>
                <a:lnTo>
                  <a:pt x="389397" y="410923"/>
                </a:lnTo>
                <a:lnTo>
                  <a:pt x="388801" y="411545"/>
                </a:lnTo>
                <a:lnTo>
                  <a:pt x="396246" y="403310"/>
                </a:lnTo>
                <a:lnTo>
                  <a:pt x="395695" y="403955"/>
                </a:lnTo>
                <a:lnTo>
                  <a:pt x="402780" y="395337"/>
                </a:lnTo>
                <a:lnTo>
                  <a:pt x="402253" y="395984"/>
                </a:lnTo>
                <a:lnTo>
                  <a:pt x="408933" y="387006"/>
                </a:lnTo>
                <a:lnTo>
                  <a:pt x="408431" y="387700"/>
                </a:lnTo>
                <a:lnTo>
                  <a:pt x="414729" y="378388"/>
                </a:lnTo>
                <a:lnTo>
                  <a:pt x="414271" y="379105"/>
                </a:lnTo>
                <a:lnTo>
                  <a:pt x="420116" y="369457"/>
                </a:lnTo>
                <a:lnTo>
                  <a:pt x="419686" y="370200"/>
                </a:lnTo>
                <a:lnTo>
                  <a:pt x="425118" y="360239"/>
                </a:lnTo>
                <a:lnTo>
                  <a:pt x="424736" y="361006"/>
                </a:lnTo>
                <a:lnTo>
                  <a:pt x="429690" y="350759"/>
                </a:lnTo>
                <a:lnTo>
                  <a:pt x="429357" y="351525"/>
                </a:lnTo>
                <a:lnTo>
                  <a:pt x="433856" y="340992"/>
                </a:lnTo>
                <a:lnTo>
                  <a:pt x="433544" y="341781"/>
                </a:lnTo>
                <a:lnTo>
                  <a:pt x="437569" y="330984"/>
                </a:lnTo>
                <a:lnTo>
                  <a:pt x="437281" y="331798"/>
                </a:lnTo>
                <a:lnTo>
                  <a:pt x="440824" y="320761"/>
                </a:lnTo>
                <a:lnTo>
                  <a:pt x="440584" y="321576"/>
                </a:lnTo>
                <a:lnTo>
                  <a:pt x="443624" y="310299"/>
                </a:lnTo>
                <a:lnTo>
                  <a:pt x="443410" y="311113"/>
                </a:lnTo>
                <a:lnTo>
                  <a:pt x="445923" y="299622"/>
                </a:lnTo>
                <a:lnTo>
                  <a:pt x="445781" y="300459"/>
                </a:lnTo>
                <a:lnTo>
                  <a:pt x="447743" y="288752"/>
                </a:lnTo>
                <a:lnTo>
                  <a:pt x="447625" y="289614"/>
                </a:lnTo>
                <a:lnTo>
                  <a:pt x="449060" y="277715"/>
                </a:lnTo>
                <a:lnTo>
                  <a:pt x="448963" y="278577"/>
                </a:lnTo>
                <a:lnTo>
                  <a:pt x="449850" y="266511"/>
                </a:lnTo>
                <a:lnTo>
                  <a:pt x="449802" y="267372"/>
                </a:lnTo>
                <a:lnTo>
                  <a:pt x="450089" y="255140"/>
                </a:lnTo>
                <a:lnTo>
                  <a:pt x="450089" y="256001"/>
                </a:lnTo>
                <a:lnTo>
                  <a:pt x="449802" y="243766"/>
                </a:lnTo>
                <a:lnTo>
                  <a:pt x="449850" y="244629"/>
                </a:lnTo>
                <a:lnTo>
                  <a:pt x="448963" y="232562"/>
                </a:lnTo>
                <a:lnTo>
                  <a:pt x="449060" y="233425"/>
                </a:lnTo>
                <a:lnTo>
                  <a:pt x="447625" y="221526"/>
                </a:lnTo>
                <a:lnTo>
                  <a:pt x="447743" y="222388"/>
                </a:lnTo>
                <a:lnTo>
                  <a:pt x="445781" y="210680"/>
                </a:lnTo>
                <a:lnTo>
                  <a:pt x="445923" y="211519"/>
                </a:lnTo>
                <a:lnTo>
                  <a:pt x="443410" y="200026"/>
                </a:lnTo>
                <a:lnTo>
                  <a:pt x="443624" y="200841"/>
                </a:lnTo>
                <a:lnTo>
                  <a:pt x="440584" y="189565"/>
                </a:lnTo>
                <a:lnTo>
                  <a:pt x="440824" y="190378"/>
                </a:lnTo>
                <a:lnTo>
                  <a:pt x="437281" y="179342"/>
                </a:lnTo>
                <a:lnTo>
                  <a:pt x="437569" y="180155"/>
                </a:lnTo>
                <a:lnTo>
                  <a:pt x="433544" y="169358"/>
                </a:lnTo>
                <a:lnTo>
                  <a:pt x="433856" y="170148"/>
                </a:lnTo>
                <a:lnTo>
                  <a:pt x="429357" y="159615"/>
                </a:lnTo>
                <a:lnTo>
                  <a:pt x="429690" y="160380"/>
                </a:lnTo>
                <a:lnTo>
                  <a:pt x="424736" y="150133"/>
                </a:lnTo>
                <a:lnTo>
                  <a:pt x="425118" y="150899"/>
                </a:lnTo>
                <a:lnTo>
                  <a:pt x="419686" y="140940"/>
                </a:lnTo>
                <a:lnTo>
                  <a:pt x="420116" y="141682"/>
                </a:lnTo>
                <a:lnTo>
                  <a:pt x="414271" y="132034"/>
                </a:lnTo>
                <a:lnTo>
                  <a:pt x="414729" y="132753"/>
                </a:lnTo>
                <a:lnTo>
                  <a:pt x="408431" y="123440"/>
                </a:lnTo>
                <a:lnTo>
                  <a:pt x="408933" y="124134"/>
                </a:lnTo>
                <a:lnTo>
                  <a:pt x="402253" y="115156"/>
                </a:lnTo>
                <a:lnTo>
                  <a:pt x="402780" y="115802"/>
                </a:lnTo>
                <a:lnTo>
                  <a:pt x="395695" y="107183"/>
                </a:lnTo>
                <a:lnTo>
                  <a:pt x="396246" y="107830"/>
                </a:lnTo>
                <a:lnTo>
                  <a:pt x="388801" y="99594"/>
                </a:lnTo>
                <a:lnTo>
                  <a:pt x="389397" y="100217"/>
                </a:lnTo>
                <a:lnTo>
                  <a:pt x="381570" y="92340"/>
                </a:lnTo>
                <a:lnTo>
                  <a:pt x="382194" y="92938"/>
                </a:lnTo>
                <a:lnTo>
                  <a:pt x="374027" y="85469"/>
                </a:lnTo>
                <a:lnTo>
                  <a:pt x="374675" y="86044"/>
                </a:lnTo>
                <a:lnTo>
                  <a:pt x="366176" y="78981"/>
                </a:lnTo>
                <a:lnTo>
                  <a:pt x="366869" y="79508"/>
                </a:lnTo>
                <a:lnTo>
                  <a:pt x="358037" y="72900"/>
                </a:lnTo>
                <a:lnTo>
                  <a:pt x="358754" y="73403"/>
                </a:lnTo>
                <a:lnTo>
                  <a:pt x="349631" y="67226"/>
                </a:lnTo>
                <a:lnTo>
                  <a:pt x="350373" y="67705"/>
                </a:lnTo>
                <a:lnTo>
                  <a:pt x="340941" y="61983"/>
                </a:lnTo>
                <a:lnTo>
                  <a:pt x="341731" y="62438"/>
                </a:lnTo>
                <a:lnTo>
                  <a:pt x="332035" y="57171"/>
                </a:lnTo>
                <a:lnTo>
                  <a:pt x="332826" y="57602"/>
                </a:lnTo>
                <a:lnTo>
                  <a:pt x="322867" y="52838"/>
                </a:lnTo>
                <a:lnTo>
                  <a:pt x="323702" y="53196"/>
                </a:lnTo>
                <a:lnTo>
                  <a:pt x="313480" y="48959"/>
                </a:lnTo>
                <a:lnTo>
                  <a:pt x="314343" y="49294"/>
                </a:lnTo>
                <a:lnTo>
                  <a:pt x="303882" y="45536"/>
                </a:lnTo>
                <a:lnTo>
                  <a:pt x="304766" y="45846"/>
                </a:lnTo>
                <a:lnTo>
                  <a:pt x="294089" y="42638"/>
                </a:lnTo>
                <a:lnTo>
                  <a:pt x="295001" y="42878"/>
                </a:lnTo>
                <a:lnTo>
                  <a:pt x="284106" y="40220"/>
                </a:lnTo>
                <a:lnTo>
                  <a:pt x="285014" y="40436"/>
                </a:lnTo>
                <a:lnTo>
                  <a:pt x="273953" y="38329"/>
                </a:lnTo>
                <a:lnTo>
                  <a:pt x="274889" y="38497"/>
                </a:lnTo>
                <a:lnTo>
                  <a:pt x="263613" y="36989"/>
                </a:lnTo>
                <a:lnTo>
                  <a:pt x="264570" y="37085"/>
                </a:lnTo>
                <a:lnTo>
                  <a:pt x="253148" y="36175"/>
                </a:lnTo>
                <a:lnTo>
                  <a:pt x="254108" y="36222"/>
                </a:lnTo>
                <a:lnTo>
                  <a:pt x="242520" y="35911"/>
                </a:lnTo>
                <a:lnTo>
                  <a:pt x="243477" y="35911"/>
                </a:lnTo>
                <a:lnTo>
                  <a:pt x="231892" y="36222"/>
                </a:lnTo>
                <a:lnTo>
                  <a:pt x="232849" y="36175"/>
                </a:lnTo>
                <a:lnTo>
                  <a:pt x="221427" y="37085"/>
                </a:lnTo>
                <a:lnTo>
                  <a:pt x="222388" y="36989"/>
                </a:lnTo>
                <a:lnTo>
                  <a:pt x="211108" y="38497"/>
                </a:lnTo>
                <a:lnTo>
                  <a:pt x="212044" y="38329"/>
                </a:lnTo>
                <a:lnTo>
                  <a:pt x="200983" y="40436"/>
                </a:lnTo>
                <a:lnTo>
                  <a:pt x="201891" y="40220"/>
                </a:lnTo>
                <a:lnTo>
                  <a:pt x="191000" y="42878"/>
                </a:lnTo>
                <a:lnTo>
                  <a:pt x="191908" y="42638"/>
                </a:lnTo>
                <a:lnTo>
                  <a:pt x="181232" y="45846"/>
                </a:lnTo>
                <a:lnTo>
                  <a:pt x="182116" y="45536"/>
                </a:lnTo>
                <a:lnTo>
                  <a:pt x="171654" y="49294"/>
                </a:lnTo>
                <a:lnTo>
                  <a:pt x="172517" y="48959"/>
                </a:lnTo>
                <a:lnTo>
                  <a:pt x="162295" y="53196"/>
                </a:lnTo>
                <a:lnTo>
                  <a:pt x="163134" y="52838"/>
                </a:lnTo>
                <a:lnTo>
                  <a:pt x="153171" y="57602"/>
                </a:lnTo>
                <a:lnTo>
                  <a:pt x="153962" y="57171"/>
                </a:lnTo>
                <a:lnTo>
                  <a:pt x="144266" y="62438"/>
                </a:lnTo>
                <a:lnTo>
                  <a:pt x="145057" y="61983"/>
                </a:lnTo>
                <a:lnTo>
                  <a:pt x="135625" y="67705"/>
                </a:lnTo>
                <a:lnTo>
                  <a:pt x="136367" y="67226"/>
                </a:lnTo>
                <a:lnTo>
                  <a:pt x="127243" y="73403"/>
                </a:lnTo>
                <a:lnTo>
                  <a:pt x="127964" y="72900"/>
                </a:lnTo>
                <a:lnTo>
                  <a:pt x="119128" y="79508"/>
                </a:lnTo>
                <a:lnTo>
                  <a:pt x="119822" y="78981"/>
                </a:lnTo>
                <a:lnTo>
                  <a:pt x="111326" y="86044"/>
                </a:lnTo>
                <a:lnTo>
                  <a:pt x="111970" y="85469"/>
                </a:lnTo>
                <a:lnTo>
                  <a:pt x="103807" y="92938"/>
                </a:lnTo>
                <a:lnTo>
                  <a:pt x="104427" y="92340"/>
                </a:lnTo>
                <a:lnTo>
                  <a:pt x="96600" y="100217"/>
                </a:lnTo>
                <a:lnTo>
                  <a:pt x="97197" y="99594"/>
                </a:lnTo>
                <a:lnTo>
                  <a:pt x="89751" y="107830"/>
                </a:lnTo>
                <a:lnTo>
                  <a:pt x="90306" y="107183"/>
                </a:lnTo>
                <a:lnTo>
                  <a:pt x="83217" y="115802"/>
                </a:lnTo>
                <a:lnTo>
                  <a:pt x="83744" y="115156"/>
                </a:lnTo>
                <a:lnTo>
                  <a:pt x="77064" y="124134"/>
                </a:lnTo>
                <a:lnTo>
                  <a:pt x="77542" y="123440"/>
                </a:lnTo>
                <a:lnTo>
                  <a:pt x="71268" y="132753"/>
                </a:lnTo>
                <a:lnTo>
                  <a:pt x="71726" y="132034"/>
                </a:lnTo>
                <a:lnTo>
                  <a:pt x="65882" y="141682"/>
                </a:lnTo>
                <a:lnTo>
                  <a:pt x="66315" y="140940"/>
                </a:lnTo>
                <a:lnTo>
                  <a:pt x="60880" y="150899"/>
                </a:lnTo>
                <a:lnTo>
                  <a:pt x="61264" y="150133"/>
                </a:lnTo>
                <a:lnTo>
                  <a:pt x="56308" y="160380"/>
                </a:lnTo>
                <a:lnTo>
                  <a:pt x="56640" y="159615"/>
                </a:lnTo>
                <a:lnTo>
                  <a:pt x="52141" y="170148"/>
                </a:lnTo>
                <a:lnTo>
                  <a:pt x="52453" y="169358"/>
                </a:lnTo>
                <a:lnTo>
                  <a:pt x="48432" y="180155"/>
                </a:lnTo>
                <a:lnTo>
                  <a:pt x="48716" y="179342"/>
                </a:lnTo>
                <a:lnTo>
                  <a:pt x="45174" y="190378"/>
                </a:lnTo>
                <a:lnTo>
                  <a:pt x="45416" y="189565"/>
                </a:lnTo>
                <a:lnTo>
                  <a:pt x="42373" y="200841"/>
                </a:lnTo>
                <a:lnTo>
                  <a:pt x="42588" y="200026"/>
                </a:lnTo>
                <a:lnTo>
                  <a:pt x="40075" y="211519"/>
                </a:lnTo>
                <a:lnTo>
                  <a:pt x="40217" y="210680"/>
                </a:lnTo>
                <a:lnTo>
                  <a:pt x="38255" y="222388"/>
                </a:lnTo>
                <a:lnTo>
                  <a:pt x="38376" y="221526"/>
                </a:lnTo>
                <a:lnTo>
                  <a:pt x="36938" y="233425"/>
                </a:lnTo>
                <a:lnTo>
                  <a:pt x="37035" y="232562"/>
                </a:lnTo>
                <a:lnTo>
                  <a:pt x="36147" y="244629"/>
                </a:lnTo>
                <a:lnTo>
                  <a:pt x="36196" y="243766"/>
                </a:lnTo>
                <a:lnTo>
                  <a:pt x="35911" y="25600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path-174">
            <a:extLst xmlns:a="http://schemas.openxmlformats.org/drawingml/2006/main">
              <a:ext uri="{FF2B5EF4-FFF2-40B4-BE49-F238E27FC236}">
                <a16:creationId xmlns:a16="http://schemas.microsoft.com/office/drawing/2014/main" id="{1C636E30-F80A-4B0E-9264-1928A70A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738" y="3006676"/>
            <a:ext cx="769705" cy="1448431"/>
          </a:xfrm>
          <a:custGeom xmlns:a="http://schemas.openxmlformats.org/drawingml/2006/main">
            <a:pathLst>
              <a:path w="769705" h="1448431">
                <a:moveTo>
                  <a:pt x="673940" y="1304785"/>
                </a:moveTo>
                <a:lnTo>
                  <a:pt x="721820" y="1304785"/>
                </a:lnTo>
                <a:lnTo>
                  <a:pt x="769705" y="1304785"/>
                </a:lnTo>
                <a:lnTo>
                  <a:pt x="721820" y="1448431"/>
                </a:lnTo>
                <a:lnTo>
                  <a:pt x="673940" y="1304785"/>
                </a:lnTo>
                <a:moveTo>
                  <a:pt x="0" y="0"/>
                </a:moveTo>
                <a:lnTo>
                  <a:pt x="739776" y="0"/>
                </a:lnTo>
                <a:lnTo>
                  <a:pt x="739776" y="1376609"/>
                </a:lnTo>
                <a:lnTo>
                  <a:pt x="703865" y="1376609"/>
                </a:lnTo>
                <a:lnTo>
                  <a:pt x="703865" y="17956"/>
                </a:lnTo>
                <a:lnTo>
                  <a:pt x="721820" y="35911"/>
                </a:lnTo>
                <a:lnTo>
                  <a:pt x="0" y="35911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path-175">
            <a:extLst xmlns:a="http://schemas.openxmlformats.org/drawingml/2006/main">
              <a:ext uri="{FF2B5EF4-FFF2-40B4-BE49-F238E27FC236}">
                <a16:creationId xmlns:a16="http://schemas.microsoft.com/office/drawing/2014/main" id="{51E06E96-D3FE-43C0-A6E3-FB52725D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738" y="4930336"/>
            <a:ext cx="769705" cy="1368229"/>
          </a:xfrm>
          <a:custGeom xmlns:a="http://schemas.openxmlformats.org/drawingml/2006/main">
            <a:pathLst>
              <a:path w="769705" h="1368229">
                <a:moveTo>
                  <a:pt x="673940" y="143646"/>
                </a:moveTo>
                <a:lnTo>
                  <a:pt x="721820" y="143646"/>
                </a:lnTo>
                <a:lnTo>
                  <a:pt x="769705" y="143646"/>
                </a:lnTo>
                <a:lnTo>
                  <a:pt x="721820" y="0"/>
                </a:lnTo>
                <a:lnTo>
                  <a:pt x="673940" y="143646"/>
                </a:lnTo>
                <a:moveTo>
                  <a:pt x="0" y="1368229"/>
                </a:moveTo>
                <a:lnTo>
                  <a:pt x="739776" y="1368229"/>
                </a:lnTo>
                <a:lnTo>
                  <a:pt x="739776" y="71823"/>
                </a:lnTo>
                <a:lnTo>
                  <a:pt x="703865" y="71823"/>
                </a:lnTo>
                <a:lnTo>
                  <a:pt x="703865" y="1350273"/>
                </a:lnTo>
                <a:lnTo>
                  <a:pt x="721820" y="1332317"/>
                </a:lnTo>
                <a:lnTo>
                  <a:pt x="0" y="1332317"/>
                </a:lnTo>
                <a:lnTo>
                  <a:pt x="0" y="136822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path-176">
            <a:extLst xmlns:a="http://schemas.openxmlformats.org/drawingml/2006/main">
              <a:ext uri="{FF2B5EF4-FFF2-40B4-BE49-F238E27FC236}">
                <a16:creationId xmlns:a16="http://schemas.microsoft.com/office/drawing/2014/main" id="{A73CF8CD-71DB-4930-BE65-2B753D9E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8768" y="4046434"/>
            <a:ext cx="255689" cy="270054"/>
          </a:xfrm>
          <a:custGeom xmlns:a="http://schemas.openxmlformats.org/drawingml/2006/main">
            <a:pathLst>
              <a:path w="255689" h="270054">
                <a:moveTo>
                  <a:pt x="0" y="0"/>
                </a:moveTo>
                <a:lnTo>
                  <a:pt x="0" y="270054"/>
                </a:lnTo>
                <a:lnTo>
                  <a:pt x="255689" y="270054"/>
                </a:lnTo>
                <a:lnTo>
                  <a:pt x="255689" y="0"/>
                </a:lnTo>
                <a:close/>
              </a:path>
            </a:pathLst>
          </a:custGeom>
          <a:solidFill xmlns:a="http://schemas.openxmlformats.org/drawingml/2006/main">
            <a:srgbClr val="7030A0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path-177">
            <a:extLst xmlns:a="http://schemas.openxmlformats.org/drawingml/2006/main">
              <a:ext uri="{FF2B5EF4-FFF2-40B4-BE49-F238E27FC236}">
                <a16:creationId xmlns:a16="http://schemas.microsoft.com/office/drawing/2014/main" id="{33B8E23B-4447-4E15-BCEF-FE99970C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4587" y="4021774"/>
            <a:ext cx="305178" cy="319612"/>
          </a:xfrm>
          <a:custGeom xmlns:a="http://schemas.openxmlformats.org/drawingml/2006/main">
            <a:pathLst>
              <a:path w="305178" h="319612">
                <a:moveTo>
                  <a:pt x="305178" y="0"/>
                </a:moveTo>
                <a:lnTo>
                  <a:pt x="305178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8" y="0"/>
                </a:lnTo>
                <a:moveTo>
                  <a:pt x="23942" y="47883"/>
                </a:moveTo>
                <a:lnTo>
                  <a:pt x="47884" y="23941"/>
                </a:lnTo>
                <a:lnTo>
                  <a:pt x="47884" y="295672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6" y="47883"/>
                </a:lnTo>
                <a:lnTo>
                  <a:pt x="23942" y="47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path-178">
            <a:extLst xmlns:a="http://schemas.openxmlformats.org/drawingml/2006/main">
              <a:ext uri="{FF2B5EF4-FFF2-40B4-BE49-F238E27FC236}">
                <a16:creationId xmlns:a16="http://schemas.microsoft.com/office/drawing/2014/main" id="{9E455FA9-E8E1-4795-B63A-BA940735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8768" y="4316489"/>
            <a:ext cx="255689" cy="272927"/>
          </a:xfrm>
          <a:custGeom xmlns:a="http://schemas.openxmlformats.org/drawingml/2006/main">
            <a:pathLst>
              <a:path w="255689" h="272927">
                <a:moveTo>
                  <a:pt x="0" y="0"/>
                </a:moveTo>
                <a:lnTo>
                  <a:pt x="0" y="272927"/>
                </a:lnTo>
                <a:lnTo>
                  <a:pt x="255689" y="272927"/>
                </a:lnTo>
                <a:lnTo>
                  <a:pt x="255689" y="0"/>
                </a:lnTo>
                <a:close/>
              </a:path>
            </a:pathLst>
          </a:custGeom>
          <a:solidFill xmlns:a="http://schemas.openxmlformats.org/drawingml/2006/main">
            <a:srgbClr val="7030A0">
              <a:alpha val="6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path-179">
            <a:extLst xmlns:a="http://schemas.openxmlformats.org/drawingml/2006/main">
              <a:ext uri="{FF2B5EF4-FFF2-40B4-BE49-F238E27FC236}">
                <a16:creationId xmlns:a16="http://schemas.microsoft.com/office/drawing/2014/main" id="{8A0F849F-80C5-4143-847D-54C2F1362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4587" y="4293505"/>
            <a:ext cx="305178" cy="319613"/>
          </a:xfrm>
          <a:custGeom xmlns:a="http://schemas.openxmlformats.org/drawingml/2006/main">
            <a:pathLst>
              <a:path w="305178" h="319613">
                <a:moveTo>
                  <a:pt x="305178" y="0"/>
                </a:moveTo>
                <a:lnTo>
                  <a:pt x="305178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8" y="0"/>
                </a:lnTo>
                <a:moveTo>
                  <a:pt x="23942" y="47882"/>
                </a:moveTo>
                <a:lnTo>
                  <a:pt x="47884" y="23941"/>
                </a:lnTo>
                <a:lnTo>
                  <a:pt x="47884" y="295672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6" y="47882"/>
                </a:lnTo>
                <a:lnTo>
                  <a:pt x="23942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path-180">
            <a:extLst xmlns:a="http://schemas.openxmlformats.org/drawingml/2006/main">
              <a:ext uri="{FF2B5EF4-FFF2-40B4-BE49-F238E27FC236}">
                <a16:creationId xmlns:a16="http://schemas.microsoft.com/office/drawing/2014/main" id="{C1299027-BB20-4980-B408-62BED7E0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8768" y="4589416"/>
            <a:ext cx="255689" cy="272928"/>
          </a:xfrm>
          <a:custGeom xmlns:a="http://schemas.openxmlformats.org/drawingml/2006/main">
            <a:pathLst>
              <a:path w="255689" h="272928">
                <a:moveTo>
                  <a:pt x="0" y="0"/>
                </a:moveTo>
                <a:lnTo>
                  <a:pt x="0" y="272928"/>
                </a:lnTo>
                <a:lnTo>
                  <a:pt x="255689" y="272928"/>
                </a:lnTo>
                <a:lnTo>
                  <a:pt x="255689" y="0"/>
                </a:lnTo>
                <a:close/>
              </a:path>
            </a:pathLst>
          </a:custGeom>
          <a:solidFill xmlns:a="http://schemas.openxmlformats.org/drawingml/2006/main">
            <a:srgbClr val="7030A0">
              <a:alpha val="9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path-181">
            <a:extLst xmlns:a="http://schemas.openxmlformats.org/drawingml/2006/main">
              <a:ext uri="{FF2B5EF4-FFF2-40B4-BE49-F238E27FC236}">
                <a16:creationId xmlns:a16="http://schemas.microsoft.com/office/drawing/2014/main" id="{6F2CD417-4193-4087-AF51-182CACD8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4587" y="4565235"/>
            <a:ext cx="305178" cy="319613"/>
          </a:xfrm>
          <a:custGeom xmlns:a="http://schemas.openxmlformats.org/drawingml/2006/main">
            <a:pathLst>
              <a:path w="305178" h="319613">
                <a:moveTo>
                  <a:pt x="305178" y="0"/>
                </a:moveTo>
                <a:lnTo>
                  <a:pt x="305178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8" y="0"/>
                </a:lnTo>
                <a:moveTo>
                  <a:pt x="23942" y="47883"/>
                </a:moveTo>
                <a:lnTo>
                  <a:pt x="47884" y="23941"/>
                </a:lnTo>
                <a:lnTo>
                  <a:pt x="47884" y="295672"/>
                </a:lnTo>
                <a:lnTo>
                  <a:pt x="23942" y="271731"/>
                </a:lnTo>
                <a:lnTo>
                  <a:pt x="281236" y="271731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6" y="47883"/>
                </a:lnTo>
                <a:lnTo>
                  <a:pt x="23942" y="47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path-182">
            <a:extLst xmlns:a="http://schemas.openxmlformats.org/drawingml/2006/main">
              <a:ext uri="{FF2B5EF4-FFF2-40B4-BE49-F238E27FC236}">
                <a16:creationId xmlns:a16="http://schemas.microsoft.com/office/drawing/2014/main" id="{07F10C6C-4301-4907-9DE6-D041D739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8768" y="4862344"/>
            <a:ext cx="255689" cy="270054"/>
          </a:xfrm>
          <a:custGeom xmlns:a="http://schemas.openxmlformats.org/drawingml/2006/main">
            <a:pathLst>
              <a:path w="255689" h="270054">
                <a:moveTo>
                  <a:pt x="0" y="0"/>
                </a:moveTo>
                <a:lnTo>
                  <a:pt x="0" y="270054"/>
                </a:lnTo>
                <a:lnTo>
                  <a:pt x="255689" y="270054"/>
                </a:lnTo>
                <a:lnTo>
                  <a:pt x="255689" y="0"/>
                </a:lnTo>
                <a:close/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path-183">
            <a:extLst xmlns:a="http://schemas.openxmlformats.org/drawingml/2006/main">
              <a:ext uri="{FF2B5EF4-FFF2-40B4-BE49-F238E27FC236}">
                <a16:creationId xmlns:a16="http://schemas.microsoft.com/office/drawing/2014/main" id="{8C37D5D7-811A-4387-811F-D0C432EA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4587" y="4836966"/>
            <a:ext cx="305178" cy="319612"/>
          </a:xfrm>
          <a:custGeom xmlns:a="http://schemas.openxmlformats.org/drawingml/2006/main">
            <a:pathLst>
              <a:path w="305178" h="319612">
                <a:moveTo>
                  <a:pt x="305178" y="0"/>
                </a:moveTo>
                <a:lnTo>
                  <a:pt x="305178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8" y="0"/>
                </a:lnTo>
                <a:moveTo>
                  <a:pt x="23942" y="47882"/>
                </a:moveTo>
                <a:lnTo>
                  <a:pt x="47884" y="23940"/>
                </a:lnTo>
                <a:lnTo>
                  <a:pt x="47884" y="295671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1"/>
                </a:lnTo>
                <a:lnTo>
                  <a:pt x="257294" y="23940"/>
                </a:lnTo>
                <a:lnTo>
                  <a:pt x="281236" y="47882"/>
                </a:lnTo>
                <a:lnTo>
                  <a:pt x="23942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path-184">
            <a:extLst xmlns:a="http://schemas.openxmlformats.org/drawingml/2006/main">
              <a:ext uri="{FF2B5EF4-FFF2-40B4-BE49-F238E27FC236}">
                <a16:creationId xmlns:a16="http://schemas.microsoft.com/office/drawing/2014/main" id="{C283DDB9-8F55-4AB8-BB70-E681C302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8768" y="5132398"/>
            <a:ext cx="255689" cy="272927"/>
          </a:xfrm>
          <a:custGeom xmlns:a="http://schemas.openxmlformats.org/drawingml/2006/main">
            <a:pathLst>
              <a:path w="255689" h="272927">
                <a:moveTo>
                  <a:pt x="0" y="0"/>
                </a:moveTo>
                <a:lnTo>
                  <a:pt x="0" y="272927"/>
                </a:lnTo>
                <a:lnTo>
                  <a:pt x="255689" y="272927"/>
                </a:lnTo>
                <a:lnTo>
                  <a:pt x="255689" y="0"/>
                </a:lnTo>
                <a:close/>
              </a:path>
            </a:pathLst>
          </a:custGeom>
          <a:solidFill xmlns:a="http://schemas.openxmlformats.org/drawingml/2006/main">
            <a:srgbClr val="7030A0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path-185">
            <a:extLst xmlns:a="http://schemas.openxmlformats.org/drawingml/2006/main">
              <a:ext uri="{FF2B5EF4-FFF2-40B4-BE49-F238E27FC236}">
                <a16:creationId xmlns:a16="http://schemas.microsoft.com/office/drawing/2014/main" id="{02CDD911-A96A-4A37-B575-95431F4A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4587" y="5108696"/>
            <a:ext cx="305178" cy="319613"/>
          </a:xfrm>
          <a:custGeom xmlns:a="http://schemas.openxmlformats.org/drawingml/2006/main">
            <a:pathLst>
              <a:path w="305178" h="319613">
                <a:moveTo>
                  <a:pt x="305178" y="0"/>
                </a:moveTo>
                <a:lnTo>
                  <a:pt x="305178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8" y="0"/>
                </a:lnTo>
                <a:moveTo>
                  <a:pt x="23942" y="47883"/>
                </a:moveTo>
                <a:lnTo>
                  <a:pt x="47884" y="23941"/>
                </a:lnTo>
                <a:lnTo>
                  <a:pt x="47884" y="295672"/>
                </a:lnTo>
                <a:lnTo>
                  <a:pt x="23942" y="271731"/>
                </a:lnTo>
                <a:lnTo>
                  <a:pt x="281236" y="271731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6" y="47883"/>
                </a:lnTo>
                <a:lnTo>
                  <a:pt x="23942" y="47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text-186 𝒀">
            <a:extLst xmlns:a="http://schemas.openxmlformats.org/drawingml/2006/main">
              <a:ext uri="{FF2B5EF4-FFF2-40B4-BE49-F238E27FC236}">
                <a16:creationId xmlns:a16="http://schemas.microsoft.com/office/drawing/2014/main" id="{6D6C6694-8853-4572-A493-DAE4CFDC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85786" y="3347707"/>
            <a:ext cx="351136" cy="603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94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94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3394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𝒀</a:t>
            </a:r>
          </a:p>
        </p:txBody>
      </p:sp>
      <p:sp>
        <p:nvSpPr>
          <p:cNvPr id="187" name="path-187">
            <a:extLst xmlns:a="http://schemas.openxmlformats.org/drawingml/2006/main">
              <a:ext uri="{FF2B5EF4-FFF2-40B4-BE49-F238E27FC236}">
                <a16:creationId xmlns:a16="http://schemas.microsoft.com/office/drawing/2014/main" id="{C628AB9D-D4D6-452C-8EFB-8EF06F62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1877" y="3654523"/>
            <a:ext cx="177423" cy="271887"/>
          </a:xfrm>
          <a:custGeom xmlns:a="http://schemas.openxmlformats.org/drawingml/2006/main">
            <a:pathLst>
              <a:path w="177423" h="271887">
                <a:moveTo>
                  <a:pt x="75844" y="206792"/>
                </a:moveTo>
                <a:cubicBezTo>
                  <a:pt x="71100" y="228894"/>
                  <a:pt x="63405" y="245269"/>
                  <a:pt x="52758" y="255916"/>
                </a:cubicBezTo>
                <a:cubicBezTo>
                  <a:pt x="42110" y="266563"/>
                  <a:pt x="27905" y="271887"/>
                  <a:pt x="10143" y="271887"/>
                </a:cubicBezTo>
                <a:cubicBezTo>
                  <a:pt x="5500" y="271887"/>
                  <a:pt x="2119" y="271584"/>
                  <a:pt x="0" y="270979"/>
                </a:cubicBezTo>
                <a:cubicBezTo>
                  <a:pt x="606" y="268456"/>
                  <a:pt x="1161" y="265857"/>
                  <a:pt x="1665" y="263182"/>
                </a:cubicBezTo>
                <a:cubicBezTo>
                  <a:pt x="2170" y="260508"/>
                  <a:pt x="2775" y="257909"/>
                  <a:pt x="3482" y="255386"/>
                </a:cubicBezTo>
                <a:cubicBezTo>
                  <a:pt x="4087" y="255588"/>
                  <a:pt x="4945" y="255689"/>
                  <a:pt x="6055" y="255689"/>
                </a:cubicBezTo>
                <a:cubicBezTo>
                  <a:pt x="7166" y="255689"/>
                  <a:pt x="8730" y="255689"/>
                  <a:pt x="10748" y="255689"/>
                </a:cubicBezTo>
                <a:cubicBezTo>
                  <a:pt x="14684" y="255689"/>
                  <a:pt x="18292" y="255058"/>
                  <a:pt x="21572" y="253797"/>
                </a:cubicBezTo>
                <a:cubicBezTo>
                  <a:pt x="24852" y="252535"/>
                  <a:pt x="27855" y="250264"/>
                  <a:pt x="30580" y="246984"/>
                </a:cubicBezTo>
                <a:cubicBezTo>
                  <a:pt x="33305" y="243704"/>
                  <a:pt x="35803" y="239213"/>
                  <a:pt x="38073" y="233511"/>
                </a:cubicBezTo>
                <a:cubicBezTo>
                  <a:pt x="40344" y="227809"/>
                  <a:pt x="42489" y="220467"/>
                  <a:pt x="44507" y="211485"/>
                </a:cubicBezTo>
                <a:lnTo>
                  <a:pt x="74784" y="77055"/>
                </a:lnTo>
                <a:lnTo>
                  <a:pt x="48746" y="77055"/>
                </a:lnTo>
                <a:lnTo>
                  <a:pt x="51471" y="65398"/>
                </a:lnTo>
                <a:cubicBezTo>
                  <a:pt x="57022" y="65095"/>
                  <a:pt x="61437" y="64742"/>
                  <a:pt x="64717" y="64339"/>
                </a:cubicBezTo>
                <a:cubicBezTo>
                  <a:pt x="67997" y="63935"/>
                  <a:pt x="70772" y="63052"/>
                  <a:pt x="73043" y="61689"/>
                </a:cubicBezTo>
                <a:cubicBezTo>
                  <a:pt x="75314" y="60327"/>
                  <a:pt x="77004" y="58031"/>
                  <a:pt x="78115" y="54801"/>
                </a:cubicBezTo>
                <a:cubicBezTo>
                  <a:pt x="83968" y="36332"/>
                  <a:pt x="92774" y="22582"/>
                  <a:pt x="104531" y="13549"/>
                </a:cubicBezTo>
                <a:cubicBezTo>
                  <a:pt x="116289" y="4516"/>
                  <a:pt x="131604" y="0"/>
                  <a:pt x="150476" y="0"/>
                </a:cubicBezTo>
                <a:cubicBezTo>
                  <a:pt x="156027" y="0"/>
                  <a:pt x="160922" y="278"/>
                  <a:pt x="165161" y="833"/>
                </a:cubicBezTo>
                <a:cubicBezTo>
                  <a:pt x="169400" y="1388"/>
                  <a:pt x="173487" y="2069"/>
                  <a:pt x="177423" y="2876"/>
                </a:cubicBezTo>
                <a:lnTo>
                  <a:pt x="171216" y="31034"/>
                </a:lnTo>
                <a:lnTo>
                  <a:pt x="156229" y="31034"/>
                </a:lnTo>
                <a:cubicBezTo>
                  <a:pt x="155523" y="25281"/>
                  <a:pt x="153807" y="21068"/>
                  <a:pt x="151082" y="18393"/>
                </a:cubicBezTo>
                <a:cubicBezTo>
                  <a:pt x="148357" y="15719"/>
                  <a:pt x="144724" y="14382"/>
                  <a:pt x="140182" y="14382"/>
                </a:cubicBezTo>
                <a:cubicBezTo>
                  <a:pt x="134934" y="14382"/>
                  <a:pt x="130519" y="15517"/>
                  <a:pt x="126936" y="17788"/>
                </a:cubicBezTo>
                <a:cubicBezTo>
                  <a:pt x="123353" y="20058"/>
                  <a:pt x="120225" y="23490"/>
                  <a:pt x="117550" y="28082"/>
                </a:cubicBezTo>
                <a:cubicBezTo>
                  <a:pt x="114876" y="32674"/>
                  <a:pt x="112580" y="38048"/>
                  <a:pt x="110662" y="44204"/>
                </a:cubicBezTo>
                <a:cubicBezTo>
                  <a:pt x="108745" y="50361"/>
                  <a:pt x="107433" y="55710"/>
                  <a:pt x="106726" y="60251"/>
                </a:cubicBezTo>
                <a:lnTo>
                  <a:pt x="148660" y="60251"/>
                </a:lnTo>
                <a:lnTo>
                  <a:pt x="145329" y="77055"/>
                </a:lnTo>
                <a:lnTo>
                  <a:pt x="103244" y="77055"/>
                </a:lnTo>
                <a:lnTo>
                  <a:pt x="75844" y="2067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path-188">
            <a:extLst xmlns:a="http://schemas.openxmlformats.org/drawingml/2006/main">
              <a:ext uri="{FF2B5EF4-FFF2-40B4-BE49-F238E27FC236}">
                <a16:creationId xmlns:a16="http://schemas.microsoft.com/office/drawing/2014/main" id="{DD3D5C4E-A967-4C89-B312-F6335AE2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1780" y="3652100"/>
            <a:ext cx="74784" cy="216783"/>
          </a:xfrm>
          <a:custGeom xmlns:a="http://schemas.openxmlformats.org/drawingml/2006/main">
            <a:pathLst>
              <a:path w="74784" h="216783">
                <a:moveTo>
                  <a:pt x="69031" y="0"/>
                </a:moveTo>
                <a:lnTo>
                  <a:pt x="61614" y="32548"/>
                </a:lnTo>
                <a:lnTo>
                  <a:pt x="31639" y="32548"/>
                </a:lnTo>
                <a:lnTo>
                  <a:pt x="38755" y="0"/>
                </a:lnTo>
                <a:lnTo>
                  <a:pt x="69031" y="0"/>
                </a:lnTo>
                <a:moveTo>
                  <a:pt x="32548" y="161830"/>
                </a:moveTo>
                <a:cubicBezTo>
                  <a:pt x="31135" y="167785"/>
                  <a:pt x="30151" y="172528"/>
                  <a:pt x="29596" y="176061"/>
                </a:cubicBezTo>
                <a:cubicBezTo>
                  <a:pt x="29041" y="179593"/>
                  <a:pt x="28763" y="182772"/>
                  <a:pt x="28763" y="185598"/>
                </a:cubicBezTo>
                <a:cubicBezTo>
                  <a:pt x="28763" y="189433"/>
                  <a:pt x="29545" y="192208"/>
                  <a:pt x="31110" y="193924"/>
                </a:cubicBezTo>
                <a:cubicBezTo>
                  <a:pt x="32674" y="195640"/>
                  <a:pt x="35020" y="196497"/>
                  <a:pt x="38149" y="196497"/>
                </a:cubicBezTo>
                <a:cubicBezTo>
                  <a:pt x="39966" y="196497"/>
                  <a:pt x="41782" y="196144"/>
                  <a:pt x="43599" y="195438"/>
                </a:cubicBezTo>
                <a:cubicBezTo>
                  <a:pt x="45415" y="194731"/>
                  <a:pt x="47358" y="193621"/>
                  <a:pt x="49427" y="192107"/>
                </a:cubicBezTo>
                <a:cubicBezTo>
                  <a:pt x="51496" y="190593"/>
                  <a:pt x="53767" y="188651"/>
                  <a:pt x="56239" y="186279"/>
                </a:cubicBezTo>
                <a:cubicBezTo>
                  <a:pt x="58712" y="183907"/>
                  <a:pt x="61462" y="181056"/>
                  <a:pt x="64490" y="177726"/>
                </a:cubicBezTo>
                <a:lnTo>
                  <a:pt x="74784" y="187717"/>
                </a:lnTo>
                <a:cubicBezTo>
                  <a:pt x="69536" y="193066"/>
                  <a:pt x="64767" y="197582"/>
                  <a:pt x="60478" y="201266"/>
                </a:cubicBezTo>
                <a:cubicBezTo>
                  <a:pt x="56189" y="204950"/>
                  <a:pt x="52127" y="207952"/>
                  <a:pt x="48292" y="210273"/>
                </a:cubicBezTo>
                <a:cubicBezTo>
                  <a:pt x="44457" y="212595"/>
                  <a:pt x="40697" y="214260"/>
                  <a:pt x="37014" y="215269"/>
                </a:cubicBezTo>
                <a:cubicBezTo>
                  <a:pt x="33330" y="216278"/>
                  <a:pt x="29419" y="216783"/>
                  <a:pt x="25281" y="216783"/>
                </a:cubicBezTo>
                <a:cubicBezTo>
                  <a:pt x="21446" y="216783"/>
                  <a:pt x="17990" y="216077"/>
                  <a:pt x="14911" y="214664"/>
                </a:cubicBezTo>
                <a:cubicBezTo>
                  <a:pt x="11833" y="213251"/>
                  <a:pt x="9184" y="211308"/>
                  <a:pt x="6964" y="208835"/>
                </a:cubicBezTo>
                <a:cubicBezTo>
                  <a:pt x="4743" y="206363"/>
                  <a:pt x="3028" y="203411"/>
                  <a:pt x="1817" y="199979"/>
                </a:cubicBezTo>
                <a:cubicBezTo>
                  <a:pt x="606" y="196548"/>
                  <a:pt x="0" y="192763"/>
                  <a:pt x="0" y="188625"/>
                </a:cubicBezTo>
                <a:cubicBezTo>
                  <a:pt x="0" y="185295"/>
                  <a:pt x="404" y="181157"/>
                  <a:pt x="1211" y="176212"/>
                </a:cubicBezTo>
                <a:cubicBezTo>
                  <a:pt x="2018" y="171267"/>
                  <a:pt x="3053" y="165893"/>
                  <a:pt x="4314" y="160089"/>
                </a:cubicBezTo>
                <a:cubicBezTo>
                  <a:pt x="5576" y="154286"/>
                  <a:pt x="6964" y="148206"/>
                  <a:pt x="8478" y="141848"/>
                </a:cubicBezTo>
                <a:cubicBezTo>
                  <a:pt x="9991" y="135489"/>
                  <a:pt x="11480" y="129182"/>
                  <a:pt x="12943" y="122924"/>
                </a:cubicBezTo>
                <a:cubicBezTo>
                  <a:pt x="14407" y="116667"/>
                  <a:pt x="15719" y="110637"/>
                  <a:pt x="16879" y="104834"/>
                </a:cubicBezTo>
                <a:cubicBezTo>
                  <a:pt x="18040" y="99031"/>
                  <a:pt x="18873" y="93758"/>
                  <a:pt x="19377" y="89014"/>
                </a:cubicBezTo>
                <a:cubicBezTo>
                  <a:pt x="19579" y="88207"/>
                  <a:pt x="19680" y="87425"/>
                  <a:pt x="19680" y="86668"/>
                </a:cubicBezTo>
                <a:cubicBezTo>
                  <a:pt x="19680" y="85911"/>
                  <a:pt x="19680" y="85230"/>
                  <a:pt x="19680" y="84624"/>
                </a:cubicBezTo>
                <a:cubicBezTo>
                  <a:pt x="19478" y="80688"/>
                  <a:pt x="18090" y="77812"/>
                  <a:pt x="15517" y="75995"/>
                </a:cubicBezTo>
                <a:cubicBezTo>
                  <a:pt x="12943" y="74179"/>
                  <a:pt x="8377" y="73169"/>
                  <a:pt x="1817" y="72967"/>
                </a:cubicBezTo>
                <a:lnTo>
                  <a:pt x="3633" y="62673"/>
                </a:lnTo>
                <a:lnTo>
                  <a:pt x="47535" y="61008"/>
                </a:lnTo>
                <a:lnTo>
                  <a:pt x="54953" y="61008"/>
                </a:lnTo>
                <a:lnTo>
                  <a:pt x="32548" y="1618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path-189">
            <a:extLst xmlns:a="http://schemas.openxmlformats.org/drawingml/2006/main">
              <a:ext uri="{FF2B5EF4-FFF2-40B4-BE49-F238E27FC236}">
                <a16:creationId xmlns:a16="http://schemas.microsoft.com/office/drawing/2014/main" id="{DCE4F2A3-CDB8-4352-98B9-451453E0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1785" y="3711595"/>
            <a:ext cx="189534" cy="157289"/>
          </a:xfrm>
          <a:custGeom xmlns:a="http://schemas.openxmlformats.org/drawingml/2006/main">
            <a:pathLst>
              <a:path w="189534" h="157289">
                <a:moveTo>
                  <a:pt x="72059" y="40117"/>
                </a:moveTo>
                <a:cubicBezTo>
                  <a:pt x="81849" y="26694"/>
                  <a:pt x="91512" y="16652"/>
                  <a:pt x="101049" y="9991"/>
                </a:cubicBezTo>
                <a:cubicBezTo>
                  <a:pt x="110587" y="3330"/>
                  <a:pt x="120452" y="0"/>
                  <a:pt x="130645" y="0"/>
                </a:cubicBezTo>
                <a:cubicBezTo>
                  <a:pt x="141343" y="0"/>
                  <a:pt x="149341" y="2876"/>
                  <a:pt x="154640" y="8629"/>
                </a:cubicBezTo>
                <a:cubicBezTo>
                  <a:pt x="159938" y="14382"/>
                  <a:pt x="162587" y="22455"/>
                  <a:pt x="162587" y="32851"/>
                </a:cubicBezTo>
                <a:cubicBezTo>
                  <a:pt x="162587" y="35979"/>
                  <a:pt x="162133" y="40319"/>
                  <a:pt x="161225" y="45870"/>
                </a:cubicBezTo>
                <a:cubicBezTo>
                  <a:pt x="160317" y="51420"/>
                  <a:pt x="159156" y="57476"/>
                  <a:pt x="157743" y="64036"/>
                </a:cubicBezTo>
                <a:cubicBezTo>
                  <a:pt x="156330" y="70596"/>
                  <a:pt x="154816" y="77332"/>
                  <a:pt x="153201" y="84246"/>
                </a:cubicBezTo>
                <a:cubicBezTo>
                  <a:pt x="151587" y="91159"/>
                  <a:pt x="150073" y="97542"/>
                  <a:pt x="148660" y="103396"/>
                </a:cubicBezTo>
                <a:cubicBezTo>
                  <a:pt x="147247" y="109249"/>
                  <a:pt x="146086" y="114245"/>
                  <a:pt x="145178" y="118383"/>
                </a:cubicBezTo>
                <a:cubicBezTo>
                  <a:pt x="144270" y="122521"/>
                  <a:pt x="143816" y="125094"/>
                  <a:pt x="143816" y="126104"/>
                </a:cubicBezTo>
                <a:cubicBezTo>
                  <a:pt x="143816" y="129939"/>
                  <a:pt x="144522" y="132714"/>
                  <a:pt x="145935" y="134430"/>
                </a:cubicBezTo>
                <a:cubicBezTo>
                  <a:pt x="147348" y="136145"/>
                  <a:pt x="149619" y="137003"/>
                  <a:pt x="152747" y="137003"/>
                </a:cubicBezTo>
                <a:cubicBezTo>
                  <a:pt x="154665" y="137003"/>
                  <a:pt x="156557" y="136650"/>
                  <a:pt x="158424" y="135944"/>
                </a:cubicBezTo>
                <a:cubicBezTo>
                  <a:pt x="160291" y="135237"/>
                  <a:pt x="162234" y="134127"/>
                  <a:pt x="164253" y="132613"/>
                </a:cubicBezTo>
                <a:cubicBezTo>
                  <a:pt x="166271" y="131099"/>
                  <a:pt x="168491" y="129156"/>
                  <a:pt x="170913" y="126785"/>
                </a:cubicBezTo>
                <a:cubicBezTo>
                  <a:pt x="173336" y="124413"/>
                  <a:pt x="176061" y="121562"/>
                  <a:pt x="179088" y="118232"/>
                </a:cubicBezTo>
                <a:lnTo>
                  <a:pt x="189534" y="128223"/>
                </a:lnTo>
                <a:cubicBezTo>
                  <a:pt x="184589" y="133269"/>
                  <a:pt x="180047" y="137609"/>
                  <a:pt x="175909" y="141242"/>
                </a:cubicBezTo>
                <a:cubicBezTo>
                  <a:pt x="171771" y="144875"/>
                  <a:pt x="167760" y="147878"/>
                  <a:pt x="163874" y="150249"/>
                </a:cubicBezTo>
                <a:cubicBezTo>
                  <a:pt x="159989" y="152621"/>
                  <a:pt x="156128" y="154387"/>
                  <a:pt x="152293" y="155548"/>
                </a:cubicBezTo>
                <a:cubicBezTo>
                  <a:pt x="148458" y="156708"/>
                  <a:pt x="144371" y="157289"/>
                  <a:pt x="140031" y="157289"/>
                </a:cubicBezTo>
                <a:cubicBezTo>
                  <a:pt x="136398" y="157289"/>
                  <a:pt x="133042" y="156582"/>
                  <a:pt x="129964" y="155169"/>
                </a:cubicBezTo>
                <a:cubicBezTo>
                  <a:pt x="126886" y="153756"/>
                  <a:pt x="124236" y="151814"/>
                  <a:pt x="122016" y="149341"/>
                </a:cubicBezTo>
                <a:cubicBezTo>
                  <a:pt x="119796" y="146868"/>
                  <a:pt x="118080" y="143942"/>
                  <a:pt x="116869" y="140561"/>
                </a:cubicBezTo>
                <a:cubicBezTo>
                  <a:pt x="115658" y="137180"/>
                  <a:pt x="115052" y="133471"/>
                  <a:pt x="115052" y="129434"/>
                </a:cubicBezTo>
                <a:cubicBezTo>
                  <a:pt x="115052" y="125397"/>
                  <a:pt x="115481" y="120679"/>
                  <a:pt x="116339" y="115280"/>
                </a:cubicBezTo>
                <a:cubicBezTo>
                  <a:pt x="117197" y="109880"/>
                  <a:pt x="118484" y="103951"/>
                  <a:pt x="120200" y="97492"/>
                </a:cubicBezTo>
                <a:cubicBezTo>
                  <a:pt x="122016" y="90932"/>
                  <a:pt x="123707" y="84649"/>
                  <a:pt x="125271" y="78644"/>
                </a:cubicBezTo>
                <a:cubicBezTo>
                  <a:pt x="126835" y="72639"/>
                  <a:pt x="128198" y="67089"/>
                  <a:pt x="129358" y="61992"/>
                </a:cubicBezTo>
                <a:cubicBezTo>
                  <a:pt x="130519" y="56895"/>
                  <a:pt x="131427" y="52354"/>
                  <a:pt x="132083" y="48367"/>
                </a:cubicBezTo>
                <a:cubicBezTo>
                  <a:pt x="132739" y="44381"/>
                  <a:pt x="133067" y="41076"/>
                  <a:pt x="133067" y="38452"/>
                </a:cubicBezTo>
                <a:cubicBezTo>
                  <a:pt x="133067" y="32195"/>
                  <a:pt x="131881" y="27602"/>
                  <a:pt x="129510" y="24676"/>
                </a:cubicBezTo>
                <a:cubicBezTo>
                  <a:pt x="127138" y="21749"/>
                  <a:pt x="123328" y="20286"/>
                  <a:pt x="118080" y="20286"/>
                </a:cubicBezTo>
                <a:cubicBezTo>
                  <a:pt x="115052" y="20286"/>
                  <a:pt x="111798" y="21068"/>
                  <a:pt x="108316" y="22632"/>
                </a:cubicBezTo>
                <a:cubicBezTo>
                  <a:pt x="104834" y="24196"/>
                  <a:pt x="101327" y="26366"/>
                  <a:pt x="97795" y="29142"/>
                </a:cubicBezTo>
                <a:cubicBezTo>
                  <a:pt x="94262" y="31917"/>
                  <a:pt x="90806" y="35197"/>
                  <a:pt x="87425" y="38982"/>
                </a:cubicBezTo>
                <a:cubicBezTo>
                  <a:pt x="84044" y="42766"/>
                  <a:pt x="80940" y="46803"/>
                  <a:pt x="78115" y="51092"/>
                </a:cubicBezTo>
                <a:cubicBezTo>
                  <a:pt x="75289" y="55382"/>
                  <a:pt x="72791" y="59873"/>
                  <a:pt x="70621" y="64566"/>
                </a:cubicBezTo>
                <a:cubicBezTo>
                  <a:pt x="68451" y="69259"/>
                  <a:pt x="66862" y="73926"/>
                  <a:pt x="65852" y="78569"/>
                </a:cubicBezTo>
                <a:lnTo>
                  <a:pt x="48897" y="154564"/>
                </a:lnTo>
                <a:lnTo>
                  <a:pt x="19226" y="154564"/>
                </a:lnTo>
                <a:lnTo>
                  <a:pt x="41934" y="55861"/>
                </a:lnTo>
                <a:cubicBezTo>
                  <a:pt x="43246" y="50613"/>
                  <a:pt x="44204" y="45920"/>
                  <a:pt x="44810" y="41782"/>
                </a:cubicBezTo>
                <a:cubicBezTo>
                  <a:pt x="45415" y="37644"/>
                  <a:pt x="45718" y="34263"/>
                  <a:pt x="45718" y="31639"/>
                </a:cubicBezTo>
                <a:cubicBezTo>
                  <a:pt x="45718" y="24272"/>
                  <a:pt x="42741" y="20588"/>
                  <a:pt x="36787" y="20588"/>
                </a:cubicBezTo>
                <a:cubicBezTo>
                  <a:pt x="34970" y="20588"/>
                  <a:pt x="33128" y="20967"/>
                  <a:pt x="31261" y="21724"/>
                </a:cubicBezTo>
                <a:cubicBezTo>
                  <a:pt x="29394" y="22481"/>
                  <a:pt x="27426" y="23616"/>
                  <a:pt x="25357" y="25130"/>
                </a:cubicBezTo>
                <a:cubicBezTo>
                  <a:pt x="23288" y="26644"/>
                  <a:pt x="21042" y="28561"/>
                  <a:pt x="18620" y="30882"/>
                </a:cubicBezTo>
                <a:cubicBezTo>
                  <a:pt x="16198" y="33204"/>
                  <a:pt x="13473" y="35929"/>
                  <a:pt x="10446" y="39057"/>
                </a:cubicBezTo>
                <a:lnTo>
                  <a:pt x="0" y="29217"/>
                </a:lnTo>
                <a:cubicBezTo>
                  <a:pt x="5046" y="24070"/>
                  <a:pt x="9663" y="19655"/>
                  <a:pt x="13852" y="15971"/>
                </a:cubicBezTo>
                <a:cubicBezTo>
                  <a:pt x="18040" y="12287"/>
                  <a:pt x="22026" y="9260"/>
                  <a:pt x="25811" y="6888"/>
                </a:cubicBezTo>
                <a:cubicBezTo>
                  <a:pt x="29596" y="4516"/>
                  <a:pt x="33355" y="2775"/>
                  <a:pt x="37089" y="1665"/>
                </a:cubicBezTo>
                <a:cubicBezTo>
                  <a:pt x="40823" y="555"/>
                  <a:pt x="44759" y="0"/>
                  <a:pt x="48897" y="0"/>
                </a:cubicBezTo>
                <a:cubicBezTo>
                  <a:pt x="56366" y="0"/>
                  <a:pt x="62143" y="2447"/>
                  <a:pt x="66231" y="7342"/>
                </a:cubicBezTo>
                <a:cubicBezTo>
                  <a:pt x="70318" y="12237"/>
                  <a:pt x="72362" y="18671"/>
                  <a:pt x="72362" y="26644"/>
                </a:cubicBezTo>
                <a:cubicBezTo>
                  <a:pt x="72362" y="28662"/>
                  <a:pt x="72185" y="30782"/>
                  <a:pt x="71832" y="33002"/>
                </a:cubicBezTo>
                <a:cubicBezTo>
                  <a:pt x="71479" y="35222"/>
                  <a:pt x="70848" y="37342"/>
                  <a:pt x="69940" y="39360"/>
                </a:cubicBezTo>
                <a:lnTo>
                  <a:pt x="72059" y="4011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path-190">
            <a:extLst xmlns:a="http://schemas.openxmlformats.org/drawingml/2006/main">
              <a:ext uri="{FF2B5EF4-FFF2-40B4-BE49-F238E27FC236}">
                <a16:creationId xmlns:a16="http://schemas.microsoft.com/office/drawing/2014/main" id="{46440AC3-938E-4E01-97BE-D7048878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7261" y="3711595"/>
            <a:ext cx="168491" cy="157289"/>
          </a:xfrm>
          <a:custGeom xmlns:a="http://schemas.openxmlformats.org/drawingml/2006/main">
            <a:pathLst>
              <a:path w="168491" h="157289">
                <a:moveTo>
                  <a:pt x="96584" y="117020"/>
                </a:moveTo>
                <a:cubicBezTo>
                  <a:pt x="91436" y="124186"/>
                  <a:pt x="86441" y="130292"/>
                  <a:pt x="81596" y="135338"/>
                </a:cubicBezTo>
                <a:cubicBezTo>
                  <a:pt x="76752" y="140384"/>
                  <a:pt x="71958" y="144547"/>
                  <a:pt x="67215" y="147827"/>
                </a:cubicBezTo>
                <a:cubicBezTo>
                  <a:pt x="62471" y="151107"/>
                  <a:pt x="57678" y="153504"/>
                  <a:pt x="52833" y="155018"/>
                </a:cubicBezTo>
                <a:cubicBezTo>
                  <a:pt x="47989" y="156532"/>
                  <a:pt x="42943" y="157289"/>
                  <a:pt x="37695" y="157289"/>
                </a:cubicBezTo>
                <a:cubicBezTo>
                  <a:pt x="25685" y="157289"/>
                  <a:pt x="16400" y="152974"/>
                  <a:pt x="9840" y="144345"/>
                </a:cubicBezTo>
                <a:cubicBezTo>
                  <a:pt x="3280" y="135716"/>
                  <a:pt x="0" y="123177"/>
                  <a:pt x="0" y="106726"/>
                </a:cubicBezTo>
                <a:cubicBezTo>
                  <a:pt x="0" y="96937"/>
                  <a:pt x="1034" y="87526"/>
                  <a:pt x="3103" y="78493"/>
                </a:cubicBezTo>
                <a:cubicBezTo>
                  <a:pt x="5172" y="69460"/>
                  <a:pt x="8099" y="60983"/>
                  <a:pt x="11884" y="53060"/>
                </a:cubicBezTo>
                <a:cubicBezTo>
                  <a:pt x="15668" y="45138"/>
                  <a:pt x="20185" y="37922"/>
                  <a:pt x="25433" y="31412"/>
                </a:cubicBezTo>
                <a:cubicBezTo>
                  <a:pt x="30681" y="24903"/>
                  <a:pt x="36433" y="19327"/>
                  <a:pt x="42691" y="14684"/>
                </a:cubicBezTo>
                <a:cubicBezTo>
                  <a:pt x="48948" y="10042"/>
                  <a:pt x="55609" y="6434"/>
                  <a:pt x="62673" y="3860"/>
                </a:cubicBezTo>
                <a:cubicBezTo>
                  <a:pt x="69738" y="1287"/>
                  <a:pt x="77055" y="0"/>
                  <a:pt x="84624" y="0"/>
                </a:cubicBezTo>
                <a:cubicBezTo>
                  <a:pt x="92597" y="0"/>
                  <a:pt x="99636" y="934"/>
                  <a:pt x="105742" y="2801"/>
                </a:cubicBezTo>
                <a:cubicBezTo>
                  <a:pt x="111848" y="4668"/>
                  <a:pt x="117424" y="7216"/>
                  <a:pt x="122470" y="10446"/>
                </a:cubicBezTo>
                <a:lnTo>
                  <a:pt x="137155" y="0"/>
                </a:lnTo>
                <a:lnTo>
                  <a:pt x="149417" y="3179"/>
                </a:lnTo>
                <a:lnTo>
                  <a:pt x="126558" y="102336"/>
                </a:lnTo>
                <a:cubicBezTo>
                  <a:pt x="125246" y="107988"/>
                  <a:pt x="124337" y="112656"/>
                  <a:pt x="123833" y="116339"/>
                </a:cubicBezTo>
                <a:cubicBezTo>
                  <a:pt x="123328" y="120023"/>
                  <a:pt x="123076" y="123278"/>
                  <a:pt x="123076" y="126104"/>
                </a:cubicBezTo>
                <a:cubicBezTo>
                  <a:pt x="123076" y="129939"/>
                  <a:pt x="123858" y="132714"/>
                  <a:pt x="125422" y="134430"/>
                </a:cubicBezTo>
                <a:cubicBezTo>
                  <a:pt x="126987" y="136145"/>
                  <a:pt x="129232" y="137003"/>
                  <a:pt x="132159" y="137003"/>
                </a:cubicBezTo>
                <a:cubicBezTo>
                  <a:pt x="133976" y="137003"/>
                  <a:pt x="135767" y="136650"/>
                  <a:pt x="137533" y="135944"/>
                </a:cubicBezTo>
                <a:cubicBezTo>
                  <a:pt x="139299" y="135237"/>
                  <a:pt x="141217" y="134127"/>
                  <a:pt x="143286" y="132613"/>
                </a:cubicBezTo>
                <a:cubicBezTo>
                  <a:pt x="145355" y="131099"/>
                  <a:pt x="147625" y="129156"/>
                  <a:pt x="150098" y="126785"/>
                </a:cubicBezTo>
                <a:cubicBezTo>
                  <a:pt x="152571" y="124413"/>
                  <a:pt x="155371" y="121562"/>
                  <a:pt x="158500" y="118232"/>
                </a:cubicBezTo>
                <a:cubicBezTo>
                  <a:pt x="160115" y="119947"/>
                  <a:pt x="161780" y="121638"/>
                  <a:pt x="163496" y="123303"/>
                </a:cubicBezTo>
                <a:cubicBezTo>
                  <a:pt x="165211" y="124968"/>
                  <a:pt x="166877" y="126608"/>
                  <a:pt x="168491" y="128223"/>
                </a:cubicBezTo>
                <a:cubicBezTo>
                  <a:pt x="163445" y="133370"/>
                  <a:pt x="158853" y="137785"/>
                  <a:pt x="154715" y="141469"/>
                </a:cubicBezTo>
                <a:cubicBezTo>
                  <a:pt x="150577" y="145153"/>
                  <a:pt x="146566" y="148180"/>
                  <a:pt x="142680" y="150552"/>
                </a:cubicBezTo>
                <a:cubicBezTo>
                  <a:pt x="138795" y="152924"/>
                  <a:pt x="134985" y="154640"/>
                  <a:pt x="131251" y="155699"/>
                </a:cubicBezTo>
                <a:cubicBezTo>
                  <a:pt x="127516" y="156759"/>
                  <a:pt x="123631" y="157289"/>
                  <a:pt x="119594" y="157289"/>
                </a:cubicBezTo>
                <a:cubicBezTo>
                  <a:pt x="112328" y="157289"/>
                  <a:pt x="106676" y="154942"/>
                  <a:pt x="102639" y="150249"/>
                </a:cubicBezTo>
                <a:cubicBezTo>
                  <a:pt x="98602" y="145556"/>
                  <a:pt x="96584" y="139123"/>
                  <a:pt x="96584" y="130948"/>
                </a:cubicBezTo>
                <a:cubicBezTo>
                  <a:pt x="96584" y="126406"/>
                  <a:pt x="97290" y="122067"/>
                  <a:pt x="98703" y="117929"/>
                </a:cubicBezTo>
                <a:lnTo>
                  <a:pt x="96584" y="117020"/>
                </a:lnTo>
                <a:moveTo>
                  <a:pt x="106424" y="68880"/>
                </a:moveTo>
                <a:cubicBezTo>
                  <a:pt x="107836" y="62623"/>
                  <a:pt x="108947" y="56971"/>
                  <a:pt x="109754" y="51925"/>
                </a:cubicBezTo>
                <a:cubicBezTo>
                  <a:pt x="110561" y="46879"/>
                  <a:pt x="110965" y="42085"/>
                  <a:pt x="110965" y="37543"/>
                </a:cubicBezTo>
                <a:cubicBezTo>
                  <a:pt x="110965" y="29470"/>
                  <a:pt x="109073" y="23692"/>
                  <a:pt x="105288" y="20210"/>
                </a:cubicBezTo>
                <a:cubicBezTo>
                  <a:pt x="101504" y="16728"/>
                  <a:pt x="95524" y="14987"/>
                  <a:pt x="87349" y="14987"/>
                </a:cubicBezTo>
                <a:cubicBezTo>
                  <a:pt x="81395" y="14987"/>
                  <a:pt x="75844" y="16299"/>
                  <a:pt x="70697" y="18923"/>
                </a:cubicBezTo>
                <a:cubicBezTo>
                  <a:pt x="65550" y="21547"/>
                  <a:pt x="60857" y="25130"/>
                  <a:pt x="56618" y="29671"/>
                </a:cubicBezTo>
                <a:cubicBezTo>
                  <a:pt x="52379" y="34213"/>
                  <a:pt x="48620" y="39461"/>
                  <a:pt x="45340" y="45415"/>
                </a:cubicBezTo>
                <a:cubicBezTo>
                  <a:pt x="42060" y="51370"/>
                  <a:pt x="39284" y="57678"/>
                  <a:pt x="37014" y="64339"/>
                </a:cubicBezTo>
                <a:cubicBezTo>
                  <a:pt x="34743" y="70999"/>
                  <a:pt x="33027" y="77837"/>
                  <a:pt x="31866" y="84851"/>
                </a:cubicBezTo>
                <a:cubicBezTo>
                  <a:pt x="30706" y="91865"/>
                  <a:pt x="30126" y="98602"/>
                  <a:pt x="30126" y="105061"/>
                </a:cubicBezTo>
                <a:cubicBezTo>
                  <a:pt x="30126" y="115961"/>
                  <a:pt x="31665" y="124060"/>
                  <a:pt x="34743" y="129358"/>
                </a:cubicBezTo>
                <a:cubicBezTo>
                  <a:pt x="37821" y="134657"/>
                  <a:pt x="42791" y="137306"/>
                  <a:pt x="49654" y="137306"/>
                </a:cubicBezTo>
                <a:cubicBezTo>
                  <a:pt x="53086" y="137306"/>
                  <a:pt x="56391" y="136700"/>
                  <a:pt x="59570" y="135489"/>
                </a:cubicBezTo>
                <a:cubicBezTo>
                  <a:pt x="62749" y="134278"/>
                  <a:pt x="66105" y="132361"/>
                  <a:pt x="69637" y="129737"/>
                </a:cubicBezTo>
                <a:cubicBezTo>
                  <a:pt x="78518" y="122773"/>
                  <a:pt x="86087" y="114296"/>
                  <a:pt x="92345" y="104304"/>
                </a:cubicBezTo>
                <a:cubicBezTo>
                  <a:pt x="98602" y="94313"/>
                  <a:pt x="103295" y="82505"/>
                  <a:pt x="106424" y="6888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path-191">
            <a:extLst xmlns:a="http://schemas.openxmlformats.org/drawingml/2006/main">
              <a:ext uri="{FF2B5EF4-FFF2-40B4-BE49-F238E27FC236}">
                <a16:creationId xmlns:a16="http://schemas.microsoft.com/office/drawing/2014/main" id="{123837F3-F3AF-473B-AA3A-5F41B936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6632" y="3659518"/>
            <a:ext cx="74330" cy="209365"/>
          </a:xfrm>
          <a:custGeom xmlns:a="http://schemas.openxmlformats.org/drawingml/2006/main">
            <a:pathLst>
              <a:path w="74330" h="209365">
                <a:moveTo>
                  <a:pt x="4693" y="148660"/>
                </a:moveTo>
                <a:cubicBezTo>
                  <a:pt x="9033" y="129283"/>
                  <a:pt x="13347" y="109956"/>
                  <a:pt x="17636" y="90679"/>
                </a:cubicBezTo>
                <a:cubicBezTo>
                  <a:pt x="21926" y="71403"/>
                  <a:pt x="25433" y="56618"/>
                  <a:pt x="28158" y="46324"/>
                </a:cubicBezTo>
                <a:cubicBezTo>
                  <a:pt x="30580" y="35323"/>
                  <a:pt x="31791" y="27804"/>
                  <a:pt x="31791" y="23767"/>
                </a:cubicBezTo>
                <a:cubicBezTo>
                  <a:pt x="31791" y="21648"/>
                  <a:pt x="31513" y="19882"/>
                  <a:pt x="30958" y="18469"/>
                </a:cubicBezTo>
                <a:cubicBezTo>
                  <a:pt x="30403" y="17056"/>
                  <a:pt x="29394" y="15895"/>
                  <a:pt x="27930" y="14987"/>
                </a:cubicBezTo>
                <a:cubicBezTo>
                  <a:pt x="26467" y="14079"/>
                  <a:pt x="24474" y="13423"/>
                  <a:pt x="21951" y="13019"/>
                </a:cubicBezTo>
                <a:cubicBezTo>
                  <a:pt x="19428" y="12615"/>
                  <a:pt x="16148" y="12313"/>
                  <a:pt x="12111" y="12111"/>
                </a:cubicBezTo>
                <a:lnTo>
                  <a:pt x="14230" y="1817"/>
                </a:lnTo>
                <a:lnTo>
                  <a:pt x="55861" y="0"/>
                </a:lnTo>
                <a:lnTo>
                  <a:pt x="66761" y="0"/>
                </a:lnTo>
                <a:cubicBezTo>
                  <a:pt x="60503" y="28158"/>
                  <a:pt x="54776" y="53893"/>
                  <a:pt x="49579" y="77206"/>
                </a:cubicBezTo>
                <a:cubicBezTo>
                  <a:pt x="44381" y="100519"/>
                  <a:pt x="38704" y="126255"/>
                  <a:pt x="32548" y="154412"/>
                </a:cubicBezTo>
                <a:cubicBezTo>
                  <a:pt x="31135" y="160468"/>
                  <a:pt x="30126" y="165237"/>
                  <a:pt x="29520" y="168718"/>
                </a:cubicBezTo>
                <a:cubicBezTo>
                  <a:pt x="28914" y="172200"/>
                  <a:pt x="28612" y="175354"/>
                  <a:pt x="28612" y="178180"/>
                </a:cubicBezTo>
                <a:cubicBezTo>
                  <a:pt x="28612" y="182015"/>
                  <a:pt x="29394" y="184790"/>
                  <a:pt x="30958" y="186506"/>
                </a:cubicBezTo>
                <a:cubicBezTo>
                  <a:pt x="32523" y="188222"/>
                  <a:pt x="34919" y="189080"/>
                  <a:pt x="38149" y="189080"/>
                </a:cubicBezTo>
                <a:cubicBezTo>
                  <a:pt x="39966" y="189080"/>
                  <a:pt x="41782" y="188726"/>
                  <a:pt x="43599" y="188020"/>
                </a:cubicBezTo>
                <a:cubicBezTo>
                  <a:pt x="45415" y="187313"/>
                  <a:pt x="47333" y="186203"/>
                  <a:pt x="49351" y="184689"/>
                </a:cubicBezTo>
                <a:cubicBezTo>
                  <a:pt x="51370" y="183176"/>
                  <a:pt x="53615" y="181233"/>
                  <a:pt x="56088" y="178861"/>
                </a:cubicBezTo>
                <a:cubicBezTo>
                  <a:pt x="58561" y="176489"/>
                  <a:pt x="61361" y="173638"/>
                  <a:pt x="64490" y="170308"/>
                </a:cubicBezTo>
                <a:lnTo>
                  <a:pt x="74330" y="180299"/>
                </a:lnTo>
                <a:cubicBezTo>
                  <a:pt x="69183" y="185547"/>
                  <a:pt x="64515" y="190013"/>
                  <a:pt x="60327" y="193697"/>
                </a:cubicBezTo>
                <a:cubicBezTo>
                  <a:pt x="56139" y="197381"/>
                  <a:pt x="52152" y="200383"/>
                  <a:pt x="48367" y="202704"/>
                </a:cubicBezTo>
                <a:cubicBezTo>
                  <a:pt x="44583" y="205025"/>
                  <a:pt x="40849" y="206716"/>
                  <a:pt x="37165" y="207776"/>
                </a:cubicBezTo>
                <a:cubicBezTo>
                  <a:pt x="33481" y="208835"/>
                  <a:pt x="29520" y="209365"/>
                  <a:pt x="25281" y="209365"/>
                </a:cubicBezTo>
                <a:cubicBezTo>
                  <a:pt x="21446" y="209365"/>
                  <a:pt x="17990" y="208659"/>
                  <a:pt x="14911" y="207246"/>
                </a:cubicBezTo>
                <a:cubicBezTo>
                  <a:pt x="11833" y="205833"/>
                  <a:pt x="9184" y="203890"/>
                  <a:pt x="6964" y="201417"/>
                </a:cubicBezTo>
                <a:cubicBezTo>
                  <a:pt x="4743" y="198945"/>
                  <a:pt x="3028" y="195993"/>
                  <a:pt x="1817" y="192561"/>
                </a:cubicBezTo>
                <a:cubicBezTo>
                  <a:pt x="606" y="189130"/>
                  <a:pt x="0" y="185345"/>
                  <a:pt x="0" y="181208"/>
                </a:cubicBezTo>
                <a:cubicBezTo>
                  <a:pt x="0" y="177473"/>
                  <a:pt x="378" y="172856"/>
                  <a:pt x="1135" y="167356"/>
                </a:cubicBezTo>
                <a:cubicBezTo>
                  <a:pt x="1892" y="161856"/>
                  <a:pt x="3078" y="155624"/>
                  <a:pt x="4693" y="1486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path-192">
            <a:extLst xmlns:a="http://schemas.openxmlformats.org/drawingml/2006/main">
              <a:ext uri="{FF2B5EF4-FFF2-40B4-BE49-F238E27FC236}">
                <a16:creationId xmlns:a16="http://schemas.microsoft.com/office/drawing/2014/main" id="{5103FB81-16ED-4CDF-B443-AC01A562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1605" y="4645438"/>
            <a:ext cx="436924" cy="95764"/>
          </a:xfrm>
          <a:custGeom xmlns:a="http://schemas.openxmlformats.org/drawingml/2006/main">
            <a:pathLst>
              <a:path w="436924" h="95764">
                <a:moveTo>
                  <a:pt x="293278" y="95764"/>
                </a:moveTo>
                <a:lnTo>
                  <a:pt x="293278" y="47883"/>
                </a:lnTo>
                <a:lnTo>
                  <a:pt x="293278" y="0"/>
                </a:lnTo>
                <a:lnTo>
                  <a:pt x="436924" y="47883"/>
                </a:lnTo>
                <a:lnTo>
                  <a:pt x="293278" y="95764"/>
                </a:lnTo>
                <a:moveTo>
                  <a:pt x="0" y="29927"/>
                </a:moveTo>
                <a:lnTo>
                  <a:pt x="365101" y="29927"/>
                </a:lnTo>
                <a:lnTo>
                  <a:pt x="365101" y="65838"/>
                </a:lnTo>
                <a:lnTo>
                  <a:pt x="0" y="65838"/>
                </a:lnTo>
                <a:lnTo>
                  <a:pt x="0" y="299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text-193 ∆">
            <a:extLst xmlns:a="http://schemas.openxmlformats.org/drawingml/2006/main">
              <a:ext uri="{FF2B5EF4-FFF2-40B4-BE49-F238E27FC236}">
                <a16:creationId xmlns:a16="http://schemas.microsoft.com/office/drawing/2014/main" id="{D7AB849F-7010-470B-8ED9-C32D6234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42335" y="3223320"/>
            <a:ext cx="334284" cy="6033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93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93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3393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∆</a:t>
            </a:r>
          </a:p>
        </p:txBody>
      </p:sp>
      <p:sp>
        <p:nvSpPr>
          <p:cNvPr id="194" name="path-194">
            <a:extLst xmlns:a="http://schemas.openxmlformats.org/drawingml/2006/main">
              <a:ext uri="{FF2B5EF4-FFF2-40B4-BE49-F238E27FC236}">
                <a16:creationId xmlns:a16="http://schemas.microsoft.com/office/drawing/2014/main" id="{FA5AD8EB-FA78-4A60-B500-37198CAF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9999" y="3551829"/>
            <a:ext cx="110057" cy="192561"/>
          </a:xfrm>
          <a:custGeom xmlns:a="http://schemas.openxmlformats.org/drawingml/2006/main">
            <a:pathLst>
              <a:path w="110057" h="192561">
                <a:moveTo>
                  <a:pt x="95372" y="160619"/>
                </a:moveTo>
                <a:cubicBezTo>
                  <a:pt x="90225" y="166372"/>
                  <a:pt x="85331" y="171267"/>
                  <a:pt x="80688" y="175304"/>
                </a:cubicBezTo>
                <a:cubicBezTo>
                  <a:pt x="76046" y="179341"/>
                  <a:pt x="71504" y="182646"/>
                  <a:pt x="67063" y="185219"/>
                </a:cubicBezTo>
                <a:cubicBezTo>
                  <a:pt x="62623" y="187793"/>
                  <a:pt x="58233" y="189660"/>
                  <a:pt x="53893" y="190821"/>
                </a:cubicBezTo>
                <a:cubicBezTo>
                  <a:pt x="49553" y="191981"/>
                  <a:pt x="45113" y="192561"/>
                  <a:pt x="40571" y="192561"/>
                </a:cubicBezTo>
                <a:cubicBezTo>
                  <a:pt x="28561" y="192561"/>
                  <a:pt x="19604" y="189736"/>
                  <a:pt x="13700" y="184084"/>
                </a:cubicBezTo>
                <a:cubicBezTo>
                  <a:pt x="7796" y="178432"/>
                  <a:pt x="4844" y="170106"/>
                  <a:pt x="4844" y="159105"/>
                </a:cubicBezTo>
                <a:cubicBezTo>
                  <a:pt x="4844" y="155371"/>
                  <a:pt x="5122" y="151259"/>
                  <a:pt x="5677" y="146768"/>
                </a:cubicBezTo>
                <a:cubicBezTo>
                  <a:pt x="6232" y="142276"/>
                  <a:pt x="7014" y="137912"/>
                  <a:pt x="8023" y="133673"/>
                </a:cubicBezTo>
                <a:lnTo>
                  <a:pt x="26038" y="55255"/>
                </a:lnTo>
                <a:lnTo>
                  <a:pt x="0" y="55255"/>
                </a:lnTo>
                <a:lnTo>
                  <a:pt x="3028" y="43599"/>
                </a:lnTo>
                <a:cubicBezTo>
                  <a:pt x="9083" y="43599"/>
                  <a:pt x="13801" y="43019"/>
                  <a:pt x="17182" y="41858"/>
                </a:cubicBezTo>
                <a:cubicBezTo>
                  <a:pt x="20563" y="40697"/>
                  <a:pt x="23414" y="39108"/>
                  <a:pt x="25735" y="37089"/>
                </a:cubicBezTo>
                <a:cubicBezTo>
                  <a:pt x="27249" y="35676"/>
                  <a:pt x="28713" y="33935"/>
                  <a:pt x="30126" y="31866"/>
                </a:cubicBezTo>
                <a:cubicBezTo>
                  <a:pt x="31538" y="29798"/>
                  <a:pt x="32951" y="27300"/>
                  <a:pt x="34364" y="24373"/>
                </a:cubicBezTo>
                <a:cubicBezTo>
                  <a:pt x="35777" y="21446"/>
                  <a:pt x="37215" y="17990"/>
                  <a:pt x="38679" y="14003"/>
                </a:cubicBezTo>
                <a:cubicBezTo>
                  <a:pt x="40142" y="10017"/>
                  <a:pt x="41782" y="5349"/>
                  <a:pt x="43599" y="0"/>
                </a:cubicBezTo>
                <a:lnTo>
                  <a:pt x="67215" y="0"/>
                </a:lnTo>
                <a:lnTo>
                  <a:pt x="58586" y="38452"/>
                </a:lnTo>
                <a:lnTo>
                  <a:pt x="110057" y="38452"/>
                </a:lnTo>
                <a:lnTo>
                  <a:pt x="106575" y="55255"/>
                </a:lnTo>
                <a:lnTo>
                  <a:pt x="55255" y="55255"/>
                </a:lnTo>
                <a:lnTo>
                  <a:pt x="39814" y="118686"/>
                </a:lnTo>
                <a:cubicBezTo>
                  <a:pt x="38805" y="122924"/>
                  <a:pt x="37972" y="126734"/>
                  <a:pt x="37316" y="130115"/>
                </a:cubicBezTo>
                <a:cubicBezTo>
                  <a:pt x="36660" y="133496"/>
                  <a:pt x="36131" y="136549"/>
                  <a:pt x="35727" y="139274"/>
                </a:cubicBezTo>
                <a:cubicBezTo>
                  <a:pt x="35323" y="141999"/>
                  <a:pt x="35046" y="144472"/>
                  <a:pt x="34894" y="146692"/>
                </a:cubicBezTo>
                <a:cubicBezTo>
                  <a:pt x="34743" y="148912"/>
                  <a:pt x="34667" y="150981"/>
                  <a:pt x="34667" y="152899"/>
                </a:cubicBezTo>
                <a:cubicBezTo>
                  <a:pt x="34667" y="158954"/>
                  <a:pt x="35929" y="163697"/>
                  <a:pt x="38452" y="167129"/>
                </a:cubicBezTo>
                <a:cubicBezTo>
                  <a:pt x="40975" y="170560"/>
                  <a:pt x="45113" y="172276"/>
                  <a:pt x="50865" y="172276"/>
                </a:cubicBezTo>
                <a:cubicBezTo>
                  <a:pt x="55710" y="172276"/>
                  <a:pt x="60857" y="170485"/>
                  <a:pt x="66307" y="166902"/>
                </a:cubicBezTo>
                <a:cubicBezTo>
                  <a:pt x="71756" y="163319"/>
                  <a:pt x="77963" y="157693"/>
                  <a:pt x="84927" y="150022"/>
                </a:cubicBezTo>
                <a:lnTo>
                  <a:pt x="95372" y="1606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path-195">
            <a:extLst xmlns:a="http://schemas.openxmlformats.org/drawingml/2006/main">
              <a:ext uri="{FF2B5EF4-FFF2-40B4-BE49-F238E27FC236}">
                <a16:creationId xmlns:a16="http://schemas.microsoft.com/office/drawing/2014/main" id="{005369BE-145C-4669-9219-1254D048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4958" y="2522397"/>
            <a:ext cx="710210" cy="437211"/>
          </a:xfrm>
          <a:custGeom xmlns:a="http://schemas.openxmlformats.org/drawingml/2006/main">
            <a:pathLst>
              <a:path w="710210" h="437211">
                <a:moveTo>
                  <a:pt x="0" y="407021"/>
                </a:moveTo>
                <a:cubicBezTo>
                  <a:pt x="50659" y="404124"/>
                  <a:pt x="173117" y="437211"/>
                  <a:pt x="276711" y="357918"/>
                </a:cubicBezTo>
                <a:cubicBezTo>
                  <a:pt x="380327" y="278626"/>
                  <a:pt x="433286" y="0"/>
                  <a:pt x="519806" y="12593"/>
                </a:cubicBezTo>
                <a:cubicBezTo>
                  <a:pt x="606330" y="25162"/>
                  <a:pt x="671328" y="334935"/>
                  <a:pt x="710210" y="421792"/>
                </a:cubicBezTo>
              </a:path>
            </a:pathLst>
          </a:custGeom>
          <a:solidFill xmlns:a="http://schemas.openxmlformats.org/drawingml/2006/main">
            <a:srgbClr val="FADB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path-196">
            <a:extLst xmlns:a="http://schemas.openxmlformats.org/drawingml/2006/main">
              <a:ext uri="{FF2B5EF4-FFF2-40B4-BE49-F238E27FC236}">
                <a16:creationId xmlns:a16="http://schemas.microsoft.com/office/drawing/2014/main" id="{4AF0D60E-6378-44F1-AA8D-2A48F9C8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4766" y="2522637"/>
            <a:ext cx="721439" cy="426222"/>
          </a:xfrm>
          <a:custGeom xmlns:a="http://schemas.openxmlformats.org/drawingml/2006/main">
            <a:pathLst>
              <a:path w="721439" h="426222">
                <a:moveTo>
                  <a:pt x="0" y="394810"/>
                </a:moveTo>
                <a:lnTo>
                  <a:pt x="10654" y="394643"/>
                </a:lnTo>
                <a:lnTo>
                  <a:pt x="23030" y="395146"/>
                </a:lnTo>
                <a:lnTo>
                  <a:pt x="51066" y="397085"/>
                </a:lnTo>
                <a:lnTo>
                  <a:pt x="51018" y="397085"/>
                </a:lnTo>
                <a:lnTo>
                  <a:pt x="66748" y="398139"/>
                </a:lnTo>
                <a:lnTo>
                  <a:pt x="66533" y="398115"/>
                </a:lnTo>
                <a:lnTo>
                  <a:pt x="83269" y="398928"/>
                </a:lnTo>
                <a:lnTo>
                  <a:pt x="82933" y="398905"/>
                </a:lnTo>
                <a:lnTo>
                  <a:pt x="100552" y="399239"/>
                </a:lnTo>
                <a:lnTo>
                  <a:pt x="100098" y="399239"/>
                </a:lnTo>
                <a:lnTo>
                  <a:pt x="118484" y="398905"/>
                </a:lnTo>
                <a:lnTo>
                  <a:pt x="118078" y="398928"/>
                </a:lnTo>
                <a:lnTo>
                  <a:pt x="127510" y="398426"/>
                </a:lnTo>
                <a:lnTo>
                  <a:pt x="127198" y="398449"/>
                </a:lnTo>
                <a:lnTo>
                  <a:pt x="136776" y="397707"/>
                </a:lnTo>
                <a:lnTo>
                  <a:pt x="136439" y="397732"/>
                </a:lnTo>
                <a:lnTo>
                  <a:pt x="146136" y="396726"/>
                </a:lnTo>
                <a:lnTo>
                  <a:pt x="145778" y="396750"/>
                </a:lnTo>
                <a:lnTo>
                  <a:pt x="155570" y="395433"/>
                </a:lnTo>
                <a:lnTo>
                  <a:pt x="155210" y="395481"/>
                </a:lnTo>
                <a:lnTo>
                  <a:pt x="165099" y="393829"/>
                </a:lnTo>
                <a:lnTo>
                  <a:pt x="164690" y="393901"/>
                </a:lnTo>
                <a:lnTo>
                  <a:pt x="174649" y="391890"/>
                </a:lnTo>
                <a:lnTo>
                  <a:pt x="174243" y="391986"/>
                </a:lnTo>
                <a:lnTo>
                  <a:pt x="184251" y="389567"/>
                </a:lnTo>
                <a:lnTo>
                  <a:pt x="183819" y="389687"/>
                </a:lnTo>
                <a:lnTo>
                  <a:pt x="193851" y="386863"/>
                </a:lnTo>
                <a:lnTo>
                  <a:pt x="193397" y="387006"/>
                </a:lnTo>
                <a:lnTo>
                  <a:pt x="203475" y="383750"/>
                </a:lnTo>
                <a:lnTo>
                  <a:pt x="203021" y="383917"/>
                </a:lnTo>
                <a:lnTo>
                  <a:pt x="213100" y="380183"/>
                </a:lnTo>
                <a:lnTo>
                  <a:pt x="212619" y="380374"/>
                </a:lnTo>
                <a:lnTo>
                  <a:pt x="222675" y="376136"/>
                </a:lnTo>
                <a:lnTo>
                  <a:pt x="222197" y="376352"/>
                </a:lnTo>
                <a:lnTo>
                  <a:pt x="232229" y="371612"/>
                </a:lnTo>
                <a:lnTo>
                  <a:pt x="231750" y="371851"/>
                </a:lnTo>
                <a:lnTo>
                  <a:pt x="241758" y="366560"/>
                </a:lnTo>
                <a:lnTo>
                  <a:pt x="241255" y="366824"/>
                </a:lnTo>
                <a:lnTo>
                  <a:pt x="251190" y="360958"/>
                </a:lnTo>
                <a:lnTo>
                  <a:pt x="250711" y="361269"/>
                </a:lnTo>
                <a:lnTo>
                  <a:pt x="260575" y="354782"/>
                </a:lnTo>
                <a:lnTo>
                  <a:pt x="260095" y="355116"/>
                </a:lnTo>
                <a:lnTo>
                  <a:pt x="269863" y="348006"/>
                </a:lnTo>
                <a:lnTo>
                  <a:pt x="269242" y="348508"/>
                </a:lnTo>
                <a:lnTo>
                  <a:pt x="278794" y="340488"/>
                </a:lnTo>
                <a:lnTo>
                  <a:pt x="278099" y="341111"/>
                </a:lnTo>
                <a:lnTo>
                  <a:pt x="287389" y="332037"/>
                </a:lnTo>
                <a:lnTo>
                  <a:pt x="286838" y="332612"/>
                </a:lnTo>
                <a:lnTo>
                  <a:pt x="295864" y="322532"/>
                </a:lnTo>
                <a:lnTo>
                  <a:pt x="295434" y="323059"/>
                </a:lnTo>
                <a:lnTo>
                  <a:pt x="304195" y="312094"/>
                </a:lnTo>
                <a:lnTo>
                  <a:pt x="303861" y="312549"/>
                </a:lnTo>
                <a:lnTo>
                  <a:pt x="312383" y="300771"/>
                </a:lnTo>
                <a:lnTo>
                  <a:pt x="312120" y="301154"/>
                </a:lnTo>
                <a:lnTo>
                  <a:pt x="320427" y="288656"/>
                </a:lnTo>
                <a:lnTo>
                  <a:pt x="320212" y="288991"/>
                </a:lnTo>
                <a:lnTo>
                  <a:pt x="328326" y="275872"/>
                </a:lnTo>
                <a:lnTo>
                  <a:pt x="328160" y="276160"/>
                </a:lnTo>
                <a:lnTo>
                  <a:pt x="336084" y="262512"/>
                </a:lnTo>
                <a:lnTo>
                  <a:pt x="335942" y="262752"/>
                </a:lnTo>
                <a:lnTo>
                  <a:pt x="343698" y="248627"/>
                </a:lnTo>
                <a:lnTo>
                  <a:pt x="343578" y="248842"/>
                </a:lnTo>
                <a:lnTo>
                  <a:pt x="351168" y="234358"/>
                </a:lnTo>
                <a:lnTo>
                  <a:pt x="351048" y="234598"/>
                </a:lnTo>
                <a:lnTo>
                  <a:pt x="365819" y="204935"/>
                </a:lnTo>
                <a:lnTo>
                  <a:pt x="365725" y="205126"/>
                </a:lnTo>
                <a:lnTo>
                  <a:pt x="394069" y="145393"/>
                </a:lnTo>
                <a:lnTo>
                  <a:pt x="407931" y="116640"/>
                </a:lnTo>
                <a:lnTo>
                  <a:pt x="421793" y="89563"/>
                </a:lnTo>
                <a:lnTo>
                  <a:pt x="428834" y="76778"/>
                </a:lnTo>
                <a:lnTo>
                  <a:pt x="435919" y="64664"/>
                </a:lnTo>
                <a:lnTo>
                  <a:pt x="443101" y="53316"/>
                </a:lnTo>
                <a:lnTo>
                  <a:pt x="450429" y="42758"/>
                </a:lnTo>
                <a:lnTo>
                  <a:pt x="457944" y="33086"/>
                </a:lnTo>
                <a:lnTo>
                  <a:pt x="465726" y="24395"/>
                </a:lnTo>
                <a:lnTo>
                  <a:pt x="473841" y="16758"/>
                </a:lnTo>
                <a:lnTo>
                  <a:pt x="482195" y="10414"/>
                </a:lnTo>
                <a:lnTo>
                  <a:pt x="486819" y="7589"/>
                </a:lnTo>
                <a:lnTo>
                  <a:pt x="491436" y="5219"/>
                </a:lnTo>
                <a:lnTo>
                  <a:pt x="496178" y="3232"/>
                </a:lnTo>
                <a:lnTo>
                  <a:pt x="501086" y="1699"/>
                </a:lnTo>
                <a:lnTo>
                  <a:pt x="506113" y="622"/>
                </a:lnTo>
                <a:lnTo>
                  <a:pt x="511260" y="48"/>
                </a:lnTo>
                <a:lnTo>
                  <a:pt x="516456" y="0"/>
                </a:lnTo>
                <a:lnTo>
                  <a:pt x="521725" y="478"/>
                </a:lnTo>
                <a:lnTo>
                  <a:pt x="526966" y="1532"/>
                </a:lnTo>
                <a:lnTo>
                  <a:pt x="532089" y="3112"/>
                </a:lnTo>
                <a:lnTo>
                  <a:pt x="537067" y="5147"/>
                </a:lnTo>
                <a:lnTo>
                  <a:pt x="541882" y="7636"/>
                </a:lnTo>
                <a:lnTo>
                  <a:pt x="546551" y="10533"/>
                </a:lnTo>
                <a:lnTo>
                  <a:pt x="551217" y="13909"/>
                </a:lnTo>
                <a:lnTo>
                  <a:pt x="559741" y="21354"/>
                </a:lnTo>
                <a:lnTo>
                  <a:pt x="568025" y="30189"/>
                </a:lnTo>
                <a:lnTo>
                  <a:pt x="575973" y="40197"/>
                </a:lnTo>
                <a:lnTo>
                  <a:pt x="583658" y="51257"/>
                </a:lnTo>
                <a:lnTo>
                  <a:pt x="591104" y="63299"/>
                </a:lnTo>
                <a:lnTo>
                  <a:pt x="598335" y="76251"/>
                </a:lnTo>
                <a:lnTo>
                  <a:pt x="605396" y="90042"/>
                </a:lnTo>
                <a:lnTo>
                  <a:pt x="612294" y="104550"/>
                </a:lnTo>
                <a:lnTo>
                  <a:pt x="618994" y="119705"/>
                </a:lnTo>
                <a:lnTo>
                  <a:pt x="625577" y="135434"/>
                </a:lnTo>
                <a:lnTo>
                  <a:pt x="631997" y="151665"/>
                </a:lnTo>
                <a:lnTo>
                  <a:pt x="644351" y="185064"/>
                </a:lnTo>
                <a:lnTo>
                  <a:pt x="656105" y="219299"/>
                </a:lnTo>
                <a:lnTo>
                  <a:pt x="667284" y="253583"/>
                </a:lnTo>
                <a:lnTo>
                  <a:pt x="687850" y="319157"/>
                </a:lnTo>
                <a:lnTo>
                  <a:pt x="697234" y="349012"/>
                </a:lnTo>
                <a:lnTo>
                  <a:pt x="697185" y="348892"/>
                </a:lnTo>
                <a:lnTo>
                  <a:pt x="705997" y="375825"/>
                </a:lnTo>
                <a:lnTo>
                  <a:pt x="705899" y="375563"/>
                </a:lnTo>
                <a:lnTo>
                  <a:pt x="714091" y="398785"/>
                </a:lnTo>
                <a:lnTo>
                  <a:pt x="713969" y="398449"/>
                </a:lnTo>
                <a:lnTo>
                  <a:pt x="717848" y="408433"/>
                </a:lnTo>
                <a:lnTo>
                  <a:pt x="717706" y="408098"/>
                </a:lnTo>
                <a:lnTo>
                  <a:pt x="721439" y="416884"/>
                </a:lnTo>
                <a:lnTo>
                  <a:pt x="699390" y="426222"/>
                </a:lnTo>
                <a:lnTo>
                  <a:pt x="695584" y="417267"/>
                </a:lnTo>
                <a:lnTo>
                  <a:pt x="691583" y="406949"/>
                </a:lnTo>
                <a:lnTo>
                  <a:pt x="683278" y="383391"/>
                </a:lnTo>
                <a:lnTo>
                  <a:pt x="674418" y="356265"/>
                </a:lnTo>
                <a:lnTo>
                  <a:pt x="664986" y="326315"/>
                </a:lnTo>
                <a:lnTo>
                  <a:pt x="644469" y="260813"/>
                </a:lnTo>
                <a:lnTo>
                  <a:pt x="644493" y="260933"/>
                </a:lnTo>
                <a:lnTo>
                  <a:pt x="633383" y="226817"/>
                </a:lnTo>
                <a:lnTo>
                  <a:pt x="633432" y="226984"/>
                </a:lnTo>
                <a:lnTo>
                  <a:pt x="621750" y="192988"/>
                </a:lnTo>
                <a:lnTo>
                  <a:pt x="621844" y="193251"/>
                </a:lnTo>
                <a:lnTo>
                  <a:pt x="609587" y="160093"/>
                </a:lnTo>
                <a:lnTo>
                  <a:pt x="609680" y="160356"/>
                </a:lnTo>
                <a:lnTo>
                  <a:pt x="603337" y="144363"/>
                </a:lnTo>
                <a:lnTo>
                  <a:pt x="603434" y="144556"/>
                </a:lnTo>
                <a:lnTo>
                  <a:pt x="596969" y="129065"/>
                </a:lnTo>
                <a:lnTo>
                  <a:pt x="597066" y="129305"/>
                </a:lnTo>
                <a:lnTo>
                  <a:pt x="590456" y="114390"/>
                </a:lnTo>
                <a:lnTo>
                  <a:pt x="590577" y="114677"/>
                </a:lnTo>
                <a:lnTo>
                  <a:pt x="583849" y="100456"/>
                </a:lnTo>
                <a:lnTo>
                  <a:pt x="584015" y="100791"/>
                </a:lnTo>
                <a:lnTo>
                  <a:pt x="577124" y="87360"/>
                </a:lnTo>
                <a:lnTo>
                  <a:pt x="577339" y="87743"/>
                </a:lnTo>
                <a:lnTo>
                  <a:pt x="570323" y="75222"/>
                </a:lnTo>
                <a:lnTo>
                  <a:pt x="570587" y="75678"/>
                </a:lnTo>
                <a:lnTo>
                  <a:pt x="563453" y="64114"/>
                </a:lnTo>
                <a:lnTo>
                  <a:pt x="563813" y="64641"/>
                </a:lnTo>
                <a:lnTo>
                  <a:pt x="556534" y="54154"/>
                </a:lnTo>
                <a:lnTo>
                  <a:pt x="556988" y="54777"/>
                </a:lnTo>
                <a:lnTo>
                  <a:pt x="549591" y="45463"/>
                </a:lnTo>
                <a:lnTo>
                  <a:pt x="550212" y="46206"/>
                </a:lnTo>
                <a:lnTo>
                  <a:pt x="542672" y="38161"/>
                </a:lnTo>
                <a:lnTo>
                  <a:pt x="543556" y="38999"/>
                </a:lnTo>
                <a:lnTo>
                  <a:pt x="535895" y="32320"/>
                </a:lnTo>
                <a:lnTo>
                  <a:pt x="536734" y="32990"/>
                </a:lnTo>
                <a:lnTo>
                  <a:pt x="532855" y="30189"/>
                </a:lnTo>
                <a:lnTo>
                  <a:pt x="533573" y="30668"/>
                </a:lnTo>
                <a:lnTo>
                  <a:pt x="529649" y="28226"/>
                </a:lnTo>
                <a:lnTo>
                  <a:pt x="530460" y="28705"/>
                </a:lnTo>
                <a:lnTo>
                  <a:pt x="526512" y="26646"/>
                </a:lnTo>
                <a:lnTo>
                  <a:pt x="527444" y="27077"/>
                </a:lnTo>
                <a:lnTo>
                  <a:pt x="523472" y="25449"/>
                </a:lnTo>
                <a:lnTo>
                  <a:pt x="524526" y="25832"/>
                </a:lnTo>
                <a:lnTo>
                  <a:pt x="520526" y="24587"/>
                </a:lnTo>
                <a:lnTo>
                  <a:pt x="521697" y="24898"/>
                </a:lnTo>
                <a:lnTo>
                  <a:pt x="517652" y="24084"/>
                </a:lnTo>
                <a:lnTo>
                  <a:pt x="518876" y="24276"/>
                </a:lnTo>
                <a:lnTo>
                  <a:pt x="514851" y="23893"/>
                </a:lnTo>
                <a:lnTo>
                  <a:pt x="516075" y="23940"/>
                </a:lnTo>
                <a:lnTo>
                  <a:pt x="512099" y="23965"/>
                </a:lnTo>
                <a:lnTo>
                  <a:pt x="513319" y="23893"/>
                </a:lnTo>
                <a:lnTo>
                  <a:pt x="509371" y="24348"/>
                </a:lnTo>
                <a:lnTo>
                  <a:pt x="510543" y="24156"/>
                </a:lnTo>
                <a:lnTo>
                  <a:pt x="506639" y="24994"/>
                </a:lnTo>
                <a:lnTo>
                  <a:pt x="507742" y="24706"/>
                </a:lnTo>
                <a:lnTo>
                  <a:pt x="503887" y="25904"/>
                </a:lnTo>
                <a:lnTo>
                  <a:pt x="504892" y="25544"/>
                </a:lnTo>
                <a:lnTo>
                  <a:pt x="501062" y="27124"/>
                </a:lnTo>
                <a:lnTo>
                  <a:pt x="501946" y="26718"/>
                </a:lnTo>
                <a:lnTo>
                  <a:pt x="498188" y="28681"/>
                </a:lnTo>
                <a:lnTo>
                  <a:pt x="498954" y="28226"/>
                </a:lnTo>
                <a:lnTo>
                  <a:pt x="495221" y="30525"/>
                </a:lnTo>
                <a:lnTo>
                  <a:pt x="496178" y="29878"/>
                </a:lnTo>
                <a:lnTo>
                  <a:pt x="488805" y="35457"/>
                </a:lnTo>
                <a:lnTo>
                  <a:pt x="489786" y="34619"/>
                </a:lnTo>
                <a:lnTo>
                  <a:pt x="482507" y="41465"/>
                </a:lnTo>
                <a:lnTo>
                  <a:pt x="483228" y="40723"/>
                </a:lnTo>
                <a:lnTo>
                  <a:pt x="476066" y="48744"/>
                </a:lnTo>
                <a:lnTo>
                  <a:pt x="476593" y="48121"/>
                </a:lnTo>
                <a:lnTo>
                  <a:pt x="469532" y="57195"/>
                </a:lnTo>
                <a:lnTo>
                  <a:pt x="469917" y="56668"/>
                </a:lnTo>
                <a:lnTo>
                  <a:pt x="462925" y="66747"/>
                </a:lnTo>
                <a:lnTo>
                  <a:pt x="463213" y="66317"/>
                </a:lnTo>
                <a:lnTo>
                  <a:pt x="456266" y="77305"/>
                </a:lnTo>
                <a:lnTo>
                  <a:pt x="456485" y="76946"/>
                </a:lnTo>
                <a:lnTo>
                  <a:pt x="449566" y="88725"/>
                </a:lnTo>
                <a:lnTo>
                  <a:pt x="449732" y="88437"/>
                </a:lnTo>
                <a:lnTo>
                  <a:pt x="442862" y="100935"/>
                </a:lnTo>
                <a:lnTo>
                  <a:pt x="443028" y="100647"/>
                </a:lnTo>
                <a:lnTo>
                  <a:pt x="429312" y="127437"/>
                </a:lnTo>
                <a:lnTo>
                  <a:pt x="429430" y="127174"/>
                </a:lnTo>
                <a:lnTo>
                  <a:pt x="415641" y="155760"/>
                </a:lnTo>
                <a:lnTo>
                  <a:pt x="415665" y="155688"/>
                </a:lnTo>
                <a:lnTo>
                  <a:pt x="387294" y="215492"/>
                </a:lnTo>
                <a:lnTo>
                  <a:pt x="372427" y="245371"/>
                </a:lnTo>
                <a:lnTo>
                  <a:pt x="364718" y="260047"/>
                </a:lnTo>
                <a:lnTo>
                  <a:pt x="356865" y="274387"/>
                </a:lnTo>
                <a:lnTo>
                  <a:pt x="348775" y="288321"/>
                </a:lnTo>
                <a:lnTo>
                  <a:pt x="340466" y="301752"/>
                </a:lnTo>
                <a:lnTo>
                  <a:pt x="331918" y="314608"/>
                </a:lnTo>
                <a:lnTo>
                  <a:pt x="323085" y="326819"/>
                </a:lnTo>
                <a:lnTo>
                  <a:pt x="313915" y="338262"/>
                </a:lnTo>
                <a:lnTo>
                  <a:pt x="304412" y="348892"/>
                </a:lnTo>
                <a:lnTo>
                  <a:pt x="294523" y="358564"/>
                </a:lnTo>
                <a:lnTo>
                  <a:pt x="284276" y="367111"/>
                </a:lnTo>
                <a:lnTo>
                  <a:pt x="273957" y="374628"/>
                </a:lnTo>
                <a:lnTo>
                  <a:pt x="263615" y="381428"/>
                </a:lnTo>
                <a:lnTo>
                  <a:pt x="253200" y="387580"/>
                </a:lnTo>
                <a:lnTo>
                  <a:pt x="242714" y="393135"/>
                </a:lnTo>
                <a:lnTo>
                  <a:pt x="232180" y="398115"/>
                </a:lnTo>
                <a:lnTo>
                  <a:pt x="221646" y="402544"/>
                </a:lnTo>
                <a:lnTo>
                  <a:pt x="211087" y="406446"/>
                </a:lnTo>
                <a:lnTo>
                  <a:pt x="200555" y="409846"/>
                </a:lnTo>
                <a:lnTo>
                  <a:pt x="190067" y="412790"/>
                </a:lnTo>
                <a:lnTo>
                  <a:pt x="179606" y="415304"/>
                </a:lnTo>
                <a:lnTo>
                  <a:pt x="169262" y="417411"/>
                </a:lnTo>
                <a:lnTo>
                  <a:pt x="158993" y="419135"/>
                </a:lnTo>
                <a:lnTo>
                  <a:pt x="148818" y="420500"/>
                </a:lnTo>
                <a:lnTo>
                  <a:pt x="138786" y="421552"/>
                </a:lnTo>
                <a:lnTo>
                  <a:pt x="128900" y="422319"/>
                </a:lnTo>
                <a:lnTo>
                  <a:pt x="119132" y="422845"/>
                </a:lnTo>
                <a:lnTo>
                  <a:pt x="100313" y="423181"/>
                </a:lnTo>
                <a:lnTo>
                  <a:pt x="82286" y="422845"/>
                </a:lnTo>
                <a:lnTo>
                  <a:pt x="65265" y="422032"/>
                </a:lnTo>
                <a:lnTo>
                  <a:pt x="49416" y="420978"/>
                </a:lnTo>
                <a:lnTo>
                  <a:pt x="21547" y="419039"/>
                </a:lnTo>
                <a:lnTo>
                  <a:pt x="21907" y="419063"/>
                </a:lnTo>
                <a:lnTo>
                  <a:pt x="10032" y="418584"/>
                </a:lnTo>
                <a:lnTo>
                  <a:pt x="10702" y="418584"/>
                </a:lnTo>
                <a:lnTo>
                  <a:pt x="385" y="418752"/>
                </a:lnTo>
                <a:lnTo>
                  <a:pt x="0" y="394810"/>
                </a:lnTo>
              </a:path>
            </a:pathLst>
          </a:custGeom>
          <a:solidFill xmlns:a="http://schemas.openxmlformats.org/drawingml/2006/main">
            <a:srgbClr val="C81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path-197">
            <a:extLst xmlns:a="http://schemas.openxmlformats.org/drawingml/2006/main">
              <a:ext uri="{FF2B5EF4-FFF2-40B4-BE49-F238E27FC236}">
                <a16:creationId xmlns:a16="http://schemas.microsoft.com/office/drawing/2014/main" id="{650693C3-2B85-4275-ABD0-6D49E0C4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680" y="2406953"/>
            <a:ext cx="95763" cy="537476"/>
          </a:xfrm>
          <a:custGeom xmlns:a="http://schemas.openxmlformats.org/drawingml/2006/main">
            <a:pathLst>
              <a:path w="95763" h="537476">
                <a:moveTo>
                  <a:pt x="95763" y="95764"/>
                </a:moveTo>
                <a:lnTo>
                  <a:pt x="47881" y="95764"/>
                </a:lnTo>
                <a:lnTo>
                  <a:pt x="0" y="95764"/>
                </a:lnTo>
                <a:lnTo>
                  <a:pt x="47881" y="0"/>
                </a:lnTo>
                <a:lnTo>
                  <a:pt x="95763" y="95764"/>
                </a:lnTo>
                <a:moveTo>
                  <a:pt x="35911" y="537476"/>
                </a:moveTo>
                <a:lnTo>
                  <a:pt x="35911" y="47882"/>
                </a:lnTo>
                <a:lnTo>
                  <a:pt x="59852" y="47882"/>
                </a:lnTo>
                <a:lnTo>
                  <a:pt x="59852" y="537476"/>
                </a:lnTo>
                <a:lnTo>
                  <a:pt x="35911" y="537476"/>
                </a:lnTo>
              </a:path>
            </a:pathLst>
          </a:custGeom>
          <a:solidFill xmlns:a="http://schemas.openxmlformats.org/drawingml/2006/main">
            <a:srgbClr val="C81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path-198">
            <a:extLst xmlns:a="http://schemas.openxmlformats.org/drawingml/2006/main">
              <a:ext uri="{FF2B5EF4-FFF2-40B4-BE49-F238E27FC236}">
                <a16:creationId xmlns:a16="http://schemas.microsoft.com/office/drawing/2014/main" id="{906E5DDF-6891-40BB-8B5B-918E3D89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2970" y="2895350"/>
            <a:ext cx="898986" cy="95764"/>
          </a:xfrm>
          <a:custGeom xmlns:a="http://schemas.openxmlformats.org/drawingml/2006/main">
            <a:pathLst>
              <a:path w="898986" h="95764">
                <a:moveTo>
                  <a:pt x="803221" y="95764"/>
                </a:moveTo>
                <a:lnTo>
                  <a:pt x="803221" y="47882"/>
                </a:lnTo>
                <a:lnTo>
                  <a:pt x="803221" y="0"/>
                </a:lnTo>
                <a:lnTo>
                  <a:pt x="898986" y="47882"/>
                </a:lnTo>
                <a:lnTo>
                  <a:pt x="803221" y="95764"/>
                </a:lnTo>
                <a:moveTo>
                  <a:pt x="0" y="35911"/>
                </a:moveTo>
                <a:lnTo>
                  <a:pt x="851105" y="35911"/>
                </a:lnTo>
                <a:lnTo>
                  <a:pt x="851105" y="59853"/>
                </a:lnTo>
                <a:lnTo>
                  <a:pt x="0" y="59853"/>
                </a:lnTo>
                <a:lnTo>
                  <a:pt x="0" y="35911"/>
                </a:lnTo>
              </a:path>
            </a:pathLst>
          </a:custGeom>
          <a:solidFill xmlns:a="http://schemas.openxmlformats.org/drawingml/2006/main">
            <a:srgbClr val="C81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path-199">
            <a:extLst xmlns:a="http://schemas.openxmlformats.org/drawingml/2006/main">
              <a:ext uri="{FF2B5EF4-FFF2-40B4-BE49-F238E27FC236}">
                <a16:creationId xmlns:a16="http://schemas.microsoft.com/office/drawing/2014/main" id="{B0554684-DBA4-4773-AB0F-918C5434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6285" y="6342855"/>
            <a:ext cx="95765" cy="544658"/>
          </a:xfrm>
          <a:custGeom xmlns:a="http://schemas.openxmlformats.org/drawingml/2006/main">
            <a:pathLst>
              <a:path w="95765" h="544658">
                <a:moveTo>
                  <a:pt x="95765" y="95764"/>
                </a:moveTo>
                <a:lnTo>
                  <a:pt x="47883" y="95764"/>
                </a:lnTo>
                <a:lnTo>
                  <a:pt x="0" y="95764"/>
                </a:lnTo>
                <a:lnTo>
                  <a:pt x="47883" y="0"/>
                </a:lnTo>
                <a:lnTo>
                  <a:pt x="95765" y="95764"/>
                </a:lnTo>
                <a:moveTo>
                  <a:pt x="35911" y="544658"/>
                </a:moveTo>
                <a:lnTo>
                  <a:pt x="35911" y="47882"/>
                </a:lnTo>
                <a:lnTo>
                  <a:pt x="59854" y="47882"/>
                </a:lnTo>
                <a:lnTo>
                  <a:pt x="59854" y="544658"/>
                </a:lnTo>
                <a:lnTo>
                  <a:pt x="35911" y="544658"/>
                </a:lnTo>
              </a:path>
            </a:pathLst>
          </a:custGeom>
          <a:solidFill xmlns:a="http://schemas.openxmlformats.org/drawingml/2006/main">
            <a:srgbClr val="2E54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path-200">
            <a:extLst xmlns:a="http://schemas.openxmlformats.org/drawingml/2006/main">
              <a:ext uri="{FF2B5EF4-FFF2-40B4-BE49-F238E27FC236}">
                <a16:creationId xmlns:a16="http://schemas.microsoft.com/office/drawing/2014/main" id="{CAB1C041-1977-44C2-AFD3-03E250CB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1774" y="6837237"/>
            <a:ext cx="901378" cy="95764"/>
          </a:xfrm>
          <a:custGeom xmlns:a="http://schemas.openxmlformats.org/drawingml/2006/main">
            <a:pathLst>
              <a:path w="901378" h="95764">
                <a:moveTo>
                  <a:pt x="805616" y="95764"/>
                </a:moveTo>
                <a:lnTo>
                  <a:pt x="805616" y="47883"/>
                </a:lnTo>
                <a:lnTo>
                  <a:pt x="805616" y="0"/>
                </a:lnTo>
                <a:lnTo>
                  <a:pt x="901378" y="47883"/>
                </a:lnTo>
                <a:lnTo>
                  <a:pt x="805616" y="95764"/>
                </a:lnTo>
                <a:moveTo>
                  <a:pt x="0" y="35911"/>
                </a:moveTo>
                <a:lnTo>
                  <a:pt x="853497" y="35911"/>
                </a:lnTo>
                <a:lnTo>
                  <a:pt x="853497" y="59853"/>
                </a:lnTo>
                <a:lnTo>
                  <a:pt x="0" y="59853"/>
                </a:lnTo>
                <a:lnTo>
                  <a:pt x="0" y="35911"/>
                </a:lnTo>
              </a:path>
            </a:pathLst>
          </a:custGeom>
          <a:solidFill xmlns:a="http://schemas.openxmlformats.org/drawingml/2006/main">
            <a:srgbClr val="2E54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path-201">
            <a:extLst xmlns:a="http://schemas.openxmlformats.org/drawingml/2006/main">
              <a:ext uri="{FF2B5EF4-FFF2-40B4-BE49-F238E27FC236}">
                <a16:creationId xmlns:a16="http://schemas.microsoft.com/office/drawing/2014/main" id="{437DFDDE-19C2-4277-B640-E688714C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152" y="6533809"/>
            <a:ext cx="713442" cy="347719"/>
          </a:xfrm>
          <a:custGeom xmlns:a="http://schemas.openxmlformats.org/drawingml/2006/main">
            <a:pathLst>
              <a:path w="713442" h="347719">
                <a:moveTo>
                  <a:pt x="0" y="339076"/>
                </a:moveTo>
                <a:cubicBezTo>
                  <a:pt x="28299" y="291050"/>
                  <a:pt x="90186" y="129664"/>
                  <a:pt x="163543" y="110463"/>
                </a:cubicBezTo>
                <a:cubicBezTo>
                  <a:pt x="236922" y="91262"/>
                  <a:pt x="286432" y="260310"/>
                  <a:pt x="366897" y="242067"/>
                </a:cubicBezTo>
                <a:cubicBezTo>
                  <a:pt x="447337" y="223800"/>
                  <a:pt x="496850" y="0"/>
                  <a:pt x="565800" y="21140"/>
                </a:cubicBezTo>
                <a:cubicBezTo>
                  <a:pt x="634773" y="42255"/>
                  <a:pt x="687802" y="277596"/>
                  <a:pt x="713442" y="347719"/>
                </a:cubicBezTo>
              </a:path>
            </a:pathLst>
          </a:custGeom>
          <a:solidFill xmlns:a="http://schemas.openxmlformats.org/drawingml/2006/main">
            <a:srgbClr val="DAE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path-202">
            <a:extLst xmlns:a="http://schemas.openxmlformats.org/drawingml/2006/main">
              <a:ext uri="{FF2B5EF4-FFF2-40B4-BE49-F238E27FC236}">
                <a16:creationId xmlns:a16="http://schemas.microsoft.com/office/drawing/2014/main" id="{299A27F8-DFA4-4F97-92C2-9B782C40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9691" y="6541542"/>
            <a:ext cx="735228" cy="343864"/>
          </a:xfrm>
          <a:custGeom xmlns:a="http://schemas.openxmlformats.org/drawingml/2006/main">
            <a:pathLst>
              <a:path w="735228" h="343864">
                <a:moveTo>
                  <a:pt x="0" y="325550"/>
                </a:moveTo>
                <a:lnTo>
                  <a:pt x="5674" y="315278"/>
                </a:lnTo>
                <a:lnTo>
                  <a:pt x="5506" y="315590"/>
                </a:lnTo>
                <a:lnTo>
                  <a:pt x="11947" y="303045"/>
                </a:lnTo>
                <a:lnTo>
                  <a:pt x="11876" y="303213"/>
                </a:lnTo>
                <a:lnTo>
                  <a:pt x="26909" y="272711"/>
                </a:lnTo>
                <a:lnTo>
                  <a:pt x="44650" y="237471"/>
                </a:lnTo>
                <a:lnTo>
                  <a:pt x="54514" y="218893"/>
                </a:lnTo>
                <a:lnTo>
                  <a:pt x="64977" y="200218"/>
                </a:lnTo>
                <a:lnTo>
                  <a:pt x="76014" y="181832"/>
                </a:lnTo>
                <a:lnTo>
                  <a:pt x="87624" y="164044"/>
                </a:lnTo>
                <a:lnTo>
                  <a:pt x="99738" y="147357"/>
                </a:lnTo>
                <a:lnTo>
                  <a:pt x="106083" y="139361"/>
                </a:lnTo>
                <a:lnTo>
                  <a:pt x="112546" y="131820"/>
                </a:lnTo>
                <a:lnTo>
                  <a:pt x="119154" y="124708"/>
                </a:lnTo>
                <a:lnTo>
                  <a:pt x="125954" y="118077"/>
                </a:lnTo>
                <a:lnTo>
                  <a:pt x="132921" y="111949"/>
                </a:lnTo>
                <a:lnTo>
                  <a:pt x="140079" y="106394"/>
                </a:lnTo>
                <a:lnTo>
                  <a:pt x="147452" y="101461"/>
                </a:lnTo>
                <a:lnTo>
                  <a:pt x="155042" y="97224"/>
                </a:lnTo>
                <a:lnTo>
                  <a:pt x="162895" y="93753"/>
                </a:lnTo>
                <a:lnTo>
                  <a:pt x="171082" y="91095"/>
                </a:lnTo>
                <a:lnTo>
                  <a:pt x="179318" y="89587"/>
                </a:lnTo>
                <a:lnTo>
                  <a:pt x="183772" y="89253"/>
                </a:lnTo>
                <a:lnTo>
                  <a:pt x="188199" y="89277"/>
                </a:lnTo>
                <a:lnTo>
                  <a:pt x="196220" y="90186"/>
                </a:lnTo>
                <a:lnTo>
                  <a:pt x="204168" y="92196"/>
                </a:lnTo>
                <a:lnTo>
                  <a:pt x="211782" y="95142"/>
                </a:lnTo>
                <a:lnTo>
                  <a:pt x="219084" y="98900"/>
                </a:lnTo>
                <a:lnTo>
                  <a:pt x="226100" y="103354"/>
                </a:lnTo>
                <a:lnTo>
                  <a:pt x="232849" y="108357"/>
                </a:lnTo>
                <a:lnTo>
                  <a:pt x="239411" y="113864"/>
                </a:lnTo>
                <a:lnTo>
                  <a:pt x="245874" y="119873"/>
                </a:lnTo>
                <a:lnTo>
                  <a:pt x="258180" y="132632"/>
                </a:lnTo>
                <a:lnTo>
                  <a:pt x="270270" y="146350"/>
                </a:lnTo>
                <a:lnTo>
                  <a:pt x="282168" y="160453"/>
                </a:lnTo>
                <a:lnTo>
                  <a:pt x="282144" y="160405"/>
                </a:lnTo>
                <a:lnTo>
                  <a:pt x="294068" y="174434"/>
                </a:lnTo>
                <a:lnTo>
                  <a:pt x="293852" y="174195"/>
                </a:lnTo>
                <a:lnTo>
                  <a:pt x="305918" y="187650"/>
                </a:lnTo>
                <a:lnTo>
                  <a:pt x="305487" y="187195"/>
                </a:lnTo>
                <a:lnTo>
                  <a:pt x="317816" y="199573"/>
                </a:lnTo>
                <a:lnTo>
                  <a:pt x="317290" y="199093"/>
                </a:lnTo>
                <a:lnTo>
                  <a:pt x="323564" y="204720"/>
                </a:lnTo>
                <a:lnTo>
                  <a:pt x="323108" y="204313"/>
                </a:lnTo>
                <a:lnTo>
                  <a:pt x="329477" y="209436"/>
                </a:lnTo>
                <a:lnTo>
                  <a:pt x="328878" y="209005"/>
                </a:lnTo>
                <a:lnTo>
                  <a:pt x="335342" y="213577"/>
                </a:lnTo>
                <a:lnTo>
                  <a:pt x="334599" y="213099"/>
                </a:lnTo>
                <a:lnTo>
                  <a:pt x="341183" y="217073"/>
                </a:lnTo>
                <a:lnTo>
                  <a:pt x="340273" y="216570"/>
                </a:lnTo>
                <a:lnTo>
                  <a:pt x="346953" y="219850"/>
                </a:lnTo>
                <a:lnTo>
                  <a:pt x="345852" y="219371"/>
                </a:lnTo>
                <a:lnTo>
                  <a:pt x="352674" y="221908"/>
                </a:lnTo>
                <a:lnTo>
                  <a:pt x="351381" y="221502"/>
                </a:lnTo>
                <a:lnTo>
                  <a:pt x="358349" y="223202"/>
                </a:lnTo>
                <a:lnTo>
                  <a:pt x="356865" y="222938"/>
                </a:lnTo>
                <a:lnTo>
                  <a:pt x="363974" y="223753"/>
                </a:lnTo>
                <a:lnTo>
                  <a:pt x="362779" y="223681"/>
                </a:lnTo>
                <a:lnTo>
                  <a:pt x="366418" y="223729"/>
                </a:lnTo>
                <a:lnTo>
                  <a:pt x="365604" y="223753"/>
                </a:lnTo>
                <a:lnTo>
                  <a:pt x="369243" y="223537"/>
                </a:lnTo>
                <a:lnTo>
                  <a:pt x="368044" y="223681"/>
                </a:lnTo>
                <a:lnTo>
                  <a:pt x="375490" y="222507"/>
                </a:lnTo>
                <a:lnTo>
                  <a:pt x="374245" y="222772"/>
                </a:lnTo>
                <a:lnTo>
                  <a:pt x="378005" y="221766"/>
                </a:lnTo>
                <a:lnTo>
                  <a:pt x="377143" y="222029"/>
                </a:lnTo>
                <a:lnTo>
                  <a:pt x="380852" y="220737"/>
                </a:lnTo>
                <a:lnTo>
                  <a:pt x="379705" y="221191"/>
                </a:lnTo>
                <a:lnTo>
                  <a:pt x="386982" y="217767"/>
                </a:lnTo>
                <a:lnTo>
                  <a:pt x="385738" y="218462"/>
                </a:lnTo>
                <a:lnTo>
                  <a:pt x="392849" y="214009"/>
                </a:lnTo>
                <a:lnTo>
                  <a:pt x="391842" y="214703"/>
                </a:lnTo>
                <a:lnTo>
                  <a:pt x="398808" y="209268"/>
                </a:lnTo>
                <a:lnTo>
                  <a:pt x="398044" y="209939"/>
                </a:lnTo>
                <a:lnTo>
                  <a:pt x="404867" y="203642"/>
                </a:lnTo>
                <a:lnTo>
                  <a:pt x="404292" y="204217"/>
                </a:lnTo>
                <a:lnTo>
                  <a:pt x="410971" y="197130"/>
                </a:lnTo>
                <a:lnTo>
                  <a:pt x="410517" y="197633"/>
                </a:lnTo>
                <a:lnTo>
                  <a:pt x="417076" y="189852"/>
                </a:lnTo>
                <a:lnTo>
                  <a:pt x="416719" y="190283"/>
                </a:lnTo>
                <a:lnTo>
                  <a:pt x="423156" y="181856"/>
                </a:lnTo>
                <a:lnTo>
                  <a:pt x="422892" y="182239"/>
                </a:lnTo>
                <a:lnTo>
                  <a:pt x="429239" y="173262"/>
                </a:lnTo>
                <a:lnTo>
                  <a:pt x="429021" y="173573"/>
                </a:lnTo>
                <a:lnTo>
                  <a:pt x="435271" y="164140"/>
                </a:lnTo>
                <a:lnTo>
                  <a:pt x="435031" y="164474"/>
                </a:lnTo>
                <a:lnTo>
                  <a:pt x="447268" y="144580"/>
                </a:lnTo>
                <a:lnTo>
                  <a:pt x="447053" y="144939"/>
                </a:lnTo>
                <a:lnTo>
                  <a:pt x="470704" y="103186"/>
                </a:lnTo>
                <a:lnTo>
                  <a:pt x="470704" y="103209"/>
                </a:lnTo>
                <a:lnTo>
                  <a:pt x="482340" y="82572"/>
                </a:lnTo>
                <a:lnTo>
                  <a:pt x="494070" y="62868"/>
                </a:lnTo>
                <a:lnTo>
                  <a:pt x="505946" y="44770"/>
                </a:lnTo>
                <a:lnTo>
                  <a:pt x="512075" y="36391"/>
                </a:lnTo>
                <a:lnTo>
                  <a:pt x="518300" y="28657"/>
                </a:lnTo>
                <a:lnTo>
                  <a:pt x="524713" y="21595"/>
                </a:lnTo>
                <a:lnTo>
                  <a:pt x="531396" y="15298"/>
                </a:lnTo>
                <a:lnTo>
                  <a:pt x="538384" y="9839"/>
                </a:lnTo>
                <a:lnTo>
                  <a:pt x="545809" y="5363"/>
                </a:lnTo>
                <a:lnTo>
                  <a:pt x="553491" y="2179"/>
                </a:lnTo>
                <a:lnTo>
                  <a:pt x="557896" y="1006"/>
                </a:lnTo>
                <a:lnTo>
                  <a:pt x="562184" y="287"/>
                </a:lnTo>
                <a:lnTo>
                  <a:pt x="566538" y="0"/>
                </a:lnTo>
                <a:lnTo>
                  <a:pt x="570968" y="192"/>
                </a:lnTo>
                <a:lnTo>
                  <a:pt x="575374" y="838"/>
                </a:lnTo>
                <a:lnTo>
                  <a:pt x="579994" y="1987"/>
                </a:lnTo>
                <a:lnTo>
                  <a:pt x="588040" y="5244"/>
                </a:lnTo>
                <a:lnTo>
                  <a:pt x="595794" y="9911"/>
                </a:lnTo>
                <a:lnTo>
                  <a:pt x="603122" y="15658"/>
                </a:lnTo>
                <a:lnTo>
                  <a:pt x="610065" y="22385"/>
                </a:lnTo>
                <a:lnTo>
                  <a:pt x="616672" y="29998"/>
                </a:lnTo>
                <a:lnTo>
                  <a:pt x="623040" y="38425"/>
                </a:lnTo>
                <a:lnTo>
                  <a:pt x="629217" y="47618"/>
                </a:lnTo>
                <a:lnTo>
                  <a:pt x="635179" y="57483"/>
                </a:lnTo>
                <a:lnTo>
                  <a:pt x="640995" y="68017"/>
                </a:lnTo>
                <a:lnTo>
                  <a:pt x="646646" y="79101"/>
                </a:lnTo>
                <a:lnTo>
                  <a:pt x="652154" y="90713"/>
                </a:lnTo>
                <a:lnTo>
                  <a:pt x="657540" y="102827"/>
                </a:lnTo>
                <a:lnTo>
                  <a:pt x="667835" y="128013"/>
                </a:lnTo>
                <a:lnTo>
                  <a:pt x="677600" y="154276"/>
                </a:lnTo>
                <a:lnTo>
                  <a:pt x="686821" y="181066"/>
                </a:lnTo>
                <a:lnTo>
                  <a:pt x="695511" y="207808"/>
                </a:lnTo>
                <a:lnTo>
                  <a:pt x="711168" y="258874"/>
                </a:lnTo>
                <a:lnTo>
                  <a:pt x="724503" y="303236"/>
                </a:lnTo>
                <a:lnTo>
                  <a:pt x="724455" y="303094"/>
                </a:lnTo>
                <a:lnTo>
                  <a:pt x="730202" y="321408"/>
                </a:lnTo>
                <a:lnTo>
                  <a:pt x="730105" y="321121"/>
                </a:lnTo>
                <a:lnTo>
                  <a:pt x="735228" y="336108"/>
                </a:lnTo>
                <a:lnTo>
                  <a:pt x="712579" y="343864"/>
                </a:lnTo>
                <a:lnTo>
                  <a:pt x="707411" y="328734"/>
                </a:lnTo>
                <a:lnTo>
                  <a:pt x="701591" y="310203"/>
                </a:lnTo>
                <a:lnTo>
                  <a:pt x="688256" y="265793"/>
                </a:lnTo>
                <a:lnTo>
                  <a:pt x="688280" y="265864"/>
                </a:lnTo>
                <a:lnTo>
                  <a:pt x="672671" y="214919"/>
                </a:lnTo>
                <a:lnTo>
                  <a:pt x="672720" y="215109"/>
                </a:lnTo>
                <a:lnTo>
                  <a:pt x="664099" y="188559"/>
                </a:lnTo>
                <a:lnTo>
                  <a:pt x="664171" y="188751"/>
                </a:lnTo>
                <a:lnTo>
                  <a:pt x="654999" y="162225"/>
                </a:lnTo>
                <a:lnTo>
                  <a:pt x="655121" y="162488"/>
                </a:lnTo>
                <a:lnTo>
                  <a:pt x="645450" y="136535"/>
                </a:lnTo>
                <a:lnTo>
                  <a:pt x="645592" y="136894"/>
                </a:lnTo>
                <a:lnTo>
                  <a:pt x="635442" y="112068"/>
                </a:lnTo>
                <a:lnTo>
                  <a:pt x="635588" y="112403"/>
                </a:lnTo>
                <a:lnTo>
                  <a:pt x="630319" y="100576"/>
                </a:lnTo>
                <a:lnTo>
                  <a:pt x="630461" y="100839"/>
                </a:lnTo>
                <a:lnTo>
                  <a:pt x="625074" y="89515"/>
                </a:lnTo>
                <a:lnTo>
                  <a:pt x="625244" y="89826"/>
                </a:lnTo>
                <a:lnTo>
                  <a:pt x="619761" y="79053"/>
                </a:lnTo>
                <a:lnTo>
                  <a:pt x="619927" y="79412"/>
                </a:lnTo>
                <a:lnTo>
                  <a:pt x="614350" y="69260"/>
                </a:lnTo>
                <a:lnTo>
                  <a:pt x="614564" y="69669"/>
                </a:lnTo>
                <a:lnTo>
                  <a:pt x="608869" y="60236"/>
                </a:lnTo>
                <a:lnTo>
                  <a:pt x="609181" y="60714"/>
                </a:lnTo>
                <a:lnTo>
                  <a:pt x="603361" y="52047"/>
                </a:lnTo>
                <a:lnTo>
                  <a:pt x="603746" y="52599"/>
                </a:lnTo>
                <a:lnTo>
                  <a:pt x="597832" y="44770"/>
                </a:lnTo>
                <a:lnTo>
                  <a:pt x="598359" y="45416"/>
                </a:lnTo>
                <a:lnTo>
                  <a:pt x="592324" y="38473"/>
                </a:lnTo>
                <a:lnTo>
                  <a:pt x="593018" y="39216"/>
                </a:lnTo>
                <a:lnTo>
                  <a:pt x="586889" y="33278"/>
                </a:lnTo>
                <a:lnTo>
                  <a:pt x="587821" y="34092"/>
                </a:lnTo>
                <a:lnTo>
                  <a:pt x="581599" y="29184"/>
                </a:lnTo>
                <a:lnTo>
                  <a:pt x="582868" y="30046"/>
                </a:lnTo>
                <a:lnTo>
                  <a:pt x="576549" y="26264"/>
                </a:lnTo>
                <a:lnTo>
                  <a:pt x="578199" y="27101"/>
                </a:lnTo>
                <a:lnTo>
                  <a:pt x="571783" y="24492"/>
                </a:lnTo>
                <a:lnTo>
                  <a:pt x="573339" y="25018"/>
                </a:lnTo>
                <a:lnTo>
                  <a:pt x="570108" y="24205"/>
                </a:lnTo>
                <a:lnTo>
                  <a:pt x="571329" y="24444"/>
                </a:lnTo>
                <a:lnTo>
                  <a:pt x="568119" y="23965"/>
                </a:lnTo>
                <a:lnTo>
                  <a:pt x="569387" y="24084"/>
                </a:lnTo>
                <a:lnTo>
                  <a:pt x="566205" y="23965"/>
                </a:lnTo>
                <a:lnTo>
                  <a:pt x="567450" y="23941"/>
                </a:lnTo>
                <a:lnTo>
                  <a:pt x="564313" y="24133"/>
                </a:lnTo>
                <a:lnTo>
                  <a:pt x="565512" y="24012"/>
                </a:lnTo>
                <a:lnTo>
                  <a:pt x="562399" y="24515"/>
                </a:lnTo>
                <a:lnTo>
                  <a:pt x="563522" y="24276"/>
                </a:lnTo>
                <a:lnTo>
                  <a:pt x="560434" y="25114"/>
                </a:lnTo>
                <a:lnTo>
                  <a:pt x="561921" y="24611"/>
                </a:lnTo>
                <a:lnTo>
                  <a:pt x="555792" y="27149"/>
                </a:lnTo>
                <a:lnTo>
                  <a:pt x="557394" y="26335"/>
                </a:lnTo>
                <a:lnTo>
                  <a:pt x="551338" y="29974"/>
                </a:lnTo>
                <a:lnTo>
                  <a:pt x="552534" y="29160"/>
                </a:lnTo>
                <a:lnTo>
                  <a:pt x="546551" y="33829"/>
                </a:lnTo>
                <a:lnTo>
                  <a:pt x="547435" y="33062"/>
                </a:lnTo>
                <a:lnTo>
                  <a:pt x="541497" y="38665"/>
                </a:lnTo>
                <a:lnTo>
                  <a:pt x="542142" y="38018"/>
                </a:lnTo>
                <a:lnTo>
                  <a:pt x="536256" y="44483"/>
                </a:lnTo>
                <a:lnTo>
                  <a:pt x="536734" y="43956"/>
                </a:lnTo>
                <a:lnTo>
                  <a:pt x="530890" y="51186"/>
                </a:lnTo>
                <a:lnTo>
                  <a:pt x="531226" y="50731"/>
                </a:lnTo>
                <a:lnTo>
                  <a:pt x="525434" y="58679"/>
                </a:lnTo>
                <a:lnTo>
                  <a:pt x="525794" y="58152"/>
                </a:lnTo>
                <a:lnTo>
                  <a:pt x="514252" y="75773"/>
                </a:lnTo>
                <a:lnTo>
                  <a:pt x="514515" y="75318"/>
                </a:lnTo>
                <a:lnTo>
                  <a:pt x="503000" y="94710"/>
                </a:lnTo>
                <a:lnTo>
                  <a:pt x="503121" y="94471"/>
                </a:lnTo>
                <a:lnTo>
                  <a:pt x="491533" y="114989"/>
                </a:lnTo>
                <a:lnTo>
                  <a:pt x="467761" y="156909"/>
                </a:lnTo>
                <a:lnTo>
                  <a:pt x="455334" y="177187"/>
                </a:lnTo>
                <a:lnTo>
                  <a:pt x="448893" y="186931"/>
                </a:lnTo>
                <a:lnTo>
                  <a:pt x="442311" y="196220"/>
                </a:lnTo>
                <a:lnTo>
                  <a:pt x="435558" y="205055"/>
                </a:lnTo>
                <a:lnTo>
                  <a:pt x="428615" y="213314"/>
                </a:lnTo>
                <a:lnTo>
                  <a:pt x="421409" y="220952"/>
                </a:lnTo>
                <a:lnTo>
                  <a:pt x="413914" y="227871"/>
                </a:lnTo>
                <a:lnTo>
                  <a:pt x="406063" y="233975"/>
                </a:lnTo>
                <a:lnTo>
                  <a:pt x="397827" y="239122"/>
                </a:lnTo>
                <a:lnTo>
                  <a:pt x="389327" y="243121"/>
                </a:lnTo>
                <a:lnTo>
                  <a:pt x="384636" y="244773"/>
                </a:lnTo>
                <a:lnTo>
                  <a:pt x="379847" y="246041"/>
                </a:lnTo>
                <a:lnTo>
                  <a:pt x="371157" y="247430"/>
                </a:lnTo>
                <a:lnTo>
                  <a:pt x="366465" y="247670"/>
                </a:lnTo>
                <a:lnTo>
                  <a:pt x="361844" y="247598"/>
                </a:lnTo>
                <a:lnTo>
                  <a:pt x="353392" y="246641"/>
                </a:lnTo>
                <a:lnTo>
                  <a:pt x="345014" y="244582"/>
                </a:lnTo>
                <a:lnTo>
                  <a:pt x="336968" y="241613"/>
                </a:lnTo>
                <a:lnTo>
                  <a:pt x="329261" y="237829"/>
                </a:lnTo>
                <a:lnTo>
                  <a:pt x="321863" y="233377"/>
                </a:lnTo>
                <a:lnTo>
                  <a:pt x="314728" y="228325"/>
                </a:lnTo>
                <a:lnTo>
                  <a:pt x="307833" y="222772"/>
                </a:lnTo>
                <a:lnTo>
                  <a:pt x="301081" y="216714"/>
                </a:lnTo>
                <a:lnTo>
                  <a:pt x="288297" y="203857"/>
                </a:lnTo>
                <a:lnTo>
                  <a:pt x="275920" y="190044"/>
                </a:lnTo>
                <a:lnTo>
                  <a:pt x="263901" y="175919"/>
                </a:lnTo>
                <a:lnTo>
                  <a:pt x="252051" y="161889"/>
                </a:lnTo>
                <a:lnTo>
                  <a:pt x="252219" y="162081"/>
                </a:lnTo>
                <a:lnTo>
                  <a:pt x="240392" y="148650"/>
                </a:lnTo>
                <a:lnTo>
                  <a:pt x="240775" y="149056"/>
                </a:lnTo>
                <a:lnTo>
                  <a:pt x="228877" y="136728"/>
                </a:lnTo>
                <a:lnTo>
                  <a:pt x="229331" y="137182"/>
                </a:lnTo>
                <a:lnTo>
                  <a:pt x="223344" y="131627"/>
                </a:lnTo>
                <a:lnTo>
                  <a:pt x="223776" y="132010"/>
                </a:lnTo>
                <a:lnTo>
                  <a:pt x="217718" y="126911"/>
                </a:lnTo>
                <a:lnTo>
                  <a:pt x="218294" y="127365"/>
                </a:lnTo>
                <a:lnTo>
                  <a:pt x="212190" y="122842"/>
                </a:lnTo>
                <a:lnTo>
                  <a:pt x="212907" y="123344"/>
                </a:lnTo>
                <a:lnTo>
                  <a:pt x="206730" y="119417"/>
                </a:lnTo>
                <a:lnTo>
                  <a:pt x="207664" y="119944"/>
                </a:lnTo>
                <a:lnTo>
                  <a:pt x="201392" y="116736"/>
                </a:lnTo>
                <a:lnTo>
                  <a:pt x="202541" y="117240"/>
                </a:lnTo>
                <a:lnTo>
                  <a:pt x="196196" y="114773"/>
                </a:lnTo>
                <a:lnTo>
                  <a:pt x="197586" y="115228"/>
                </a:lnTo>
                <a:lnTo>
                  <a:pt x="191121" y="113576"/>
                </a:lnTo>
                <a:lnTo>
                  <a:pt x="192726" y="113887"/>
                </a:lnTo>
                <a:lnTo>
                  <a:pt x="186164" y="113145"/>
                </a:lnTo>
                <a:lnTo>
                  <a:pt x="187457" y="113217"/>
                </a:lnTo>
                <a:lnTo>
                  <a:pt x="184129" y="113193"/>
                </a:lnTo>
                <a:lnTo>
                  <a:pt x="185041" y="113169"/>
                </a:lnTo>
                <a:lnTo>
                  <a:pt x="181665" y="113409"/>
                </a:lnTo>
                <a:lnTo>
                  <a:pt x="183005" y="113241"/>
                </a:lnTo>
                <a:lnTo>
                  <a:pt x="176181" y="114510"/>
                </a:lnTo>
                <a:lnTo>
                  <a:pt x="177689" y="114127"/>
                </a:lnTo>
                <a:lnTo>
                  <a:pt x="170843" y="116329"/>
                </a:lnTo>
                <a:lnTo>
                  <a:pt x="172016" y="115899"/>
                </a:lnTo>
                <a:lnTo>
                  <a:pt x="165241" y="118892"/>
                </a:lnTo>
                <a:lnTo>
                  <a:pt x="166222" y="118387"/>
                </a:lnTo>
                <a:lnTo>
                  <a:pt x="159518" y="122122"/>
                </a:lnTo>
                <a:lnTo>
                  <a:pt x="160357" y="121620"/>
                </a:lnTo>
                <a:lnTo>
                  <a:pt x="153726" y="126050"/>
                </a:lnTo>
                <a:lnTo>
                  <a:pt x="154419" y="125547"/>
                </a:lnTo>
                <a:lnTo>
                  <a:pt x="147883" y="130622"/>
                </a:lnTo>
                <a:lnTo>
                  <a:pt x="148457" y="130167"/>
                </a:lnTo>
                <a:lnTo>
                  <a:pt x="141994" y="135840"/>
                </a:lnTo>
                <a:lnTo>
                  <a:pt x="142473" y="135386"/>
                </a:lnTo>
                <a:lnTo>
                  <a:pt x="136129" y="141635"/>
                </a:lnTo>
                <a:lnTo>
                  <a:pt x="136512" y="141228"/>
                </a:lnTo>
                <a:lnTo>
                  <a:pt x="130238" y="147955"/>
                </a:lnTo>
                <a:lnTo>
                  <a:pt x="130574" y="147596"/>
                </a:lnTo>
                <a:lnTo>
                  <a:pt x="124421" y="154779"/>
                </a:lnTo>
                <a:lnTo>
                  <a:pt x="124685" y="154444"/>
                </a:lnTo>
                <a:lnTo>
                  <a:pt x="118627" y="162057"/>
                </a:lnTo>
                <a:lnTo>
                  <a:pt x="118962" y="161625"/>
                </a:lnTo>
                <a:lnTo>
                  <a:pt x="107159" y="177882"/>
                </a:lnTo>
                <a:lnTo>
                  <a:pt x="107495" y="177380"/>
                </a:lnTo>
                <a:lnTo>
                  <a:pt x="96171" y="194737"/>
                </a:lnTo>
                <a:lnTo>
                  <a:pt x="96410" y="194328"/>
                </a:lnTo>
                <a:lnTo>
                  <a:pt x="85588" y="212381"/>
                </a:lnTo>
                <a:lnTo>
                  <a:pt x="85782" y="212069"/>
                </a:lnTo>
                <a:lnTo>
                  <a:pt x="75487" y="230456"/>
                </a:lnTo>
                <a:lnTo>
                  <a:pt x="75605" y="230217"/>
                </a:lnTo>
                <a:lnTo>
                  <a:pt x="65861" y="248579"/>
                </a:lnTo>
                <a:lnTo>
                  <a:pt x="65982" y="248339"/>
                </a:lnTo>
                <a:lnTo>
                  <a:pt x="48337" y="283438"/>
                </a:lnTo>
                <a:lnTo>
                  <a:pt x="48361" y="283366"/>
                </a:lnTo>
                <a:lnTo>
                  <a:pt x="33301" y="313890"/>
                </a:lnTo>
                <a:lnTo>
                  <a:pt x="26719" y="326699"/>
                </a:lnTo>
                <a:lnTo>
                  <a:pt x="20925" y="337137"/>
                </a:lnTo>
                <a:lnTo>
                  <a:pt x="0" y="325550"/>
                </a:lnTo>
              </a:path>
            </a:pathLst>
          </a:custGeom>
          <a:solidFill xmlns:a="http://schemas.openxmlformats.org/drawingml/2006/main">
            <a:srgbClr val="2E54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text-203 𝒀">
            <a:extLst xmlns:a="http://schemas.openxmlformats.org/drawingml/2006/main">
              <a:ext uri="{FF2B5EF4-FFF2-40B4-BE49-F238E27FC236}">
                <a16:creationId xmlns:a16="http://schemas.microsoft.com/office/drawing/2014/main" id="{D269F767-F1C9-4574-82F2-734E5DE9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13598" y="1676625"/>
            <a:ext cx="351136" cy="603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94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94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3394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𝒀</a:t>
            </a:r>
          </a:p>
        </p:txBody>
      </p:sp>
      <p:sp>
        <p:nvSpPr>
          <p:cNvPr id="204" name="path-204">
            <a:extLst xmlns:a="http://schemas.openxmlformats.org/drawingml/2006/main">
              <a:ext uri="{FF2B5EF4-FFF2-40B4-BE49-F238E27FC236}">
                <a16:creationId xmlns:a16="http://schemas.microsoft.com/office/drawing/2014/main" id="{FC236953-1E33-4D98-9CAA-EC0153B5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141" y="2040512"/>
            <a:ext cx="133521" cy="157289"/>
          </a:xfrm>
          <a:custGeom xmlns:a="http://schemas.openxmlformats.org/drawingml/2006/main">
            <a:pathLst>
              <a:path w="133521" h="157289">
                <a:moveTo>
                  <a:pt x="112782" y="41328"/>
                </a:moveTo>
                <a:cubicBezTo>
                  <a:pt x="111672" y="32245"/>
                  <a:pt x="108669" y="25534"/>
                  <a:pt x="103774" y="21194"/>
                </a:cubicBezTo>
                <a:cubicBezTo>
                  <a:pt x="98880" y="16854"/>
                  <a:pt x="91285" y="14684"/>
                  <a:pt x="80991" y="14684"/>
                </a:cubicBezTo>
                <a:cubicBezTo>
                  <a:pt x="76853" y="14684"/>
                  <a:pt x="73018" y="15239"/>
                  <a:pt x="69486" y="16350"/>
                </a:cubicBezTo>
                <a:cubicBezTo>
                  <a:pt x="65953" y="17460"/>
                  <a:pt x="62926" y="18999"/>
                  <a:pt x="60403" y="20967"/>
                </a:cubicBezTo>
                <a:cubicBezTo>
                  <a:pt x="57879" y="22935"/>
                  <a:pt x="55911" y="25281"/>
                  <a:pt x="54499" y="28006"/>
                </a:cubicBezTo>
                <a:cubicBezTo>
                  <a:pt x="53086" y="30731"/>
                  <a:pt x="52379" y="33708"/>
                  <a:pt x="52379" y="36938"/>
                </a:cubicBezTo>
                <a:cubicBezTo>
                  <a:pt x="52379" y="39865"/>
                  <a:pt x="52732" y="42539"/>
                  <a:pt x="53439" y="44961"/>
                </a:cubicBezTo>
                <a:cubicBezTo>
                  <a:pt x="54145" y="47383"/>
                  <a:pt x="55533" y="49755"/>
                  <a:pt x="57602" y="52076"/>
                </a:cubicBezTo>
                <a:cubicBezTo>
                  <a:pt x="59671" y="54398"/>
                  <a:pt x="62598" y="56820"/>
                  <a:pt x="66382" y="59343"/>
                </a:cubicBezTo>
                <a:cubicBezTo>
                  <a:pt x="70167" y="61866"/>
                  <a:pt x="75137" y="64742"/>
                  <a:pt x="81294" y="67972"/>
                </a:cubicBezTo>
                <a:cubicBezTo>
                  <a:pt x="87753" y="71504"/>
                  <a:pt x="93127" y="74885"/>
                  <a:pt x="97416" y="78115"/>
                </a:cubicBezTo>
                <a:cubicBezTo>
                  <a:pt x="101705" y="81344"/>
                  <a:pt x="105112" y="84624"/>
                  <a:pt x="107635" y="87955"/>
                </a:cubicBezTo>
                <a:cubicBezTo>
                  <a:pt x="110158" y="91285"/>
                  <a:pt x="111924" y="94843"/>
                  <a:pt x="112933" y="98627"/>
                </a:cubicBezTo>
                <a:cubicBezTo>
                  <a:pt x="113942" y="102412"/>
                  <a:pt x="114447" y="106625"/>
                  <a:pt x="114447" y="111268"/>
                </a:cubicBezTo>
                <a:cubicBezTo>
                  <a:pt x="114447" y="118433"/>
                  <a:pt x="112984" y="124867"/>
                  <a:pt x="110057" y="130569"/>
                </a:cubicBezTo>
                <a:cubicBezTo>
                  <a:pt x="107130" y="136272"/>
                  <a:pt x="103043" y="141091"/>
                  <a:pt x="97795" y="145027"/>
                </a:cubicBezTo>
                <a:cubicBezTo>
                  <a:pt x="92547" y="148963"/>
                  <a:pt x="86365" y="151990"/>
                  <a:pt x="79250" y="154110"/>
                </a:cubicBezTo>
                <a:cubicBezTo>
                  <a:pt x="72135" y="156229"/>
                  <a:pt x="64339" y="157289"/>
                  <a:pt x="55861" y="157289"/>
                </a:cubicBezTo>
                <a:cubicBezTo>
                  <a:pt x="46576" y="157289"/>
                  <a:pt x="37443" y="156683"/>
                  <a:pt x="28460" y="155472"/>
                </a:cubicBezTo>
                <a:cubicBezTo>
                  <a:pt x="19478" y="154261"/>
                  <a:pt x="9991" y="152192"/>
                  <a:pt x="0" y="149265"/>
                </a:cubicBezTo>
                <a:lnTo>
                  <a:pt x="7872" y="114750"/>
                </a:lnTo>
                <a:lnTo>
                  <a:pt x="21042" y="114750"/>
                </a:lnTo>
                <a:cubicBezTo>
                  <a:pt x="21547" y="124136"/>
                  <a:pt x="24499" y="131175"/>
                  <a:pt x="29898" y="135868"/>
                </a:cubicBezTo>
                <a:cubicBezTo>
                  <a:pt x="35298" y="140561"/>
                  <a:pt x="43649" y="142907"/>
                  <a:pt x="54953" y="142907"/>
                </a:cubicBezTo>
                <a:cubicBezTo>
                  <a:pt x="65045" y="142907"/>
                  <a:pt x="72993" y="140737"/>
                  <a:pt x="78796" y="136398"/>
                </a:cubicBezTo>
                <a:cubicBezTo>
                  <a:pt x="84599" y="132058"/>
                  <a:pt x="87500" y="126003"/>
                  <a:pt x="87500" y="118232"/>
                </a:cubicBezTo>
                <a:cubicBezTo>
                  <a:pt x="87500" y="114699"/>
                  <a:pt x="87147" y="111646"/>
                  <a:pt x="86441" y="109073"/>
                </a:cubicBezTo>
                <a:cubicBezTo>
                  <a:pt x="85734" y="106499"/>
                  <a:pt x="84347" y="104052"/>
                  <a:pt x="82278" y="101731"/>
                </a:cubicBezTo>
                <a:cubicBezTo>
                  <a:pt x="80209" y="99409"/>
                  <a:pt x="77383" y="97012"/>
                  <a:pt x="73800" y="94540"/>
                </a:cubicBezTo>
                <a:cubicBezTo>
                  <a:pt x="70217" y="92067"/>
                  <a:pt x="65550" y="89216"/>
                  <a:pt x="59797" y="85987"/>
                </a:cubicBezTo>
                <a:cubicBezTo>
                  <a:pt x="53843" y="82656"/>
                  <a:pt x="48721" y="79376"/>
                  <a:pt x="44431" y="76147"/>
                </a:cubicBezTo>
                <a:cubicBezTo>
                  <a:pt x="40142" y="72917"/>
                  <a:pt x="36610" y="69637"/>
                  <a:pt x="33835" y="66307"/>
                </a:cubicBezTo>
                <a:cubicBezTo>
                  <a:pt x="31059" y="62976"/>
                  <a:pt x="29015" y="59494"/>
                  <a:pt x="27703" y="55861"/>
                </a:cubicBezTo>
                <a:cubicBezTo>
                  <a:pt x="26391" y="52228"/>
                  <a:pt x="25735" y="48342"/>
                  <a:pt x="25735" y="44204"/>
                </a:cubicBezTo>
                <a:cubicBezTo>
                  <a:pt x="25735" y="37846"/>
                  <a:pt x="27073" y="31967"/>
                  <a:pt x="29747" y="26568"/>
                </a:cubicBezTo>
                <a:cubicBezTo>
                  <a:pt x="32422" y="21169"/>
                  <a:pt x="36231" y="16501"/>
                  <a:pt x="41177" y="12565"/>
                </a:cubicBezTo>
                <a:cubicBezTo>
                  <a:pt x="46122" y="8629"/>
                  <a:pt x="52076" y="5551"/>
                  <a:pt x="59040" y="3330"/>
                </a:cubicBezTo>
                <a:cubicBezTo>
                  <a:pt x="66004" y="1110"/>
                  <a:pt x="73825" y="0"/>
                  <a:pt x="82505" y="0"/>
                </a:cubicBezTo>
                <a:cubicBezTo>
                  <a:pt x="92294" y="0"/>
                  <a:pt x="101302" y="606"/>
                  <a:pt x="109527" y="1817"/>
                </a:cubicBezTo>
                <a:cubicBezTo>
                  <a:pt x="117752" y="3028"/>
                  <a:pt x="125750" y="4794"/>
                  <a:pt x="133521" y="7115"/>
                </a:cubicBezTo>
                <a:lnTo>
                  <a:pt x="126255" y="41328"/>
                </a:lnTo>
                <a:lnTo>
                  <a:pt x="112782" y="413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path-205">
            <a:extLst xmlns:a="http://schemas.openxmlformats.org/drawingml/2006/main">
              <a:ext uri="{FF2B5EF4-FFF2-40B4-BE49-F238E27FC236}">
                <a16:creationId xmlns:a16="http://schemas.microsoft.com/office/drawing/2014/main" id="{BDA956FC-B7BC-44DB-A978-A19FE0CE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5969" y="2040512"/>
            <a:ext cx="133521" cy="157289"/>
          </a:xfrm>
          <a:custGeom xmlns:a="http://schemas.openxmlformats.org/drawingml/2006/main">
            <a:pathLst>
              <a:path w="133521" h="157289">
                <a:moveTo>
                  <a:pt x="112782" y="41328"/>
                </a:moveTo>
                <a:cubicBezTo>
                  <a:pt x="111672" y="32245"/>
                  <a:pt x="108669" y="25534"/>
                  <a:pt x="103774" y="21194"/>
                </a:cubicBezTo>
                <a:cubicBezTo>
                  <a:pt x="98880" y="16854"/>
                  <a:pt x="91285" y="14684"/>
                  <a:pt x="80991" y="14684"/>
                </a:cubicBezTo>
                <a:cubicBezTo>
                  <a:pt x="76853" y="14684"/>
                  <a:pt x="73018" y="15239"/>
                  <a:pt x="69486" y="16350"/>
                </a:cubicBezTo>
                <a:cubicBezTo>
                  <a:pt x="65953" y="17460"/>
                  <a:pt x="62926" y="18999"/>
                  <a:pt x="60403" y="20967"/>
                </a:cubicBezTo>
                <a:cubicBezTo>
                  <a:pt x="57879" y="22935"/>
                  <a:pt x="55911" y="25281"/>
                  <a:pt x="54499" y="28006"/>
                </a:cubicBezTo>
                <a:cubicBezTo>
                  <a:pt x="53086" y="30731"/>
                  <a:pt x="52379" y="33708"/>
                  <a:pt x="52379" y="36938"/>
                </a:cubicBezTo>
                <a:cubicBezTo>
                  <a:pt x="52379" y="39865"/>
                  <a:pt x="52732" y="42539"/>
                  <a:pt x="53439" y="44961"/>
                </a:cubicBezTo>
                <a:cubicBezTo>
                  <a:pt x="54145" y="47383"/>
                  <a:pt x="55533" y="49755"/>
                  <a:pt x="57602" y="52076"/>
                </a:cubicBezTo>
                <a:cubicBezTo>
                  <a:pt x="59671" y="54398"/>
                  <a:pt x="62598" y="56820"/>
                  <a:pt x="66382" y="59343"/>
                </a:cubicBezTo>
                <a:cubicBezTo>
                  <a:pt x="70167" y="61866"/>
                  <a:pt x="75137" y="64742"/>
                  <a:pt x="81294" y="67972"/>
                </a:cubicBezTo>
                <a:cubicBezTo>
                  <a:pt x="87753" y="71504"/>
                  <a:pt x="93127" y="74885"/>
                  <a:pt x="97416" y="78115"/>
                </a:cubicBezTo>
                <a:cubicBezTo>
                  <a:pt x="101705" y="81344"/>
                  <a:pt x="105112" y="84624"/>
                  <a:pt x="107635" y="87955"/>
                </a:cubicBezTo>
                <a:cubicBezTo>
                  <a:pt x="110158" y="91285"/>
                  <a:pt x="111924" y="94843"/>
                  <a:pt x="112933" y="98627"/>
                </a:cubicBezTo>
                <a:cubicBezTo>
                  <a:pt x="113942" y="102412"/>
                  <a:pt x="114447" y="106625"/>
                  <a:pt x="114447" y="111268"/>
                </a:cubicBezTo>
                <a:cubicBezTo>
                  <a:pt x="114447" y="118433"/>
                  <a:pt x="112984" y="124867"/>
                  <a:pt x="110057" y="130569"/>
                </a:cubicBezTo>
                <a:cubicBezTo>
                  <a:pt x="107130" y="136272"/>
                  <a:pt x="103043" y="141091"/>
                  <a:pt x="97795" y="145027"/>
                </a:cubicBezTo>
                <a:cubicBezTo>
                  <a:pt x="92547" y="148963"/>
                  <a:pt x="86365" y="151990"/>
                  <a:pt x="79250" y="154110"/>
                </a:cubicBezTo>
                <a:cubicBezTo>
                  <a:pt x="72135" y="156229"/>
                  <a:pt x="64339" y="157289"/>
                  <a:pt x="55861" y="157289"/>
                </a:cubicBezTo>
                <a:cubicBezTo>
                  <a:pt x="46576" y="157289"/>
                  <a:pt x="37443" y="156683"/>
                  <a:pt x="28460" y="155472"/>
                </a:cubicBezTo>
                <a:cubicBezTo>
                  <a:pt x="19478" y="154261"/>
                  <a:pt x="9991" y="152192"/>
                  <a:pt x="0" y="149265"/>
                </a:cubicBezTo>
                <a:lnTo>
                  <a:pt x="7872" y="114750"/>
                </a:lnTo>
                <a:lnTo>
                  <a:pt x="21042" y="114750"/>
                </a:lnTo>
                <a:cubicBezTo>
                  <a:pt x="21547" y="124136"/>
                  <a:pt x="24499" y="131175"/>
                  <a:pt x="29898" y="135868"/>
                </a:cubicBezTo>
                <a:cubicBezTo>
                  <a:pt x="35298" y="140561"/>
                  <a:pt x="43649" y="142907"/>
                  <a:pt x="54953" y="142907"/>
                </a:cubicBezTo>
                <a:cubicBezTo>
                  <a:pt x="65045" y="142907"/>
                  <a:pt x="72993" y="140737"/>
                  <a:pt x="78796" y="136398"/>
                </a:cubicBezTo>
                <a:cubicBezTo>
                  <a:pt x="84599" y="132058"/>
                  <a:pt x="87500" y="126003"/>
                  <a:pt x="87500" y="118232"/>
                </a:cubicBezTo>
                <a:cubicBezTo>
                  <a:pt x="87500" y="114699"/>
                  <a:pt x="87147" y="111646"/>
                  <a:pt x="86441" y="109073"/>
                </a:cubicBezTo>
                <a:cubicBezTo>
                  <a:pt x="85734" y="106499"/>
                  <a:pt x="84347" y="104052"/>
                  <a:pt x="82278" y="101731"/>
                </a:cubicBezTo>
                <a:cubicBezTo>
                  <a:pt x="80209" y="99409"/>
                  <a:pt x="77383" y="97012"/>
                  <a:pt x="73800" y="94540"/>
                </a:cubicBezTo>
                <a:cubicBezTo>
                  <a:pt x="70217" y="92067"/>
                  <a:pt x="65550" y="89216"/>
                  <a:pt x="59797" y="85987"/>
                </a:cubicBezTo>
                <a:cubicBezTo>
                  <a:pt x="53843" y="82656"/>
                  <a:pt x="48721" y="79376"/>
                  <a:pt x="44431" y="76147"/>
                </a:cubicBezTo>
                <a:cubicBezTo>
                  <a:pt x="40142" y="72917"/>
                  <a:pt x="36610" y="69637"/>
                  <a:pt x="33835" y="66307"/>
                </a:cubicBezTo>
                <a:cubicBezTo>
                  <a:pt x="31059" y="62976"/>
                  <a:pt x="29015" y="59494"/>
                  <a:pt x="27703" y="55861"/>
                </a:cubicBezTo>
                <a:cubicBezTo>
                  <a:pt x="26391" y="52228"/>
                  <a:pt x="25735" y="48342"/>
                  <a:pt x="25735" y="44204"/>
                </a:cubicBezTo>
                <a:cubicBezTo>
                  <a:pt x="25735" y="37846"/>
                  <a:pt x="27073" y="31967"/>
                  <a:pt x="29747" y="26568"/>
                </a:cubicBezTo>
                <a:cubicBezTo>
                  <a:pt x="32422" y="21169"/>
                  <a:pt x="36231" y="16501"/>
                  <a:pt x="41177" y="12565"/>
                </a:cubicBezTo>
                <a:cubicBezTo>
                  <a:pt x="46122" y="8629"/>
                  <a:pt x="52076" y="5551"/>
                  <a:pt x="59040" y="3330"/>
                </a:cubicBezTo>
                <a:cubicBezTo>
                  <a:pt x="66004" y="1110"/>
                  <a:pt x="73825" y="0"/>
                  <a:pt x="82505" y="0"/>
                </a:cubicBezTo>
                <a:cubicBezTo>
                  <a:pt x="92294" y="0"/>
                  <a:pt x="101302" y="606"/>
                  <a:pt x="109527" y="1817"/>
                </a:cubicBezTo>
                <a:cubicBezTo>
                  <a:pt x="117752" y="3028"/>
                  <a:pt x="125750" y="4794"/>
                  <a:pt x="133521" y="7115"/>
                </a:cubicBezTo>
                <a:lnTo>
                  <a:pt x="126255" y="41328"/>
                </a:lnTo>
                <a:lnTo>
                  <a:pt x="112782" y="413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path-206">
            <a:extLst xmlns:a="http://schemas.openxmlformats.org/drawingml/2006/main">
              <a:ext uri="{FF2B5EF4-FFF2-40B4-BE49-F238E27FC236}">
                <a16:creationId xmlns:a16="http://schemas.microsoft.com/office/drawing/2014/main" id="{9FED4393-E3B0-4F71-B533-85DC633F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5585" y="2040512"/>
            <a:ext cx="278245" cy="157289"/>
          </a:xfrm>
          <a:custGeom xmlns:a="http://schemas.openxmlformats.org/drawingml/2006/main">
            <a:pathLst>
              <a:path w="278245" h="157289">
                <a:moveTo>
                  <a:pt x="138366" y="154564"/>
                </a:moveTo>
                <a:lnTo>
                  <a:pt x="108846" y="154564"/>
                </a:lnTo>
                <a:cubicBezTo>
                  <a:pt x="110259" y="148105"/>
                  <a:pt x="111848" y="141166"/>
                  <a:pt x="113614" y="133748"/>
                </a:cubicBezTo>
                <a:cubicBezTo>
                  <a:pt x="115380" y="126331"/>
                  <a:pt x="117172" y="118837"/>
                  <a:pt x="118988" y="111268"/>
                </a:cubicBezTo>
                <a:cubicBezTo>
                  <a:pt x="120805" y="103699"/>
                  <a:pt x="122546" y="96230"/>
                  <a:pt x="124211" y="88863"/>
                </a:cubicBezTo>
                <a:cubicBezTo>
                  <a:pt x="125876" y="81495"/>
                  <a:pt x="127365" y="74607"/>
                  <a:pt x="128677" y="68199"/>
                </a:cubicBezTo>
                <a:cubicBezTo>
                  <a:pt x="129989" y="61790"/>
                  <a:pt x="131049" y="56038"/>
                  <a:pt x="131856" y="50941"/>
                </a:cubicBezTo>
                <a:cubicBezTo>
                  <a:pt x="132664" y="45844"/>
                  <a:pt x="133067" y="41782"/>
                  <a:pt x="133067" y="38755"/>
                </a:cubicBezTo>
                <a:cubicBezTo>
                  <a:pt x="133067" y="32396"/>
                  <a:pt x="131831" y="27729"/>
                  <a:pt x="129358" y="24751"/>
                </a:cubicBezTo>
                <a:cubicBezTo>
                  <a:pt x="126886" y="21774"/>
                  <a:pt x="122924" y="20286"/>
                  <a:pt x="117475" y="20286"/>
                </a:cubicBezTo>
                <a:cubicBezTo>
                  <a:pt x="112630" y="20286"/>
                  <a:pt x="107433" y="22102"/>
                  <a:pt x="101882" y="25735"/>
                </a:cubicBezTo>
                <a:cubicBezTo>
                  <a:pt x="96331" y="29369"/>
                  <a:pt x="91058" y="34137"/>
                  <a:pt x="86062" y="40041"/>
                </a:cubicBezTo>
                <a:cubicBezTo>
                  <a:pt x="81067" y="45945"/>
                  <a:pt x="76601" y="52606"/>
                  <a:pt x="72665" y="60024"/>
                </a:cubicBezTo>
                <a:cubicBezTo>
                  <a:pt x="68729" y="67442"/>
                  <a:pt x="65953" y="74935"/>
                  <a:pt x="64339" y="82505"/>
                </a:cubicBezTo>
                <a:lnTo>
                  <a:pt x="48897" y="154564"/>
                </a:lnTo>
                <a:lnTo>
                  <a:pt x="19226" y="154564"/>
                </a:lnTo>
                <a:lnTo>
                  <a:pt x="41934" y="55861"/>
                </a:lnTo>
                <a:cubicBezTo>
                  <a:pt x="43246" y="50411"/>
                  <a:pt x="44204" y="45668"/>
                  <a:pt x="44810" y="41631"/>
                </a:cubicBezTo>
                <a:cubicBezTo>
                  <a:pt x="45415" y="37594"/>
                  <a:pt x="45718" y="34263"/>
                  <a:pt x="45718" y="31639"/>
                </a:cubicBezTo>
                <a:cubicBezTo>
                  <a:pt x="45718" y="24272"/>
                  <a:pt x="42741" y="20588"/>
                  <a:pt x="36787" y="20588"/>
                </a:cubicBezTo>
                <a:cubicBezTo>
                  <a:pt x="34970" y="20588"/>
                  <a:pt x="33128" y="20967"/>
                  <a:pt x="31261" y="21724"/>
                </a:cubicBezTo>
                <a:cubicBezTo>
                  <a:pt x="29394" y="22481"/>
                  <a:pt x="27426" y="23616"/>
                  <a:pt x="25357" y="25130"/>
                </a:cubicBezTo>
                <a:cubicBezTo>
                  <a:pt x="23288" y="26644"/>
                  <a:pt x="21042" y="28561"/>
                  <a:pt x="18620" y="30882"/>
                </a:cubicBezTo>
                <a:cubicBezTo>
                  <a:pt x="16198" y="33204"/>
                  <a:pt x="13473" y="35929"/>
                  <a:pt x="10446" y="39057"/>
                </a:cubicBezTo>
                <a:lnTo>
                  <a:pt x="0" y="29217"/>
                </a:lnTo>
                <a:cubicBezTo>
                  <a:pt x="4945" y="24171"/>
                  <a:pt x="9512" y="19806"/>
                  <a:pt x="13700" y="16122"/>
                </a:cubicBezTo>
                <a:cubicBezTo>
                  <a:pt x="17889" y="12439"/>
                  <a:pt x="21926" y="9411"/>
                  <a:pt x="25811" y="7039"/>
                </a:cubicBezTo>
                <a:cubicBezTo>
                  <a:pt x="29697" y="4668"/>
                  <a:pt x="33507" y="2902"/>
                  <a:pt x="37241" y="1741"/>
                </a:cubicBezTo>
                <a:cubicBezTo>
                  <a:pt x="40975" y="580"/>
                  <a:pt x="44860" y="0"/>
                  <a:pt x="48897" y="0"/>
                </a:cubicBezTo>
                <a:cubicBezTo>
                  <a:pt x="56366" y="0"/>
                  <a:pt x="62143" y="2447"/>
                  <a:pt x="66231" y="7342"/>
                </a:cubicBezTo>
                <a:cubicBezTo>
                  <a:pt x="70318" y="12237"/>
                  <a:pt x="72362" y="18671"/>
                  <a:pt x="72362" y="26644"/>
                </a:cubicBezTo>
                <a:cubicBezTo>
                  <a:pt x="72362" y="28864"/>
                  <a:pt x="72211" y="31034"/>
                  <a:pt x="71908" y="33153"/>
                </a:cubicBezTo>
                <a:cubicBezTo>
                  <a:pt x="71605" y="35273"/>
                  <a:pt x="71050" y="37342"/>
                  <a:pt x="70243" y="39360"/>
                </a:cubicBezTo>
                <a:lnTo>
                  <a:pt x="72059" y="40117"/>
                </a:lnTo>
                <a:cubicBezTo>
                  <a:pt x="81647" y="26694"/>
                  <a:pt x="91235" y="16652"/>
                  <a:pt x="100822" y="9991"/>
                </a:cubicBezTo>
                <a:cubicBezTo>
                  <a:pt x="110410" y="3330"/>
                  <a:pt x="120250" y="0"/>
                  <a:pt x="130342" y="0"/>
                </a:cubicBezTo>
                <a:cubicBezTo>
                  <a:pt x="141040" y="0"/>
                  <a:pt x="149038" y="2750"/>
                  <a:pt x="154337" y="8250"/>
                </a:cubicBezTo>
                <a:cubicBezTo>
                  <a:pt x="159635" y="13751"/>
                  <a:pt x="162285" y="21850"/>
                  <a:pt x="162285" y="32548"/>
                </a:cubicBezTo>
                <a:cubicBezTo>
                  <a:pt x="162285" y="33456"/>
                  <a:pt x="162285" y="34339"/>
                  <a:pt x="162285" y="35197"/>
                </a:cubicBezTo>
                <a:cubicBezTo>
                  <a:pt x="162285" y="36055"/>
                  <a:pt x="162184" y="36938"/>
                  <a:pt x="161982" y="37846"/>
                </a:cubicBezTo>
                <a:lnTo>
                  <a:pt x="162587" y="37846"/>
                </a:lnTo>
                <a:cubicBezTo>
                  <a:pt x="171973" y="25029"/>
                  <a:pt x="181309" y="15517"/>
                  <a:pt x="190593" y="9310"/>
                </a:cubicBezTo>
                <a:cubicBezTo>
                  <a:pt x="199878" y="3103"/>
                  <a:pt x="209567" y="0"/>
                  <a:pt x="219659" y="0"/>
                </a:cubicBezTo>
                <a:cubicBezTo>
                  <a:pt x="230357" y="0"/>
                  <a:pt x="238355" y="2876"/>
                  <a:pt x="243654" y="8629"/>
                </a:cubicBezTo>
                <a:cubicBezTo>
                  <a:pt x="248952" y="14382"/>
                  <a:pt x="251602" y="22455"/>
                  <a:pt x="251602" y="32851"/>
                </a:cubicBezTo>
                <a:cubicBezTo>
                  <a:pt x="251602" y="35979"/>
                  <a:pt x="251097" y="40193"/>
                  <a:pt x="250088" y="45491"/>
                </a:cubicBezTo>
                <a:cubicBezTo>
                  <a:pt x="249078" y="50790"/>
                  <a:pt x="247842" y="56618"/>
                  <a:pt x="246379" y="62976"/>
                </a:cubicBezTo>
                <a:cubicBezTo>
                  <a:pt x="244915" y="69334"/>
                  <a:pt x="243326" y="75919"/>
                  <a:pt x="241610" y="82732"/>
                </a:cubicBezTo>
                <a:cubicBezTo>
                  <a:pt x="239894" y="89544"/>
                  <a:pt x="238280" y="95978"/>
                  <a:pt x="236766" y="102033"/>
                </a:cubicBezTo>
                <a:cubicBezTo>
                  <a:pt x="235858" y="105969"/>
                  <a:pt x="235126" y="109174"/>
                  <a:pt x="234571" y="111646"/>
                </a:cubicBezTo>
                <a:cubicBezTo>
                  <a:pt x="234016" y="114119"/>
                  <a:pt x="233587" y="116188"/>
                  <a:pt x="233284" y="117853"/>
                </a:cubicBezTo>
                <a:cubicBezTo>
                  <a:pt x="232981" y="119518"/>
                  <a:pt x="232779" y="120956"/>
                  <a:pt x="232678" y="122168"/>
                </a:cubicBezTo>
                <a:cubicBezTo>
                  <a:pt x="232578" y="123379"/>
                  <a:pt x="232527" y="124691"/>
                  <a:pt x="232527" y="126104"/>
                </a:cubicBezTo>
                <a:cubicBezTo>
                  <a:pt x="232527" y="129939"/>
                  <a:pt x="233234" y="132714"/>
                  <a:pt x="234646" y="134430"/>
                </a:cubicBezTo>
                <a:cubicBezTo>
                  <a:pt x="236059" y="136145"/>
                  <a:pt x="238330" y="137003"/>
                  <a:pt x="241459" y="137003"/>
                </a:cubicBezTo>
                <a:cubicBezTo>
                  <a:pt x="243275" y="137003"/>
                  <a:pt x="245092" y="136650"/>
                  <a:pt x="246909" y="135944"/>
                </a:cubicBezTo>
                <a:cubicBezTo>
                  <a:pt x="248725" y="135237"/>
                  <a:pt x="250668" y="134127"/>
                  <a:pt x="252737" y="132613"/>
                </a:cubicBezTo>
                <a:cubicBezTo>
                  <a:pt x="254806" y="131099"/>
                  <a:pt x="257077" y="129156"/>
                  <a:pt x="259549" y="126785"/>
                </a:cubicBezTo>
                <a:cubicBezTo>
                  <a:pt x="262022" y="124413"/>
                  <a:pt x="264772" y="121562"/>
                  <a:pt x="267800" y="118232"/>
                </a:cubicBezTo>
                <a:lnTo>
                  <a:pt x="278245" y="128223"/>
                </a:lnTo>
                <a:cubicBezTo>
                  <a:pt x="273401" y="133269"/>
                  <a:pt x="268885" y="137609"/>
                  <a:pt x="264696" y="141242"/>
                </a:cubicBezTo>
                <a:cubicBezTo>
                  <a:pt x="260508" y="144875"/>
                  <a:pt x="256471" y="147878"/>
                  <a:pt x="252586" y="150249"/>
                </a:cubicBezTo>
                <a:cubicBezTo>
                  <a:pt x="248700" y="152621"/>
                  <a:pt x="244840" y="154387"/>
                  <a:pt x="241005" y="155548"/>
                </a:cubicBezTo>
                <a:cubicBezTo>
                  <a:pt x="237170" y="156708"/>
                  <a:pt x="233133" y="157289"/>
                  <a:pt x="228894" y="157289"/>
                </a:cubicBezTo>
                <a:cubicBezTo>
                  <a:pt x="225059" y="157289"/>
                  <a:pt x="221577" y="156582"/>
                  <a:pt x="218448" y="155169"/>
                </a:cubicBezTo>
                <a:cubicBezTo>
                  <a:pt x="215320" y="153756"/>
                  <a:pt x="212670" y="151814"/>
                  <a:pt x="210501" y="149341"/>
                </a:cubicBezTo>
                <a:cubicBezTo>
                  <a:pt x="208331" y="146868"/>
                  <a:pt x="206640" y="143942"/>
                  <a:pt x="205429" y="140561"/>
                </a:cubicBezTo>
                <a:cubicBezTo>
                  <a:pt x="204218" y="137180"/>
                  <a:pt x="203613" y="133471"/>
                  <a:pt x="203613" y="129434"/>
                </a:cubicBezTo>
                <a:cubicBezTo>
                  <a:pt x="203613" y="121158"/>
                  <a:pt x="205379" y="110511"/>
                  <a:pt x="208911" y="97492"/>
                </a:cubicBezTo>
                <a:cubicBezTo>
                  <a:pt x="210829" y="90932"/>
                  <a:pt x="212569" y="84649"/>
                  <a:pt x="214134" y="78644"/>
                </a:cubicBezTo>
                <a:cubicBezTo>
                  <a:pt x="215698" y="72639"/>
                  <a:pt x="217035" y="67089"/>
                  <a:pt x="218145" y="61992"/>
                </a:cubicBezTo>
                <a:cubicBezTo>
                  <a:pt x="219256" y="56895"/>
                  <a:pt x="220139" y="52354"/>
                  <a:pt x="220795" y="48367"/>
                </a:cubicBezTo>
                <a:cubicBezTo>
                  <a:pt x="221451" y="44381"/>
                  <a:pt x="221779" y="41076"/>
                  <a:pt x="221779" y="38452"/>
                </a:cubicBezTo>
                <a:cubicBezTo>
                  <a:pt x="221779" y="32195"/>
                  <a:pt x="220593" y="27602"/>
                  <a:pt x="218221" y="24676"/>
                </a:cubicBezTo>
                <a:cubicBezTo>
                  <a:pt x="215850" y="21749"/>
                  <a:pt x="212141" y="20286"/>
                  <a:pt x="207094" y="20286"/>
                </a:cubicBezTo>
                <a:cubicBezTo>
                  <a:pt x="203966" y="20286"/>
                  <a:pt x="200635" y="21093"/>
                  <a:pt x="197103" y="22708"/>
                </a:cubicBezTo>
                <a:cubicBezTo>
                  <a:pt x="193571" y="24322"/>
                  <a:pt x="190013" y="26568"/>
                  <a:pt x="186430" y="29444"/>
                </a:cubicBezTo>
                <a:cubicBezTo>
                  <a:pt x="182848" y="32321"/>
                  <a:pt x="179341" y="35727"/>
                  <a:pt x="175909" y="39663"/>
                </a:cubicBezTo>
                <a:cubicBezTo>
                  <a:pt x="172478" y="43599"/>
                  <a:pt x="169299" y="47863"/>
                  <a:pt x="166372" y="52455"/>
                </a:cubicBezTo>
                <a:cubicBezTo>
                  <a:pt x="163445" y="57047"/>
                  <a:pt x="160846" y="61866"/>
                  <a:pt x="158576" y="66912"/>
                </a:cubicBezTo>
                <a:cubicBezTo>
                  <a:pt x="156305" y="71958"/>
                  <a:pt x="154564" y="77055"/>
                  <a:pt x="153353" y="82202"/>
                </a:cubicBezTo>
                <a:lnTo>
                  <a:pt x="138366" y="1545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text-207 𝒀">
            <a:extLst xmlns:a="http://schemas.openxmlformats.org/drawingml/2006/main">
              <a:ext uri="{FF2B5EF4-FFF2-40B4-BE49-F238E27FC236}">
                <a16:creationId xmlns:a16="http://schemas.microsoft.com/office/drawing/2014/main" id="{559D715C-BEE6-4DE7-A7E8-9041C3E9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9381" y="4908661"/>
            <a:ext cx="351136" cy="603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94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94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3394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𝒀</a:t>
            </a:r>
          </a:p>
        </p:txBody>
      </p:sp>
      <p:sp>
        <p:nvSpPr>
          <p:cNvPr id="208" name="path-208">
            <a:extLst xmlns:a="http://schemas.openxmlformats.org/drawingml/2006/main">
              <a:ext uri="{FF2B5EF4-FFF2-40B4-BE49-F238E27FC236}">
                <a16:creationId xmlns:a16="http://schemas.microsoft.com/office/drawing/2014/main" id="{F26D8D33-F1D9-433C-A023-AA51E159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2882" y="5272548"/>
            <a:ext cx="168491" cy="157289"/>
          </a:xfrm>
          <a:custGeom xmlns:a="http://schemas.openxmlformats.org/drawingml/2006/main">
            <a:pathLst>
              <a:path w="168491" h="157289">
                <a:moveTo>
                  <a:pt x="96584" y="117020"/>
                </a:moveTo>
                <a:cubicBezTo>
                  <a:pt x="91436" y="124186"/>
                  <a:pt x="86441" y="130292"/>
                  <a:pt x="81596" y="135338"/>
                </a:cubicBezTo>
                <a:cubicBezTo>
                  <a:pt x="76752" y="140384"/>
                  <a:pt x="71958" y="144547"/>
                  <a:pt x="67215" y="147827"/>
                </a:cubicBezTo>
                <a:cubicBezTo>
                  <a:pt x="62471" y="151107"/>
                  <a:pt x="57678" y="153504"/>
                  <a:pt x="52833" y="155018"/>
                </a:cubicBezTo>
                <a:cubicBezTo>
                  <a:pt x="47989" y="156532"/>
                  <a:pt x="42943" y="157289"/>
                  <a:pt x="37695" y="157289"/>
                </a:cubicBezTo>
                <a:cubicBezTo>
                  <a:pt x="25685" y="157289"/>
                  <a:pt x="16400" y="152974"/>
                  <a:pt x="9840" y="144345"/>
                </a:cubicBezTo>
                <a:cubicBezTo>
                  <a:pt x="3280" y="135716"/>
                  <a:pt x="0" y="123177"/>
                  <a:pt x="0" y="106726"/>
                </a:cubicBezTo>
                <a:cubicBezTo>
                  <a:pt x="0" y="96937"/>
                  <a:pt x="1034" y="87526"/>
                  <a:pt x="3103" y="78493"/>
                </a:cubicBezTo>
                <a:cubicBezTo>
                  <a:pt x="5172" y="69460"/>
                  <a:pt x="8099" y="60983"/>
                  <a:pt x="11884" y="53060"/>
                </a:cubicBezTo>
                <a:cubicBezTo>
                  <a:pt x="15668" y="45138"/>
                  <a:pt x="20185" y="37922"/>
                  <a:pt x="25433" y="31412"/>
                </a:cubicBezTo>
                <a:cubicBezTo>
                  <a:pt x="30681" y="24903"/>
                  <a:pt x="36433" y="19327"/>
                  <a:pt x="42691" y="14684"/>
                </a:cubicBezTo>
                <a:cubicBezTo>
                  <a:pt x="48948" y="10042"/>
                  <a:pt x="55609" y="6434"/>
                  <a:pt x="62673" y="3860"/>
                </a:cubicBezTo>
                <a:cubicBezTo>
                  <a:pt x="69738" y="1287"/>
                  <a:pt x="77055" y="0"/>
                  <a:pt x="84624" y="0"/>
                </a:cubicBezTo>
                <a:cubicBezTo>
                  <a:pt x="92597" y="0"/>
                  <a:pt x="99636" y="934"/>
                  <a:pt x="105742" y="2801"/>
                </a:cubicBezTo>
                <a:cubicBezTo>
                  <a:pt x="111848" y="4668"/>
                  <a:pt x="117424" y="7216"/>
                  <a:pt x="122470" y="10446"/>
                </a:cubicBezTo>
                <a:lnTo>
                  <a:pt x="137155" y="0"/>
                </a:lnTo>
                <a:lnTo>
                  <a:pt x="149417" y="3179"/>
                </a:lnTo>
                <a:lnTo>
                  <a:pt x="126558" y="102336"/>
                </a:lnTo>
                <a:cubicBezTo>
                  <a:pt x="125246" y="107988"/>
                  <a:pt x="124337" y="112656"/>
                  <a:pt x="123833" y="116339"/>
                </a:cubicBezTo>
                <a:cubicBezTo>
                  <a:pt x="123328" y="120023"/>
                  <a:pt x="123076" y="123278"/>
                  <a:pt x="123076" y="126104"/>
                </a:cubicBezTo>
                <a:cubicBezTo>
                  <a:pt x="123076" y="129939"/>
                  <a:pt x="123858" y="132714"/>
                  <a:pt x="125422" y="134430"/>
                </a:cubicBezTo>
                <a:cubicBezTo>
                  <a:pt x="126987" y="136145"/>
                  <a:pt x="129232" y="137003"/>
                  <a:pt x="132159" y="137003"/>
                </a:cubicBezTo>
                <a:cubicBezTo>
                  <a:pt x="133976" y="137003"/>
                  <a:pt x="135767" y="136650"/>
                  <a:pt x="137533" y="135944"/>
                </a:cubicBezTo>
                <a:cubicBezTo>
                  <a:pt x="139299" y="135237"/>
                  <a:pt x="141217" y="134127"/>
                  <a:pt x="143286" y="132613"/>
                </a:cubicBezTo>
                <a:cubicBezTo>
                  <a:pt x="145355" y="131099"/>
                  <a:pt x="147625" y="129156"/>
                  <a:pt x="150098" y="126785"/>
                </a:cubicBezTo>
                <a:cubicBezTo>
                  <a:pt x="152571" y="124413"/>
                  <a:pt x="155371" y="121562"/>
                  <a:pt x="158500" y="118232"/>
                </a:cubicBezTo>
                <a:cubicBezTo>
                  <a:pt x="160115" y="119947"/>
                  <a:pt x="161780" y="121638"/>
                  <a:pt x="163496" y="123303"/>
                </a:cubicBezTo>
                <a:cubicBezTo>
                  <a:pt x="165211" y="124968"/>
                  <a:pt x="166877" y="126608"/>
                  <a:pt x="168491" y="128223"/>
                </a:cubicBezTo>
                <a:cubicBezTo>
                  <a:pt x="163445" y="133370"/>
                  <a:pt x="158853" y="137785"/>
                  <a:pt x="154715" y="141469"/>
                </a:cubicBezTo>
                <a:cubicBezTo>
                  <a:pt x="150577" y="145153"/>
                  <a:pt x="146566" y="148180"/>
                  <a:pt x="142680" y="150552"/>
                </a:cubicBezTo>
                <a:cubicBezTo>
                  <a:pt x="138795" y="152924"/>
                  <a:pt x="134985" y="154640"/>
                  <a:pt x="131251" y="155699"/>
                </a:cubicBezTo>
                <a:cubicBezTo>
                  <a:pt x="127516" y="156759"/>
                  <a:pt x="123631" y="157289"/>
                  <a:pt x="119594" y="157289"/>
                </a:cubicBezTo>
                <a:cubicBezTo>
                  <a:pt x="112328" y="157289"/>
                  <a:pt x="106676" y="154942"/>
                  <a:pt x="102639" y="150249"/>
                </a:cubicBezTo>
                <a:cubicBezTo>
                  <a:pt x="98602" y="145556"/>
                  <a:pt x="96584" y="139123"/>
                  <a:pt x="96584" y="130948"/>
                </a:cubicBezTo>
                <a:cubicBezTo>
                  <a:pt x="96584" y="126406"/>
                  <a:pt x="97290" y="122067"/>
                  <a:pt x="98703" y="117929"/>
                </a:cubicBezTo>
                <a:lnTo>
                  <a:pt x="96584" y="117020"/>
                </a:lnTo>
                <a:moveTo>
                  <a:pt x="106424" y="68880"/>
                </a:moveTo>
                <a:cubicBezTo>
                  <a:pt x="107836" y="62623"/>
                  <a:pt x="108947" y="56971"/>
                  <a:pt x="109754" y="51925"/>
                </a:cubicBezTo>
                <a:cubicBezTo>
                  <a:pt x="110561" y="46879"/>
                  <a:pt x="110965" y="42085"/>
                  <a:pt x="110965" y="37543"/>
                </a:cubicBezTo>
                <a:cubicBezTo>
                  <a:pt x="110965" y="29470"/>
                  <a:pt x="109073" y="23692"/>
                  <a:pt x="105288" y="20210"/>
                </a:cubicBezTo>
                <a:cubicBezTo>
                  <a:pt x="101504" y="16728"/>
                  <a:pt x="95524" y="14987"/>
                  <a:pt x="87349" y="14987"/>
                </a:cubicBezTo>
                <a:cubicBezTo>
                  <a:pt x="81395" y="14987"/>
                  <a:pt x="75844" y="16299"/>
                  <a:pt x="70697" y="18923"/>
                </a:cubicBezTo>
                <a:cubicBezTo>
                  <a:pt x="65550" y="21547"/>
                  <a:pt x="60857" y="25130"/>
                  <a:pt x="56618" y="29671"/>
                </a:cubicBezTo>
                <a:cubicBezTo>
                  <a:pt x="52379" y="34213"/>
                  <a:pt x="48620" y="39461"/>
                  <a:pt x="45340" y="45415"/>
                </a:cubicBezTo>
                <a:cubicBezTo>
                  <a:pt x="42060" y="51370"/>
                  <a:pt x="39284" y="57678"/>
                  <a:pt x="37014" y="64339"/>
                </a:cubicBezTo>
                <a:cubicBezTo>
                  <a:pt x="34743" y="70999"/>
                  <a:pt x="33027" y="77837"/>
                  <a:pt x="31866" y="84851"/>
                </a:cubicBezTo>
                <a:cubicBezTo>
                  <a:pt x="30706" y="91865"/>
                  <a:pt x="30126" y="98602"/>
                  <a:pt x="30126" y="105061"/>
                </a:cubicBezTo>
                <a:cubicBezTo>
                  <a:pt x="30126" y="115961"/>
                  <a:pt x="31665" y="124060"/>
                  <a:pt x="34743" y="129358"/>
                </a:cubicBezTo>
                <a:cubicBezTo>
                  <a:pt x="37821" y="134657"/>
                  <a:pt x="42791" y="137306"/>
                  <a:pt x="49654" y="137306"/>
                </a:cubicBezTo>
                <a:cubicBezTo>
                  <a:pt x="53086" y="137306"/>
                  <a:pt x="56391" y="136700"/>
                  <a:pt x="59570" y="135489"/>
                </a:cubicBezTo>
                <a:cubicBezTo>
                  <a:pt x="62749" y="134278"/>
                  <a:pt x="66105" y="132361"/>
                  <a:pt x="69637" y="129737"/>
                </a:cubicBezTo>
                <a:cubicBezTo>
                  <a:pt x="78518" y="122773"/>
                  <a:pt x="86087" y="114296"/>
                  <a:pt x="92345" y="104304"/>
                </a:cubicBezTo>
                <a:cubicBezTo>
                  <a:pt x="98602" y="94313"/>
                  <a:pt x="103295" y="82505"/>
                  <a:pt x="106424" y="6888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path-209">
            <a:extLst xmlns:a="http://schemas.openxmlformats.org/drawingml/2006/main">
              <a:ext uri="{FF2B5EF4-FFF2-40B4-BE49-F238E27FC236}">
                <a16:creationId xmlns:a16="http://schemas.microsoft.com/office/drawing/2014/main" id="{8EDEFB92-E281-4936-BE2B-14272CA1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8925" y="5237276"/>
            <a:ext cx="110057" cy="192561"/>
          </a:xfrm>
          <a:custGeom xmlns:a="http://schemas.openxmlformats.org/drawingml/2006/main">
            <a:pathLst>
              <a:path w="110057" h="192561">
                <a:moveTo>
                  <a:pt x="95372" y="160619"/>
                </a:moveTo>
                <a:cubicBezTo>
                  <a:pt x="90225" y="166372"/>
                  <a:pt x="85331" y="171267"/>
                  <a:pt x="80688" y="175304"/>
                </a:cubicBezTo>
                <a:cubicBezTo>
                  <a:pt x="76046" y="179341"/>
                  <a:pt x="71504" y="182646"/>
                  <a:pt x="67063" y="185219"/>
                </a:cubicBezTo>
                <a:cubicBezTo>
                  <a:pt x="62623" y="187793"/>
                  <a:pt x="58233" y="189660"/>
                  <a:pt x="53893" y="190821"/>
                </a:cubicBezTo>
                <a:cubicBezTo>
                  <a:pt x="49553" y="191981"/>
                  <a:pt x="45113" y="192561"/>
                  <a:pt x="40571" y="192561"/>
                </a:cubicBezTo>
                <a:cubicBezTo>
                  <a:pt x="28561" y="192561"/>
                  <a:pt x="19604" y="189736"/>
                  <a:pt x="13700" y="184084"/>
                </a:cubicBezTo>
                <a:cubicBezTo>
                  <a:pt x="7796" y="178432"/>
                  <a:pt x="4844" y="170106"/>
                  <a:pt x="4844" y="159105"/>
                </a:cubicBezTo>
                <a:cubicBezTo>
                  <a:pt x="4844" y="155371"/>
                  <a:pt x="5122" y="151259"/>
                  <a:pt x="5677" y="146768"/>
                </a:cubicBezTo>
                <a:cubicBezTo>
                  <a:pt x="6232" y="142276"/>
                  <a:pt x="7014" y="137912"/>
                  <a:pt x="8023" y="133673"/>
                </a:cubicBezTo>
                <a:lnTo>
                  <a:pt x="26038" y="55255"/>
                </a:lnTo>
                <a:lnTo>
                  <a:pt x="0" y="55255"/>
                </a:lnTo>
                <a:lnTo>
                  <a:pt x="3028" y="43599"/>
                </a:lnTo>
                <a:cubicBezTo>
                  <a:pt x="9083" y="43599"/>
                  <a:pt x="13801" y="43019"/>
                  <a:pt x="17182" y="41858"/>
                </a:cubicBezTo>
                <a:cubicBezTo>
                  <a:pt x="20563" y="40697"/>
                  <a:pt x="23414" y="39108"/>
                  <a:pt x="25735" y="37089"/>
                </a:cubicBezTo>
                <a:cubicBezTo>
                  <a:pt x="27249" y="35676"/>
                  <a:pt x="28713" y="33935"/>
                  <a:pt x="30126" y="31866"/>
                </a:cubicBezTo>
                <a:cubicBezTo>
                  <a:pt x="31538" y="29798"/>
                  <a:pt x="32951" y="27300"/>
                  <a:pt x="34364" y="24373"/>
                </a:cubicBezTo>
                <a:cubicBezTo>
                  <a:pt x="35777" y="21446"/>
                  <a:pt x="37215" y="17990"/>
                  <a:pt x="38679" y="14003"/>
                </a:cubicBezTo>
                <a:cubicBezTo>
                  <a:pt x="40142" y="10017"/>
                  <a:pt x="41782" y="5349"/>
                  <a:pt x="43599" y="0"/>
                </a:cubicBezTo>
                <a:lnTo>
                  <a:pt x="67215" y="0"/>
                </a:lnTo>
                <a:lnTo>
                  <a:pt x="58586" y="38452"/>
                </a:lnTo>
                <a:lnTo>
                  <a:pt x="110057" y="38452"/>
                </a:lnTo>
                <a:lnTo>
                  <a:pt x="106575" y="55255"/>
                </a:lnTo>
                <a:lnTo>
                  <a:pt x="55255" y="55255"/>
                </a:lnTo>
                <a:lnTo>
                  <a:pt x="39814" y="118686"/>
                </a:lnTo>
                <a:cubicBezTo>
                  <a:pt x="38805" y="122924"/>
                  <a:pt x="37972" y="126734"/>
                  <a:pt x="37316" y="130115"/>
                </a:cubicBezTo>
                <a:cubicBezTo>
                  <a:pt x="36660" y="133496"/>
                  <a:pt x="36131" y="136549"/>
                  <a:pt x="35727" y="139274"/>
                </a:cubicBezTo>
                <a:cubicBezTo>
                  <a:pt x="35323" y="141999"/>
                  <a:pt x="35046" y="144472"/>
                  <a:pt x="34894" y="146692"/>
                </a:cubicBezTo>
                <a:cubicBezTo>
                  <a:pt x="34743" y="148912"/>
                  <a:pt x="34667" y="150981"/>
                  <a:pt x="34667" y="152899"/>
                </a:cubicBezTo>
                <a:cubicBezTo>
                  <a:pt x="34667" y="158954"/>
                  <a:pt x="35929" y="163697"/>
                  <a:pt x="38452" y="167129"/>
                </a:cubicBezTo>
                <a:cubicBezTo>
                  <a:pt x="40975" y="170560"/>
                  <a:pt x="45113" y="172276"/>
                  <a:pt x="50865" y="172276"/>
                </a:cubicBezTo>
                <a:cubicBezTo>
                  <a:pt x="55710" y="172276"/>
                  <a:pt x="60857" y="170485"/>
                  <a:pt x="66307" y="166902"/>
                </a:cubicBezTo>
                <a:cubicBezTo>
                  <a:pt x="71756" y="163319"/>
                  <a:pt x="77963" y="157693"/>
                  <a:pt x="84927" y="150022"/>
                </a:cubicBezTo>
                <a:lnTo>
                  <a:pt x="95372" y="1606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path-210">
            <a:extLst xmlns:a="http://schemas.openxmlformats.org/drawingml/2006/main">
              <a:ext uri="{FF2B5EF4-FFF2-40B4-BE49-F238E27FC236}">
                <a16:creationId xmlns:a16="http://schemas.microsoft.com/office/drawing/2014/main" id="{A435B917-BAD9-4490-BA05-03A51EA7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6587" y="5237276"/>
            <a:ext cx="110057" cy="192561"/>
          </a:xfrm>
          <a:custGeom xmlns:a="http://schemas.openxmlformats.org/drawingml/2006/main">
            <a:pathLst>
              <a:path w="110057" h="192561">
                <a:moveTo>
                  <a:pt x="95372" y="160619"/>
                </a:moveTo>
                <a:cubicBezTo>
                  <a:pt x="90225" y="166372"/>
                  <a:pt x="85331" y="171267"/>
                  <a:pt x="80688" y="175304"/>
                </a:cubicBezTo>
                <a:cubicBezTo>
                  <a:pt x="76046" y="179341"/>
                  <a:pt x="71504" y="182646"/>
                  <a:pt x="67063" y="185219"/>
                </a:cubicBezTo>
                <a:cubicBezTo>
                  <a:pt x="62623" y="187793"/>
                  <a:pt x="58233" y="189660"/>
                  <a:pt x="53893" y="190821"/>
                </a:cubicBezTo>
                <a:cubicBezTo>
                  <a:pt x="49553" y="191981"/>
                  <a:pt x="45113" y="192561"/>
                  <a:pt x="40571" y="192561"/>
                </a:cubicBezTo>
                <a:cubicBezTo>
                  <a:pt x="28561" y="192561"/>
                  <a:pt x="19604" y="189736"/>
                  <a:pt x="13700" y="184084"/>
                </a:cubicBezTo>
                <a:cubicBezTo>
                  <a:pt x="7796" y="178432"/>
                  <a:pt x="4844" y="170106"/>
                  <a:pt x="4844" y="159105"/>
                </a:cubicBezTo>
                <a:cubicBezTo>
                  <a:pt x="4844" y="155371"/>
                  <a:pt x="5122" y="151259"/>
                  <a:pt x="5677" y="146768"/>
                </a:cubicBezTo>
                <a:cubicBezTo>
                  <a:pt x="6232" y="142276"/>
                  <a:pt x="7014" y="137912"/>
                  <a:pt x="8023" y="133673"/>
                </a:cubicBezTo>
                <a:lnTo>
                  <a:pt x="26038" y="55255"/>
                </a:lnTo>
                <a:lnTo>
                  <a:pt x="0" y="55255"/>
                </a:lnTo>
                <a:lnTo>
                  <a:pt x="3028" y="43599"/>
                </a:lnTo>
                <a:cubicBezTo>
                  <a:pt x="9083" y="43599"/>
                  <a:pt x="13801" y="43019"/>
                  <a:pt x="17182" y="41858"/>
                </a:cubicBezTo>
                <a:cubicBezTo>
                  <a:pt x="20563" y="40697"/>
                  <a:pt x="23414" y="39108"/>
                  <a:pt x="25735" y="37089"/>
                </a:cubicBezTo>
                <a:cubicBezTo>
                  <a:pt x="27249" y="35676"/>
                  <a:pt x="28713" y="33935"/>
                  <a:pt x="30126" y="31866"/>
                </a:cubicBezTo>
                <a:cubicBezTo>
                  <a:pt x="31538" y="29798"/>
                  <a:pt x="32951" y="27300"/>
                  <a:pt x="34364" y="24373"/>
                </a:cubicBezTo>
                <a:cubicBezTo>
                  <a:pt x="35777" y="21446"/>
                  <a:pt x="37215" y="17990"/>
                  <a:pt x="38679" y="14003"/>
                </a:cubicBezTo>
                <a:cubicBezTo>
                  <a:pt x="40142" y="10017"/>
                  <a:pt x="41782" y="5349"/>
                  <a:pt x="43599" y="0"/>
                </a:cubicBezTo>
                <a:lnTo>
                  <a:pt x="67215" y="0"/>
                </a:lnTo>
                <a:lnTo>
                  <a:pt x="58586" y="38452"/>
                </a:lnTo>
                <a:lnTo>
                  <a:pt x="110057" y="38452"/>
                </a:lnTo>
                <a:lnTo>
                  <a:pt x="106575" y="55255"/>
                </a:lnTo>
                <a:lnTo>
                  <a:pt x="55255" y="55255"/>
                </a:lnTo>
                <a:lnTo>
                  <a:pt x="39814" y="118686"/>
                </a:lnTo>
                <a:cubicBezTo>
                  <a:pt x="38805" y="122924"/>
                  <a:pt x="37972" y="126734"/>
                  <a:pt x="37316" y="130115"/>
                </a:cubicBezTo>
                <a:cubicBezTo>
                  <a:pt x="36660" y="133496"/>
                  <a:pt x="36131" y="136549"/>
                  <a:pt x="35727" y="139274"/>
                </a:cubicBezTo>
                <a:cubicBezTo>
                  <a:pt x="35323" y="141999"/>
                  <a:pt x="35046" y="144472"/>
                  <a:pt x="34894" y="146692"/>
                </a:cubicBezTo>
                <a:cubicBezTo>
                  <a:pt x="34743" y="148912"/>
                  <a:pt x="34667" y="150981"/>
                  <a:pt x="34667" y="152899"/>
                </a:cubicBezTo>
                <a:cubicBezTo>
                  <a:pt x="34667" y="158954"/>
                  <a:pt x="35929" y="163697"/>
                  <a:pt x="38452" y="167129"/>
                </a:cubicBezTo>
                <a:cubicBezTo>
                  <a:pt x="40975" y="170560"/>
                  <a:pt x="45113" y="172276"/>
                  <a:pt x="50865" y="172276"/>
                </a:cubicBezTo>
                <a:cubicBezTo>
                  <a:pt x="55710" y="172276"/>
                  <a:pt x="60857" y="170485"/>
                  <a:pt x="66307" y="166902"/>
                </a:cubicBezTo>
                <a:cubicBezTo>
                  <a:pt x="71756" y="163319"/>
                  <a:pt x="77963" y="157693"/>
                  <a:pt x="84927" y="150022"/>
                </a:cubicBezTo>
                <a:lnTo>
                  <a:pt x="95372" y="1606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path-211">
            <a:extLst xmlns:a="http://schemas.openxmlformats.org/drawingml/2006/main">
              <a:ext uri="{FF2B5EF4-FFF2-40B4-BE49-F238E27FC236}">
                <a16:creationId xmlns:a16="http://schemas.microsoft.com/office/drawing/2014/main" id="{4D1ADB4F-DF4A-4909-8409-32DFCD6B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8956" y="5272548"/>
            <a:ext cx="189534" cy="157289"/>
          </a:xfrm>
          <a:custGeom xmlns:a="http://schemas.openxmlformats.org/drawingml/2006/main">
            <a:pathLst>
              <a:path w="189534" h="157289">
                <a:moveTo>
                  <a:pt x="72059" y="40117"/>
                </a:moveTo>
                <a:cubicBezTo>
                  <a:pt x="81849" y="26694"/>
                  <a:pt x="91512" y="16652"/>
                  <a:pt x="101049" y="9991"/>
                </a:cubicBezTo>
                <a:cubicBezTo>
                  <a:pt x="110587" y="3330"/>
                  <a:pt x="120452" y="0"/>
                  <a:pt x="130645" y="0"/>
                </a:cubicBezTo>
                <a:cubicBezTo>
                  <a:pt x="141343" y="0"/>
                  <a:pt x="149341" y="2876"/>
                  <a:pt x="154640" y="8629"/>
                </a:cubicBezTo>
                <a:cubicBezTo>
                  <a:pt x="159938" y="14382"/>
                  <a:pt x="162587" y="22455"/>
                  <a:pt x="162587" y="32851"/>
                </a:cubicBezTo>
                <a:cubicBezTo>
                  <a:pt x="162587" y="35979"/>
                  <a:pt x="162133" y="40319"/>
                  <a:pt x="161225" y="45870"/>
                </a:cubicBezTo>
                <a:cubicBezTo>
                  <a:pt x="160317" y="51420"/>
                  <a:pt x="159156" y="57476"/>
                  <a:pt x="157743" y="64036"/>
                </a:cubicBezTo>
                <a:cubicBezTo>
                  <a:pt x="156330" y="70596"/>
                  <a:pt x="154816" y="77332"/>
                  <a:pt x="153201" y="84246"/>
                </a:cubicBezTo>
                <a:cubicBezTo>
                  <a:pt x="151587" y="91159"/>
                  <a:pt x="150073" y="97542"/>
                  <a:pt x="148660" y="103396"/>
                </a:cubicBezTo>
                <a:cubicBezTo>
                  <a:pt x="147247" y="109249"/>
                  <a:pt x="146086" y="114245"/>
                  <a:pt x="145178" y="118383"/>
                </a:cubicBezTo>
                <a:cubicBezTo>
                  <a:pt x="144270" y="122521"/>
                  <a:pt x="143816" y="125094"/>
                  <a:pt x="143816" y="126104"/>
                </a:cubicBezTo>
                <a:cubicBezTo>
                  <a:pt x="143816" y="129939"/>
                  <a:pt x="144522" y="132714"/>
                  <a:pt x="145935" y="134430"/>
                </a:cubicBezTo>
                <a:cubicBezTo>
                  <a:pt x="147348" y="136145"/>
                  <a:pt x="149619" y="137003"/>
                  <a:pt x="152747" y="137003"/>
                </a:cubicBezTo>
                <a:cubicBezTo>
                  <a:pt x="154665" y="137003"/>
                  <a:pt x="156557" y="136650"/>
                  <a:pt x="158424" y="135944"/>
                </a:cubicBezTo>
                <a:cubicBezTo>
                  <a:pt x="160291" y="135237"/>
                  <a:pt x="162234" y="134127"/>
                  <a:pt x="164253" y="132613"/>
                </a:cubicBezTo>
                <a:cubicBezTo>
                  <a:pt x="166271" y="131099"/>
                  <a:pt x="168491" y="129156"/>
                  <a:pt x="170913" y="126785"/>
                </a:cubicBezTo>
                <a:cubicBezTo>
                  <a:pt x="173336" y="124413"/>
                  <a:pt x="176061" y="121562"/>
                  <a:pt x="179088" y="118232"/>
                </a:cubicBezTo>
                <a:lnTo>
                  <a:pt x="189534" y="128223"/>
                </a:lnTo>
                <a:cubicBezTo>
                  <a:pt x="184589" y="133269"/>
                  <a:pt x="180047" y="137609"/>
                  <a:pt x="175909" y="141242"/>
                </a:cubicBezTo>
                <a:cubicBezTo>
                  <a:pt x="171771" y="144875"/>
                  <a:pt x="167760" y="147878"/>
                  <a:pt x="163874" y="150249"/>
                </a:cubicBezTo>
                <a:cubicBezTo>
                  <a:pt x="159989" y="152621"/>
                  <a:pt x="156128" y="154387"/>
                  <a:pt x="152293" y="155548"/>
                </a:cubicBezTo>
                <a:cubicBezTo>
                  <a:pt x="148458" y="156708"/>
                  <a:pt x="144371" y="157289"/>
                  <a:pt x="140031" y="157289"/>
                </a:cubicBezTo>
                <a:cubicBezTo>
                  <a:pt x="136398" y="157289"/>
                  <a:pt x="133042" y="156582"/>
                  <a:pt x="129964" y="155169"/>
                </a:cubicBezTo>
                <a:cubicBezTo>
                  <a:pt x="126886" y="153756"/>
                  <a:pt x="124236" y="151814"/>
                  <a:pt x="122016" y="149341"/>
                </a:cubicBezTo>
                <a:cubicBezTo>
                  <a:pt x="119796" y="146868"/>
                  <a:pt x="118080" y="143942"/>
                  <a:pt x="116869" y="140561"/>
                </a:cubicBezTo>
                <a:cubicBezTo>
                  <a:pt x="115658" y="137180"/>
                  <a:pt x="115052" y="133471"/>
                  <a:pt x="115052" y="129434"/>
                </a:cubicBezTo>
                <a:cubicBezTo>
                  <a:pt x="115052" y="125397"/>
                  <a:pt x="115481" y="120679"/>
                  <a:pt x="116339" y="115280"/>
                </a:cubicBezTo>
                <a:cubicBezTo>
                  <a:pt x="117197" y="109880"/>
                  <a:pt x="118484" y="103951"/>
                  <a:pt x="120200" y="97492"/>
                </a:cubicBezTo>
                <a:cubicBezTo>
                  <a:pt x="122016" y="90932"/>
                  <a:pt x="123707" y="84649"/>
                  <a:pt x="125271" y="78644"/>
                </a:cubicBezTo>
                <a:cubicBezTo>
                  <a:pt x="126835" y="72639"/>
                  <a:pt x="128198" y="67089"/>
                  <a:pt x="129358" y="61992"/>
                </a:cubicBezTo>
                <a:cubicBezTo>
                  <a:pt x="130519" y="56895"/>
                  <a:pt x="131427" y="52354"/>
                  <a:pt x="132083" y="48367"/>
                </a:cubicBezTo>
                <a:cubicBezTo>
                  <a:pt x="132739" y="44381"/>
                  <a:pt x="133067" y="41076"/>
                  <a:pt x="133067" y="38452"/>
                </a:cubicBezTo>
                <a:cubicBezTo>
                  <a:pt x="133067" y="32195"/>
                  <a:pt x="131881" y="27602"/>
                  <a:pt x="129510" y="24676"/>
                </a:cubicBezTo>
                <a:cubicBezTo>
                  <a:pt x="127138" y="21749"/>
                  <a:pt x="123328" y="20286"/>
                  <a:pt x="118080" y="20286"/>
                </a:cubicBezTo>
                <a:cubicBezTo>
                  <a:pt x="115052" y="20286"/>
                  <a:pt x="111798" y="21068"/>
                  <a:pt x="108316" y="22632"/>
                </a:cubicBezTo>
                <a:cubicBezTo>
                  <a:pt x="104834" y="24196"/>
                  <a:pt x="101327" y="26366"/>
                  <a:pt x="97795" y="29142"/>
                </a:cubicBezTo>
                <a:cubicBezTo>
                  <a:pt x="94262" y="31917"/>
                  <a:pt x="90806" y="35197"/>
                  <a:pt x="87425" y="38982"/>
                </a:cubicBezTo>
                <a:cubicBezTo>
                  <a:pt x="84044" y="42766"/>
                  <a:pt x="80940" y="46803"/>
                  <a:pt x="78115" y="51092"/>
                </a:cubicBezTo>
                <a:cubicBezTo>
                  <a:pt x="75289" y="55382"/>
                  <a:pt x="72791" y="59873"/>
                  <a:pt x="70621" y="64566"/>
                </a:cubicBezTo>
                <a:cubicBezTo>
                  <a:pt x="68451" y="69259"/>
                  <a:pt x="66862" y="73926"/>
                  <a:pt x="65852" y="78569"/>
                </a:cubicBezTo>
                <a:lnTo>
                  <a:pt x="48897" y="154564"/>
                </a:lnTo>
                <a:lnTo>
                  <a:pt x="19226" y="154564"/>
                </a:lnTo>
                <a:lnTo>
                  <a:pt x="41934" y="55861"/>
                </a:lnTo>
                <a:cubicBezTo>
                  <a:pt x="43246" y="50613"/>
                  <a:pt x="44204" y="45920"/>
                  <a:pt x="44810" y="41782"/>
                </a:cubicBezTo>
                <a:cubicBezTo>
                  <a:pt x="45415" y="37644"/>
                  <a:pt x="45718" y="34263"/>
                  <a:pt x="45718" y="31639"/>
                </a:cubicBezTo>
                <a:cubicBezTo>
                  <a:pt x="45718" y="24272"/>
                  <a:pt x="42741" y="20588"/>
                  <a:pt x="36787" y="20588"/>
                </a:cubicBezTo>
                <a:cubicBezTo>
                  <a:pt x="34970" y="20588"/>
                  <a:pt x="33128" y="20967"/>
                  <a:pt x="31261" y="21724"/>
                </a:cubicBezTo>
                <a:cubicBezTo>
                  <a:pt x="29394" y="22481"/>
                  <a:pt x="27426" y="23616"/>
                  <a:pt x="25357" y="25130"/>
                </a:cubicBezTo>
                <a:cubicBezTo>
                  <a:pt x="23288" y="26644"/>
                  <a:pt x="21042" y="28561"/>
                  <a:pt x="18620" y="30882"/>
                </a:cubicBezTo>
                <a:cubicBezTo>
                  <a:pt x="16198" y="33204"/>
                  <a:pt x="13473" y="35929"/>
                  <a:pt x="10446" y="39057"/>
                </a:cubicBezTo>
                <a:lnTo>
                  <a:pt x="0" y="29217"/>
                </a:lnTo>
                <a:cubicBezTo>
                  <a:pt x="5046" y="24070"/>
                  <a:pt x="9663" y="19655"/>
                  <a:pt x="13852" y="15971"/>
                </a:cubicBezTo>
                <a:cubicBezTo>
                  <a:pt x="18040" y="12287"/>
                  <a:pt x="22026" y="9260"/>
                  <a:pt x="25811" y="6888"/>
                </a:cubicBezTo>
                <a:cubicBezTo>
                  <a:pt x="29596" y="4516"/>
                  <a:pt x="33355" y="2775"/>
                  <a:pt x="37089" y="1665"/>
                </a:cubicBezTo>
                <a:cubicBezTo>
                  <a:pt x="40823" y="555"/>
                  <a:pt x="44759" y="0"/>
                  <a:pt x="48897" y="0"/>
                </a:cubicBezTo>
                <a:cubicBezTo>
                  <a:pt x="56366" y="0"/>
                  <a:pt x="62143" y="2447"/>
                  <a:pt x="66231" y="7342"/>
                </a:cubicBezTo>
                <a:cubicBezTo>
                  <a:pt x="70318" y="12237"/>
                  <a:pt x="72362" y="18671"/>
                  <a:pt x="72362" y="26644"/>
                </a:cubicBezTo>
                <a:cubicBezTo>
                  <a:pt x="72362" y="28662"/>
                  <a:pt x="72185" y="30782"/>
                  <a:pt x="71832" y="33002"/>
                </a:cubicBezTo>
                <a:cubicBezTo>
                  <a:pt x="71479" y="35222"/>
                  <a:pt x="70848" y="37342"/>
                  <a:pt x="69940" y="39360"/>
                </a:cubicBezTo>
                <a:lnTo>
                  <a:pt x="72059" y="4011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path-212">
            <a:extLst xmlns:a="http://schemas.openxmlformats.org/drawingml/2006/main">
              <a:ext uri="{FF2B5EF4-FFF2-40B4-BE49-F238E27FC236}">
                <a16:creationId xmlns:a16="http://schemas.microsoft.com/office/drawing/2014/main" id="{B44A601A-86BC-4039-8F5A-837AF466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426" y="4069417"/>
            <a:ext cx="258563" cy="270054"/>
          </a:xfrm>
          <a:custGeom xmlns:a="http://schemas.openxmlformats.org/drawingml/2006/main">
            <a:pathLst>
              <a:path w="258563" h="270054">
                <a:moveTo>
                  <a:pt x="0" y="0"/>
                </a:moveTo>
                <a:lnTo>
                  <a:pt x="0" y="270054"/>
                </a:lnTo>
                <a:lnTo>
                  <a:pt x="258563" y="270054"/>
                </a:lnTo>
                <a:lnTo>
                  <a:pt x="258563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path-213">
            <a:extLst xmlns:a="http://schemas.openxmlformats.org/drawingml/2006/main">
              <a:ext uri="{FF2B5EF4-FFF2-40B4-BE49-F238E27FC236}">
                <a16:creationId xmlns:a16="http://schemas.microsoft.com/office/drawing/2014/main" id="{D9E8FB53-BDB2-4F7C-A322-25164CC3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84" y="4044519"/>
            <a:ext cx="305176" cy="319612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2" y="47882"/>
                </a:moveTo>
                <a:lnTo>
                  <a:pt x="47883" y="23940"/>
                </a:lnTo>
                <a:lnTo>
                  <a:pt x="47883" y="295672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2"/>
                </a:lnTo>
                <a:lnTo>
                  <a:pt x="257294" y="23940"/>
                </a:lnTo>
                <a:lnTo>
                  <a:pt x="281236" y="47882"/>
                </a:lnTo>
                <a:lnTo>
                  <a:pt x="23942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path-214">
            <a:extLst xmlns:a="http://schemas.openxmlformats.org/drawingml/2006/main">
              <a:ext uri="{FF2B5EF4-FFF2-40B4-BE49-F238E27FC236}">
                <a16:creationId xmlns:a16="http://schemas.microsoft.com/office/drawing/2014/main" id="{4538FB61-F4AC-4E8B-9F43-D3BE7CE4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426" y="4339472"/>
            <a:ext cx="258563" cy="272927"/>
          </a:xfrm>
          <a:custGeom xmlns:a="http://schemas.openxmlformats.org/drawingml/2006/main">
            <a:pathLst>
              <a:path w="258563" h="272927">
                <a:moveTo>
                  <a:pt x="0" y="0"/>
                </a:moveTo>
                <a:lnTo>
                  <a:pt x="0" y="272927"/>
                </a:lnTo>
                <a:lnTo>
                  <a:pt x="258563" y="272927"/>
                </a:lnTo>
                <a:lnTo>
                  <a:pt x="258563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6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path-215">
            <a:extLst xmlns:a="http://schemas.openxmlformats.org/drawingml/2006/main">
              <a:ext uri="{FF2B5EF4-FFF2-40B4-BE49-F238E27FC236}">
                <a16:creationId xmlns:a16="http://schemas.microsoft.com/office/drawing/2014/main" id="{3653324F-8287-44B7-A6F2-C40E983A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84" y="4316249"/>
            <a:ext cx="305176" cy="319612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2" y="47882"/>
                </a:moveTo>
                <a:lnTo>
                  <a:pt x="47883" y="23941"/>
                </a:lnTo>
                <a:lnTo>
                  <a:pt x="47883" y="295671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1"/>
                </a:lnTo>
                <a:lnTo>
                  <a:pt x="257294" y="23941"/>
                </a:lnTo>
                <a:lnTo>
                  <a:pt x="281236" y="47882"/>
                </a:lnTo>
                <a:lnTo>
                  <a:pt x="23942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path-216">
            <a:extLst xmlns:a="http://schemas.openxmlformats.org/drawingml/2006/main">
              <a:ext uri="{FF2B5EF4-FFF2-40B4-BE49-F238E27FC236}">
                <a16:creationId xmlns:a16="http://schemas.microsoft.com/office/drawing/2014/main" id="{7D6C052A-FB08-48C4-9F35-A80B2CF4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426" y="4612399"/>
            <a:ext cx="258563" cy="270054"/>
          </a:xfrm>
          <a:custGeom xmlns:a="http://schemas.openxmlformats.org/drawingml/2006/main">
            <a:pathLst>
              <a:path w="258563" h="270054">
                <a:moveTo>
                  <a:pt x="0" y="0"/>
                </a:moveTo>
                <a:lnTo>
                  <a:pt x="0" y="270054"/>
                </a:lnTo>
                <a:lnTo>
                  <a:pt x="258563" y="270054"/>
                </a:lnTo>
                <a:lnTo>
                  <a:pt x="258563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9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path-217">
            <a:extLst xmlns:a="http://schemas.openxmlformats.org/drawingml/2006/main">
              <a:ext uri="{FF2B5EF4-FFF2-40B4-BE49-F238E27FC236}">
                <a16:creationId xmlns:a16="http://schemas.microsoft.com/office/drawing/2014/main" id="{504E36CD-D72F-4A4C-A45D-A026F28D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84" y="4587980"/>
            <a:ext cx="305176" cy="319612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2" y="47882"/>
                </a:moveTo>
                <a:lnTo>
                  <a:pt x="47883" y="23940"/>
                </a:lnTo>
                <a:lnTo>
                  <a:pt x="47883" y="295672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2"/>
                </a:lnTo>
                <a:lnTo>
                  <a:pt x="257294" y="23940"/>
                </a:lnTo>
                <a:lnTo>
                  <a:pt x="281236" y="47882"/>
                </a:lnTo>
                <a:lnTo>
                  <a:pt x="23942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path-218">
            <a:extLst xmlns:a="http://schemas.openxmlformats.org/drawingml/2006/main">
              <a:ext uri="{FF2B5EF4-FFF2-40B4-BE49-F238E27FC236}">
                <a16:creationId xmlns:a16="http://schemas.microsoft.com/office/drawing/2014/main" id="{1318272F-C2CF-41DE-86D2-590A7723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426" y="4882454"/>
            <a:ext cx="258563" cy="272927"/>
          </a:xfrm>
          <a:custGeom xmlns:a="http://schemas.openxmlformats.org/drawingml/2006/main">
            <a:pathLst>
              <a:path w="258563" h="272927">
                <a:moveTo>
                  <a:pt x="0" y="0"/>
                </a:moveTo>
                <a:lnTo>
                  <a:pt x="0" y="272927"/>
                </a:lnTo>
                <a:lnTo>
                  <a:pt x="258563" y="272927"/>
                </a:lnTo>
                <a:lnTo>
                  <a:pt x="258563" y="0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path-219">
            <a:extLst xmlns:a="http://schemas.openxmlformats.org/drawingml/2006/main">
              <a:ext uri="{FF2B5EF4-FFF2-40B4-BE49-F238E27FC236}">
                <a16:creationId xmlns:a16="http://schemas.microsoft.com/office/drawing/2014/main" id="{0A20C75E-0B9A-443C-A462-9A82296E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84" y="4859710"/>
            <a:ext cx="305176" cy="319612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2" y="47882"/>
                </a:moveTo>
                <a:lnTo>
                  <a:pt x="47883" y="23941"/>
                </a:lnTo>
                <a:lnTo>
                  <a:pt x="47883" y="295671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1"/>
                </a:lnTo>
                <a:lnTo>
                  <a:pt x="257294" y="23941"/>
                </a:lnTo>
                <a:lnTo>
                  <a:pt x="281236" y="47882"/>
                </a:lnTo>
                <a:lnTo>
                  <a:pt x="23942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path-220">
            <a:extLst xmlns:a="http://schemas.openxmlformats.org/drawingml/2006/main">
              <a:ext uri="{FF2B5EF4-FFF2-40B4-BE49-F238E27FC236}">
                <a16:creationId xmlns:a16="http://schemas.microsoft.com/office/drawing/2014/main" id="{43B046A3-C356-4603-8F18-D80E3352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426" y="5155381"/>
            <a:ext cx="258563" cy="272927"/>
          </a:xfrm>
          <a:custGeom xmlns:a="http://schemas.openxmlformats.org/drawingml/2006/main">
            <a:pathLst>
              <a:path w="258563" h="272927">
                <a:moveTo>
                  <a:pt x="0" y="0"/>
                </a:moveTo>
                <a:lnTo>
                  <a:pt x="0" y="272927"/>
                </a:lnTo>
                <a:lnTo>
                  <a:pt x="258563" y="272927"/>
                </a:lnTo>
                <a:lnTo>
                  <a:pt x="258563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path-221">
            <a:extLst xmlns:a="http://schemas.openxmlformats.org/drawingml/2006/main">
              <a:ext uri="{FF2B5EF4-FFF2-40B4-BE49-F238E27FC236}">
                <a16:creationId xmlns:a16="http://schemas.microsoft.com/office/drawing/2014/main" id="{E1E715BC-D2DE-409A-9B59-1AFAD5BD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84" y="5131441"/>
            <a:ext cx="305176" cy="319612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2" y="47882"/>
                </a:moveTo>
                <a:lnTo>
                  <a:pt x="47883" y="23940"/>
                </a:lnTo>
                <a:lnTo>
                  <a:pt x="47883" y="295672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2"/>
                </a:lnTo>
                <a:lnTo>
                  <a:pt x="257294" y="23940"/>
                </a:lnTo>
                <a:lnTo>
                  <a:pt x="281236" y="47882"/>
                </a:lnTo>
                <a:lnTo>
                  <a:pt x="23942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path-222">
            <a:extLst xmlns:a="http://schemas.openxmlformats.org/drawingml/2006/main">
              <a:ext uri="{FF2B5EF4-FFF2-40B4-BE49-F238E27FC236}">
                <a16:creationId xmlns:a16="http://schemas.microsoft.com/office/drawing/2014/main" id="{AC990FE8-446E-4743-831F-87FF2D93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09" y="4069417"/>
            <a:ext cx="255689" cy="270054"/>
          </a:xfrm>
          <a:custGeom xmlns:a="http://schemas.openxmlformats.org/drawingml/2006/main">
            <a:pathLst>
              <a:path w="255689" h="270054">
                <a:moveTo>
                  <a:pt x="0" y="0"/>
                </a:moveTo>
                <a:lnTo>
                  <a:pt x="0" y="270054"/>
                </a:lnTo>
                <a:lnTo>
                  <a:pt x="255689" y="270054"/>
                </a:lnTo>
                <a:lnTo>
                  <a:pt x="255689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path-223">
            <a:extLst xmlns:a="http://schemas.openxmlformats.org/drawingml/2006/main">
              <a:ext uri="{FF2B5EF4-FFF2-40B4-BE49-F238E27FC236}">
                <a16:creationId xmlns:a16="http://schemas.microsoft.com/office/drawing/2014/main" id="{1C6C9030-EFBB-43F1-8B05-1C15A972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710" y="4044519"/>
            <a:ext cx="305176" cy="319612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2"/>
                </a:moveTo>
                <a:lnTo>
                  <a:pt x="47881" y="23940"/>
                </a:lnTo>
                <a:lnTo>
                  <a:pt x="47881" y="295672"/>
                </a:lnTo>
                <a:lnTo>
                  <a:pt x="23940" y="271730"/>
                </a:lnTo>
                <a:lnTo>
                  <a:pt x="281234" y="271730"/>
                </a:lnTo>
                <a:lnTo>
                  <a:pt x="257294" y="295672"/>
                </a:lnTo>
                <a:lnTo>
                  <a:pt x="257294" y="23940"/>
                </a:lnTo>
                <a:lnTo>
                  <a:pt x="281234" y="47882"/>
                </a:lnTo>
                <a:lnTo>
                  <a:pt x="23940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path-224">
            <a:extLst xmlns:a="http://schemas.openxmlformats.org/drawingml/2006/main">
              <a:ext uri="{FF2B5EF4-FFF2-40B4-BE49-F238E27FC236}">
                <a16:creationId xmlns:a16="http://schemas.microsoft.com/office/drawing/2014/main" id="{E772243B-87ED-469F-8482-BEE33B93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09" y="4339472"/>
            <a:ext cx="255689" cy="272927"/>
          </a:xfrm>
          <a:custGeom xmlns:a="http://schemas.openxmlformats.org/drawingml/2006/main">
            <a:pathLst>
              <a:path w="255689" h="272927">
                <a:moveTo>
                  <a:pt x="0" y="0"/>
                </a:moveTo>
                <a:lnTo>
                  <a:pt x="0" y="272927"/>
                </a:lnTo>
                <a:lnTo>
                  <a:pt x="255689" y="272927"/>
                </a:lnTo>
                <a:lnTo>
                  <a:pt x="255689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6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path-225">
            <a:extLst xmlns:a="http://schemas.openxmlformats.org/drawingml/2006/main">
              <a:ext uri="{FF2B5EF4-FFF2-40B4-BE49-F238E27FC236}">
                <a16:creationId xmlns:a16="http://schemas.microsoft.com/office/drawing/2014/main" id="{98CC680A-060F-4DBC-BB7E-C11E6E2C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710" y="4316249"/>
            <a:ext cx="305176" cy="319612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2"/>
                </a:moveTo>
                <a:lnTo>
                  <a:pt x="47881" y="23941"/>
                </a:lnTo>
                <a:lnTo>
                  <a:pt x="47881" y="295671"/>
                </a:lnTo>
                <a:lnTo>
                  <a:pt x="23940" y="271730"/>
                </a:lnTo>
                <a:lnTo>
                  <a:pt x="281234" y="271730"/>
                </a:lnTo>
                <a:lnTo>
                  <a:pt x="257294" y="295671"/>
                </a:lnTo>
                <a:lnTo>
                  <a:pt x="257294" y="23941"/>
                </a:lnTo>
                <a:lnTo>
                  <a:pt x="281234" y="47882"/>
                </a:lnTo>
                <a:lnTo>
                  <a:pt x="23940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path-226">
            <a:extLst xmlns:a="http://schemas.openxmlformats.org/drawingml/2006/main">
              <a:ext uri="{FF2B5EF4-FFF2-40B4-BE49-F238E27FC236}">
                <a16:creationId xmlns:a16="http://schemas.microsoft.com/office/drawing/2014/main" id="{15C709A5-13F4-48B0-82B1-C9D61372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09" y="4612399"/>
            <a:ext cx="255689" cy="270054"/>
          </a:xfrm>
          <a:custGeom xmlns:a="http://schemas.openxmlformats.org/drawingml/2006/main">
            <a:pathLst>
              <a:path w="255689" h="270054">
                <a:moveTo>
                  <a:pt x="0" y="0"/>
                </a:moveTo>
                <a:lnTo>
                  <a:pt x="0" y="270054"/>
                </a:lnTo>
                <a:lnTo>
                  <a:pt x="255689" y="270054"/>
                </a:lnTo>
                <a:lnTo>
                  <a:pt x="255689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9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path-227">
            <a:extLst xmlns:a="http://schemas.openxmlformats.org/drawingml/2006/main">
              <a:ext uri="{FF2B5EF4-FFF2-40B4-BE49-F238E27FC236}">
                <a16:creationId xmlns:a16="http://schemas.microsoft.com/office/drawing/2014/main" id="{788633CD-53B7-4269-AA7D-A9415D1C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710" y="4587980"/>
            <a:ext cx="305176" cy="319612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2"/>
                </a:moveTo>
                <a:lnTo>
                  <a:pt x="47881" y="23940"/>
                </a:lnTo>
                <a:lnTo>
                  <a:pt x="47881" y="295672"/>
                </a:lnTo>
                <a:lnTo>
                  <a:pt x="23940" y="271730"/>
                </a:lnTo>
                <a:lnTo>
                  <a:pt x="281234" y="271730"/>
                </a:lnTo>
                <a:lnTo>
                  <a:pt x="257294" y="295672"/>
                </a:lnTo>
                <a:lnTo>
                  <a:pt x="257294" y="23940"/>
                </a:lnTo>
                <a:lnTo>
                  <a:pt x="281234" y="47882"/>
                </a:lnTo>
                <a:lnTo>
                  <a:pt x="23940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path-228">
            <a:extLst xmlns:a="http://schemas.openxmlformats.org/drawingml/2006/main">
              <a:ext uri="{FF2B5EF4-FFF2-40B4-BE49-F238E27FC236}">
                <a16:creationId xmlns:a16="http://schemas.microsoft.com/office/drawing/2014/main" id="{44179CD3-C84C-44FD-984F-8E068C14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09" y="4882454"/>
            <a:ext cx="255689" cy="272927"/>
          </a:xfrm>
          <a:custGeom xmlns:a="http://schemas.openxmlformats.org/drawingml/2006/main">
            <a:pathLst>
              <a:path w="255689" h="272927">
                <a:moveTo>
                  <a:pt x="0" y="0"/>
                </a:moveTo>
                <a:lnTo>
                  <a:pt x="0" y="272927"/>
                </a:lnTo>
                <a:lnTo>
                  <a:pt x="255689" y="272927"/>
                </a:lnTo>
                <a:lnTo>
                  <a:pt x="255689" y="0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path-229">
            <a:extLst xmlns:a="http://schemas.openxmlformats.org/drawingml/2006/main">
              <a:ext uri="{FF2B5EF4-FFF2-40B4-BE49-F238E27FC236}">
                <a16:creationId xmlns:a16="http://schemas.microsoft.com/office/drawing/2014/main" id="{6AF520A5-8A4D-4503-9A6C-CD41C23D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710" y="4859710"/>
            <a:ext cx="305176" cy="319612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2"/>
                </a:moveTo>
                <a:lnTo>
                  <a:pt x="47881" y="23941"/>
                </a:lnTo>
                <a:lnTo>
                  <a:pt x="47881" y="295671"/>
                </a:lnTo>
                <a:lnTo>
                  <a:pt x="23940" y="271730"/>
                </a:lnTo>
                <a:lnTo>
                  <a:pt x="281234" y="271730"/>
                </a:lnTo>
                <a:lnTo>
                  <a:pt x="257294" y="295671"/>
                </a:lnTo>
                <a:lnTo>
                  <a:pt x="257294" y="23941"/>
                </a:lnTo>
                <a:lnTo>
                  <a:pt x="281234" y="47882"/>
                </a:lnTo>
                <a:lnTo>
                  <a:pt x="23940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path-230">
            <a:extLst xmlns:a="http://schemas.openxmlformats.org/drawingml/2006/main">
              <a:ext uri="{FF2B5EF4-FFF2-40B4-BE49-F238E27FC236}">
                <a16:creationId xmlns:a16="http://schemas.microsoft.com/office/drawing/2014/main" id="{6FFA1BF8-74E9-48D1-9343-7FA4BD0C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09" y="5155381"/>
            <a:ext cx="255689" cy="272927"/>
          </a:xfrm>
          <a:custGeom xmlns:a="http://schemas.openxmlformats.org/drawingml/2006/main">
            <a:pathLst>
              <a:path w="255689" h="272927">
                <a:moveTo>
                  <a:pt x="0" y="0"/>
                </a:moveTo>
                <a:lnTo>
                  <a:pt x="0" y="272927"/>
                </a:lnTo>
                <a:lnTo>
                  <a:pt x="255689" y="272927"/>
                </a:lnTo>
                <a:lnTo>
                  <a:pt x="255689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path-231">
            <a:extLst xmlns:a="http://schemas.openxmlformats.org/drawingml/2006/main">
              <a:ext uri="{FF2B5EF4-FFF2-40B4-BE49-F238E27FC236}">
                <a16:creationId xmlns:a16="http://schemas.microsoft.com/office/drawing/2014/main" id="{91565965-5D29-48F7-8F73-0B51DC3E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710" y="5131441"/>
            <a:ext cx="305176" cy="319612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2"/>
                </a:moveTo>
                <a:lnTo>
                  <a:pt x="47881" y="23940"/>
                </a:lnTo>
                <a:lnTo>
                  <a:pt x="47881" y="295672"/>
                </a:lnTo>
                <a:lnTo>
                  <a:pt x="23940" y="271730"/>
                </a:lnTo>
                <a:lnTo>
                  <a:pt x="281234" y="271730"/>
                </a:lnTo>
                <a:lnTo>
                  <a:pt x="257294" y="295672"/>
                </a:lnTo>
                <a:lnTo>
                  <a:pt x="257294" y="23940"/>
                </a:lnTo>
                <a:lnTo>
                  <a:pt x="281234" y="47882"/>
                </a:lnTo>
                <a:lnTo>
                  <a:pt x="23940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" name="path-232">
            <a:extLst xmlns:a="http://schemas.openxmlformats.org/drawingml/2006/main">
              <a:ext uri="{FF2B5EF4-FFF2-40B4-BE49-F238E27FC236}">
                <a16:creationId xmlns:a16="http://schemas.microsoft.com/office/drawing/2014/main" id="{39D39DA2-C029-4D97-819B-35723466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918" y="4072290"/>
            <a:ext cx="255691" cy="272928"/>
          </a:xfrm>
          <a:custGeom xmlns:a="http://schemas.openxmlformats.org/drawingml/2006/main">
            <a:pathLst>
              <a:path w="255691" h="272928">
                <a:moveTo>
                  <a:pt x="0" y="0"/>
                </a:moveTo>
                <a:lnTo>
                  <a:pt x="0" y="272928"/>
                </a:lnTo>
                <a:lnTo>
                  <a:pt x="255691" y="272928"/>
                </a:lnTo>
                <a:lnTo>
                  <a:pt x="255691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path-233">
            <a:extLst xmlns:a="http://schemas.openxmlformats.org/drawingml/2006/main">
              <a:ext uri="{FF2B5EF4-FFF2-40B4-BE49-F238E27FC236}">
                <a16:creationId xmlns:a16="http://schemas.microsoft.com/office/drawing/2014/main" id="{0809FBF0-7DF2-40F4-A3AC-5D7F80F7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541" y="4049307"/>
            <a:ext cx="305176" cy="319613"/>
          </a:xfrm>
          <a:custGeom xmlns:a="http://schemas.openxmlformats.org/drawingml/2006/main">
            <a:pathLst>
              <a:path w="305176" h="319613">
                <a:moveTo>
                  <a:pt x="305176" y="0"/>
                </a:moveTo>
                <a:lnTo>
                  <a:pt x="305176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2"/>
                </a:moveTo>
                <a:lnTo>
                  <a:pt x="47883" y="23941"/>
                </a:lnTo>
                <a:lnTo>
                  <a:pt x="47883" y="295672"/>
                </a:lnTo>
                <a:lnTo>
                  <a:pt x="23940" y="271730"/>
                </a:lnTo>
                <a:lnTo>
                  <a:pt x="281234" y="271730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4" y="47882"/>
                </a:lnTo>
                <a:lnTo>
                  <a:pt x="23940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" name="path-234">
            <a:extLst xmlns:a="http://schemas.openxmlformats.org/drawingml/2006/main">
              <a:ext uri="{FF2B5EF4-FFF2-40B4-BE49-F238E27FC236}">
                <a16:creationId xmlns:a16="http://schemas.microsoft.com/office/drawing/2014/main" id="{9BBF741B-2655-485A-968E-CD373588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918" y="4345218"/>
            <a:ext cx="255691" cy="272927"/>
          </a:xfrm>
          <a:custGeom xmlns:a="http://schemas.openxmlformats.org/drawingml/2006/main">
            <a:pathLst>
              <a:path w="255691" h="272927">
                <a:moveTo>
                  <a:pt x="0" y="0"/>
                </a:moveTo>
                <a:lnTo>
                  <a:pt x="0" y="272927"/>
                </a:lnTo>
                <a:lnTo>
                  <a:pt x="255691" y="272927"/>
                </a:lnTo>
                <a:lnTo>
                  <a:pt x="255691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6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path-235">
            <a:extLst xmlns:a="http://schemas.openxmlformats.org/drawingml/2006/main">
              <a:ext uri="{FF2B5EF4-FFF2-40B4-BE49-F238E27FC236}">
                <a16:creationId xmlns:a16="http://schemas.microsoft.com/office/drawing/2014/main" id="{82ECA516-5ED3-4DAF-B994-ED0769C6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541" y="4321037"/>
            <a:ext cx="305176" cy="319612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3"/>
                </a:moveTo>
                <a:lnTo>
                  <a:pt x="47883" y="23941"/>
                </a:lnTo>
                <a:lnTo>
                  <a:pt x="47883" y="295672"/>
                </a:lnTo>
                <a:lnTo>
                  <a:pt x="23940" y="271730"/>
                </a:lnTo>
                <a:lnTo>
                  <a:pt x="281234" y="271730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4" y="47883"/>
                </a:lnTo>
                <a:lnTo>
                  <a:pt x="23940" y="47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path-236">
            <a:extLst xmlns:a="http://schemas.openxmlformats.org/drawingml/2006/main">
              <a:ext uri="{FF2B5EF4-FFF2-40B4-BE49-F238E27FC236}">
                <a16:creationId xmlns:a16="http://schemas.microsoft.com/office/drawing/2014/main" id="{42227EF3-D569-4132-AB1B-F50A53F8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918" y="4618146"/>
            <a:ext cx="255691" cy="270054"/>
          </a:xfrm>
          <a:custGeom xmlns:a="http://schemas.openxmlformats.org/drawingml/2006/main">
            <a:pathLst>
              <a:path w="255691" h="270054">
                <a:moveTo>
                  <a:pt x="0" y="0"/>
                </a:moveTo>
                <a:lnTo>
                  <a:pt x="0" y="270054"/>
                </a:lnTo>
                <a:lnTo>
                  <a:pt x="255691" y="270054"/>
                </a:lnTo>
                <a:lnTo>
                  <a:pt x="255691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9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path-237">
            <a:extLst xmlns:a="http://schemas.openxmlformats.org/drawingml/2006/main">
              <a:ext uri="{FF2B5EF4-FFF2-40B4-BE49-F238E27FC236}">
                <a16:creationId xmlns:a16="http://schemas.microsoft.com/office/drawing/2014/main" id="{2B5ACA93-C214-4214-B5DC-9F0B48B8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541" y="4592768"/>
            <a:ext cx="305176" cy="319613"/>
          </a:xfrm>
          <a:custGeom xmlns:a="http://schemas.openxmlformats.org/drawingml/2006/main">
            <a:pathLst>
              <a:path w="305176" h="319613">
                <a:moveTo>
                  <a:pt x="305176" y="0"/>
                </a:moveTo>
                <a:lnTo>
                  <a:pt x="305176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2"/>
                </a:moveTo>
                <a:lnTo>
                  <a:pt x="47883" y="23941"/>
                </a:lnTo>
                <a:lnTo>
                  <a:pt x="47883" y="295672"/>
                </a:lnTo>
                <a:lnTo>
                  <a:pt x="23940" y="271730"/>
                </a:lnTo>
                <a:lnTo>
                  <a:pt x="281234" y="271730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4" y="47882"/>
                </a:lnTo>
                <a:lnTo>
                  <a:pt x="23940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" name="path-238">
            <a:extLst xmlns:a="http://schemas.openxmlformats.org/drawingml/2006/main">
              <a:ext uri="{FF2B5EF4-FFF2-40B4-BE49-F238E27FC236}">
                <a16:creationId xmlns:a16="http://schemas.microsoft.com/office/drawing/2014/main" id="{7D745DEA-52CF-4B44-AF94-AA6B4879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918" y="4888199"/>
            <a:ext cx="255691" cy="272928"/>
          </a:xfrm>
          <a:custGeom xmlns:a="http://schemas.openxmlformats.org/drawingml/2006/main">
            <a:pathLst>
              <a:path w="255691" h="272928">
                <a:moveTo>
                  <a:pt x="0" y="0"/>
                </a:moveTo>
                <a:lnTo>
                  <a:pt x="0" y="272928"/>
                </a:lnTo>
                <a:lnTo>
                  <a:pt x="255691" y="272928"/>
                </a:lnTo>
                <a:lnTo>
                  <a:pt x="255691" y="0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path-239">
            <a:extLst xmlns:a="http://schemas.openxmlformats.org/drawingml/2006/main">
              <a:ext uri="{FF2B5EF4-FFF2-40B4-BE49-F238E27FC236}">
                <a16:creationId xmlns:a16="http://schemas.microsoft.com/office/drawing/2014/main" id="{C55E1989-FE5B-4250-8D1D-96B82D13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541" y="4864498"/>
            <a:ext cx="305176" cy="319612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3"/>
                </a:moveTo>
                <a:lnTo>
                  <a:pt x="47883" y="23941"/>
                </a:lnTo>
                <a:lnTo>
                  <a:pt x="47883" y="295672"/>
                </a:lnTo>
                <a:lnTo>
                  <a:pt x="23940" y="271731"/>
                </a:lnTo>
                <a:lnTo>
                  <a:pt x="281234" y="271731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4" y="47883"/>
                </a:lnTo>
                <a:lnTo>
                  <a:pt x="23940" y="47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" name="path-240">
            <a:extLst xmlns:a="http://schemas.openxmlformats.org/drawingml/2006/main">
              <a:ext uri="{FF2B5EF4-FFF2-40B4-BE49-F238E27FC236}">
                <a16:creationId xmlns:a16="http://schemas.microsoft.com/office/drawing/2014/main" id="{B359CCDF-321D-41F7-BE14-5738DF0A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918" y="5161127"/>
            <a:ext cx="255691" cy="270054"/>
          </a:xfrm>
          <a:custGeom xmlns:a="http://schemas.openxmlformats.org/drawingml/2006/main">
            <a:pathLst>
              <a:path w="255691" h="270054">
                <a:moveTo>
                  <a:pt x="0" y="0"/>
                </a:moveTo>
                <a:lnTo>
                  <a:pt x="0" y="270054"/>
                </a:lnTo>
                <a:lnTo>
                  <a:pt x="255691" y="270054"/>
                </a:lnTo>
                <a:lnTo>
                  <a:pt x="255691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" name="path-241">
            <a:extLst xmlns:a="http://schemas.openxmlformats.org/drawingml/2006/main">
              <a:ext uri="{FF2B5EF4-FFF2-40B4-BE49-F238E27FC236}">
                <a16:creationId xmlns:a16="http://schemas.microsoft.com/office/drawing/2014/main" id="{861F5E82-F1FD-4F4E-AA6E-C37AD6A3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541" y="5136229"/>
            <a:ext cx="305176" cy="319612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1"/>
                </a:moveTo>
                <a:lnTo>
                  <a:pt x="47883" y="23940"/>
                </a:lnTo>
                <a:lnTo>
                  <a:pt x="47883" y="295671"/>
                </a:lnTo>
                <a:lnTo>
                  <a:pt x="23940" y="271730"/>
                </a:lnTo>
                <a:lnTo>
                  <a:pt x="281234" y="271730"/>
                </a:lnTo>
                <a:lnTo>
                  <a:pt x="257294" y="295671"/>
                </a:lnTo>
                <a:lnTo>
                  <a:pt x="257294" y="23940"/>
                </a:lnTo>
                <a:lnTo>
                  <a:pt x="281234" y="47881"/>
                </a:lnTo>
                <a:lnTo>
                  <a:pt x="23940" y="4788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path-242">
            <a:extLst xmlns:a="http://schemas.openxmlformats.org/drawingml/2006/main">
              <a:ext uri="{FF2B5EF4-FFF2-40B4-BE49-F238E27FC236}">
                <a16:creationId xmlns:a16="http://schemas.microsoft.com/office/drawing/2014/main" id="{7313513C-F150-4321-AF03-2A5BF673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82" y="4069417"/>
            <a:ext cx="255691" cy="272928"/>
          </a:xfrm>
          <a:custGeom xmlns:a="http://schemas.openxmlformats.org/drawingml/2006/main">
            <a:pathLst>
              <a:path w="255691" h="272928">
                <a:moveTo>
                  <a:pt x="0" y="0"/>
                </a:moveTo>
                <a:lnTo>
                  <a:pt x="0" y="272928"/>
                </a:lnTo>
                <a:lnTo>
                  <a:pt x="255691" y="272928"/>
                </a:lnTo>
                <a:lnTo>
                  <a:pt x="255691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" name="path-243">
            <a:extLst xmlns:a="http://schemas.openxmlformats.org/drawingml/2006/main">
              <a:ext uri="{FF2B5EF4-FFF2-40B4-BE49-F238E27FC236}">
                <a16:creationId xmlns:a16="http://schemas.microsoft.com/office/drawing/2014/main" id="{462AF233-943C-496A-928F-6C3DD48C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583" y="4045716"/>
            <a:ext cx="305176" cy="319612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2" y="47882"/>
                </a:moveTo>
                <a:lnTo>
                  <a:pt x="47883" y="23941"/>
                </a:lnTo>
                <a:lnTo>
                  <a:pt x="47883" y="295671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1"/>
                </a:lnTo>
                <a:lnTo>
                  <a:pt x="257294" y="23941"/>
                </a:lnTo>
                <a:lnTo>
                  <a:pt x="281236" y="47882"/>
                </a:lnTo>
                <a:lnTo>
                  <a:pt x="23942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path-244">
            <a:extLst xmlns:a="http://schemas.openxmlformats.org/drawingml/2006/main">
              <a:ext uri="{FF2B5EF4-FFF2-40B4-BE49-F238E27FC236}">
                <a16:creationId xmlns:a16="http://schemas.microsoft.com/office/drawing/2014/main" id="{0B3ED8F5-B440-4959-8160-AD938B64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82" y="4342345"/>
            <a:ext cx="255691" cy="270054"/>
          </a:xfrm>
          <a:custGeom xmlns:a="http://schemas.openxmlformats.org/drawingml/2006/main">
            <a:pathLst>
              <a:path w="255691" h="270054">
                <a:moveTo>
                  <a:pt x="0" y="0"/>
                </a:moveTo>
                <a:lnTo>
                  <a:pt x="0" y="270054"/>
                </a:lnTo>
                <a:lnTo>
                  <a:pt x="255691" y="270054"/>
                </a:lnTo>
                <a:lnTo>
                  <a:pt x="255691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6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" name="path-245">
            <a:extLst xmlns:a="http://schemas.openxmlformats.org/drawingml/2006/main">
              <a:ext uri="{FF2B5EF4-FFF2-40B4-BE49-F238E27FC236}">
                <a16:creationId xmlns:a16="http://schemas.microsoft.com/office/drawing/2014/main" id="{62BFAF93-CE40-4B97-A23B-0F6CF351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583" y="4317446"/>
            <a:ext cx="305176" cy="319612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2" y="47882"/>
                </a:moveTo>
                <a:lnTo>
                  <a:pt x="47883" y="23940"/>
                </a:lnTo>
                <a:lnTo>
                  <a:pt x="47883" y="295672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2"/>
                </a:lnTo>
                <a:lnTo>
                  <a:pt x="257294" y="23940"/>
                </a:lnTo>
                <a:lnTo>
                  <a:pt x="281236" y="47882"/>
                </a:lnTo>
                <a:lnTo>
                  <a:pt x="23942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path-246">
            <a:extLst xmlns:a="http://schemas.openxmlformats.org/drawingml/2006/main">
              <a:ext uri="{FF2B5EF4-FFF2-40B4-BE49-F238E27FC236}">
                <a16:creationId xmlns:a16="http://schemas.microsoft.com/office/drawing/2014/main" id="{C001985C-06A6-45BE-A5A0-F97C5A26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82" y="4612399"/>
            <a:ext cx="255691" cy="272927"/>
          </a:xfrm>
          <a:custGeom xmlns:a="http://schemas.openxmlformats.org/drawingml/2006/main">
            <a:pathLst>
              <a:path w="255691" h="272927">
                <a:moveTo>
                  <a:pt x="0" y="0"/>
                </a:moveTo>
                <a:lnTo>
                  <a:pt x="0" y="272927"/>
                </a:lnTo>
                <a:lnTo>
                  <a:pt x="255691" y="272927"/>
                </a:lnTo>
                <a:lnTo>
                  <a:pt x="255691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9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path-247">
            <a:extLst xmlns:a="http://schemas.openxmlformats.org/drawingml/2006/main">
              <a:ext uri="{FF2B5EF4-FFF2-40B4-BE49-F238E27FC236}">
                <a16:creationId xmlns:a16="http://schemas.microsoft.com/office/drawing/2014/main" id="{4320DB83-B93F-4102-8F0A-E5FA2E4A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583" y="4589176"/>
            <a:ext cx="305176" cy="319613"/>
          </a:xfrm>
          <a:custGeom xmlns:a="http://schemas.openxmlformats.org/drawingml/2006/main">
            <a:pathLst>
              <a:path w="305176" h="319613">
                <a:moveTo>
                  <a:pt x="305176" y="0"/>
                </a:moveTo>
                <a:lnTo>
                  <a:pt x="305176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6" y="0"/>
                </a:lnTo>
                <a:moveTo>
                  <a:pt x="23942" y="47882"/>
                </a:moveTo>
                <a:lnTo>
                  <a:pt x="47883" y="23941"/>
                </a:lnTo>
                <a:lnTo>
                  <a:pt x="47883" y="295672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6" y="47882"/>
                </a:lnTo>
                <a:lnTo>
                  <a:pt x="23942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" name="path-248">
            <a:extLst xmlns:a="http://schemas.openxmlformats.org/drawingml/2006/main">
              <a:ext uri="{FF2B5EF4-FFF2-40B4-BE49-F238E27FC236}">
                <a16:creationId xmlns:a16="http://schemas.microsoft.com/office/drawing/2014/main" id="{66CF2462-20CA-4D64-A83E-087EF928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82" y="4885327"/>
            <a:ext cx="255691" cy="270054"/>
          </a:xfrm>
          <a:custGeom xmlns:a="http://schemas.openxmlformats.org/drawingml/2006/main">
            <a:pathLst>
              <a:path w="255691" h="270054">
                <a:moveTo>
                  <a:pt x="0" y="0"/>
                </a:moveTo>
                <a:lnTo>
                  <a:pt x="0" y="270054"/>
                </a:lnTo>
                <a:lnTo>
                  <a:pt x="255691" y="270054"/>
                </a:lnTo>
                <a:lnTo>
                  <a:pt x="255691" y="0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" name="path-249">
            <a:extLst xmlns:a="http://schemas.openxmlformats.org/drawingml/2006/main">
              <a:ext uri="{FF2B5EF4-FFF2-40B4-BE49-F238E27FC236}">
                <a16:creationId xmlns:a16="http://schemas.microsoft.com/office/drawing/2014/main" id="{B23FF083-1E24-45BC-82F4-619D3FE4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583" y="4860907"/>
            <a:ext cx="305176" cy="319612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2" y="47883"/>
                </a:moveTo>
                <a:lnTo>
                  <a:pt x="47883" y="23941"/>
                </a:lnTo>
                <a:lnTo>
                  <a:pt x="47883" y="295672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6" y="47883"/>
                </a:lnTo>
                <a:lnTo>
                  <a:pt x="23942" y="47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" name="path-250">
            <a:extLst xmlns:a="http://schemas.openxmlformats.org/drawingml/2006/main">
              <a:ext uri="{FF2B5EF4-FFF2-40B4-BE49-F238E27FC236}">
                <a16:creationId xmlns:a16="http://schemas.microsoft.com/office/drawing/2014/main" id="{4DCB18EE-083B-46AE-AE0F-E20FA978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82" y="5155381"/>
            <a:ext cx="255691" cy="272927"/>
          </a:xfrm>
          <a:custGeom xmlns:a="http://schemas.openxmlformats.org/drawingml/2006/main">
            <a:pathLst>
              <a:path w="255691" h="272927">
                <a:moveTo>
                  <a:pt x="0" y="0"/>
                </a:moveTo>
                <a:lnTo>
                  <a:pt x="0" y="272927"/>
                </a:lnTo>
                <a:lnTo>
                  <a:pt x="255691" y="272927"/>
                </a:lnTo>
                <a:lnTo>
                  <a:pt x="255691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" name="path-251">
            <a:extLst xmlns:a="http://schemas.openxmlformats.org/drawingml/2006/main">
              <a:ext uri="{FF2B5EF4-FFF2-40B4-BE49-F238E27FC236}">
                <a16:creationId xmlns:a16="http://schemas.microsoft.com/office/drawing/2014/main" id="{9E10D7CC-2DE7-428E-B64E-9319841F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583" y="5132637"/>
            <a:ext cx="305176" cy="319613"/>
          </a:xfrm>
          <a:custGeom xmlns:a="http://schemas.openxmlformats.org/drawingml/2006/main">
            <a:pathLst>
              <a:path w="305176" h="319613">
                <a:moveTo>
                  <a:pt x="305176" y="0"/>
                </a:moveTo>
                <a:lnTo>
                  <a:pt x="305176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6" y="0"/>
                </a:lnTo>
                <a:moveTo>
                  <a:pt x="23942" y="47882"/>
                </a:moveTo>
                <a:lnTo>
                  <a:pt x="47883" y="23941"/>
                </a:lnTo>
                <a:lnTo>
                  <a:pt x="47883" y="295672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6" y="47882"/>
                </a:lnTo>
                <a:lnTo>
                  <a:pt x="23942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" name="path-252">
            <a:extLst xmlns:a="http://schemas.openxmlformats.org/drawingml/2006/main">
              <a:ext uri="{FF2B5EF4-FFF2-40B4-BE49-F238E27FC236}">
                <a16:creationId xmlns:a16="http://schemas.microsoft.com/office/drawing/2014/main" id="{D0B75C4A-28DE-41B3-AB94-0CCF7F5E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736" y="2342792"/>
            <a:ext cx="258563" cy="270054"/>
          </a:xfrm>
          <a:custGeom xmlns:a="http://schemas.openxmlformats.org/drawingml/2006/main">
            <a:pathLst>
              <a:path w="258563" h="270054">
                <a:moveTo>
                  <a:pt x="0" y="0"/>
                </a:moveTo>
                <a:lnTo>
                  <a:pt x="0" y="270054"/>
                </a:lnTo>
                <a:lnTo>
                  <a:pt x="258563" y="270054"/>
                </a:lnTo>
                <a:lnTo>
                  <a:pt x="258563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path-253">
            <a:extLst xmlns:a="http://schemas.openxmlformats.org/drawingml/2006/main">
              <a:ext uri="{FF2B5EF4-FFF2-40B4-BE49-F238E27FC236}">
                <a16:creationId xmlns:a16="http://schemas.microsoft.com/office/drawing/2014/main" id="{68308BA0-BB2D-4011-9B8F-8ED093D9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5035" y="2318372"/>
            <a:ext cx="305176" cy="319612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2"/>
                </a:moveTo>
                <a:lnTo>
                  <a:pt x="47881" y="23941"/>
                </a:lnTo>
                <a:lnTo>
                  <a:pt x="47881" y="295671"/>
                </a:lnTo>
                <a:lnTo>
                  <a:pt x="23940" y="271731"/>
                </a:lnTo>
                <a:lnTo>
                  <a:pt x="281234" y="271731"/>
                </a:lnTo>
                <a:lnTo>
                  <a:pt x="257294" y="295671"/>
                </a:lnTo>
                <a:lnTo>
                  <a:pt x="257294" y="23941"/>
                </a:lnTo>
                <a:lnTo>
                  <a:pt x="281234" y="47882"/>
                </a:lnTo>
                <a:lnTo>
                  <a:pt x="23940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path-254">
            <a:extLst xmlns:a="http://schemas.openxmlformats.org/drawingml/2006/main">
              <a:ext uri="{FF2B5EF4-FFF2-40B4-BE49-F238E27FC236}">
                <a16:creationId xmlns:a16="http://schemas.microsoft.com/office/drawing/2014/main" id="{580EAAB5-C634-43BA-89C5-E48DABE6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736" y="2612846"/>
            <a:ext cx="258563" cy="272927"/>
          </a:xfrm>
          <a:custGeom xmlns:a="http://schemas.openxmlformats.org/drawingml/2006/main">
            <a:pathLst>
              <a:path w="258563" h="272927">
                <a:moveTo>
                  <a:pt x="0" y="0"/>
                </a:moveTo>
                <a:lnTo>
                  <a:pt x="0" y="272927"/>
                </a:lnTo>
                <a:lnTo>
                  <a:pt x="258563" y="272927"/>
                </a:lnTo>
                <a:lnTo>
                  <a:pt x="258563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6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" name="path-255">
            <a:extLst xmlns:a="http://schemas.openxmlformats.org/drawingml/2006/main">
              <a:ext uri="{FF2B5EF4-FFF2-40B4-BE49-F238E27FC236}">
                <a16:creationId xmlns:a16="http://schemas.microsoft.com/office/drawing/2014/main" id="{2282E515-B84F-4FA4-9151-503C2E53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5035" y="2590103"/>
            <a:ext cx="305176" cy="319612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2"/>
                </a:moveTo>
                <a:lnTo>
                  <a:pt x="47881" y="23940"/>
                </a:lnTo>
                <a:lnTo>
                  <a:pt x="47881" y="295671"/>
                </a:lnTo>
                <a:lnTo>
                  <a:pt x="23940" y="271730"/>
                </a:lnTo>
                <a:lnTo>
                  <a:pt x="281234" y="271730"/>
                </a:lnTo>
                <a:lnTo>
                  <a:pt x="257294" y="295671"/>
                </a:lnTo>
                <a:lnTo>
                  <a:pt x="257294" y="23940"/>
                </a:lnTo>
                <a:lnTo>
                  <a:pt x="281234" y="47882"/>
                </a:lnTo>
                <a:lnTo>
                  <a:pt x="23940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" name="path-256">
            <a:extLst xmlns:a="http://schemas.openxmlformats.org/drawingml/2006/main">
              <a:ext uri="{FF2B5EF4-FFF2-40B4-BE49-F238E27FC236}">
                <a16:creationId xmlns:a16="http://schemas.microsoft.com/office/drawing/2014/main" id="{FA5818FD-F870-4A42-B4AE-761C00D4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736" y="2885774"/>
            <a:ext cx="258563" cy="272928"/>
          </a:xfrm>
          <a:custGeom xmlns:a="http://schemas.openxmlformats.org/drawingml/2006/main">
            <a:pathLst>
              <a:path w="258563" h="272928">
                <a:moveTo>
                  <a:pt x="0" y="0"/>
                </a:moveTo>
                <a:lnTo>
                  <a:pt x="0" y="272928"/>
                </a:lnTo>
                <a:lnTo>
                  <a:pt x="258563" y="272928"/>
                </a:lnTo>
                <a:lnTo>
                  <a:pt x="258563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9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" name="path-257">
            <a:extLst xmlns:a="http://schemas.openxmlformats.org/drawingml/2006/main">
              <a:ext uri="{FF2B5EF4-FFF2-40B4-BE49-F238E27FC236}">
                <a16:creationId xmlns:a16="http://schemas.microsoft.com/office/drawing/2014/main" id="{655AE07C-3E41-412B-896F-9C09E15A5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5035" y="2861832"/>
            <a:ext cx="305176" cy="319613"/>
          </a:xfrm>
          <a:custGeom xmlns:a="http://schemas.openxmlformats.org/drawingml/2006/main">
            <a:pathLst>
              <a:path w="305176" h="319613">
                <a:moveTo>
                  <a:pt x="305176" y="0"/>
                </a:moveTo>
                <a:lnTo>
                  <a:pt x="305176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3"/>
                </a:moveTo>
                <a:lnTo>
                  <a:pt x="47881" y="23941"/>
                </a:lnTo>
                <a:lnTo>
                  <a:pt x="47881" y="295672"/>
                </a:lnTo>
                <a:lnTo>
                  <a:pt x="23940" y="271731"/>
                </a:lnTo>
                <a:lnTo>
                  <a:pt x="281234" y="271731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4" y="47883"/>
                </a:lnTo>
                <a:lnTo>
                  <a:pt x="23940" y="47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" name="path-258">
            <a:extLst xmlns:a="http://schemas.openxmlformats.org/drawingml/2006/main">
              <a:ext uri="{FF2B5EF4-FFF2-40B4-BE49-F238E27FC236}">
                <a16:creationId xmlns:a16="http://schemas.microsoft.com/office/drawing/2014/main" id="{7DD455C7-1CF6-4C37-86BE-08F3AB06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736" y="3158702"/>
            <a:ext cx="258563" cy="270054"/>
          </a:xfrm>
          <a:custGeom xmlns:a="http://schemas.openxmlformats.org/drawingml/2006/main">
            <a:pathLst>
              <a:path w="258563" h="270054">
                <a:moveTo>
                  <a:pt x="0" y="0"/>
                </a:moveTo>
                <a:lnTo>
                  <a:pt x="0" y="270054"/>
                </a:lnTo>
                <a:lnTo>
                  <a:pt x="258563" y="270054"/>
                </a:lnTo>
                <a:lnTo>
                  <a:pt x="258563" y="0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" name="path-259">
            <a:extLst xmlns:a="http://schemas.openxmlformats.org/drawingml/2006/main">
              <a:ext uri="{FF2B5EF4-FFF2-40B4-BE49-F238E27FC236}">
                <a16:creationId xmlns:a16="http://schemas.microsoft.com/office/drawing/2014/main" id="{348A10FD-5607-4BE4-AE9B-4F416544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5035" y="3133564"/>
            <a:ext cx="305176" cy="319612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2"/>
                </a:moveTo>
                <a:lnTo>
                  <a:pt x="47881" y="23940"/>
                </a:lnTo>
                <a:lnTo>
                  <a:pt x="47881" y="295672"/>
                </a:lnTo>
                <a:lnTo>
                  <a:pt x="23940" y="271730"/>
                </a:lnTo>
                <a:lnTo>
                  <a:pt x="281234" y="271730"/>
                </a:lnTo>
                <a:lnTo>
                  <a:pt x="257294" y="295672"/>
                </a:lnTo>
                <a:lnTo>
                  <a:pt x="257294" y="23940"/>
                </a:lnTo>
                <a:lnTo>
                  <a:pt x="281234" y="47882"/>
                </a:lnTo>
                <a:lnTo>
                  <a:pt x="23940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" name="path-260">
            <a:extLst xmlns:a="http://schemas.openxmlformats.org/drawingml/2006/main">
              <a:ext uri="{FF2B5EF4-FFF2-40B4-BE49-F238E27FC236}">
                <a16:creationId xmlns:a16="http://schemas.microsoft.com/office/drawing/2014/main" id="{F296484B-911C-485B-B0A1-387E0414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736" y="3428756"/>
            <a:ext cx="258563" cy="272927"/>
          </a:xfrm>
          <a:custGeom xmlns:a="http://schemas.openxmlformats.org/drawingml/2006/main">
            <a:pathLst>
              <a:path w="258563" h="272927">
                <a:moveTo>
                  <a:pt x="0" y="0"/>
                </a:moveTo>
                <a:lnTo>
                  <a:pt x="0" y="272927"/>
                </a:lnTo>
                <a:lnTo>
                  <a:pt x="258563" y="272927"/>
                </a:lnTo>
                <a:lnTo>
                  <a:pt x="258563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" name="path-261">
            <a:extLst xmlns:a="http://schemas.openxmlformats.org/drawingml/2006/main">
              <a:ext uri="{FF2B5EF4-FFF2-40B4-BE49-F238E27FC236}">
                <a16:creationId xmlns:a16="http://schemas.microsoft.com/office/drawing/2014/main" id="{981E3300-DD97-48A3-8059-A7095D86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5035" y="3405294"/>
            <a:ext cx="305176" cy="319612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2"/>
                </a:moveTo>
                <a:lnTo>
                  <a:pt x="47881" y="23941"/>
                </a:lnTo>
                <a:lnTo>
                  <a:pt x="47881" y="295671"/>
                </a:lnTo>
                <a:lnTo>
                  <a:pt x="23940" y="271730"/>
                </a:lnTo>
                <a:lnTo>
                  <a:pt x="281234" y="271730"/>
                </a:lnTo>
                <a:lnTo>
                  <a:pt x="257294" y="295671"/>
                </a:lnTo>
                <a:lnTo>
                  <a:pt x="257294" y="23941"/>
                </a:lnTo>
                <a:lnTo>
                  <a:pt x="281234" y="47882"/>
                </a:lnTo>
                <a:lnTo>
                  <a:pt x="23940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" name="path-262">
            <a:extLst xmlns:a="http://schemas.openxmlformats.org/drawingml/2006/main">
              <a:ext uri="{FF2B5EF4-FFF2-40B4-BE49-F238E27FC236}">
                <a16:creationId xmlns:a16="http://schemas.microsoft.com/office/drawing/2014/main" id="{91B048C3-EEA1-4EB9-A806-1D500D5B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3046" y="2348538"/>
            <a:ext cx="255691" cy="270054"/>
          </a:xfrm>
          <a:custGeom xmlns:a="http://schemas.openxmlformats.org/drawingml/2006/main">
            <a:pathLst>
              <a:path w="255691" h="270054">
                <a:moveTo>
                  <a:pt x="0" y="0"/>
                </a:moveTo>
                <a:lnTo>
                  <a:pt x="0" y="270054"/>
                </a:lnTo>
                <a:lnTo>
                  <a:pt x="255691" y="270054"/>
                </a:lnTo>
                <a:lnTo>
                  <a:pt x="255691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" name="path-263">
            <a:extLst xmlns:a="http://schemas.openxmlformats.org/drawingml/2006/main">
              <a:ext uri="{FF2B5EF4-FFF2-40B4-BE49-F238E27FC236}">
                <a16:creationId xmlns:a16="http://schemas.microsoft.com/office/drawing/2014/main" id="{CD991313-F849-433C-862E-6DBED5F6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8866" y="2323160"/>
            <a:ext cx="305176" cy="319612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2"/>
                </a:moveTo>
                <a:lnTo>
                  <a:pt x="47883" y="23941"/>
                </a:lnTo>
                <a:lnTo>
                  <a:pt x="47883" y="295672"/>
                </a:lnTo>
                <a:lnTo>
                  <a:pt x="23940" y="271730"/>
                </a:lnTo>
                <a:lnTo>
                  <a:pt x="281234" y="271730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4" y="47882"/>
                </a:lnTo>
                <a:lnTo>
                  <a:pt x="23940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4" name="path-264">
            <a:extLst xmlns:a="http://schemas.openxmlformats.org/drawingml/2006/main">
              <a:ext uri="{FF2B5EF4-FFF2-40B4-BE49-F238E27FC236}">
                <a16:creationId xmlns:a16="http://schemas.microsoft.com/office/drawing/2014/main" id="{E3F4D36B-CEA5-4DBB-AB4A-120BAD46B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3046" y="2618592"/>
            <a:ext cx="255691" cy="272928"/>
          </a:xfrm>
          <a:custGeom xmlns:a="http://schemas.openxmlformats.org/drawingml/2006/main">
            <a:pathLst>
              <a:path w="255691" h="272928">
                <a:moveTo>
                  <a:pt x="0" y="0"/>
                </a:moveTo>
                <a:lnTo>
                  <a:pt x="0" y="272928"/>
                </a:lnTo>
                <a:lnTo>
                  <a:pt x="255691" y="272928"/>
                </a:lnTo>
                <a:lnTo>
                  <a:pt x="255691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6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5" name="path-265">
            <a:extLst xmlns:a="http://schemas.openxmlformats.org/drawingml/2006/main">
              <a:ext uri="{FF2B5EF4-FFF2-40B4-BE49-F238E27FC236}">
                <a16:creationId xmlns:a16="http://schemas.microsoft.com/office/drawing/2014/main" id="{F05BB33B-B684-48D3-97CE-06A37295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8866" y="2594891"/>
            <a:ext cx="305176" cy="319613"/>
          </a:xfrm>
          <a:custGeom xmlns:a="http://schemas.openxmlformats.org/drawingml/2006/main">
            <a:pathLst>
              <a:path w="305176" h="319613">
                <a:moveTo>
                  <a:pt x="305176" y="0"/>
                </a:moveTo>
                <a:lnTo>
                  <a:pt x="305176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2"/>
                </a:moveTo>
                <a:lnTo>
                  <a:pt x="47883" y="23941"/>
                </a:lnTo>
                <a:lnTo>
                  <a:pt x="47883" y="295672"/>
                </a:lnTo>
                <a:lnTo>
                  <a:pt x="23940" y="271730"/>
                </a:lnTo>
                <a:lnTo>
                  <a:pt x="281234" y="271730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4" y="47882"/>
                </a:lnTo>
                <a:lnTo>
                  <a:pt x="23940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" name="path-266">
            <a:extLst xmlns:a="http://schemas.openxmlformats.org/drawingml/2006/main">
              <a:ext uri="{FF2B5EF4-FFF2-40B4-BE49-F238E27FC236}">
                <a16:creationId xmlns:a16="http://schemas.microsoft.com/office/drawing/2014/main" id="{57D75922-5FE6-4C4D-B2FB-4C3FE4B0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3046" y="2891520"/>
            <a:ext cx="255691" cy="270054"/>
          </a:xfrm>
          <a:custGeom xmlns:a="http://schemas.openxmlformats.org/drawingml/2006/main">
            <a:pathLst>
              <a:path w="255691" h="270054">
                <a:moveTo>
                  <a:pt x="0" y="0"/>
                </a:moveTo>
                <a:lnTo>
                  <a:pt x="0" y="270054"/>
                </a:lnTo>
                <a:lnTo>
                  <a:pt x="255691" y="270054"/>
                </a:lnTo>
                <a:lnTo>
                  <a:pt x="255691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9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7" name="path-267">
            <a:extLst xmlns:a="http://schemas.openxmlformats.org/drawingml/2006/main">
              <a:ext uri="{FF2B5EF4-FFF2-40B4-BE49-F238E27FC236}">
                <a16:creationId xmlns:a16="http://schemas.microsoft.com/office/drawing/2014/main" id="{60A2C2AC-AD6D-4E34-997D-FB0C5DA0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8866" y="2866621"/>
            <a:ext cx="305176" cy="319612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3"/>
                </a:moveTo>
                <a:lnTo>
                  <a:pt x="47883" y="23941"/>
                </a:lnTo>
                <a:lnTo>
                  <a:pt x="47883" y="295672"/>
                </a:lnTo>
                <a:lnTo>
                  <a:pt x="23940" y="271730"/>
                </a:lnTo>
                <a:lnTo>
                  <a:pt x="281234" y="271730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4" y="47883"/>
                </a:lnTo>
                <a:lnTo>
                  <a:pt x="23940" y="47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8" name="path-268">
            <a:extLst xmlns:a="http://schemas.openxmlformats.org/drawingml/2006/main">
              <a:ext uri="{FF2B5EF4-FFF2-40B4-BE49-F238E27FC236}">
                <a16:creationId xmlns:a16="http://schemas.microsoft.com/office/drawing/2014/main" id="{5C5F868C-73D7-4E31-B021-B7315F53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3046" y="3161574"/>
            <a:ext cx="255691" cy="272927"/>
          </a:xfrm>
          <a:custGeom xmlns:a="http://schemas.openxmlformats.org/drawingml/2006/main">
            <a:pathLst>
              <a:path w="255691" h="272927">
                <a:moveTo>
                  <a:pt x="0" y="0"/>
                </a:moveTo>
                <a:lnTo>
                  <a:pt x="0" y="272927"/>
                </a:lnTo>
                <a:lnTo>
                  <a:pt x="255691" y="272927"/>
                </a:lnTo>
                <a:lnTo>
                  <a:pt x="255691" y="0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" name="path-269">
            <a:extLst xmlns:a="http://schemas.openxmlformats.org/drawingml/2006/main">
              <a:ext uri="{FF2B5EF4-FFF2-40B4-BE49-F238E27FC236}">
                <a16:creationId xmlns:a16="http://schemas.microsoft.com/office/drawing/2014/main" id="{771D93A8-1807-41F2-B40F-D850C246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8866" y="3138352"/>
            <a:ext cx="305176" cy="319613"/>
          </a:xfrm>
          <a:custGeom xmlns:a="http://schemas.openxmlformats.org/drawingml/2006/main">
            <a:pathLst>
              <a:path w="305176" h="319613">
                <a:moveTo>
                  <a:pt x="305176" y="0"/>
                </a:moveTo>
                <a:lnTo>
                  <a:pt x="305176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2"/>
                </a:moveTo>
                <a:lnTo>
                  <a:pt x="47883" y="23941"/>
                </a:lnTo>
                <a:lnTo>
                  <a:pt x="47883" y="295672"/>
                </a:lnTo>
                <a:lnTo>
                  <a:pt x="23940" y="271730"/>
                </a:lnTo>
                <a:lnTo>
                  <a:pt x="281234" y="271730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4" y="47882"/>
                </a:lnTo>
                <a:lnTo>
                  <a:pt x="23940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" name="path-270">
            <a:extLst xmlns:a="http://schemas.openxmlformats.org/drawingml/2006/main">
              <a:ext uri="{FF2B5EF4-FFF2-40B4-BE49-F238E27FC236}">
                <a16:creationId xmlns:a16="http://schemas.microsoft.com/office/drawing/2014/main" id="{EB645EC3-F2B8-4507-816A-CDEDFA86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3046" y="3434502"/>
            <a:ext cx="255691" cy="270054"/>
          </a:xfrm>
          <a:custGeom xmlns:a="http://schemas.openxmlformats.org/drawingml/2006/main">
            <a:pathLst>
              <a:path w="255691" h="270054">
                <a:moveTo>
                  <a:pt x="0" y="0"/>
                </a:moveTo>
                <a:lnTo>
                  <a:pt x="0" y="270054"/>
                </a:lnTo>
                <a:lnTo>
                  <a:pt x="255691" y="270054"/>
                </a:lnTo>
                <a:lnTo>
                  <a:pt x="255691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" name="path-271">
            <a:extLst xmlns:a="http://schemas.openxmlformats.org/drawingml/2006/main">
              <a:ext uri="{FF2B5EF4-FFF2-40B4-BE49-F238E27FC236}">
                <a16:creationId xmlns:a16="http://schemas.microsoft.com/office/drawing/2014/main" id="{14960B3E-1173-46DA-85FB-B1D599EB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8866" y="3410082"/>
            <a:ext cx="305176" cy="319612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3"/>
                </a:moveTo>
                <a:lnTo>
                  <a:pt x="47883" y="23941"/>
                </a:lnTo>
                <a:lnTo>
                  <a:pt x="47883" y="295672"/>
                </a:lnTo>
                <a:lnTo>
                  <a:pt x="23940" y="271730"/>
                </a:lnTo>
                <a:lnTo>
                  <a:pt x="281234" y="271730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4" y="47883"/>
                </a:lnTo>
                <a:lnTo>
                  <a:pt x="23940" y="47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" name="path-272">
            <a:extLst xmlns:a="http://schemas.openxmlformats.org/drawingml/2006/main">
              <a:ext uri="{FF2B5EF4-FFF2-40B4-BE49-F238E27FC236}">
                <a16:creationId xmlns:a16="http://schemas.microsoft.com/office/drawing/2014/main" id="{B9263E07-E040-41B5-B7EC-F71B3ADF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611" y="2351410"/>
            <a:ext cx="258563" cy="270054"/>
          </a:xfrm>
          <a:custGeom xmlns:a="http://schemas.openxmlformats.org/drawingml/2006/main">
            <a:pathLst>
              <a:path w="258563" h="270054">
                <a:moveTo>
                  <a:pt x="0" y="0"/>
                </a:moveTo>
                <a:lnTo>
                  <a:pt x="0" y="270054"/>
                </a:lnTo>
                <a:lnTo>
                  <a:pt x="258563" y="270054"/>
                </a:lnTo>
                <a:lnTo>
                  <a:pt x="258563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3" name="path-273">
            <a:extLst xmlns:a="http://schemas.openxmlformats.org/drawingml/2006/main">
              <a:ext uri="{FF2B5EF4-FFF2-40B4-BE49-F238E27FC236}">
                <a16:creationId xmlns:a16="http://schemas.microsoft.com/office/drawing/2014/main" id="{3A81B911-4E7B-4510-B3A4-CF4D0199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908" y="2326751"/>
            <a:ext cx="305176" cy="319612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2" y="47882"/>
                </a:moveTo>
                <a:lnTo>
                  <a:pt x="47883" y="23941"/>
                </a:lnTo>
                <a:lnTo>
                  <a:pt x="47883" y="295672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6" y="47882"/>
                </a:lnTo>
                <a:lnTo>
                  <a:pt x="23942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" name="path-274">
            <a:extLst xmlns:a="http://schemas.openxmlformats.org/drawingml/2006/main">
              <a:ext uri="{FF2B5EF4-FFF2-40B4-BE49-F238E27FC236}">
                <a16:creationId xmlns:a16="http://schemas.microsoft.com/office/drawing/2014/main" id="{4BC6058E-5AFA-4E7F-9534-045C2630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611" y="2621465"/>
            <a:ext cx="258563" cy="272928"/>
          </a:xfrm>
          <a:custGeom xmlns:a="http://schemas.openxmlformats.org/drawingml/2006/main">
            <a:pathLst>
              <a:path w="258563" h="272928">
                <a:moveTo>
                  <a:pt x="0" y="0"/>
                </a:moveTo>
                <a:lnTo>
                  <a:pt x="0" y="272928"/>
                </a:lnTo>
                <a:lnTo>
                  <a:pt x="258563" y="272928"/>
                </a:lnTo>
                <a:lnTo>
                  <a:pt x="258563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6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" name="path-275">
            <a:extLst xmlns:a="http://schemas.openxmlformats.org/drawingml/2006/main">
              <a:ext uri="{FF2B5EF4-FFF2-40B4-BE49-F238E27FC236}">
                <a16:creationId xmlns:a16="http://schemas.microsoft.com/office/drawing/2014/main" id="{37782898-6F9A-4ED5-9D18-2D28769E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908" y="2598482"/>
            <a:ext cx="305176" cy="319612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2" y="47882"/>
                </a:moveTo>
                <a:lnTo>
                  <a:pt x="47883" y="23941"/>
                </a:lnTo>
                <a:lnTo>
                  <a:pt x="47883" y="295671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1"/>
                </a:lnTo>
                <a:lnTo>
                  <a:pt x="257294" y="23941"/>
                </a:lnTo>
                <a:lnTo>
                  <a:pt x="281236" y="47882"/>
                </a:lnTo>
                <a:lnTo>
                  <a:pt x="23942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6" name="path-276">
            <a:extLst xmlns:a="http://schemas.openxmlformats.org/drawingml/2006/main">
              <a:ext uri="{FF2B5EF4-FFF2-40B4-BE49-F238E27FC236}">
                <a16:creationId xmlns:a16="http://schemas.microsoft.com/office/drawing/2014/main" id="{94B48C9C-91E1-4692-8DCE-DB45AAF8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611" y="2894393"/>
            <a:ext cx="258563" cy="272927"/>
          </a:xfrm>
          <a:custGeom xmlns:a="http://schemas.openxmlformats.org/drawingml/2006/main">
            <a:pathLst>
              <a:path w="258563" h="272927">
                <a:moveTo>
                  <a:pt x="0" y="0"/>
                </a:moveTo>
                <a:lnTo>
                  <a:pt x="0" y="272927"/>
                </a:lnTo>
                <a:lnTo>
                  <a:pt x="258563" y="272927"/>
                </a:lnTo>
                <a:lnTo>
                  <a:pt x="258563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9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7" name="path-277">
            <a:extLst xmlns:a="http://schemas.openxmlformats.org/drawingml/2006/main">
              <a:ext uri="{FF2B5EF4-FFF2-40B4-BE49-F238E27FC236}">
                <a16:creationId xmlns:a16="http://schemas.microsoft.com/office/drawing/2014/main" id="{6CFD63C7-65E8-4B60-9A63-849B7A7D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908" y="2870212"/>
            <a:ext cx="305176" cy="319612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2" y="47882"/>
                </a:moveTo>
                <a:lnTo>
                  <a:pt x="47883" y="23940"/>
                </a:lnTo>
                <a:lnTo>
                  <a:pt x="47883" y="295672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2"/>
                </a:lnTo>
                <a:lnTo>
                  <a:pt x="257294" y="23940"/>
                </a:lnTo>
                <a:lnTo>
                  <a:pt x="281236" y="47882"/>
                </a:lnTo>
                <a:lnTo>
                  <a:pt x="23942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8" name="path-278">
            <a:extLst xmlns:a="http://schemas.openxmlformats.org/drawingml/2006/main">
              <a:ext uri="{FF2B5EF4-FFF2-40B4-BE49-F238E27FC236}">
                <a16:creationId xmlns:a16="http://schemas.microsoft.com/office/drawing/2014/main" id="{3C60598E-0251-4FC2-B229-3CDDD606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611" y="3167320"/>
            <a:ext cx="258563" cy="270054"/>
          </a:xfrm>
          <a:custGeom xmlns:a="http://schemas.openxmlformats.org/drawingml/2006/main">
            <a:pathLst>
              <a:path w="258563" h="270054">
                <a:moveTo>
                  <a:pt x="0" y="0"/>
                </a:moveTo>
                <a:lnTo>
                  <a:pt x="0" y="270054"/>
                </a:lnTo>
                <a:lnTo>
                  <a:pt x="258563" y="270054"/>
                </a:lnTo>
                <a:lnTo>
                  <a:pt x="258563" y="0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9" name="path-279">
            <a:extLst xmlns:a="http://schemas.openxmlformats.org/drawingml/2006/main">
              <a:ext uri="{FF2B5EF4-FFF2-40B4-BE49-F238E27FC236}">
                <a16:creationId xmlns:a16="http://schemas.microsoft.com/office/drawing/2014/main" id="{35641D9A-06BB-4B99-90C3-D9FA2740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908" y="3141943"/>
            <a:ext cx="305176" cy="319612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2" y="47882"/>
                </a:moveTo>
                <a:lnTo>
                  <a:pt x="47883" y="23941"/>
                </a:lnTo>
                <a:lnTo>
                  <a:pt x="47883" y="295671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1"/>
                </a:lnTo>
                <a:lnTo>
                  <a:pt x="257294" y="23941"/>
                </a:lnTo>
                <a:lnTo>
                  <a:pt x="281236" y="47882"/>
                </a:lnTo>
                <a:lnTo>
                  <a:pt x="23942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0" name="path-280">
            <a:extLst xmlns:a="http://schemas.openxmlformats.org/drawingml/2006/main">
              <a:ext uri="{FF2B5EF4-FFF2-40B4-BE49-F238E27FC236}">
                <a16:creationId xmlns:a16="http://schemas.microsoft.com/office/drawing/2014/main" id="{126A5BCD-7648-4796-8F15-D694FB56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611" y="3437374"/>
            <a:ext cx="258563" cy="272927"/>
          </a:xfrm>
          <a:custGeom xmlns:a="http://schemas.openxmlformats.org/drawingml/2006/main">
            <a:pathLst>
              <a:path w="258563" h="272927">
                <a:moveTo>
                  <a:pt x="0" y="0"/>
                </a:moveTo>
                <a:lnTo>
                  <a:pt x="0" y="272927"/>
                </a:lnTo>
                <a:lnTo>
                  <a:pt x="258563" y="272927"/>
                </a:lnTo>
                <a:lnTo>
                  <a:pt x="258563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1" name="path-281">
            <a:extLst xmlns:a="http://schemas.openxmlformats.org/drawingml/2006/main">
              <a:ext uri="{FF2B5EF4-FFF2-40B4-BE49-F238E27FC236}">
                <a16:creationId xmlns:a16="http://schemas.microsoft.com/office/drawing/2014/main" id="{99026EAB-1D66-4C89-8EC9-69E592CD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908" y="3413673"/>
            <a:ext cx="305176" cy="319612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2" y="47882"/>
                </a:moveTo>
                <a:lnTo>
                  <a:pt x="47883" y="23940"/>
                </a:lnTo>
                <a:lnTo>
                  <a:pt x="47883" y="295672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2"/>
                </a:lnTo>
                <a:lnTo>
                  <a:pt x="257294" y="23940"/>
                </a:lnTo>
                <a:lnTo>
                  <a:pt x="281236" y="47882"/>
                </a:lnTo>
                <a:lnTo>
                  <a:pt x="23942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2" name="path-282">
            <a:extLst xmlns:a="http://schemas.openxmlformats.org/drawingml/2006/main">
              <a:ext uri="{FF2B5EF4-FFF2-40B4-BE49-F238E27FC236}">
                <a16:creationId xmlns:a16="http://schemas.microsoft.com/office/drawing/2014/main" id="{2A395132-1E3D-4BBC-8F3E-B6C6BB83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4427" y="5638032"/>
            <a:ext cx="255689" cy="272927"/>
          </a:xfrm>
          <a:custGeom xmlns:a="http://schemas.openxmlformats.org/drawingml/2006/main">
            <a:pathLst>
              <a:path w="255689" h="272927">
                <a:moveTo>
                  <a:pt x="0" y="0"/>
                </a:moveTo>
                <a:lnTo>
                  <a:pt x="0" y="272927"/>
                </a:lnTo>
                <a:lnTo>
                  <a:pt x="255689" y="272927"/>
                </a:lnTo>
                <a:lnTo>
                  <a:pt x="255689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3" name="path-283">
            <a:extLst xmlns:a="http://schemas.openxmlformats.org/drawingml/2006/main">
              <a:ext uri="{FF2B5EF4-FFF2-40B4-BE49-F238E27FC236}">
                <a16:creationId xmlns:a16="http://schemas.microsoft.com/office/drawing/2014/main" id="{6559575C-5F74-4EA0-A392-07AAEC39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0007" y="5615049"/>
            <a:ext cx="305176" cy="319612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2"/>
                </a:moveTo>
                <a:lnTo>
                  <a:pt x="47883" y="23940"/>
                </a:lnTo>
                <a:lnTo>
                  <a:pt x="47883" y="295671"/>
                </a:lnTo>
                <a:lnTo>
                  <a:pt x="23940" y="271730"/>
                </a:lnTo>
                <a:lnTo>
                  <a:pt x="281234" y="271730"/>
                </a:lnTo>
                <a:lnTo>
                  <a:pt x="257294" y="295671"/>
                </a:lnTo>
                <a:lnTo>
                  <a:pt x="257294" y="23940"/>
                </a:lnTo>
                <a:lnTo>
                  <a:pt x="281234" y="47882"/>
                </a:lnTo>
                <a:lnTo>
                  <a:pt x="23940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4" name="path-284">
            <a:extLst xmlns:a="http://schemas.openxmlformats.org/drawingml/2006/main">
              <a:ext uri="{FF2B5EF4-FFF2-40B4-BE49-F238E27FC236}">
                <a16:creationId xmlns:a16="http://schemas.microsoft.com/office/drawing/2014/main" id="{AD51214B-E7BB-48C3-8BC7-749711A8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4427" y="5910960"/>
            <a:ext cx="255689" cy="272927"/>
          </a:xfrm>
          <a:custGeom xmlns:a="http://schemas.openxmlformats.org/drawingml/2006/main">
            <a:pathLst>
              <a:path w="255689" h="272927">
                <a:moveTo>
                  <a:pt x="0" y="0"/>
                </a:moveTo>
                <a:lnTo>
                  <a:pt x="0" y="272927"/>
                </a:lnTo>
                <a:lnTo>
                  <a:pt x="255689" y="272927"/>
                </a:lnTo>
                <a:lnTo>
                  <a:pt x="255689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6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5" name="path-285">
            <a:extLst xmlns:a="http://schemas.openxmlformats.org/drawingml/2006/main">
              <a:ext uri="{FF2B5EF4-FFF2-40B4-BE49-F238E27FC236}">
                <a16:creationId xmlns:a16="http://schemas.microsoft.com/office/drawing/2014/main" id="{7DA9CAC5-59DA-4A05-9E0B-D55911AA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0007" y="5886779"/>
            <a:ext cx="305176" cy="319612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3"/>
                </a:moveTo>
                <a:lnTo>
                  <a:pt x="47883" y="23941"/>
                </a:lnTo>
                <a:lnTo>
                  <a:pt x="47883" y="295672"/>
                </a:lnTo>
                <a:lnTo>
                  <a:pt x="23940" y="271730"/>
                </a:lnTo>
                <a:lnTo>
                  <a:pt x="281234" y="271730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4" y="47883"/>
                </a:lnTo>
                <a:lnTo>
                  <a:pt x="23940" y="47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6" name="path-286">
            <a:extLst xmlns:a="http://schemas.openxmlformats.org/drawingml/2006/main">
              <a:ext uri="{FF2B5EF4-FFF2-40B4-BE49-F238E27FC236}">
                <a16:creationId xmlns:a16="http://schemas.microsoft.com/office/drawing/2014/main" id="{B9D11726-FEB1-4FAE-8896-125200A3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4427" y="6183887"/>
            <a:ext cx="255689" cy="270054"/>
          </a:xfrm>
          <a:custGeom xmlns:a="http://schemas.openxmlformats.org/drawingml/2006/main">
            <a:pathLst>
              <a:path w="255689" h="270054">
                <a:moveTo>
                  <a:pt x="0" y="0"/>
                </a:moveTo>
                <a:lnTo>
                  <a:pt x="0" y="270054"/>
                </a:lnTo>
                <a:lnTo>
                  <a:pt x="255689" y="270054"/>
                </a:lnTo>
                <a:lnTo>
                  <a:pt x="255689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9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7" name="path-287">
            <a:extLst xmlns:a="http://schemas.openxmlformats.org/drawingml/2006/main">
              <a:ext uri="{FF2B5EF4-FFF2-40B4-BE49-F238E27FC236}">
                <a16:creationId xmlns:a16="http://schemas.microsoft.com/office/drawing/2014/main" id="{3D6AA7A7-0C56-4470-A051-4ECCBFB8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0007" y="6158509"/>
            <a:ext cx="305176" cy="319613"/>
          </a:xfrm>
          <a:custGeom xmlns:a="http://schemas.openxmlformats.org/drawingml/2006/main">
            <a:pathLst>
              <a:path w="305176" h="319613">
                <a:moveTo>
                  <a:pt x="305176" y="0"/>
                </a:moveTo>
                <a:lnTo>
                  <a:pt x="305176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2"/>
                </a:moveTo>
                <a:lnTo>
                  <a:pt x="47883" y="23941"/>
                </a:lnTo>
                <a:lnTo>
                  <a:pt x="47883" y="295672"/>
                </a:lnTo>
                <a:lnTo>
                  <a:pt x="23940" y="271730"/>
                </a:lnTo>
                <a:lnTo>
                  <a:pt x="281234" y="271730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4" y="47882"/>
                </a:lnTo>
                <a:lnTo>
                  <a:pt x="23940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" name="path-288">
            <a:extLst xmlns:a="http://schemas.openxmlformats.org/drawingml/2006/main">
              <a:ext uri="{FF2B5EF4-FFF2-40B4-BE49-F238E27FC236}">
                <a16:creationId xmlns:a16="http://schemas.microsoft.com/office/drawing/2014/main" id="{3134D677-B6C2-4059-95A7-DDA95A01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4427" y="6453942"/>
            <a:ext cx="255689" cy="272928"/>
          </a:xfrm>
          <a:custGeom xmlns:a="http://schemas.openxmlformats.org/drawingml/2006/main">
            <a:pathLst>
              <a:path w="255689" h="272928">
                <a:moveTo>
                  <a:pt x="0" y="0"/>
                </a:moveTo>
                <a:lnTo>
                  <a:pt x="0" y="272928"/>
                </a:lnTo>
                <a:lnTo>
                  <a:pt x="255689" y="272928"/>
                </a:lnTo>
                <a:lnTo>
                  <a:pt x="255689" y="0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9" name="path-289">
            <a:extLst xmlns:a="http://schemas.openxmlformats.org/drawingml/2006/main">
              <a:ext uri="{FF2B5EF4-FFF2-40B4-BE49-F238E27FC236}">
                <a16:creationId xmlns:a16="http://schemas.microsoft.com/office/drawing/2014/main" id="{A5DC8FD3-E77D-4101-8FCE-4C411E85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0007" y="6430240"/>
            <a:ext cx="305176" cy="319613"/>
          </a:xfrm>
          <a:custGeom xmlns:a="http://schemas.openxmlformats.org/drawingml/2006/main">
            <a:pathLst>
              <a:path w="305176" h="319613">
                <a:moveTo>
                  <a:pt x="305176" y="0"/>
                </a:moveTo>
                <a:lnTo>
                  <a:pt x="305176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3"/>
                </a:moveTo>
                <a:lnTo>
                  <a:pt x="47883" y="23941"/>
                </a:lnTo>
                <a:lnTo>
                  <a:pt x="47883" y="295672"/>
                </a:lnTo>
                <a:lnTo>
                  <a:pt x="23940" y="271731"/>
                </a:lnTo>
                <a:lnTo>
                  <a:pt x="281234" y="271731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4" y="47883"/>
                </a:lnTo>
                <a:lnTo>
                  <a:pt x="23940" y="47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0" name="path-290">
            <a:extLst xmlns:a="http://schemas.openxmlformats.org/drawingml/2006/main">
              <a:ext uri="{FF2B5EF4-FFF2-40B4-BE49-F238E27FC236}">
                <a16:creationId xmlns:a16="http://schemas.microsoft.com/office/drawing/2014/main" id="{ABF3FED2-E46F-4FB1-BD3D-5090433B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4427" y="6726870"/>
            <a:ext cx="255689" cy="270054"/>
          </a:xfrm>
          <a:custGeom xmlns:a="http://schemas.openxmlformats.org/drawingml/2006/main">
            <a:pathLst>
              <a:path w="255689" h="270054">
                <a:moveTo>
                  <a:pt x="0" y="0"/>
                </a:moveTo>
                <a:lnTo>
                  <a:pt x="0" y="270054"/>
                </a:lnTo>
                <a:lnTo>
                  <a:pt x="255689" y="270054"/>
                </a:lnTo>
                <a:lnTo>
                  <a:pt x="255689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1" name="path-291">
            <a:extLst xmlns:a="http://schemas.openxmlformats.org/drawingml/2006/main">
              <a:ext uri="{FF2B5EF4-FFF2-40B4-BE49-F238E27FC236}">
                <a16:creationId xmlns:a16="http://schemas.microsoft.com/office/drawing/2014/main" id="{1EB6EB40-DA35-48DD-819A-5E3B5412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0007" y="6701971"/>
            <a:ext cx="305176" cy="319612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2"/>
                </a:moveTo>
                <a:lnTo>
                  <a:pt x="47883" y="23940"/>
                </a:lnTo>
                <a:lnTo>
                  <a:pt x="47883" y="295672"/>
                </a:lnTo>
                <a:lnTo>
                  <a:pt x="23940" y="271730"/>
                </a:lnTo>
                <a:lnTo>
                  <a:pt x="281234" y="271730"/>
                </a:lnTo>
                <a:lnTo>
                  <a:pt x="257294" y="295672"/>
                </a:lnTo>
                <a:lnTo>
                  <a:pt x="257294" y="23940"/>
                </a:lnTo>
                <a:lnTo>
                  <a:pt x="281234" y="47882"/>
                </a:lnTo>
                <a:lnTo>
                  <a:pt x="23940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2" name="path-292">
            <a:extLst xmlns:a="http://schemas.openxmlformats.org/drawingml/2006/main">
              <a:ext uri="{FF2B5EF4-FFF2-40B4-BE49-F238E27FC236}">
                <a16:creationId xmlns:a16="http://schemas.microsoft.com/office/drawing/2014/main" id="{45E5EA60-773A-42B2-B7A8-3BB3C7ED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1610" y="5638032"/>
            <a:ext cx="255689" cy="272927"/>
          </a:xfrm>
          <a:custGeom xmlns:a="http://schemas.openxmlformats.org/drawingml/2006/main">
            <a:pathLst>
              <a:path w="255689" h="272927">
                <a:moveTo>
                  <a:pt x="0" y="0"/>
                </a:moveTo>
                <a:lnTo>
                  <a:pt x="0" y="272927"/>
                </a:lnTo>
                <a:lnTo>
                  <a:pt x="255689" y="272927"/>
                </a:lnTo>
                <a:lnTo>
                  <a:pt x="255689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3" name="path-293">
            <a:extLst xmlns:a="http://schemas.openxmlformats.org/drawingml/2006/main">
              <a:ext uri="{FF2B5EF4-FFF2-40B4-BE49-F238E27FC236}">
                <a16:creationId xmlns:a16="http://schemas.microsoft.com/office/drawing/2014/main" id="{2F3ACEDF-53A7-4FA2-A663-90AC60E8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7429" y="5615049"/>
            <a:ext cx="305176" cy="319612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2" y="47882"/>
                </a:moveTo>
                <a:lnTo>
                  <a:pt x="47883" y="23940"/>
                </a:lnTo>
                <a:lnTo>
                  <a:pt x="47883" y="295671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1"/>
                </a:lnTo>
                <a:lnTo>
                  <a:pt x="257294" y="23940"/>
                </a:lnTo>
                <a:lnTo>
                  <a:pt x="281236" y="47882"/>
                </a:lnTo>
                <a:lnTo>
                  <a:pt x="23942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4" name="path-294">
            <a:extLst xmlns:a="http://schemas.openxmlformats.org/drawingml/2006/main">
              <a:ext uri="{FF2B5EF4-FFF2-40B4-BE49-F238E27FC236}">
                <a16:creationId xmlns:a16="http://schemas.microsoft.com/office/drawing/2014/main" id="{93293235-6779-40EE-98AE-98520AAEB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1610" y="5910960"/>
            <a:ext cx="255689" cy="272927"/>
          </a:xfrm>
          <a:custGeom xmlns:a="http://schemas.openxmlformats.org/drawingml/2006/main">
            <a:pathLst>
              <a:path w="255689" h="272927">
                <a:moveTo>
                  <a:pt x="0" y="0"/>
                </a:moveTo>
                <a:lnTo>
                  <a:pt x="0" y="272927"/>
                </a:lnTo>
                <a:lnTo>
                  <a:pt x="255689" y="272927"/>
                </a:lnTo>
                <a:lnTo>
                  <a:pt x="255689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6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" name="path-295">
            <a:extLst xmlns:a="http://schemas.openxmlformats.org/drawingml/2006/main">
              <a:ext uri="{FF2B5EF4-FFF2-40B4-BE49-F238E27FC236}">
                <a16:creationId xmlns:a16="http://schemas.microsoft.com/office/drawing/2014/main" id="{1E98FAE0-7223-4A82-80E1-946CC137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7429" y="5886779"/>
            <a:ext cx="305176" cy="319612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2" y="47883"/>
                </a:moveTo>
                <a:lnTo>
                  <a:pt x="47883" y="23941"/>
                </a:lnTo>
                <a:lnTo>
                  <a:pt x="47883" y="295672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6" y="47883"/>
                </a:lnTo>
                <a:lnTo>
                  <a:pt x="23942" y="47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6" name="path-296">
            <a:extLst xmlns:a="http://schemas.openxmlformats.org/drawingml/2006/main">
              <a:ext uri="{FF2B5EF4-FFF2-40B4-BE49-F238E27FC236}">
                <a16:creationId xmlns:a16="http://schemas.microsoft.com/office/drawing/2014/main" id="{3DE8906D-0C67-46D0-A634-F1D29FCE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1610" y="6183887"/>
            <a:ext cx="255689" cy="270054"/>
          </a:xfrm>
          <a:custGeom xmlns:a="http://schemas.openxmlformats.org/drawingml/2006/main">
            <a:pathLst>
              <a:path w="255689" h="270054">
                <a:moveTo>
                  <a:pt x="0" y="0"/>
                </a:moveTo>
                <a:lnTo>
                  <a:pt x="0" y="270054"/>
                </a:lnTo>
                <a:lnTo>
                  <a:pt x="255689" y="270054"/>
                </a:lnTo>
                <a:lnTo>
                  <a:pt x="255689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9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" name="path-297">
            <a:extLst xmlns:a="http://schemas.openxmlformats.org/drawingml/2006/main">
              <a:ext uri="{FF2B5EF4-FFF2-40B4-BE49-F238E27FC236}">
                <a16:creationId xmlns:a16="http://schemas.microsoft.com/office/drawing/2014/main" id="{2C908498-37BE-4D9F-9829-3E8DD82F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7429" y="6158509"/>
            <a:ext cx="305176" cy="319613"/>
          </a:xfrm>
          <a:custGeom xmlns:a="http://schemas.openxmlformats.org/drawingml/2006/main">
            <a:pathLst>
              <a:path w="305176" h="319613">
                <a:moveTo>
                  <a:pt x="305176" y="0"/>
                </a:moveTo>
                <a:lnTo>
                  <a:pt x="305176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6" y="0"/>
                </a:lnTo>
                <a:moveTo>
                  <a:pt x="23942" y="47882"/>
                </a:moveTo>
                <a:lnTo>
                  <a:pt x="47883" y="23941"/>
                </a:lnTo>
                <a:lnTo>
                  <a:pt x="47883" y="295672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6" y="47882"/>
                </a:lnTo>
                <a:lnTo>
                  <a:pt x="23942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8" name="path-298">
            <a:extLst xmlns:a="http://schemas.openxmlformats.org/drawingml/2006/main">
              <a:ext uri="{FF2B5EF4-FFF2-40B4-BE49-F238E27FC236}">
                <a16:creationId xmlns:a16="http://schemas.microsoft.com/office/drawing/2014/main" id="{A87CD436-7461-4502-B837-334236AA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1610" y="6453942"/>
            <a:ext cx="255689" cy="272928"/>
          </a:xfrm>
          <a:custGeom xmlns:a="http://schemas.openxmlformats.org/drawingml/2006/main">
            <a:pathLst>
              <a:path w="255689" h="272928">
                <a:moveTo>
                  <a:pt x="0" y="0"/>
                </a:moveTo>
                <a:lnTo>
                  <a:pt x="0" y="272928"/>
                </a:lnTo>
                <a:lnTo>
                  <a:pt x="255689" y="272928"/>
                </a:lnTo>
                <a:lnTo>
                  <a:pt x="255689" y="0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9" name="path-299">
            <a:extLst xmlns:a="http://schemas.openxmlformats.org/drawingml/2006/main">
              <a:ext uri="{FF2B5EF4-FFF2-40B4-BE49-F238E27FC236}">
                <a16:creationId xmlns:a16="http://schemas.microsoft.com/office/drawing/2014/main" id="{DE0F591A-7340-4229-99FF-617A0ED9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7429" y="6430240"/>
            <a:ext cx="305176" cy="319613"/>
          </a:xfrm>
          <a:custGeom xmlns:a="http://schemas.openxmlformats.org/drawingml/2006/main">
            <a:pathLst>
              <a:path w="305176" h="319613">
                <a:moveTo>
                  <a:pt x="305176" y="0"/>
                </a:moveTo>
                <a:lnTo>
                  <a:pt x="305176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6" y="0"/>
                </a:lnTo>
                <a:moveTo>
                  <a:pt x="23942" y="47883"/>
                </a:moveTo>
                <a:lnTo>
                  <a:pt x="47883" y="23941"/>
                </a:lnTo>
                <a:lnTo>
                  <a:pt x="47883" y="295672"/>
                </a:lnTo>
                <a:lnTo>
                  <a:pt x="23942" y="271731"/>
                </a:lnTo>
                <a:lnTo>
                  <a:pt x="281236" y="271731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6" y="47883"/>
                </a:lnTo>
                <a:lnTo>
                  <a:pt x="23942" y="47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0" name="path-300">
            <a:extLst xmlns:a="http://schemas.openxmlformats.org/drawingml/2006/main">
              <a:ext uri="{FF2B5EF4-FFF2-40B4-BE49-F238E27FC236}">
                <a16:creationId xmlns:a16="http://schemas.microsoft.com/office/drawing/2014/main" id="{D18C617E-CFBC-4FEF-B45A-81856BF9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1610" y="6726870"/>
            <a:ext cx="255689" cy="270054"/>
          </a:xfrm>
          <a:custGeom xmlns:a="http://schemas.openxmlformats.org/drawingml/2006/main">
            <a:pathLst>
              <a:path w="255689" h="270054">
                <a:moveTo>
                  <a:pt x="0" y="0"/>
                </a:moveTo>
                <a:lnTo>
                  <a:pt x="0" y="270054"/>
                </a:lnTo>
                <a:lnTo>
                  <a:pt x="255689" y="270054"/>
                </a:lnTo>
                <a:lnTo>
                  <a:pt x="255689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" name="path-301">
            <a:extLst xmlns:a="http://schemas.openxmlformats.org/drawingml/2006/main">
              <a:ext uri="{FF2B5EF4-FFF2-40B4-BE49-F238E27FC236}">
                <a16:creationId xmlns:a16="http://schemas.microsoft.com/office/drawing/2014/main" id="{8CDD4430-0048-4DB4-99D9-7B22F765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7429" y="6701971"/>
            <a:ext cx="305176" cy="319612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2" y="47882"/>
                </a:moveTo>
                <a:lnTo>
                  <a:pt x="47883" y="23940"/>
                </a:lnTo>
                <a:lnTo>
                  <a:pt x="47883" y="295672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2"/>
                </a:lnTo>
                <a:lnTo>
                  <a:pt x="257294" y="23940"/>
                </a:lnTo>
                <a:lnTo>
                  <a:pt x="281236" y="47882"/>
                </a:lnTo>
                <a:lnTo>
                  <a:pt x="23942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" name="path-302">
            <a:extLst xmlns:a="http://schemas.openxmlformats.org/drawingml/2006/main">
              <a:ext uri="{FF2B5EF4-FFF2-40B4-BE49-F238E27FC236}">
                <a16:creationId xmlns:a16="http://schemas.microsoft.com/office/drawing/2014/main" id="{EFBC0765-8DD3-471A-A2DE-E4C4BC67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5919" y="5638032"/>
            <a:ext cx="255691" cy="272927"/>
          </a:xfrm>
          <a:custGeom xmlns:a="http://schemas.openxmlformats.org/drawingml/2006/main">
            <a:pathLst>
              <a:path w="255691" h="272927">
                <a:moveTo>
                  <a:pt x="0" y="0"/>
                </a:moveTo>
                <a:lnTo>
                  <a:pt x="0" y="272927"/>
                </a:lnTo>
                <a:lnTo>
                  <a:pt x="255691" y="272927"/>
                </a:lnTo>
                <a:lnTo>
                  <a:pt x="255691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3" name="path-303">
            <a:extLst xmlns:a="http://schemas.openxmlformats.org/drawingml/2006/main">
              <a:ext uri="{FF2B5EF4-FFF2-40B4-BE49-F238E27FC236}">
                <a16:creationId xmlns:a16="http://schemas.microsoft.com/office/drawing/2014/main" id="{5DABABA3-D10C-4CEF-B87E-1E8F6622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1260" y="5613852"/>
            <a:ext cx="305176" cy="319612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2" y="47883"/>
                </a:moveTo>
                <a:lnTo>
                  <a:pt x="47883" y="23940"/>
                </a:lnTo>
                <a:lnTo>
                  <a:pt x="47883" y="295672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2"/>
                </a:lnTo>
                <a:lnTo>
                  <a:pt x="257294" y="23940"/>
                </a:lnTo>
                <a:lnTo>
                  <a:pt x="281236" y="47883"/>
                </a:lnTo>
                <a:lnTo>
                  <a:pt x="23942" y="47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4" name="path-304">
            <a:extLst xmlns:a="http://schemas.openxmlformats.org/drawingml/2006/main">
              <a:ext uri="{FF2B5EF4-FFF2-40B4-BE49-F238E27FC236}">
                <a16:creationId xmlns:a16="http://schemas.microsoft.com/office/drawing/2014/main" id="{261A9A08-6CC2-4787-B658-340BEB29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5919" y="5910960"/>
            <a:ext cx="255691" cy="270054"/>
          </a:xfrm>
          <a:custGeom xmlns:a="http://schemas.openxmlformats.org/drawingml/2006/main">
            <a:pathLst>
              <a:path w="255691" h="270054">
                <a:moveTo>
                  <a:pt x="0" y="0"/>
                </a:moveTo>
                <a:lnTo>
                  <a:pt x="0" y="270054"/>
                </a:lnTo>
                <a:lnTo>
                  <a:pt x="255691" y="270054"/>
                </a:lnTo>
                <a:lnTo>
                  <a:pt x="255691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6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5" name="path-305">
            <a:extLst xmlns:a="http://schemas.openxmlformats.org/drawingml/2006/main">
              <a:ext uri="{FF2B5EF4-FFF2-40B4-BE49-F238E27FC236}">
                <a16:creationId xmlns:a16="http://schemas.microsoft.com/office/drawing/2014/main" id="{C1A58222-6782-43E2-BF4C-7838C54B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1260" y="5885582"/>
            <a:ext cx="305176" cy="319613"/>
          </a:xfrm>
          <a:custGeom xmlns:a="http://schemas.openxmlformats.org/drawingml/2006/main">
            <a:pathLst>
              <a:path w="305176" h="319613">
                <a:moveTo>
                  <a:pt x="305176" y="0"/>
                </a:moveTo>
                <a:lnTo>
                  <a:pt x="305176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6" y="0"/>
                </a:lnTo>
                <a:moveTo>
                  <a:pt x="23942" y="47882"/>
                </a:moveTo>
                <a:lnTo>
                  <a:pt x="47883" y="23941"/>
                </a:lnTo>
                <a:lnTo>
                  <a:pt x="47883" y="295671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1"/>
                </a:lnTo>
                <a:lnTo>
                  <a:pt x="257294" y="23941"/>
                </a:lnTo>
                <a:lnTo>
                  <a:pt x="281236" y="47882"/>
                </a:lnTo>
                <a:lnTo>
                  <a:pt x="23942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6" name="path-306">
            <a:extLst xmlns:a="http://schemas.openxmlformats.org/drawingml/2006/main">
              <a:ext uri="{FF2B5EF4-FFF2-40B4-BE49-F238E27FC236}">
                <a16:creationId xmlns:a16="http://schemas.microsoft.com/office/drawing/2014/main" id="{39BD351C-FB90-4E60-BAD4-DB0F2CFC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5919" y="6181014"/>
            <a:ext cx="255691" cy="272927"/>
          </a:xfrm>
          <a:custGeom xmlns:a="http://schemas.openxmlformats.org/drawingml/2006/main">
            <a:pathLst>
              <a:path w="255691" h="272927">
                <a:moveTo>
                  <a:pt x="0" y="0"/>
                </a:moveTo>
                <a:lnTo>
                  <a:pt x="0" y="272927"/>
                </a:lnTo>
                <a:lnTo>
                  <a:pt x="255691" y="272927"/>
                </a:lnTo>
                <a:lnTo>
                  <a:pt x="255691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9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7" name="path-307">
            <a:extLst xmlns:a="http://schemas.openxmlformats.org/drawingml/2006/main">
              <a:ext uri="{FF2B5EF4-FFF2-40B4-BE49-F238E27FC236}">
                <a16:creationId xmlns:a16="http://schemas.microsoft.com/office/drawing/2014/main" id="{C15D64F5-8AD1-4325-9C72-A545A223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1260" y="6157313"/>
            <a:ext cx="305176" cy="319612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2" y="47883"/>
                </a:moveTo>
                <a:lnTo>
                  <a:pt x="47883" y="23940"/>
                </a:lnTo>
                <a:lnTo>
                  <a:pt x="47883" y="295672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2"/>
                </a:lnTo>
                <a:lnTo>
                  <a:pt x="257294" y="23940"/>
                </a:lnTo>
                <a:lnTo>
                  <a:pt x="281236" y="47883"/>
                </a:lnTo>
                <a:lnTo>
                  <a:pt x="23942" y="47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8" name="path-308">
            <a:extLst xmlns:a="http://schemas.openxmlformats.org/drawingml/2006/main">
              <a:ext uri="{FF2B5EF4-FFF2-40B4-BE49-F238E27FC236}">
                <a16:creationId xmlns:a16="http://schemas.microsoft.com/office/drawing/2014/main" id="{C7E57292-0B24-4A86-A17C-0E31D3EA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5919" y="6453942"/>
            <a:ext cx="255691" cy="270054"/>
          </a:xfrm>
          <a:custGeom xmlns:a="http://schemas.openxmlformats.org/drawingml/2006/main">
            <a:pathLst>
              <a:path w="255691" h="270054">
                <a:moveTo>
                  <a:pt x="0" y="0"/>
                </a:moveTo>
                <a:lnTo>
                  <a:pt x="0" y="270054"/>
                </a:lnTo>
                <a:lnTo>
                  <a:pt x="255691" y="270054"/>
                </a:lnTo>
                <a:lnTo>
                  <a:pt x="255691" y="0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9" name="path-309">
            <a:extLst xmlns:a="http://schemas.openxmlformats.org/drawingml/2006/main">
              <a:ext uri="{FF2B5EF4-FFF2-40B4-BE49-F238E27FC236}">
                <a16:creationId xmlns:a16="http://schemas.microsoft.com/office/drawing/2014/main" id="{D11D8D0E-D3B6-4411-A8D6-9D8843AE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1260" y="6429043"/>
            <a:ext cx="305176" cy="319613"/>
          </a:xfrm>
          <a:custGeom xmlns:a="http://schemas.openxmlformats.org/drawingml/2006/main">
            <a:pathLst>
              <a:path w="305176" h="319613">
                <a:moveTo>
                  <a:pt x="305176" y="0"/>
                </a:moveTo>
                <a:lnTo>
                  <a:pt x="305176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6" y="0"/>
                </a:lnTo>
                <a:moveTo>
                  <a:pt x="23942" y="47882"/>
                </a:moveTo>
                <a:lnTo>
                  <a:pt x="47883" y="23941"/>
                </a:lnTo>
                <a:lnTo>
                  <a:pt x="47883" y="295672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6" y="47882"/>
                </a:lnTo>
                <a:lnTo>
                  <a:pt x="23942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0" name="path-310">
            <a:extLst xmlns:a="http://schemas.openxmlformats.org/drawingml/2006/main">
              <a:ext uri="{FF2B5EF4-FFF2-40B4-BE49-F238E27FC236}">
                <a16:creationId xmlns:a16="http://schemas.microsoft.com/office/drawing/2014/main" id="{4C11A3FB-3C53-47E8-AA18-204A5234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5919" y="6723996"/>
            <a:ext cx="255691" cy="272927"/>
          </a:xfrm>
          <a:custGeom xmlns:a="http://schemas.openxmlformats.org/drawingml/2006/main">
            <a:pathLst>
              <a:path w="255691" h="272927">
                <a:moveTo>
                  <a:pt x="0" y="0"/>
                </a:moveTo>
                <a:lnTo>
                  <a:pt x="0" y="272927"/>
                </a:lnTo>
                <a:lnTo>
                  <a:pt x="255691" y="272927"/>
                </a:lnTo>
                <a:lnTo>
                  <a:pt x="255691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1" name="path-311">
            <a:extLst xmlns:a="http://schemas.openxmlformats.org/drawingml/2006/main">
              <a:ext uri="{FF2B5EF4-FFF2-40B4-BE49-F238E27FC236}">
                <a16:creationId xmlns:a16="http://schemas.microsoft.com/office/drawing/2014/main" id="{D9B2C40B-9DB8-4100-B388-410B5E42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1260" y="6700773"/>
            <a:ext cx="305176" cy="319612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2" y="47883"/>
                </a:moveTo>
                <a:lnTo>
                  <a:pt x="47883" y="23941"/>
                </a:lnTo>
                <a:lnTo>
                  <a:pt x="47883" y="295672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6" y="47883"/>
                </a:lnTo>
                <a:lnTo>
                  <a:pt x="23942" y="47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2" name="path-312">
            <a:extLst xmlns:a="http://schemas.openxmlformats.org/drawingml/2006/main">
              <a:ext uri="{FF2B5EF4-FFF2-40B4-BE49-F238E27FC236}">
                <a16:creationId xmlns:a16="http://schemas.microsoft.com/office/drawing/2014/main" id="{1C312CD1-D36F-40CC-B7B6-F3AAC28E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4483" y="5646650"/>
            <a:ext cx="255691" cy="272927"/>
          </a:xfrm>
          <a:custGeom xmlns:a="http://schemas.openxmlformats.org/drawingml/2006/main">
            <a:pathLst>
              <a:path w="255691" h="272927">
                <a:moveTo>
                  <a:pt x="0" y="0"/>
                </a:moveTo>
                <a:lnTo>
                  <a:pt x="0" y="272927"/>
                </a:lnTo>
                <a:lnTo>
                  <a:pt x="255691" y="272927"/>
                </a:lnTo>
                <a:lnTo>
                  <a:pt x="255691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" name="path-313">
            <a:extLst xmlns:a="http://schemas.openxmlformats.org/drawingml/2006/main">
              <a:ext uri="{FF2B5EF4-FFF2-40B4-BE49-F238E27FC236}">
                <a16:creationId xmlns:a16="http://schemas.microsoft.com/office/drawing/2014/main" id="{EB200751-C3D6-48C8-82CC-80D2DEC1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0303" y="5623428"/>
            <a:ext cx="305175" cy="319613"/>
          </a:xfrm>
          <a:custGeom xmlns:a="http://schemas.openxmlformats.org/drawingml/2006/main">
            <a:pathLst>
              <a:path w="305175" h="319613">
                <a:moveTo>
                  <a:pt x="305175" y="0"/>
                </a:moveTo>
                <a:lnTo>
                  <a:pt x="305175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5" y="0"/>
                </a:lnTo>
                <a:moveTo>
                  <a:pt x="23940" y="47883"/>
                </a:moveTo>
                <a:lnTo>
                  <a:pt x="47881" y="23941"/>
                </a:lnTo>
                <a:lnTo>
                  <a:pt x="47881" y="295672"/>
                </a:lnTo>
                <a:lnTo>
                  <a:pt x="23940" y="271731"/>
                </a:lnTo>
                <a:lnTo>
                  <a:pt x="281234" y="271731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4" y="47883"/>
                </a:lnTo>
                <a:lnTo>
                  <a:pt x="23940" y="47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4" name="path-314">
            <a:extLst xmlns:a="http://schemas.openxmlformats.org/drawingml/2006/main">
              <a:ext uri="{FF2B5EF4-FFF2-40B4-BE49-F238E27FC236}">
                <a16:creationId xmlns:a16="http://schemas.microsoft.com/office/drawing/2014/main" id="{927385F3-1005-4DAD-9613-FE0BAF6C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4483" y="5919578"/>
            <a:ext cx="255691" cy="270054"/>
          </a:xfrm>
          <a:custGeom xmlns:a="http://schemas.openxmlformats.org/drawingml/2006/main">
            <a:pathLst>
              <a:path w="255691" h="270054">
                <a:moveTo>
                  <a:pt x="0" y="0"/>
                </a:moveTo>
                <a:lnTo>
                  <a:pt x="0" y="270054"/>
                </a:lnTo>
                <a:lnTo>
                  <a:pt x="255691" y="270054"/>
                </a:lnTo>
                <a:lnTo>
                  <a:pt x="255691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6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5" name="path-315">
            <a:extLst xmlns:a="http://schemas.openxmlformats.org/drawingml/2006/main">
              <a:ext uri="{FF2B5EF4-FFF2-40B4-BE49-F238E27FC236}">
                <a16:creationId xmlns:a16="http://schemas.microsoft.com/office/drawing/2014/main" id="{0D4EA428-0659-448C-9989-2104DAC9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0303" y="5895159"/>
            <a:ext cx="305175" cy="319612"/>
          </a:xfrm>
          <a:custGeom xmlns:a="http://schemas.openxmlformats.org/drawingml/2006/main">
            <a:pathLst>
              <a:path w="305175" h="319612">
                <a:moveTo>
                  <a:pt x="305175" y="0"/>
                </a:moveTo>
                <a:lnTo>
                  <a:pt x="305175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5" y="0"/>
                </a:lnTo>
                <a:moveTo>
                  <a:pt x="23940" y="47882"/>
                </a:moveTo>
                <a:lnTo>
                  <a:pt x="47881" y="23940"/>
                </a:lnTo>
                <a:lnTo>
                  <a:pt x="47881" y="295671"/>
                </a:lnTo>
                <a:lnTo>
                  <a:pt x="23940" y="271730"/>
                </a:lnTo>
                <a:lnTo>
                  <a:pt x="281234" y="271730"/>
                </a:lnTo>
                <a:lnTo>
                  <a:pt x="257294" y="295671"/>
                </a:lnTo>
                <a:lnTo>
                  <a:pt x="257294" y="23940"/>
                </a:lnTo>
                <a:lnTo>
                  <a:pt x="281234" y="47882"/>
                </a:lnTo>
                <a:lnTo>
                  <a:pt x="23940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" name="path-316">
            <a:extLst xmlns:a="http://schemas.openxmlformats.org/drawingml/2006/main">
              <a:ext uri="{FF2B5EF4-FFF2-40B4-BE49-F238E27FC236}">
                <a16:creationId xmlns:a16="http://schemas.microsoft.com/office/drawing/2014/main" id="{2F89D23E-1508-4CDC-BD02-13E344B4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4483" y="6189633"/>
            <a:ext cx="255691" cy="272927"/>
          </a:xfrm>
          <a:custGeom xmlns:a="http://schemas.openxmlformats.org/drawingml/2006/main">
            <a:pathLst>
              <a:path w="255691" h="272927">
                <a:moveTo>
                  <a:pt x="0" y="0"/>
                </a:moveTo>
                <a:lnTo>
                  <a:pt x="0" y="272927"/>
                </a:lnTo>
                <a:lnTo>
                  <a:pt x="255691" y="272927"/>
                </a:lnTo>
                <a:lnTo>
                  <a:pt x="255691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9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7" name="path-317">
            <a:extLst xmlns:a="http://schemas.openxmlformats.org/drawingml/2006/main">
              <a:ext uri="{FF2B5EF4-FFF2-40B4-BE49-F238E27FC236}">
                <a16:creationId xmlns:a16="http://schemas.microsoft.com/office/drawing/2014/main" id="{51272DFC-5991-4366-9AF9-3FD532F2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0303" y="6166888"/>
            <a:ext cx="305175" cy="319613"/>
          </a:xfrm>
          <a:custGeom xmlns:a="http://schemas.openxmlformats.org/drawingml/2006/main">
            <a:pathLst>
              <a:path w="305175" h="319613">
                <a:moveTo>
                  <a:pt x="305175" y="0"/>
                </a:moveTo>
                <a:lnTo>
                  <a:pt x="305175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5" y="0"/>
                </a:lnTo>
                <a:moveTo>
                  <a:pt x="23940" y="47883"/>
                </a:moveTo>
                <a:lnTo>
                  <a:pt x="47881" y="23941"/>
                </a:lnTo>
                <a:lnTo>
                  <a:pt x="47881" y="295672"/>
                </a:lnTo>
                <a:lnTo>
                  <a:pt x="23940" y="271731"/>
                </a:lnTo>
                <a:lnTo>
                  <a:pt x="281234" y="271731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4" y="47883"/>
                </a:lnTo>
                <a:lnTo>
                  <a:pt x="23940" y="47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8" name="path-318">
            <a:extLst xmlns:a="http://schemas.openxmlformats.org/drawingml/2006/main">
              <a:ext uri="{FF2B5EF4-FFF2-40B4-BE49-F238E27FC236}">
                <a16:creationId xmlns:a16="http://schemas.microsoft.com/office/drawing/2014/main" id="{5740162B-EFA4-485F-A801-1BA8E2A4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4483" y="6462560"/>
            <a:ext cx="255691" cy="272927"/>
          </a:xfrm>
          <a:custGeom xmlns:a="http://schemas.openxmlformats.org/drawingml/2006/main">
            <a:pathLst>
              <a:path w="255691" h="272927">
                <a:moveTo>
                  <a:pt x="0" y="0"/>
                </a:moveTo>
                <a:lnTo>
                  <a:pt x="0" y="272927"/>
                </a:lnTo>
                <a:lnTo>
                  <a:pt x="255691" y="272927"/>
                </a:lnTo>
                <a:lnTo>
                  <a:pt x="255691" y="0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9" name="path-319">
            <a:extLst xmlns:a="http://schemas.openxmlformats.org/drawingml/2006/main">
              <a:ext uri="{FF2B5EF4-FFF2-40B4-BE49-F238E27FC236}">
                <a16:creationId xmlns:a16="http://schemas.microsoft.com/office/drawing/2014/main" id="{528CB1A8-65D2-4F9B-A6A5-5829E80A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0303" y="6438620"/>
            <a:ext cx="305175" cy="319612"/>
          </a:xfrm>
          <a:custGeom xmlns:a="http://schemas.openxmlformats.org/drawingml/2006/main">
            <a:pathLst>
              <a:path w="305175" h="319612">
                <a:moveTo>
                  <a:pt x="305175" y="0"/>
                </a:moveTo>
                <a:lnTo>
                  <a:pt x="305175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5" y="0"/>
                </a:lnTo>
                <a:moveTo>
                  <a:pt x="23940" y="47882"/>
                </a:moveTo>
                <a:lnTo>
                  <a:pt x="47881" y="23940"/>
                </a:lnTo>
                <a:lnTo>
                  <a:pt x="47881" y="295672"/>
                </a:lnTo>
                <a:lnTo>
                  <a:pt x="23940" y="271730"/>
                </a:lnTo>
                <a:lnTo>
                  <a:pt x="281234" y="271730"/>
                </a:lnTo>
                <a:lnTo>
                  <a:pt x="257294" y="295672"/>
                </a:lnTo>
                <a:lnTo>
                  <a:pt x="257294" y="23940"/>
                </a:lnTo>
                <a:lnTo>
                  <a:pt x="281234" y="47882"/>
                </a:lnTo>
                <a:lnTo>
                  <a:pt x="23940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0" name="path-320">
            <a:extLst xmlns:a="http://schemas.openxmlformats.org/drawingml/2006/main">
              <a:ext uri="{FF2B5EF4-FFF2-40B4-BE49-F238E27FC236}">
                <a16:creationId xmlns:a16="http://schemas.microsoft.com/office/drawing/2014/main" id="{CEF4A5BC-A2E7-45B2-9CE6-19A7F64C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4483" y="6735487"/>
            <a:ext cx="255691" cy="270055"/>
          </a:xfrm>
          <a:custGeom xmlns:a="http://schemas.openxmlformats.org/drawingml/2006/main">
            <a:pathLst>
              <a:path w="255691" h="270055">
                <a:moveTo>
                  <a:pt x="0" y="0"/>
                </a:moveTo>
                <a:lnTo>
                  <a:pt x="0" y="270055"/>
                </a:lnTo>
                <a:lnTo>
                  <a:pt x="255691" y="270055"/>
                </a:lnTo>
                <a:lnTo>
                  <a:pt x="255691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" name="path-321">
            <a:extLst xmlns:a="http://schemas.openxmlformats.org/drawingml/2006/main">
              <a:ext uri="{FF2B5EF4-FFF2-40B4-BE49-F238E27FC236}">
                <a16:creationId xmlns:a16="http://schemas.microsoft.com/office/drawing/2014/main" id="{F959EFA4-6E85-460A-8398-0041BFA0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0303" y="6710350"/>
            <a:ext cx="305175" cy="319613"/>
          </a:xfrm>
          <a:custGeom xmlns:a="http://schemas.openxmlformats.org/drawingml/2006/main">
            <a:pathLst>
              <a:path w="305175" h="319613">
                <a:moveTo>
                  <a:pt x="305175" y="0"/>
                </a:moveTo>
                <a:lnTo>
                  <a:pt x="305175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5" y="0"/>
                </a:lnTo>
                <a:moveTo>
                  <a:pt x="23940" y="47882"/>
                </a:moveTo>
                <a:lnTo>
                  <a:pt x="47881" y="23941"/>
                </a:lnTo>
                <a:lnTo>
                  <a:pt x="47881" y="295672"/>
                </a:lnTo>
                <a:lnTo>
                  <a:pt x="23940" y="271730"/>
                </a:lnTo>
                <a:lnTo>
                  <a:pt x="281234" y="271730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4" y="47882"/>
                </a:lnTo>
                <a:lnTo>
                  <a:pt x="23940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2" name="text-322 𝑿">
            <a:extLst xmlns:a="http://schemas.openxmlformats.org/drawingml/2006/main">
              <a:ext uri="{FF2B5EF4-FFF2-40B4-BE49-F238E27FC236}">
                <a16:creationId xmlns:a16="http://schemas.microsoft.com/office/drawing/2014/main" id="{9425FBBA-0FB6-45C4-BB7C-4A3A1A4F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00265" y="5035603"/>
            <a:ext cx="375956" cy="6034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94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94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3394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𝑿</a:t>
            </a:r>
          </a:p>
        </p:txBody>
      </p:sp>
      <p:sp>
        <p:nvSpPr>
          <p:cNvPr id="323" name="text-323 𝑿">
            <a:extLst xmlns:a="http://schemas.openxmlformats.org/drawingml/2006/main">
              <a:ext uri="{FF2B5EF4-FFF2-40B4-BE49-F238E27FC236}">
                <a16:creationId xmlns:a16="http://schemas.microsoft.com/office/drawing/2014/main" id="{DA61EEFB-C975-4B41-9664-47444254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078" y="5437812"/>
            <a:ext cx="375956" cy="6034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94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94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3394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𝑿</a:t>
            </a:r>
          </a:p>
        </p:txBody>
      </p:sp>
      <p:sp>
        <p:nvSpPr>
          <p:cNvPr id="324" name="text-324 PMA">
            <a:extLst xmlns:a="http://schemas.openxmlformats.org/drawingml/2006/main">
              <a:ext uri="{FF2B5EF4-FFF2-40B4-BE49-F238E27FC236}">
                <a16:creationId xmlns:a16="http://schemas.microsoft.com/office/drawing/2014/main" id="{D6465C3E-F989-487D-87E2-CE3D309A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87183" y="7598307"/>
            <a:ext cx="1059173" cy="603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95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95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95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PMA</a:t>
            </a:r>
          </a:p>
        </p:txBody>
      </p:sp>
      <p:sp>
        <p:nvSpPr>
          <p:cNvPr id="325" name="text-324 Path">
            <a:extLst xmlns:a="http://schemas.openxmlformats.org/drawingml/2006/main">
              <a:ext uri="{FF2B5EF4-FFF2-40B4-BE49-F238E27FC236}">
                <a16:creationId xmlns:a16="http://schemas.microsoft.com/office/drawing/2014/main" id="{6B9EC146-0F2E-43D2-AF0C-71BA3EFE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2558" y="7598357"/>
            <a:ext cx="939741" cy="6035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95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95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95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Path</a:t>
            </a:r>
          </a:p>
        </p:txBody>
      </p:sp>
      <p:sp>
        <p:nvSpPr>
          <p:cNvPr id="326" name="path-325">
            <a:extLst xmlns:a="http://schemas.openxmlformats.org/drawingml/2006/main">
              <a:ext uri="{FF2B5EF4-FFF2-40B4-BE49-F238E27FC236}">
                <a16:creationId xmlns:a16="http://schemas.microsoft.com/office/drawing/2014/main" id="{58BD1561-6894-46A9-A446-0CBAC923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8822" y="4046434"/>
            <a:ext cx="255689" cy="270054"/>
          </a:xfrm>
          <a:custGeom xmlns:a="http://schemas.openxmlformats.org/drawingml/2006/main">
            <a:pathLst>
              <a:path w="255689" h="270054">
                <a:moveTo>
                  <a:pt x="0" y="0"/>
                </a:moveTo>
                <a:lnTo>
                  <a:pt x="0" y="270054"/>
                </a:lnTo>
                <a:lnTo>
                  <a:pt x="255689" y="270054"/>
                </a:lnTo>
                <a:lnTo>
                  <a:pt x="255689" y="0"/>
                </a:lnTo>
                <a:close/>
              </a:path>
            </a:pathLst>
          </a:custGeom>
          <a:solidFill xmlns:a="http://schemas.openxmlformats.org/drawingml/2006/main">
            <a:srgbClr val="7030A0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7" name="path-326">
            <a:extLst xmlns:a="http://schemas.openxmlformats.org/drawingml/2006/main">
              <a:ext uri="{FF2B5EF4-FFF2-40B4-BE49-F238E27FC236}">
                <a16:creationId xmlns:a16="http://schemas.microsoft.com/office/drawing/2014/main" id="{29C961CD-8167-4843-9066-FA105832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3923" y="4021774"/>
            <a:ext cx="305178" cy="319612"/>
          </a:xfrm>
          <a:custGeom xmlns:a="http://schemas.openxmlformats.org/drawingml/2006/main">
            <a:pathLst>
              <a:path w="305178" h="319612">
                <a:moveTo>
                  <a:pt x="305178" y="0"/>
                </a:moveTo>
                <a:lnTo>
                  <a:pt x="305178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8" y="0"/>
                </a:lnTo>
                <a:moveTo>
                  <a:pt x="23942" y="47883"/>
                </a:moveTo>
                <a:lnTo>
                  <a:pt x="47884" y="23941"/>
                </a:lnTo>
                <a:lnTo>
                  <a:pt x="47884" y="295672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6" y="47883"/>
                </a:lnTo>
                <a:lnTo>
                  <a:pt x="23942" y="47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8" name="path-327">
            <a:extLst xmlns:a="http://schemas.openxmlformats.org/drawingml/2006/main">
              <a:ext uri="{FF2B5EF4-FFF2-40B4-BE49-F238E27FC236}">
                <a16:creationId xmlns:a16="http://schemas.microsoft.com/office/drawing/2014/main" id="{C50C2A95-4248-4165-87A6-8E5CB66A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8822" y="4316489"/>
            <a:ext cx="255689" cy="272927"/>
          </a:xfrm>
          <a:custGeom xmlns:a="http://schemas.openxmlformats.org/drawingml/2006/main">
            <a:pathLst>
              <a:path w="255689" h="272927">
                <a:moveTo>
                  <a:pt x="0" y="0"/>
                </a:moveTo>
                <a:lnTo>
                  <a:pt x="0" y="272927"/>
                </a:lnTo>
                <a:lnTo>
                  <a:pt x="255689" y="272927"/>
                </a:lnTo>
                <a:lnTo>
                  <a:pt x="255689" y="0"/>
                </a:lnTo>
                <a:close/>
              </a:path>
            </a:pathLst>
          </a:custGeom>
          <a:solidFill xmlns:a="http://schemas.openxmlformats.org/drawingml/2006/main">
            <a:srgbClr val="7030A0">
              <a:alpha val="6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9" name="path-328">
            <a:extLst xmlns:a="http://schemas.openxmlformats.org/drawingml/2006/main">
              <a:ext uri="{FF2B5EF4-FFF2-40B4-BE49-F238E27FC236}">
                <a16:creationId xmlns:a16="http://schemas.microsoft.com/office/drawing/2014/main" id="{58B94702-3131-442A-B889-E14F8903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3923" y="4293505"/>
            <a:ext cx="305178" cy="319613"/>
          </a:xfrm>
          <a:custGeom xmlns:a="http://schemas.openxmlformats.org/drawingml/2006/main">
            <a:pathLst>
              <a:path w="305178" h="319613">
                <a:moveTo>
                  <a:pt x="305178" y="0"/>
                </a:moveTo>
                <a:lnTo>
                  <a:pt x="305178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8" y="0"/>
                </a:lnTo>
                <a:moveTo>
                  <a:pt x="23942" y="47882"/>
                </a:moveTo>
                <a:lnTo>
                  <a:pt x="47884" y="23941"/>
                </a:lnTo>
                <a:lnTo>
                  <a:pt x="47884" y="295672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6" y="47882"/>
                </a:lnTo>
                <a:lnTo>
                  <a:pt x="23942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0" name="path-329">
            <a:extLst xmlns:a="http://schemas.openxmlformats.org/drawingml/2006/main">
              <a:ext uri="{FF2B5EF4-FFF2-40B4-BE49-F238E27FC236}">
                <a16:creationId xmlns:a16="http://schemas.microsoft.com/office/drawing/2014/main" id="{0E844FAE-2A19-4BAF-8914-DDEA99B3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8822" y="4589416"/>
            <a:ext cx="255689" cy="272928"/>
          </a:xfrm>
          <a:custGeom xmlns:a="http://schemas.openxmlformats.org/drawingml/2006/main">
            <a:pathLst>
              <a:path w="255689" h="272928">
                <a:moveTo>
                  <a:pt x="0" y="0"/>
                </a:moveTo>
                <a:lnTo>
                  <a:pt x="0" y="272928"/>
                </a:lnTo>
                <a:lnTo>
                  <a:pt x="255689" y="272928"/>
                </a:lnTo>
                <a:lnTo>
                  <a:pt x="255689" y="0"/>
                </a:lnTo>
                <a:close/>
              </a:path>
            </a:pathLst>
          </a:custGeom>
          <a:solidFill xmlns:a="http://schemas.openxmlformats.org/drawingml/2006/main">
            <a:srgbClr val="7030A0">
              <a:alpha val="9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1" name="path-330">
            <a:extLst xmlns:a="http://schemas.openxmlformats.org/drawingml/2006/main">
              <a:ext uri="{FF2B5EF4-FFF2-40B4-BE49-F238E27FC236}">
                <a16:creationId xmlns:a16="http://schemas.microsoft.com/office/drawing/2014/main" id="{62E7A65A-4EFB-4D3D-9268-8C52BC61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3923" y="4565235"/>
            <a:ext cx="305178" cy="319613"/>
          </a:xfrm>
          <a:custGeom xmlns:a="http://schemas.openxmlformats.org/drawingml/2006/main">
            <a:pathLst>
              <a:path w="305178" h="319613">
                <a:moveTo>
                  <a:pt x="305178" y="0"/>
                </a:moveTo>
                <a:lnTo>
                  <a:pt x="305178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8" y="0"/>
                </a:lnTo>
                <a:moveTo>
                  <a:pt x="23942" y="47883"/>
                </a:moveTo>
                <a:lnTo>
                  <a:pt x="47884" y="23941"/>
                </a:lnTo>
                <a:lnTo>
                  <a:pt x="47884" y="295672"/>
                </a:lnTo>
                <a:lnTo>
                  <a:pt x="23942" y="271731"/>
                </a:lnTo>
                <a:lnTo>
                  <a:pt x="281236" y="271731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6" y="47883"/>
                </a:lnTo>
                <a:lnTo>
                  <a:pt x="23942" y="47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2" name="path-331">
            <a:extLst xmlns:a="http://schemas.openxmlformats.org/drawingml/2006/main">
              <a:ext uri="{FF2B5EF4-FFF2-40B4-BE49-F238E27FC236}">
                <a16:creationId xmlns:a16="http://schemas.microsoft.com/office/drawing/2014/main" id="{74023ECB-1A9C-4F1B-BAA1-40044589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8822" y="4862344"/>
            <a:ext cx="255689" cy="270054"/>
          </a:xfrm>
          <a:custGeom xmlns:a="http://schemas.openxmlformats.org/drawingml/2006/main">
            <a:pathLst>
              <a:path w="255689" h="270054">
                <a:moveTo>
                  <a:pt x="0" y="0"/>
                </a:moveTo>
                <a:lnTo>
                  <a:pt x="0" y="270054"/>
                </a:lnTo>
                <a:lnTo>
                  <a:pt x="255689" y="270054"/>
                </a:lnTo>
                <a:lnTo>
                  <a:pt x="255689" y="0"/>
                </a:lnTo>
                <a:close/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3" name="path-332">
            <a:extLst xmlns:a="http://schemas.openxmlformats.org/drawingml/2006/main">
              <a:ext uri="{FF2B5EF4-FFF2-40B4-BE49-F238E27FC236}">
                <a16:creationId xmlns:a16="http://schemas.microsoft.com/office/drawing/2014/main" id="{A6EE0FEE-550E-4DCD-9CD0-0C3D4FAA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3923" y="4836966"/>
            <a:ext cx="305178" cy="319612"/>
          </a:xfrm>
          <a:custGeom xmlns:a="http://schemas.openxmlformats.org/drawingml/2006/main">
            <a:pathLst>
              <a:path w="305178" h="319612">
                <a:moveTo>
                  <a:pt x="305178" y="0"/>
                </a:moveTo>
                <a:lnTo>
                  <a:pt x="305178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8" y="0"/>
                </a:lnTo>
                <a:moveTo>
                  <a:pt x="23942" y="47882"/>
                </a:moveTo>
                <a:lnTo>
                  <a:pt x="47884" y="23940"/>
                </a:lnTo>
                <a:lnTo>
                  <a:pt x="47884" y="295671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1"/>
                </a:lnTo>
                <a:lnTo>
                  <a:pt x="257294" y="23940"/>
                </a:lnTo>
                <a:lnTo>
                  <a:pt x="281236" y="47882"/>
                </a:lnTo>
                <a:lnTo>
                  <a:pt x="23942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4" name="path-333">
            <a:extLst xmlns:a="http://schemas.openxmlformats.org/drawingml/2006/main">
              <a:ext uri="{FF2B5EF4-FFF2-40B4-BE49-F238E27FC236}">
                <a16:creationId xmlns:a16="http://schemas.microsoft.com/office/drawing/2014/main" id="{E95FC084-E20D-4494-9551-D791F1E2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8822" y="5132398"/>
            <a:ext cx="255689" cy="272927"/>
          </a:xfrm>
          <a:custGeom xmlns:a="http://schemas.openxmlformats.org/drawingml/2006/main">
            <a:pathLst>
              <a:path w="255689" h="272927">
                <a:moveTo>
                  <a:pt x="0" y="0"/>
                </a:moveTo>
                <a:lnTo>
                  <a:pt x="0" y="272927"/>
                </a:lnTo>
                <a:lnTo>
                  <a:pt x="255689" y="272927"/>
                </a:lnTo>
                <a:lnTo>
                  <a:pt x="255689" y="0"/>
                </a:lnTo>
                <a:close/>
              </a:path>
            </a:pathLst>
          </a:custGeom>
          <a:solidFill xmlns:a="http://schemas.openxmlformats.org/drawingml/2006/main">
            <a:srgbClr val="7030A0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5" name="path-334">
            <a:extLst xmlns:a="http://schemas.openxmlformats.org/drawingml/2006/main">
              <a:ext uri="{FF2B5EF4-FFF2-40B4-BE49-F238E27FC236}">
                <a16:creationId xmlns:a16="http://schemas.microsoft.com/office/drawing/2014/main" id="{CC4C3316-B516-4B3F-9DE0-8D7E2398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3923" y="5108696"/>
            <a:ext cx="305178" cy="319613"/>
          </a:xfrm>
          <a:custGeom xmlns:a="http://schemas.openxmlformats.org/drawingml/2006/main">
            <a:pathLst>
              <a:path w="305178" h="319613">
                <a:moveTo>
                  <a:pt x="305178" y="0"/>
                </a:moveTo>
                <a:lnTo>
                  <a:pt x="305178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8" y="0"/>
                </a:lnTo>
                <a:moveTo>
                  <a:pt x="23942" y="47883"/>
                </a:moveTo>
                <a:lnTo>
                  <a:pt x="47884" y="23941"/>
                </a:lnTo>
                <a:lnTo>
                  <a:pt x="47884" y="295672"/>
                </a:lnTo>
                <a:lnTo>
                  <a:pt x="23942" y="271731"/>
                </a:lnTo>
                <a:lnTo>
                  <a:pt x="281236" y="271731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6" y="47883"/>
                </a:lnTo>
                <a:lnTo>
                  <a:pt x="23942" y="47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6" name="path-335">
            <a:extLst xmlns:a="http://schemas.openxmlformats.org/drawingml/2006/main">
              <a:ext uri="{FF2B5EF4-FFF2-40B4-BE49-F238E27FC236}">
                <a16:creationId xmlns:a16="http://schemas.microsoft.com/office/drawing/2014/main" id="{DD1681B1-136E-49AD-9CDB-D41E5B28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6005" y="4046434"/>
            <a:ext cx="258563" cy="270054"/>
          </a:xfrm>
          <a:custGeom xmlns:a="http://schemas.openxmlformats.org/drawingml/2006/main">
            <a:pathLst>
              <a:path w="258563" h="270054">
                <a:moveTo>
                  <a:pt x="0" y="0"/>
                </a:moveTo>
                <a:lnTo>
                  <a:pt x="0" y="270054"/>
                </a:lnTo>
                <a:lnTo>
                  <a:pt x="258563" y="270054"/>
                </a:lnTo>
                <a:lnTo>
                  <a:pt x="258563" y="0"/>
                </a:lnTo>
                <a:close/>
              </a:path>
            </a:pathLst>
          </a:custGeom>
          <a:solidFill xmlns:a="http://schemas.openxmlformats.org/drawingml/2006/main">
            <a:srgbClr val="7030A0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7" name="path-336">
            <a:extLst xmlns:a="http://schemas.openxmlformats.org/drawingml/2006/main">
              <a:ext uri="{FF2B5EF4-FFF2-40B4-BE49-F238E27FC236}">
                <a16:creationId xmlns:a16="http://schemas.microsoft.com/office/drawing/2014/main" id="{54C7B730-588D-4A2C-AC94-213FF617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3259" y="4021774"/>
            <a:ext cx="305178" cy="319612"/>
          </a:xfrm>
          <a:custGeom xmlns:a="http://schemas.openxmlformats.org/drawingml/2006/main">
            <a:pathLst>
              <a:path w="305178" h="319612">
                <a:moveTo>
                  <a:pt x="305178" y="0"/>
                </a:moveTo>
                <a:lnTo>
                  <a:pt x="305178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8" y="0"/>
                </a:lnTo>
                <a:moveTo>
                  <a:pt x="23942" y="47883"/>
                </a:moveTo>
                <a:lnTo>
                  <a:pt x="47884" y="23941"/>
                </a:lnTo>
                <a:lnTo>
                  <a:pt x="47884" y="295672"/>
                </a:lnTo>
                <a:lnTo>
                  <a:pt x="23942" y="271730"/>
                </a:lnTo>
                <a:lnTo>
                  <a:pt x="281239" y="271730"/>
                </a:lnTo>
                <a:lnTo>
                  <a:pt x="257297" y="295672"/>
                </a:lnTo>
                <a:lnTo>
                  <a:pt x="257297" y="23941"/>
                </a:lnTo>
                <a:lnTo>
                  <a:pt x="281239" y="47883"/>
                </a:lnTo>
                <a:lnTo>
                  <a:pt x="23942" y="47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8" name="path-337">
            <a:extLst xmlns:a="http://schemas.openxmlformats.org/drawingml/2006/main">
              <a:ext uri="{FF2B5EF4-FFF2-40B4-BE49-F238E27FC236}">
                <a16:creationId xmlns:a16="http://schemas.microsoft.com/office/drawing/2014/main" id="{960C0524-5D77-4B9E-B512-B45F734A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6005" y="4316489"/>
            <a:ext cx="258563" cy="272927"/>
          </a:xfrm>
          <a:custGeom xmlns:a="http://schemas.openxmlformats.org/drawingml/2006/main">
            <a:pathLst>
              <a:path w="258563" h="272927">
                <a:moveTo>
                  <a:pt x="0" y="0"/>
                </a:moveTo>
                <a:lnTo>
                  <a:pt x="0" y="272927"/>
                </a:lnTo>
                <a:lnTo>
                  <a:pt x="258563" y="272927"/>
                </a:lnTo>
                <a:lnTo>
                  <a:pt x="258563" y="0"/>
                </a:lnTo>
                <a:close/>
              </a:path>
            </a:pathLst>
          </a:custGeom>
          <a:solidFill xmlns:a="http://schemas.openxmlformats.org/drawingml/2006/main">
            <a:srgbClr val="7030A0">
              <a:alpha val="6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9" name="path-338">
            <a:extLst xmlns:a="http://schemas.openxmlformats.org/drawingml/2006/main">
              <a:ext uri="{FF2B5EF4-FFF2-40B4-BE49-F238E27FC236}">
                <a16:creationId xmlns:a16="http://schemas.microsoft.com/office/drawing/2014/main" id="{9C8656EA-FBC9-4088-8321-D4F40794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3259" y="4293505"/>
            <a:ext cx="305178" cy="319613"/>
          </a:xfrm>
          <a:custGeom xmlns:a="http://schemas.openxmlformats.org/drawingml/2006/main">
            <a:pathLst>
              <a:path w="305178" h="319613">
                <a:moveTo>
                  <a:pt x="305178" y="0"/>
                </a:moveTo>
                <a:lnTo>
                  <a:pt x="305178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8" y="0"/>
                </a:lnTo>
                <a:moveTo>
                  <a:pt x="23942" y="47882"/>
                </a:moveTo>
                <a:lnTo>
                  <a:pt x="47884" y="23941"/>
                </a:lnTo>
                <a:lnTo>
                  <a:pt x="47884" y="295672"/>
                </a:lnTo>
                <a:lnTo>
                  <a:pt x="23942" y="271730"/>
                </a:lnTo>
                <a:lnTo>
                  <a:pt x="281239" y="271730"/>
                </a:lnTo>
                <a:lnTo>
                  <a:pt x="257297" y="295672"/>
                </a:lnTo>
                <a:lnTo>
                  <a:pt x="257297" y="23941"/>
                </a:lnTo>
                <a:lnTo>
                  <a:pt x="281239" y="47882"/>
                </a:lnTo>
                <a:lnTo>
                  <a:pt x="23942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0" name="path-339">
            <a:extLst xmlns:a="http://schemas.openxmlformats.org/drawingml/2006/main">
              <a:ext uri="{FF2B5EF4-FFF2-40B4-BE49-F238E27FC236}">
                <a16:creationId xmlns:a16="http://schemas.microsoft.com/office/drawing/2014/main" id="{B637AF5D-64B1-4F1F-90C9-9F705328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6005" y="4589416"/>
            <a:ext cx="258563" cy="272928"/>
          </a:xfrm>
          <a:custGeom xmlns:a="http://schemas.openxmlformats.org/drawingml/2006/main">
            <a:pathLst>
              <a:path w="258563" h="272928">
                <a:moveTo>
                  <a:pt x="0" y="0"/>
                </a:moveTo>
                <a:lnTo>
                  <a:pt x="0" y="272928"/>
                </a:lnTo>
                <a:lnTo>
                  <a:pt x="258563" y="272928"/>
                </a:lnTo>
                <a:lnTo>
                  <a:pt x="258563" y="0"/>
                </a:lnTo>
                <a:close/>
              </a:path>
            </a:pathLst>
          </a:custGeom>
          <a:solidFill xmlns:a="http://schemas.openxmlformats.org/drawingml/2006/main">
            <a:srgbClr val="7030A0">
              <a:alpha val="9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1" name="path-340">
            <a:extLst xmlns:a="http://schemas.openxmlformats.org/drawingml/2006/main">
              <a:ext uri="{FF2B5EF4-FFF2-40B4-BE49-F238E27FC236}">
                <a16:creationId xmlns:a16="http://schemas.microsoft.com/office/drawing/2014/main" id="{CE0182F9-B85C-46CE-8EFA-E168665D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3259" y="4565235"/>
            <a:ext cx="305178" cy="319613"/>
          </a:xfrm>
          <a:custGeom xmlns:a="http://schemas.openxmlformats.org/drawingml/2006/main">
            <a:pathLst>
              <a:path w="305178" h="319613">
                <a:moveTo>
                  <a:pt x="305178" y="0"/>
                </a:moveTo>
                <a:lnTo>
                  <a:pt x="305178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8" y="0"/>
                </a:lnTo>
                <a:moveTo>
                  <a:pt x="23942" y="47883"/>
                </a:moveTo>
                <a:lnTo>
                  <a:pt x="47884" y="23941"/>
                </a:lnTo>
                <a:lnTo>
                  <a:pt x="47884" y="295672"/>
                </a:lnTo>
                <a:lnTo>
                  <a:pt x="23942" y="271731"/>
                </a:lnTo>
                <a:lnTo>
                  <a:pt x="281239" y="271731"/>
                </a:lnTo>
                <a:lnTo>
                  <a:pt x="257297" y="295672"/>
                </a:lnTo>
                <a:lnTo>
                  <a:pt x="257297" y="23941"/>
                </a:lnTo>
                <a:lnTo>
                  <a:pt x="281239" y="47883"/>
                </a:lnTo>
                <a:lnTo>
                  <a:pt x="23942" y="47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2" name="path-341">
            <a:extLst xmlns:a="http://schemas.openxmlformats.org/drawingml/2006/main">
              <a:ext uri="{FF2B5EF4-FFF2-40B4-BE49-F238E27FC236}">
                <a16:creationId xmlns:a16="http://schemas.microsoft.com/office/drawing/2014/main" id="{16916596-EA4E-4E46-A3C6-93C3A135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6005" y="4862344"/>
            <a:ext cx="258563" cy="270054"/>
          </a:xfrm>
          <a:custGeom xmlns:a="http://schemas.openxmlformats.org/drawingml/2006/main">
            <a:pathLst>
              <a:path w="258563" h="270054">
                <a:moveTo>
                  <a:pt x="0" y="0"/>
                </a:moveTo>
                <a:lnTo>
                  <a:pt x="0" y="270054"/>
                </a:lnTo>
                <a:lnTo>
                  <a:pt x="258563" y="270054"/>
                </a:lnTo>
                <a:lnTo>
                  <a:pt x="258563" y="0"/>
                </a:lnTo>
                <a:close/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3" name="path-342">
            <a:extLst xmlns:a="http://schemas.openxmlformats.org/drawingml/2006/main">
              <a:ext uri="{FF2B5EF4-FFF2-40B4-BE49-F238E27FC236}">
                <a16:creationId xmlns:a16="http://schemas.microsoft.com/office/drawing/2014/main" id="{F8B5F2FA-85E6-4AE1-AAA4-7D08BB8C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3259" y="4836966"/>
            <a:ext cx="305178" cy="319612"/>
          </a:xfrm>
          <a:custGeom xmlns:a="http://schemas.openxmlformats.org/drawingml/2006/main">
            <a:pathLst>
              <a:path w="305178" h="319612">
                <a:moveTo>
                  <a:pt x="305178" y="0"/>
                </a:moveTo>
                <a:lnTo>
                  <a:pt x="305178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8" y="0"/>
                </a:lnTo>
                <a:moveTo>
                  <a:pt x="23942" y="47882"/>
                </a:moveTo>
                <a:lnTo>
                  <a:pt x="47884" y="23940"/>
                </a:lnTo>
                <a:lnTo>
                  <a:pt x="47884" y="295671"/>
                </a:lnTo>
                <a:lnTo>
                  <a:pt x="23942" y="271730"/>
                </a:lnTo>
                <a:lnTo>
                  <a:pt x="281239" y="271730"/>
                </a:lnTo>
                <a:lnTo>
                  <a:pt x="257297" y="295671"/>
                </a:lnTo>
                <a:lnTo>
                  <a:pt x="257297" y="23940"/>
                </a:lnTo>
                <a:lnTo>
                  <a:pt x="281239" y="47882"/>
                </a:lnTo>
                <a:lnTo>
                  <a:pt x="23942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4" name="path-343">
            <a:extLst xmlns:a="http://schemas.openxmlformats.org/drawingml/2006/main">
              <a:ext uri="{FF2B5EF4-FFF2-40B4-BE49-F238E27FC236}">
                <a16:creationId xmlns:a16="http://schemas.microsoft.com/office/drawing/2014/main" id="{3B001002-B9A3-4610-A063-B52C9A49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6005" y="5132398"/>
            <a:ext cx="258563" cy="272927"/>
          </a:xfrm>
          <a:custGeom xmlns:a="http://schemas.openxmlformats.org/drawingml/2006/main">
            <a:pathLst>
              <a:path w="258563" h="272927">
                <a:moveTo>
                  <a:pt x="0" y="0"/>
                </a:moveTo>
                <a:lnTo>
                  <a:pt x="0" y="272927"/>
                </a:lnTo>
                <a:lnTo>
                  <a:pt x="258563" y="272927"/>
                </a:lnTo>
                <a:lnTo>
                  <a:pt x="258563" y="0"/>
                </a:lnTo>
                <a:close/>
              </a:path>
            </a:pathLst>
          </a:custGeom>
          <a:solidFill xmlns:a="http://schemas.openxmlformats.org/drawingml/2006/main">
            <a:srgbClr val="7030A0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5" name="path-344">
            <a:extLst xmlns:a="http://schemas.openxmlformats.org/drawingml/2006/main">
              <a:ext uri="{FF2B5EF4-FFF2-40B4-BE49-F238E27FC236}">
                <a16:creationId xmlns:a16="http://schemas.microsoft.com/office/drawing/2014/main" id="{220407F1-6F47-4740-8E35-F3FBB975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3259" y="5108696"/>
            <a:ext cx="305178" cy="319613"/>
          </a:xfrm>
          <a:custGeom xmlns:a="http://schemas.openxmlformats.org/drawingml/2006/main">
            <a:pathLst>
              <a:path w="305178" h="319613">
                <a:moveTo>
                  <a:pt x="305178" y="0"/>
                </a:moveTo>
                <a:lnTo>
                  <a:pt x="305178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8" y="0"/>
                </a:lnTo>
                <a:moveTo>
                  <a:pt x="23942" y="47883"/>
                </a:moveTo>
                <a:lnTo>
                  <a:pt x="47884" y="23941"/>
                </a:lnTo>
                <a:lnTo>
                  <a:pt x="47884" y="295672"/>
                </a:lnTo>
                <a:lnTo>
                  <a:pt x="23942" y="271731"/>
                </a:lnTo>
                <a:lnTo>
                  <a:pt x="281239" y="271731"/>
                </a:lnTo>
                <a:lnTo>
                  <a:pt x="257297" y="295672"/>
                </a:lnTo>
                <a:lnTo>
                  <a:pt x="257297" y="23941"/>
                </a:lnTo>
                <a:lnTo>
                  <a:pt x="281239" y="47883"/>
                </a:lnTo>
                <a:lnTo>
                  <a:pt x="23942" y="47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6" name="path-345">
            <a:extLst xmlns:a="http://schemas.openxmlformats.org/drawingml/2006/main">
              <a:ext uri="{FF2B5EF4-FFF2-40B4-BE49-F238E27FC236}">
                <a16:creationId xmlns:a16="http://schemas.microsoft.com/office/drawing/2014/main" id="{767A66C0-348C-4BD9-848C-5C5B2EF9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932" y="4043561"/>
            <a:ext cx="255689" cy="272928"/>
          </a:xfrm>
          <a:custGeom xmlns:a="http://schemas.openxmlformats.org/drawingml/2006/main">
            <a:pathLst>
              <a:path w="255689" h="272928">
                <a:moveTo>
                  <a:pt x="0" y="0"/>
                </a:moveTo>
                <a:lnTo>
                  <a:pt x="0" y="272928"/>
                </a:lnTo>
                <a:lnTo>
                  <a:pt x="255689" y="272928"/>
                </a:lnTo>
                <a:lnTo>
                  <a:pt x="255689" y="0"/>
                </a:lnTo>
                <a:close/>
              </a:path>
            </a:pathLst>
          </a:custGeom>
          <a:solidFill xmlns:a="http://schemas.openxmlformats.org/drawingml/2006/main">
            <a:srgbClr val="7030A0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7" name="path-346">
            <a:extLst xmlns:a="http://schemas.openxmlformats.org/drawingml/2006/main">
              <a:ext uri="{FF2B5EF4-FFF2-40B4-BE49-F238E27FC236}">
                <a16:creationId xmlns:a16="http://schemas.microsoft.com/office/drawing/2014/main" id="{4FC92E7E-74DA-43C1-B1EB-E69F9E79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3794" y="4020578"/>
            <a:ext cx="305178" cy="319613"/>
          </a:xfrm>
          <a:custGeom xmlns:a="http://schemas.openxmlformats.org/drawingml/2006/main">
            <a:pathLst>
              <a:path w="305178" h="319613">
                <a:moveTo>
                  <a:pt x="305178" y="0"/>
                </a:moveTo>
                <a:lnTo>
                  <a:pt x="305178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8" y="0"/>
                </a:lnTo>
                <a:moveTo>
                  <a:pt x="23942" y="47882"/>
                </a:moveTo>
                <a:lnTo>
                  <a:pt x="47881" y="23941"/>
                </a:lnTo>
                <a:lnTo>
                  <a:pt x="47881" y="295672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6" y="47882"/>
                </a:lnTo>
                <a:lnTo>
                  <a:pt x="23942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8" name="path-347">
            <a:extLst xmlns:a="http://schemas.openxmlformats.org/drawingml/2006/main">
              <a:ext uri="{FF2B5EF4-FFF2-40B4-BE49-F238E27FC236}">
                <a16:creationId xmlns:a16="http://schemas.microsoft.com/office/drawing/2014/main" id="{3847C279-6852-4AD7-AEC8-482B5048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932" y="4316489"/>
            <a:ext cx="255689" cy="272927"/>
          </a:xfrm>
          <a:custGeom xmlns:a="http://schemas.openxmlformats.org/drawingml/2006/main">
            <a:pathLst>
              <a:path w="255689" h="272927">
                <a:moveTo>
                  <a:pt x="0" y="0"/>
                </a:moveTo>
                <a:lnTo>
                  <a:pt x="0" y="272927"/>
                </a:lnTo>
                <a:lnTo>
                  <a:pt x="255689" y="272927"/>
                </a:lnTo>
                <a:lnTo>
                  <a:pt x="255689" y="0"/>
                </a:lnTo>
                <a:close/>
              </a:path>
            </a:pathLst>
          </a:custGeom>
          <a:solidFill xmlns:a="http://schemas.openxmlformats.org/drawingml/2006/main">
            <a:srgbClr val="7030A0">
              <a:alpha val="6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9" name="path-348">
            <a:extLst xmlns:a="http://schemas.openxmlformats.org/drawingml/2006/main">
              <a:ext uri="{FF2B5EF4-FFF2-40B4-BE49-F238E27FC236}">
                <a16:creationId xmlns:a16="http://schemas.microsoft.com/office/drawing/2014/main" id="{3E78EC45-E8D7-408B-9586-413B6272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3794" y="4292308"/>
            <a:ext cx="305178" cy="319612"/>
          </a:xfrm>
          <a:custGeom xmlns:a="http://schemas.openxmlformats.org/drawingml/2006/main">
            <a:pathLst>
              <a:path w="305178" h="319612">
                <a:moveTo>
                  <a:pt x="305178" y="0"/>
                </a:moveTo>
                <a:lnTo>
                  <a:pt x="305178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8" y="0"/>
                </a:lnTo>
                <a:moveTo>
                  <a:pt x="23942" y="47883"/>
                </a:moveTo>
                <a:lnTo>
                  <a:pt x="47881" y="23941"/>
                </a:lnTo>
                <a:lnTo>
                  <a:pt x="47881" y="295672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6" y="47883"/>
                </a:lnTo>
                <a:lnTo>
                  <a:pt x="23942" y="47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0" name="path-349">
            <a:extLst xmlns:a="http://schemas.openxmlformats.org/drawingml/2006/main">
              <a:ext uri="{FF2B5EF4-FFF2-40B4-BE49-F238E27FC236}">
                <a16:creationId xmlns:a16="http://schemas.microsoft.com/office/drawing/2014/main" id="{1EF8159B-9445-420D-9386-D3E88D5C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932" y="4589416"/>
            <a:ext cx="255689" cy="270054"/>
          </a:xfrm>
          <a:custGeom xmlns:a="http://schemas.openxmlformats.org/drawingml/2006/main">
            <a:pathLst>
              <a:path w="255689" h="270054">
                <a:moveTo>
                  <a:pt x="0" y="0"/>
                </a:moveTo>
                <a:lnTo>
                  <a:pt x="0" y="270054"/>
                </a:lnTo>
                <a:lnTo>
                  <a:pt x="255689" y="270054"/>
                </a:lnTo>
                <a:lnTo>
                  <a:pt x="255689" y="0"/>
                </a:lnTo>
                <a:close/>
              </a:path>
            </a:pathLst>
          </a:custGeom>
          <a:solidFill xmlns:a="http://schemas.openxmlformats.org/drawingml/2006/main">
            <a:srgbClr val="7030A0">
              <a:alpha val="9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1" name="path-350">
            <a:extLst xmlns:a="http://schemas.openxmlformats.org/drawingml/2006/main">
              <a:ext uri="{FF2B5EF4-FFF2-40B4-BE49-F238E27FC236}">
                <a16:creationId xmlns:a16="http://schemas.microsoft.com/office/drawing/2014/main" id="{DF0C6B2D-2FCB-4093-BF94-344BB4278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3794" y="4564038"/>
            <a:ext cx="305178" cy="319613"/>
          </a:xfrm>
          <a:custGeom xmlns:a="http://schemas.openxmlformats.org/drawingml/2006/main">
            <a:pathLst>
              <a:path w="305178" h="319613">
                <a:moveTo>
                  <a:pt x="305178" y="0"/>
                </a:moveTo>
                <a:lnTo>
                  <a:pt x="305178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8" y="0"/>
                </a:lnTo>
                <a:moveTo>
                  <a:pt x="23942" y="47882"/>
                </a:moveTo>
                <a:lnTo>
                  <a:pt x="47881" y="23941"/>
                </a:lnTo>
                <a:lnTo>
                  <a:pt x="47881" y="295672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6" y="47882"/>
                </a:lnTo>
                <a:lnTo>
                  <a:pt x="23942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2" name="path-351">
            <a:extLst xmlns:a="http://schemas.openxmlformats.org/drawingml/2006/main">
              <a:ext uri="{FF2B5EF4-FFF2-40B4-BE49-F238E27FC236}">
                <a16:creationId xmlns:a16="http://schemas.microsoft.com/office/drawing/2014/main" id="{E31C9D4E-0B8A-4ABA-8C1F-B4C844C7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932" y="4859470"/>
            <a:ext cx="255689" cy="272927"/>
          </a:xfrm>
          <a:custGeom xmlns:a="http://schemas.openxmlformats.org/drawingml/2006/main">
            <a:pathLst>
              <a:path w="255689" h="272927">
                <a:moveTo>
                  <a:pt x="0" y="0"/>
                </a:moveTo>
                <a:lnTo>
                  <a:pt x="0" y="272927"/>
                </a:lnTo>
                <a:lnTo>
                  <a:pt x="255689" y="272927"/>
                </a:lnTo>
                <a:lnTo>
                  <a:pt x="255689" y="0"/>
                </a:lnTo>
                <a:close/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3" name="path-352">
            <a:extLst xmlns:a="http://schemas.openxmlformats.org/drawingml/2006/main">
              <a:ext uri="{FF2B5EF4-FFF2-40B4-BE49-F238E27FC236}">
                <a16:creationId xmlns:a16="http://schemas.microsoft.com/office/drawing/2014/main" id="{A67BB173-55F9-4CA7-9B6A-05F677D3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3794" y="4835769"/>
            <a:ext cx="305178" cy="319612"/>
          </a:xfrm>
          <a:custGeom xmlns:a="http://schemas.openxmlformats.org/drawingml/2006/main">
            <a:pathLst>
              <a:path w="305178" h="319612">
                <a:moveTo>
                  <a:pt x="305178" y="0"/>
                </a:moveTo>
                <a:lnTo>
                  <a:pt x="305178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8" y="0"/>
                </a:lnTo>
                <a:moveTo>
                  <a:pt x="23942" y="47883"/>
                </a:moveTo>
                <a:lnTo>
                  <a:pt x="47881" y="23941"/>
                </a:lnTo>
                <a:lnTo>
                  <a:pt x="47881" y="295672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6" y="47883"/>
                </a:lnTo>
                <a:lnTo>
                  <a:pt x="23942" y="47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4" name="path-353">
            <a:extLst xmlns:a="http://schemas.openxmlformats.org/drawingml/2006/main">
              <a:ext uri="{FF2B5EF4-FFF2-40B4-BE49-F238E27FC236}">
                <a16:creationId xmlns:a16="http://schemas.microsoft.com/office/drawing/2014/main" id="{2DC523BB-0389-4ABA-83C2-642C40CD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932" y="5132398"/>
            <a:ext cx="255689" cy="270054"/>
          </a:xfrm>
          <a:custGeom xmlns:a="http://schemas.openxmlformats.org/drawingml/2006/main">
            <a:pathLst>
              <a:path w="255689" h="270054">
                <a:moveTo>
                  <a:pt x="0" y="0"/>
                </a:moveTo>
                <a:lnTo>
                  <a:pt x="0" y="270054"/>
                </a:lnTo>
                <a:lnTo>
                  <a:pt x="255689" y="270054"/>
                </a:lnTo>
                <a:lnTo>
                  <a:pt x="255689" y="0"/>
                </a:lnTo>
                <a:close/>
              </a:path>
            </a:pathLst>
          </a:custGeom>
          <a:solidFill xmlns:a="http://schemas.openxmlformats.org/drawingml/2006/main">
            <a:srgbClr val="7030A0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5" name="path-354">
            <a:extLst xmlns:a="http://schemas.openxmlformats.org/drawingml/2006/main">
              <a:ext uri="{FF2B5EF4-FFF2-40B4-BE49-F238E27FC236}">
                <a16:creationId xmlns:a16="http://schemas.microsoft.com/office/drawing/2014/main" id="{F9233234-B00E-45B8-9AFC-877DA6E7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3794" y="5107499"/>
            <a:ext cx="305178" cy="319613"/>
          </a:xfrm>
          <a:custGeom xmlns:a="http://schemas.openxmlformats.org/drawingml/2006/main">
            <a:pathLst>
              <a:path w="305178" h="319613">
                <a:moveTo>
                  <a:pt x="305178" y="0"/>
                </a:moveTo>
                <a:lnTo>
                  <a:pt x="305178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8" y="0"/>
                </a:lnTo>
                <a:moveTo>
                  <a:pt x="23942" y="47882"/>
                </a:moveTo>
                <a:lnTo>
                  <a:pt x="47881" y="23941"/>
                </a:lnTo>
                <a:lnTo>
                  <a:pt x="47881" y="295672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6" y="47882"/>
                </a:lnTo>
                <a:lnTo>
                  <a:pt x="23942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6" name="path-355">
            <a:extLst xmlns:a="http://schemas.openxmlformats.org/drawingml/2006/main">
              <a:ext uri="{FF2B5EF4-FFF2-40B4-BE49-F238E27FC236}">
                <a16:creationId xmlns:a16="http://schemas.microsoft.com/office/drawing/2014/main" id="{804EDF11-046A-49E2-B6DF-2007F830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7652" y="137346"/>
            <a:ext cx="7741323" cy="4652935"/>
          </a:xfrm>
          <a:custGeom xmlns:a="http://schemas.openxmlformats.org/drawingml/2006/main">
            <a:pathLst>
              <a:path w="7741323" h="4652935">
                <a:moveTo>
                  <a:pt x="0" y="3861469"/>
                </a:moveTo>
                <a:lnTo>
                  <a:pt x="0" y="3669940"/>
                </a:lnTo>
                <a:lnTo>
                  <a:pt x="47881" y="3669940"/>
                </a:lnTo>
                <a:lnTo>
                  <a:pt x="47881" y="3861469"/>
                </a:lnTo>
                <a:lnTo>
                  <a:pt x="0" y="3861469"/>
                </a:lnTo>
                <a:moveTo>
                  <a:pt x="0" y="3526295"/>
                </a:moveTo>
                <a:lnTo>
                  <a:pt x="0" y="3334767"/>
                </a:lnTo>
                <a:lnTo>
                  <a:pt x="47881" y="3334767"/>
                </a:lnTo>
                <a:lnTo>
                  <a:pt x="47881" y="3526295"/>
                </a:lnTo>
                <a:lnTo>
                  <a:pt x="0" y="3526295"/>
                </a:lnTo>
                <a:moveTo>
                  <a:pt x="0" y="3191121"/>
                </a:moveTo>
                <a:lnTo>
                  <a:pt x="0" y="2999593"/>
                </a:lnTo>
                <a:lnTo>
                  <a:pt x="47881" y="2999593"/>
                </a:lnTo>
                <a:lnTo>
                  <a:pt x="47881" y="3191121"/>
                </a:lnTo>
                <a:lnTo>
                  <a:pt x="0" y="3191121"/>
                </a:lnTo>
                <a:moveTo>
                  <a:pt x="0" y="2855947"/>
                </a:moveTo>
                <a:lnTo>
                  <a:pt x="0" y="2664419"/>
                </a:lnTo>
                <a:lnTo>
                  <a:pt x="47881" y="2664419"/>
                </a:lnTo>
                <a:lnTo>
                  <a:pt x="47881" y="2855947"/>
                </a:lnTo>
                <a:lnTo>
                  <a:pt x="0" y="2855947"/>
                </a:lnTo>
                <a:moveTo>
                  <a:pt x="0" y="2520773"/>
                </a:moveTo>
                <a:lnTo>
                  <a:pt x="0" y="2329245"/>
                </a:lnTo>
                <a:lnTo>
                  <a:pt x="47881" y="2329245"/>
                </a:lnTo>
                <a:lnTo>
                  <a:pt x="47881" y="2520773"/>
                </a:lnTo>
                <a:lnTo>
                  <a:pt x="0" y="2520773"/>
                </a:lnTo>
                <a:moveTo>
                  <a:pt x="0" y="2185598"/>
                </a:moveTo>
                <a:lnTo>
                  <a:pt x="0" y="1994071"/>
                </a:lnTo>
                <a:lnTo>
                  <a:pt x="47881" y="1994071"/>
                </a:lnTo>
                <a:lnTo>
                  <a:pt x="47881" y="2185598"/>
                </a:lnTo>
                <a:lnTo>
                  <a:pt x="0" y="2185598"/>
                </a:lnTo>
                <a:moveTo>
                  <a:pt x="0" y="1850425"/>
                </a:moveTo>
                <a:lnTo>
                  <a:pt x="0" y="1658897"/>
                </a:lnTo>
                <a:lnTo>
                  <a:pt x="47881" y="1658897"/>
                </a:lnTo>
                <a:lnTo>
                  <a:pt x="47881" y="1850425"/>
                </a:lnTo>
                <a:lnTo>
                  <a:pt x="0" y="1850425"/>
                </a:lnTo>
                <a:moveTo>
                  <a:pt x="0" y="1515250"/>
                </a:moveTo>
                <a:lnTo>
                  <a:pt x="0" y="1323722"/>
                </a:lnTo>
                <a:lnTo>
                  <a:pt x="47881" y="1323722"/>
                </a:lnTo>
                <a:lnTo>
                  <a:pt x="47881" y="1515250"/>
                </a:lnTo>
                <a:lnTo>
                  <a:pt x="0" y="1515250"/>
                </a:lnTo>
                <a:moveTo>
                  <a:pt x="0" y="1180076"/>
                </a:moveTo>
                <a:lnTo>
                  <a:pt x="0" y="988548"/>
                </a:lnTo>
                <a:lnTo>
                  <a:pt x="47881" y="988548"/>
                </a:lnTo>
                <a:lnTo>
                  <a:pt x="47881" y="1180076"/>
                </a:lnTo>
                <a:lnTo>
                  <a:pt x="0" y="1180076"/>
                </a:lnTo>
                <a:moveTo>
                  <a:pt x="0" y="844902"/>
                </a:moveTo>
                <a:lnTo>
                  <a:pt x="0" y="791322"/>
                </a:lnTo>
                <a:lnTo>
                  <a:pt x="263" y="771044"/>
                </a:lnTo>
                <a:lnTo>
                  <a:pt x="1030" y="750766"/>
                </a:lnTo>
                <a:lnTo>
                  <a:pt x="2298" y="730584"/>
                </a:lnTo>
                <a:lnTo>
                  <a:pt x="4094" y="710569"/>
                </a:lnTo>
                <a:lnTo>
                  <a:pt x="6343" y="690698"/>
                </a:lnTo>
                <a:lnTo>
                  <a:pt x="9120" y="670971"/>
                </a:lnTo>
                <a:lnTo>
                  <a:pt x="12352" y="651387"/>
                </a:lnTo>
                <a:lnTo>
                  <a:pt x="12711" y="649591"/>
                </a:lnTo>
                <a:lnTo>
                  <a:pt x="59732" y="658617"/>
                </a:lnTo>
                <a:lnTo>
                  <a:pt x="59445" y="660102"/>
                </a:lnTo>
                <a:lnTo>
                  <a:pt x="59540" y="659503"/>
                </a:lnTo>
                <a:lnTo>
                  <a:pt x="56405" y="678488"/>
                </a:lnTo>
                <a:lnTo>
                  <a:pt x="56500" y="677890"/>
                </a:lnTo>
                <a:lnTo>
                  <a:pt x="53819" y="697019"/>
                </a:lnTo>
                <a:lnTo>
                  <a:pt x="53890" y="696420"/>
                </a:lnTo>
                <a:lnTo>
                  <a:pt x="51689" y="715716"/>
                </a:lnTo>
                <a:lnTo>
                  <a:pt x="51760" y="715118"/>
                </a:lnTo>
                <a:lnTo>
                  <a:pt x="50035" y="734534"/>
                </a:lnTo>
                <a:lnTo>
                  <a:pt x="50059" y="733935"/>
                </a:lnTo>
                <a:lnTo>
                  <a:pt x="48839" y="753471"/>
                </a:lnTo>
                <a:lnTo>
                  <a:pt x="48864" y="752873"/>
                </a:lnTo>
                <a:lnTo>
                  <a:pt x="48120" y="772552"/>
                </a:lnTo>
                <a:lnTo>
                  <a:pt x="48120" y="771954"/>
                </a:lnTo>
                <a:lnTo>
                  <a:pt x="47881" y="791777"/>
                </a:lnTo>
                <a:lnTo>
                  <a:pt x="47881" y="791466"/>
                </a:lnTo>
                <a:lnTo>
                  <a:pt x="47881" y="844902"/>
                </a:lnTo>
                <a:lnTo>
                  <a:pt x="0" y="844902"/>
                </a:lnTo>
                <a:moveTo>
                  <a:pt x="52526" y="507477"/>
                </a:moveTo>
                <a:lnTo>
                  <a:pt x="54897" y="501253"/>
                </a:lnTo>
                <a:lnTo>
                  <a:pt x="62199" y="483393"/>
                </a:lnTo>
                <a:lnTo>
                  <a:pt x="69930" y="465748"/>
                </a:lnTo>
                <a:lnTo>
                  <a:pt x="78047" y="448319"/>
                </a:lnTo>
                <a:lnTo>
                  <a:pt x="86593" y="431130"/>
                </a:lnTo>
                <a:lnTo>
                  <a:pt x="95548" y="414179"/>
                </a:lnTo>
                <a:lnTo>
                  <a:pt x="104861" y="397492"/>
                </a:lnTo>
                <a:lnTo>
                  <a:pt x="114605" y="381045"/>
                </a:lnTo>
                <a:lnTo>
                  <a:pt x="124707" y="364861"/>
                </a:lnTo>
                <a:lnTo>
                  <a:pt x="135171" y="348940"/>
                </a:lnTo>
                <a:lnTo>
                  <a:pt x="145537" y="334001"/>
                </a:lnTo>
                <a:lnTo>
                  <a:pt x="184871" y="361294"/>
                </a:lnTo>
                <a:lnTo>
                  <a:pt x="174697" y="375969"/>
                </a:lnTo>
                <a:lnTo>
                  <a:pt x="175008" y="375491"/>
                </a:lnTo>
                <a:lnTo>
                  <a:pt x="164857" y="390933"/>
                </a:lnTo>
                <a:lnTo>
                  <a:pt x="165168" y="390454"/>
                </a:lnTo>
                <a:lnTo>
                  <a:pt x="155376" y="406159"/>
                </a:lnTo>
                <a:lnTo>
                  <a:pt x="155664" y="405657"/>
                </a:lnTo>
                <a:lnTo>
                  <a:pt x="146232" y="421601"/>
                </a:lnTo>
                <a:lnTo>
                  <a:pt x="146518" y="421098"/>
                </a:lnTo>
                <a:lnTo>
                  <a:pt x="137469" y="437307"/>
                </a:lnTo>
                <a:lnTo>
                  <a:pt x="137757" y="436780"/>
                </a:lnTo>
                <a:lnTo>
                  <a:pt x="129089" y="453227"/>
                </a:lnTo>
                <a:lnTo>
                  <a:pt x="129352" y="452700"/>
                </a:lnTo>
                <a:lnTo>
                  <a:pt x="121069" y="469363"/>
                </a:lnTo>
                <a:lnTo>
                  <a:pt x="121309" y="468837"/>
                </a:lnTo>
                <a:lnTo>
                  <a:pt x="113431" y="485739"/>
                </a:lnTo>
                <a:lnTo>
                  <a:pt x="113671" y="485188"/>
                </a:lnTo>
                <a:lnTo>
                  <a:pt x="106202" y="502306"/>
                </a:lnTo>
                <a:lnTo>
                  <a:pt x="106417" y="501756"/>
                </a:lnTo>
                <a:lnTo>
                  <a:pt x="99330" y="519089"/>
                </a:lnTo>
                <a:lnTo>
                  <a:pt x="99545" y="518538"/>
                </a:lnTo>
                <a:lnTo>
                  <a:pt x="97295" y="524500"/>
                </a:lnTo>
                <a:lnTo>
                  <a:pt x="52526" y="507477"/>
                </a:lnTo>
                <a:moveTo>
                  <a:pt x="242044" y="221814"/>
                </a:moveTo>
                <a:lnTo>
                  <a:pt x="245394" y="218557"/>
                </a:lnTo>
                <a:lnTo>
                  <a:pt x="259304" y="205605"/>
                </a:lnTo>
                <a:lnTo>
                  <a:pt x="273501" y="193012"/>
                </a:lnTo>
                <a:lnTo>
                  <a:pt x="288009" y="180731"/>
                </a:lnTo>
                <a:lnTo>
                  <a:pt x="302805" y="168808"/>
                </a:lnTo>
                <a:lnTo>
                  <a:pt x="317912" y="157244"/>
                </a:lnTo>
                <a:lnTo>
                  <a:pt x="333282" y="146040"/>
                </a:lnTo>
                <a:lnTo>
                  <a:pt x="348939" y="135171"/>
                </a:lnTo>
                <a:lnTo>
                  <a:pt x="364860" y="124709"/>
                </a:lnTo>
                <a:lnTo>
                  <a:pt x="381045" y="114606"/>
                </a:lnTo>
                <a:lnTo>
                  <a:pt x="397492" y="104862"/>
                </a:lnTo>
                <a:lnTo>
                  <a:pt x="399959" y="103497"/>
                </a:lnTo>
                <a:lnTo>
                  <a:pt x="423324" y="145274"/>
                </a:lnTo>
                <a:lnTo>
                  <a:pt x="421098" y="146519"/>
                </a:lnTo>
                <a:lnTo>
                  <a:pt x="421601" y="146232"/>
                </a:lnTo>
                <a:lnTo>
                  <a:pt x="405656" y="155665"/>
                </a:lnTo>
                <a:lnTo>
                  <a:pt x="406158" y="155377"/>
                </a:lnTo>
                <a:lnTo>
                  <a:pt x="390454" y="165169"/>
                </a:lnTo>
                <a:lnTo>
                  <a:pt x="390932" y="164858"/>
                </a:lnTo>
                <a:lnTo>
                  <a:pt x="375490" y="175009"/>
                </a:lnTo>
                <a:lnTo>
                  <a:pt x="375968" y="174697"/>
                </a:lnTo>
                <a:lnTo>
                  <a:pt x="360791" y="185232"/>
                </a:lnTo>
                <a:lnTo>
                  <a:pt x="361269" y="184896"/>
                </a:lnTo>
                <a:lnTo>
                  <a:pt x="346353" y="195766"/>
                </a:lnTo>
                <a:lnTo>
                  <a:pt x="346809" y="195430"/>
                </a:lnTo>
                <a:lnTo>
                  <a:pt x="332181" y="206635"/>
                </a:lnTo>
                <a:lnTo>
                  <a:pt x="332611" y="206299"/>
                </a:lnTo>
                <a:lnTo>
                  <a:pt x="318271" y="217863"/>
                </a:lnTo>
                <a:lnTo>
                  <a:pt x="318702" y="217480"/>
                </a:lnTo>
                <a:lnTo>
                  <a:pt x="304625" y="229379"/>
                </a:lnTo>
                <a:lnTo>
                  <a:pt x="305055" y="229020"/>
                </a:lnTo>
                <a:lnTo>
                  <a:pt x="291290" y="241229"/>
                </a:lnTo>
                <a:lnTo>
                  <a:pt x="291720" y="240846"/>
                </a:lnTo>
                <a:lnTo>
                  <a:pt x="278241" y="253392"/>
                </a:lnTo>
                <a:lnTo>
                  <a:pt x="278648" y="253009"/>
                </a:lnTo>
                <a:lnTo>
                  <a:pt x="275513" y="256073"/>
                </a:lnTo>
                <a:lnTo>
                  <a:pt x="242044" y="221814"/>
                </a:lnTo>
                <a:moveTo>
                  <a:pt x="534386" y="42735"/>
                </a:moveTo>
                <a:lnTo>
                  <a:pt x="537618" y="41585"/>
                </a:lnTo>
                <a:lnTo>
                  <a:pt x="556125" y="35576"/>
                </a:lnTo>
                <a:lnTo>
                  <a:pt x="574798" y="30022"/>
                </a:lnTo>
                <a:lnTo>
                  <a:pt x="593688" y="24923"/>
                </a:lnTo>
                <a:lnTo>
                  <a:pt x="612745" y="20254"/>
                </a:lnTo>
                <a:lnTo>
                  <a:pt x="631993" y="16088"/>
                </a:lnTo>
                <a:lnTo>
                  <a:pt x="651386" y="12354"/>
                </a:lnTo>
                <a:lnTo>
                  <a:pt x="670971" y="9121"/>
                </a:lnTo>
                <a:lnTo>
                  <a:pt x="690698" y="6344"/>
                </a:lnTo>
                <a:lnTo>
                  <a:pt x="710569" y="4094"/>
                </a:lnTo>
                <a:lnTo>
                  <a:pt x="727256" y="2610"/>
                </a:lnTo>
                <a:lnTo>
                  <a:pt x="731493" y="50300"/>
                </a:lnTo>
                <a:lnTo>
                  <a:pt x="715117" y="51761"/>
                </a:lnTo>
                <a:lnTo>
                  <a:pt x="715716" y="51689"/>
                </a:lnTo>
                <a:lnTo>
                  <a:pt x="696419" y="53891"/>
                </a:lnTo>
                <a:lnTo>
                  <a:pt x="697019" y="53820"/>
                </a:lnTo>
                <a:lnTo>
                  <a:pt x="677888" y="56501"/>
                </a:lnTo>
                <a:lnTo>
                  <a:pt x="678488" y="56405"/>
                </a:lnTo>
                <a:lnTo>
                  <a:pt x="659502" y="59541"/>
                </a:lnTo>
                <a:lnTo>
                  <a:pt x="660100" y="59445"/>
                </a:lnTo>
                <a:lnTo>
                  <a:pt x="641283" y="63037"/>
                </a:lnTo>
                <a:lnTo>
                  <a:pt x="641881" y="62917"/>
                </a:lnTo>
                <a:lnTo>
                  <a:pt x="623232" y="66987"/>
                </a:lnTo>
                <a:lnTo>
                  <a:pt x="623806" y="66843"/>
                </a:lnTo>
                <a:lnTo>
                  <a:pt x="605323" y="71368"/>
                </a:lnTo>
                <a:lnTo>
                  <a:pt x="605899" y="71225"/>
                </a:lnTo>
                <a:lnTo>
                  <a:pt x="587607" y="76156"/>
                </a:lnTo>
                <a:lnTo>
                  <a:pt x="588182" y="76013"/>
                </a:lnTo>
                <a:lnTo>
                  <a:pt x="570058" y="81400"/>
                </a:lnTo>
                <a:lnTo>
                  <a:pt x="570609" y="81208"/>
                </a:lnTo>
                <a:lnTo>
                  <a:pt x="552702" y="87049"/>
                </a:lnTo>
                <a:lnTo>
                  <a:pt x="553251" y="86858"/>
                </a:lnTo>
                <a:lnTo>
                  <a:pt x="550307" y="87887"/>
                </a:lnTo>
                <a:lnTo>
                  <a:pt x="534386" y="42735"/>
                </a:lnTo>
                <a:moveTo>
                  <a:pt x="872961" y="0"/>
                </a:moveTo>
                <a:lnTo>
                  <a:pt x="1064487" y="0"/>
                </a:lnTo>
                <a:lnTo>
                  <a:pt x="1064487" y="47882"/>
                </a:lnTo>
                <a:lnTo>
                  <a:pt x="872961" y="47882"/>
                </a:lnTo>
                <a:lnTo>
                  <a:pt x="872961" y="0"/>
                </a:lnTo>
                <a:moveTo>
                  <a:pt x="1208135" y="0"/>
                </a:moveTo>
                <a:lnTo>
                  <a:pt x="1399663" y="0"/>
                </a:lnTo>
                <a:lnTo>
                  <a:pt x="1399663" y="47882"/>
                </a:lnTo>
                <a:lnTo>
                  <a:pt x="1208135" y="47882"/>
                </a:lnTo>
                <a:lnTo>
                  <a:pt x="1208135" y="0"/>
                </a:lnTo>
                <a:moveTo>
                  <a:pt x="1543309" y="0"/>
                </a:moveTo>
                <a:lnTo>
                  <a:pt x="1734836" y="0"/>
                </a:lnTo>
                <a:lnTo>
                  <a:pt x="1734836" y="47882"/>
                </a:lnTo>
                <a:lnTo>
                  <a:pt x="1543309" y="47882"/>
                </a:lnTo>
                <a:lnTo>
                  <a:pt x="1543309" y="0"/>
                </a:lnTo>
                <a:moveTo>
                  <a:pt x="1878483" y="0"/>
                </a:moveTo>
                <a:lnTo>
                  <a:pt x="2070012" y="0"/>
                </a:lnTo>
                <a:lnTo>
                  <a:pt x="2070012" y="47882"/>
                </a:lnTo>
                <a:lnTo>
                  <a:pt x="1878483" y="47882"/>
                </a:lnTo>
                <a:lnTo>
                  <a:pt x="1878483" y="0"/>
                </a:lnTo>
                <a:moveTo>
                  <a:pt x="2213658" y="0"/>
                </a:moveTo>
                <a:lnTo>
                  <a:pt x="2405184" y="0"/>
                </a:lnTo>
                <a:lnTo>
                  <a:pt x="2405184" y="47882"/>
                </a:lnTo>
                <a:lnTo>
                  <a:pt x="2213658" y="47882"/>
                </a:lnTo>
                <a:lnTo>
                  <a:pt x="2213658" y="0"/>
                </a:lnTo>
                <a:moveTo>
                  <a:pt x="2548830" y="0"/>
                </a:moveTo>
                <a:lnTo>
                  <a:pt x="2740359" y="0"/>
                </a:lnTo>
                <a:lnTo>
                  <a:pt x="2740359" y="47882"/>
                </a:lnTo>
                <a:lnTo>
                  <a:pt x="2548830" y="47882"/>
                </a:lnTo>
                <a:lnTo>
                  <a:pt x="2548830" y="0"/>
                </a:lnTo>
                <a:moveTo>
                  <a:pt x="2884004" y="0"/>
                </a:moveTo>
                <a:lnTo>
                  <a:pt x="3075533" y="0"/>
                </a:lnTo>
                <a:lnTo>
                  <a:pt x="3075533" y="47882"/>
                </a:lnTo>
                <a:lnTo>
                  <a:pt x="2884004" y="47882"/>
                </a:lnTo>
                <a:lnTo>
                  <a:pt x="2884004" y="0"/>
                </a:lnTo>
                <a:moveTo>
                  <a:pt x="3219179" y="0"/>
                </a:moveTo>
                <a:lnTo>
                  <a:pt x="3410707" y="0"/>
                </a:lnTo>
                <a:lnTo>
                  <a:pt x="3410707" y="47882"/>
                </a:lnTo>
                <a:lnTo>
                  <a:pt x="3219179" y="47882"/>
                </a:lnTo>
                <a:lnTo>
                  <a:pt x="3219179" y="0"/>
                </a:lnTo>
                <a:moveTo>
                  <a:pt x="3554353" y="0"/>
                </a:moveTo>
                <a:lnTo>
                  <a:pt x="3745881" y="0"/>
                </a:lnTo>
                <a:lnTo>
                  <a:pt x="3745881" y="47882"/>
                </a:lnTo>
                <a:lnTo>
                  <a:pt x="3554353" y="47882"/>
                </a:lnTo>
                <a:lnTo>
                  <a:pt x="3554353" y="0"/>
                </a:lnTo>
                <a:moveTo>
                  <a:pt x="3889527" y="0"/>
                </a:moveTo>
                <a:lnTo>
                  <a:pt x="4081056" y="0"/>
                </a:lnTo>
                <a:lnTo>
                  <a:pt x="4081056" y="47882"/>
                </a:lnTo>
                <a:lnTo>
                  <a:pt x="3889527" y="47882"/>
                </a:lnTo>
                <a:lnTo>
                  <a:pt x="3889527" y="0"/>
                </a:lnTo>
                <a:moveTo>
                  <a:pt x="4224702" y="0"/>
                </a:moveTo>
                <a:lnTo>
                  <a:pt x="4416230" y="0"/>
                </a:lnTo>
                <a:lnTo>
                  <a:pt x="4416230" y="47882"/>
                </a:lnTo>
                <a:lnTo>
                  <a:pt x="4224702" y="47882"/>
                </a:lnTo>
                <a:lnTo>
                  <a:pt x="4224702" y="0"/>
                </a:lnTo>
                <a:moveTo>
                  <a:pt x="4559876" y="0"/>
                </a:moveTo>
                <a:lnTo>
                  <a:pt x="4751404" y="0"/>
                </a:lnTo>
                <a:lnTo>
                  <a:pt x="4751404" y="47882"/>
                </a:lnTo>
                <a:lnTo>
                  <a:pt x="4559876" y="47882"/>
                </a:lnTo>
                <a:lnTo>
                  <a:pt x="4559876" y="0"/>
                </a:lnTo>
                <a:moveTo>
                  <a:pt x="4895050" y="0"/>
                </a:moveTo>
                <a:lnTo>
                  <a:pt x="5086578" y="0"/>
                </a:lnTo>
                <a:lnTo>
                  <a:pt x="5086578" y="47882"/>
                </a:lnTo>
                <a:lnTo>
                  <a:pt x="4895050" y="47882"/>
                </a:lnTo>
                <a:lnTo>
                  <a:pt x="4895050" y="0"/>
                </a:lnTo>
                <a:moveTo>
                  <a:pt x="5230224" y="0"/>
                </a:moveTo>
                <a:lnTo>
                  <a:pt x="5421751" y="0"/>
                </a:lnTo>
                <a:lnTo>
                  <a:pt x="5421751" y="47882"/>
                </a:lnTo>
                <a:lnTo>
                  <a:pt x="5230224" y="47882"/>
                </a:lnTo>
                <a:lnTo>
                  <a:pt x="5230224" y="0"/>
                </a:lnTo>
                <a:moveTo>
                  <a:pt x="5565397" y="0"/>
                </a:moveTo>
                <a:lnTo>
                  <a:pt x="5756927" y="0"/>
                </a:lnTo>
                <a:lnTo>
                  <a:pt x="5756927" y="47882"/>
                </a:lnTo>
                <a:lnTo>
                  <a:pt x="5565397" y="47882"/>
                </a:lnTo>
                <a:lnTo>
                  <a:pt x="5565397" y="0"/>
                </a:lnTo>
                <a:moveTo>
                  <a:pt x="5900573" y="0"/>
                </a:moveTo>
                <a:lnTo>
                  <a:pt x="6092100" y="0"/>
                </a:lnTo>
                <a:lnTo>
                  <a:pt x="6092100" y="47882"/>
                </a:lnTo>
                <a:lnTo>
                  <a:pt x="5900573" y="47882"/>
                </a:lnTo>
                <a:lnTo>
                  <a:pt x="5900573" y="0"/>
                </a:lnTo>
                <a:moveTo>
                  <a:pt x="6235745" y="0"/>
                </a:moveTo>
                <a:lnTo>
                  <a:pt x="6427274" y="0"/>
                </a:lnTo>
                <a:lnTo>
                  <a:pt x="6427274" y="47882"/>
                </a:lnTo>
                <a:lnTo>
                  <a:pt x="6235745" y="47882"/>
                </a:lnTo>
                <a:lnTo>
                  <a:pt x="6235745" y="0"/>
                </a:lnTo>
                <a:moveTo>
                  <a:pt x="6570921" y="0"/>
                </a:moveTo>
                <a:lnTo>
                  <a:pt x="6762448" y="0"/>
                </a:lnTo>
                <a:lnTo>
                  <a:pt x="6762448" y="47882"/>
                </a:lnTo>
                <a:lnTo>
                  <a:pt x="6570921" y="47882"/>
                </a:lnTo>
                <a:lnTo>
                  <a:pt x="6570921" y="0"/>
                </a:lnTo>
                <a:moveTo>
                  <a:pt x="6906094" y="0"/>
                </a:moveTo>
                <a:lnTo>
                  <a:pt x="6950002" y="0"/>
                </a:lnTo>
                <a:lnTo>
                  <a:pt x="6970280" y="263"/>
                </a:lnTo>
                <a:lnTo>
                  <a:pt x="6990559" y="1030"/>
                </a:lnTo>
                <a:lnTo>
                  <a:pt x="7010716" y="2298"/>
                </a:lnTo>
                <a:lnTo>
                  <a:pt x="7030755" y="4094"/>
                </a:lnTo>
                <a:lnTo>
                  <a:pt x="7050625" y="6344"/>
                </a:lnTo>
                <a:lnTo>
                  <a:pt x="7070354" y="9121"/>
                </a:lnTo>
                <a:lnTo>
                  <a:pt x="7089936" y="12354"/>
                </a:lnTo>
                <a:lnTo>
                  <a:pt x="7101213" y="14532"/>
                </a:lnTo>
                <a:lnTo>
                  <a:pt x="7092211" y="61552"/>
                </a:lnTo>
                <a:lnTo>
                  <a:pt x="7081223" y="59445"/>
                </a:lnTo>
                <a:lnTo>
                  <a:pt x="7081821" y="59541"/>
                </a:lnTo>
                <a:lnTo>
                  <a:pt x="7062836" y="56405"/>
                </a:lnTo>
                <a:lnTo>
                  <a:pt x="7063435" y="56501"/>
                </a:lnTo>
                <a:lnTo>
                  <a:pt x="7044305" y="53820"/>
                </a:lnTo>
                <a:lnTo>
                  <a:pt x="7044904" y="53891"/>
                </a:lnTo>
                <a:lnTo>
                  <a:pt x="7025607" y="51689"/>
                </a:lnTo>
                <a:lnTo>
                  <a:pt x="7026207" y="51761"/>
                </a:lnTo>
                <a:lnTo>
                  <a:pt x="7006790" y="50037"/>
                </a:lnTo>
                <a:lnTo>
                  <a:pt x="7007388" y="50061"/>
                </a:lnTo>
                <a:lnTo>
                  <a:pt x="6987853" y="48840"/>
                </a:lnTo>
                <a:lnTo>
                  <a:pt x="6988451" y="48864"/>
                </a:lnTo>
                <a:lnTo>
                  <a:pt x="6968748" y="48121"/>
                </a:lnTo>
                <a:lnTo>
                  <a:pt x="6969371" y="48121"/>
                </a:lnTo>
                <a:lnTo>
                  <a:pt x="6949548" y="47882"/>
                </a:lnTo>
                <a:lnTo>
                  <a:pt x="6949858" y="47882"/>
                </a:lnTo>
                <a:lnTo>
                  <a:pt x="6906094" y="47882"/>
                </a:lnTo>
                <a:lnTo>
                  <a:pt x="6906094" y="0"/>
                </a:lnTo>
                <a:moveTo>
                  <a:pt x="7243398" y="56261"/>
                </a:moveTo>
                <a:lnTo>
                  <a:pt x="7257931" y="62199"/>
                </a:lnTo>
                <a:lnTo>
                  <a:pt x="7275576" y="69932"/>
                </a:lnTo>
                <a:lnTo>
                  <a:pt x="7293005" y="78048"/>
                </a:lnTo>
                <a:lnTo>
                  <a:pt x="7310195" y="86595"/>
                </a:lnTo>
                <a:lnTo>
                  <a:pt x="7327145" y="95548"/>
                </a:lnTo>
                <a:lnTo>
                  <a:pt x="7343833" y="104862"/>
                </a:lnTo>
                <a:lnTo>
                  <a:pt x="7360280" y="114606"/>
                </a:lnTo>
                <a:lnTo>
                  <a:pt x="7376463" y="124709"/>
                </a:lnTo>
                <a:lnTo>
                  <a:pt x="7392382" y="135171"/>
                </a:lnTo>
                <a:lnTo>
                  <a:pt x="7408042" y="146040"/>
                </a:lnTo>
                <a:lnTo>
                  <a:pt x="7415607" y="151547"/>
                </a:lnTo>
                <a:lnTo>
                  <a:pt x="7387380" y="190235"/>
                </a:lnTo>
                <a:lnTo>
                  <a:pt x="7380054" y="184896"/>
                </a:lnTo>
                <a:lnTo>
                  <a:pt x="7380533" y="185232"/>
                </a:lnTo>
                <a:lnTo>
                  <a:pt x="7365355" y="174697"/>
                </a:lnTo>
                <a:lnTo>
                  <a:pt x="7365833" y="175009"/>
                </a:lnTo>
                <a:lnTo>
                  <a:pt x="7350391" y="164858"/>
                </a:lnTo>
                <a:lnTo>
                  <a:pt x="7350869" y="165169"/>
                </a:lnTo>
                <a:lnTo>
                  <a:pt x="7335165" y="155377"/>
                </a:lnTo>
                <a:lnTo>
                  <a:pt x="7335668" y="155665"/>
                </a:lnTo>
                <a:lnTo>
                  <a:pt x="7319724" y="146232"/>
                </a:lnTo>
                <a:lnTo>
                  <a:pt x="7320227" y="146519"/>
                </a:lnTo>
                <a:lnTo>
                  <a:pt x="7304018" y="137469"/>
                </a:lnTo>
                <a:lnTo>
                  <a:pt x="7304545" y="137757"/>
                </a:lnTo>
                <a:lnTo>
                  <a:pt x="7288097" y="129090"/>
                </a:lnTo>
                <a:lnTo>
                  <a:pt x="7288624" y="129353"/>
                </a:lnTo>
                <a:lnTo>
                  <a:pt x="7271961" y="121069"/>
                </a:lnTo>
                <a:lnTo>
                  <a:pt x="7272488" y="121309"/>
                </a:lnTo>
                <a:lnTo>
                  <a:pt x="7255586" y="113433"/>
                </a:lnTo>
                <a:lnTo>
                  <a:pt x="7256135" y="113672"/>
                </a:lnTo>
                <a:lnTo>
                  <a:pt x="7239017" y="106202"/>
                </a:lnTo>
                <a:lnTo>
                  <a:pt x="7239568" y="106418"/>
                </a:lnTo>
                <a:lnTo>
                  <a:pt x="7225300" y="100600"/>
                </a:lnTo>
                <a:lnTo>
                  <a:pt x="7243398" y="56261"/>
                </a:lnTo>
                <a:moveTo>
                  <a:pt x="7526572" y="249465"/>
                </a:moveTo>
                <a:lnTo>
                  <a:pt x="7535720" y="259305"/>
                </a:lnTo>
                <a:lnTo>
                  <a:pt x="7548311" y="273502"/>
                </a:lnTo>
                <a:lnTo>
                  <a:pt x="7560594" y="288010"/>
                </a:lnTo>
                <a:lnTo>
                  <a:pt x="7572515" y="302806"/>
                </a:lnTo>
                <a:lnTo>
                  <a:pt x="7584079" y="317913"/>
                </a:lnTo>
                <a:lnTo>
                  <a:pt x="7595284" y="333283"/>
                </a:lnTo>
                <a:lnTo>
                  <a:pt x="7606128" y="348940"/>
                </a:lnTo>
                <a:lnTo>
                  <a:pt x="7616614" y="364861"/>
                </a:lnTo>
                <a:lnTo>
                  <a:pt x="7626719" y="381045"/>
                </a:lnTo>
                <a:lnTo>
                  <a:pt x="7636462" y="397492"/>
                </a:lnTo>
                <a:lnTo>
                  <a:pt x="7642567" y="408410"/>
                </a:lnTo>
                <a:lnTo>
                  <a:pt x="7600766" y="431776"/>
                </a:lnTo>
                <a:lnTo>
                  <a:pt x="7594805" y="421098"/>
                </a:lnTo>
                <a:lnTo>
                  <a:pt x="7595091" y="421601"/>
                </a:lnTo>
                <a:lnTo>
                  <a:pt x="7585660" y="405657"/>
                </a:lnTo>
                <a:lnTo>
                  <a:pt x="7585947" y="406159"/>
                </a:lnTo>
                <a:lnTo>
                  <a:pt x="7576155" y="390454"/>
                </a:lnTo>
                <a:lnTo>
                  <a:pt x="7576467" y="390933"/>
                </a:lnTo>
                <a:lnTo>
                  <a:pt x="7566315" y="375491"/>
                </a:lnTo>
                <a:lnTo>
                  <a:pt x="7566626" y="375969"/>
                </a:lnTo>
                <a:lnTo>
                  <a:pt x="7556091" y="360791"/>
                </a:lnTo>
                <a:lnTo>
                  <a:pt x="7556428" y="361270"/>
                </a:lnTo>
                <a:lnTo>
                  <a:pt x="7545557" y="346355"/>
                </a:lnTo>
                <a:lnTo>
                  <a:pt x="7545893" y="346810"/>
                </a:lnTo>
                <a:lnTo>
                  <a:pt x="7534690" y="332181"/>
                </a:lnTo>
                <a:lnTo>
                  <a:pt x="7535025" y="332613"/>
                </a:lnTo>
                <a:lnTo>
                  <a:pt x="7523461" y="318272"/>
                </a:lnTo>
                <a:lnTo>
                  <a:pt x="7523844" y="318703"/>
                </a:lnTo>
                <a:lnTo>
                  <a:pt x="7511946" y="304625"/>
                </a:lnTo>
                <a:lnTo>
                  <a:pt x="7512304" y="305056"/>
                </a:lnTo>
                <a:lnTo>
                  <a:pt x="7500096" y="291290"/>
                </a:lnTo>
                <a:lnTo>
                  <a:pt x="7500477" y="291721"/>
                </a:lnTo>
                <a:lnTo>
                  <a:pt x="7491524" y="282097"/>
                </a:lnTo>
                <a:lnTo>
                  <a:pt x="7526572" y="249465"/>
                </a:lnTo>
                <a:moveTo>
                  <a:pt x="7701845" y="544131"/>
                </a:moveTo>
                <a:lnTo>
                  <a:pt x="7705748" y="556126"/>
                </a:lnTo>
                <a:lnTo>
                  <a:pt x="7711301" y="574800"/>
                </a:lnTo>
                <a:lnTo>
                  <a:pt x="7716402" y="593689"/>
                </a:lnTo>
                <a:lnTo>
                  <a:pt x="7721069" y="612746"/>
                </a:lnTo>
                <a:lnTo>
                  <a:pt x="7725236" y="631971"/>
                </a:lnTo>
                <a:lnTo>
                  <a:pt x="7728971" y="651387"/>
                </a:lnTo>
                <a:lnTo>
                  <a:pt x="7732203" y="670971"/>
                </a:lnTo>
                <a:lnTo>
                  <a:pt x="7734956" y="690698"/>
                </a:lnTo>
                <a:lnTo>
                  <a:pt x="7737229" y="710569"/>
                </a:lnTo>
                <a:lnTo>
                  <a:pt x="7739025" y="730584"/>
                </a:lnTo>
                <a:lnTo>
                  <a:pt x="7739457" y="737527"/>
                </a:lnTo>
                <a:lnTo>
                  <a:pt x="7691671" y="740543"/>
                </a:lnTo>
                <a:lnTo>
                  <a:pt x="7691262" y="733935"/>
                </a:lnTo>
                <a:lnTo>
                  <a:pt x="7691286" y="734534"/>
                </a:lnTo>
                <a:lnTo>
                  <a:pt x="7689564" y="715118"/>
                </a:lnTo>
                <a:lnTo>
                  <a:pt x="7689636" y="715716"/>
                </a:lnTo>
                <a:lnTo>
                  <a:pt x="7687432" y="696420"/>
                </a:lnTo>
                <a:lnTo>
                  <a:pt x="7687505" y="697019"/>
                </a:lnTo>
                <a:lnTo>
                  <a:pt x="7684823" y="677890"/>
                </a:lnTo>
                <a:lnTo>
                  <a:pt x="7684919" y="678488"/>
                </a:lnTo>
                <a:lnTo>
                  <a:pt x="7681782" y="659503"/>
                </a:lnTo>
                <a:lnTo>
                  <a:pt x="7681879" y="660102"/>
                </a:lnTo>
                <a:lnTo>
                  <a:pt x="7678288" y="641284"/>
                </a:lnTo>
                <a:lnTo>
                  <a:pt x="7678407" y="641882"/>
                </a:lnTo>
                <a:lnTo>
                  <a:pt x="7674336" y="623232"/>
                </a:lnTo>
                <a:lnTo>
                  <a:pt x="7674481" y="623807"/>
                </a:lnTo>
                <a:lnTo>
                  <a:pt x="7669956" y="605324"/>
                </a:lnTo>
                <a:lnTo>
                  <a:pt x="7670100" y="605899"/>
                </a:lnTo>
                <a:lnTo>
                  <a:pt x="7665167" y="587608"/>
                </a:lnTo>
                <a:lnTo>
                  <a:pt x="7665313" y="588183"/>
                </a:lnTo>
                <a:lnTo>
                  <a:pt x="7659924" y="570059"/>
                </a:lnTo>
                <a:lnTo>
                  <a:pt x="7660117" y="570610"/>
                </a:lnTo>
                <a:lnTo>
                  <a:pt x="7656311" y="558927"/>
                </a:lnTo>
                <a:lnTo>
                  <a:pt x="7701845" y="544131"/>
                </a:lnTo>
                <a:moveTo>
                  <a:pt x="7741323" y="882633"/>
                </a:moveTo>
                <a:lnTo>
                  <a:pt x="7741323" y="1074161"/>
                </a:lnTo>
                <a:lnTo>
                  <a:pt x="7693442" y="1074161"/>
                </a:lnTo>
                <a:lnTo>
                  <a:pt x="7693442" y="882633"/>
                </a:lnTo>
                <a:lnTo>
                  <a:pt x="7741323" y="882633"/>
                </a:lnTo>
                <a:moveTo>
                  <a:pt x="7741323" y="1217807"/>
                </a:moveTo>
                <a:lnTo>
                  <a:pt x="7741323" y="1409335"/>
                </a:lnTo>
                <a:lnTo>
                  <a:pt x="7693442" y="1409335"/>
                </a:lnTo>
                <a:lnTo>
                  <a:pt x="7693442" y="1217807"/>
                </a:lnTo>
                <a:lnTo>
                  <a:pt x="7741323" y="1217807"/>
                </a:lnTo>
                <a:moveTo>
                  <a:pt x="7741323" y="1552981"/>
                </a:moveTo>
                <a:lnTo>
                  <a:pt x="7741323" y="1744510"/>
                </a:lnTo>
                <a:lnTo>
                  <a:pt x="7693442" y="1744510"/>
                </a:lnTo>
                <a:lnTo>
                  <a:pt x="7693442" y="1552981"/>
                </a:lnTo>
                <a:lnTo>
                  <a:pt x="7741323" y="1552981"/>
                </a:lnTo>
                <a:moveTo>
                  <a:pt x="7741323" y="1888155"/>
                </a:moveTo>
                <a:lnTo>
                  <a:pt x="7741323" y="2079683"/>
                </a:lnTo>
                <a:lnTo>
                  <a:pt x="7693442" y="2079683"/>
                </a:lnTo>
                <a:lnTo>
                  <a:pt x="7693442" y="1888155"/>
                </a:lnTo>
                <a:lnTo>
                  <a:pt x="7741323" y="1888155"/>
                </a:lnTo>
                <a:moveTo>
                  <a:pt x="7741323" y="2223330"/>
                </a:moveTo>
                <a:lnTo>
                  <a:pt x="7741323" y="2414857"/>
                </a:lnTo>
                <a:lnTo>
                  <a:pt x="7693442" y="2414857"/>
                </a:lnTo>
                <a:lnTo>
                  <a:pt x="7693442" y="2223330"/>
                </a:lnTo>
                <a:lnTo>
                  <a:pt x="7741323" y="2223330"/>
                </a:lnTo>
                <a:moveTo>
                  <a:pt x="7741323" y="2558504"/>
                </a:moveTo>
                <a:lnTo>
                  <a:pt x="7741323" y="2750031"/>
                </a:lnTo>
                <a:lnTo>
                  <a:pt x="7693442" y="2750031"/>
                </a:lnTo>
                <a:lnTo>
                  <a:pt x="7693442" y="2558504"/>
                </a:lnTo>
                <a:lnTo>
                  <a:pt x="7741323" y="2558504"/>
                </a:lnTo>
                <a:moveTo>
                  <a:pt x="7741323" y="2893678"/>
                </a:moveTo>
                <a:lnTo>
                  <a:pt x="7741323" y="3085206"/>
                </a:lnTo>
                <a:lnTo>
                  <a:pt x="7693442" y="3085206"/>
                </a:lnTo>
                <a:lnTo>
                  <a:pt x="7693442" y="2893678"/>
                </a:lnTo>
                <a:lnTo>
                  <a:pt x="7741323" y="2893678"/>
                </a:lnTo>
                <a:moveTo>
                  <a:pt x="7741323" y="3228852"/>
                </a:moveTo>
                <a:lnTo>
                  <a:pt x="7741323" y="3420380"/>
                </a:lnTo>
                <a:lnTo>
                  <a:pt x="7693442" y="3420380"/>
                </a:lnTo>
                <a:lnTo>
                  <a:pt x="7693442" y="3228852"/>
                </a:lnTo>
                <a:lnTo>
                  <a:pt x="7741323" y="3228852"/>
                </a:lnTo>
                <a:moveTo>
                  <a:pt x="7741323" y="3564026"/>
                </a:moveTo>
                <a:lnTo>
                  <a:pt x="7741323" y="3755554"/>
                </a:lnTo>
                <a:lnTo>
                  <a:pt x="7693442" y="3755554"/>
                </a:lnTo>
                <a:lnTo>
                  <a:pt x="7693442" y="3564026"/>
                </a:lnTo>
                <a:lnTo>
                  <a:pt x="7741323" y="3564026"/>
                </a:lnTo>
                <a:moveTo>
                  <a:pt x="7740367" y="3900086"/>
                </a:moveTo>
                <a:lnTo>
                  <a:pt x="7740294" y="3902169"/>
                </a:lnTo>
                <a:lnTo>
                  <a:pt x="7739025" y="3922351"/>
                </a:lnTo>
                <a:lnTo>
                  <a:pt x="7737229" y="3942366"/>
                </a:lnTo>
                <a:lnTo>
                  <a:pt x="7734956" y="3962237"/>
                </a:lnTo>
                <a:lnTo>
                  <a:pt x="7732203" y="3981964"/>
                </a:lnTo>
                <a:lnTo>
                  <a:pt x="7728971" y="4001548"/>
                </a:lnTo>
                <a:lnTo>
                  <a:pt x="7725236" y="4020940"/>
                </a:lnTo>
                <a:lnTo>
                  <a:pt x="7721069" y="4040189"/>
                </a:lnTo>
                <a:lnTo>
                  <a:pt x="7716402" y="4059245"/>
                </a:lnTo>
                <a:lnTo>
                  <a:pt x="7711301" y="4078135"/>
                </a:lnTo>
                <a:lnTo>
                  <a:pt x="7706514" y="4094200"/>
                </a:lnTo>
                <a:lnTo>
                  <a:pt x="7660619" y="4080529"/>
                </a:lnTo>
                <a:lnTo>
                  <a:pt x="7665313" y="4064752"/>
                </a:lnTo>
                <a:lnTo>
                  <a:pt x="7665167" y="4065327"/>
                </a:lnTo>
                <a:lnTo>
                  <a:pt x="7670100" y="4047035"/>
                </a:lnTo>
                <a:lnTo>
                  <a:pt x="7669956" y="4047611"/>
                </a:lnTo>
                <a:lnTo>
                  <a:pt x="7674481" y="4029128"/>
                </a:lnTo>
                <a:lnTo>
                  <a:pt x="7674336" y="4029702"/>
                </a:lnTo>
                <a:lnTo>
                  <a:pt x="7678407" y="4011053"/>
                </a:lnTo>
                <a:lnTo>
                  <a:pt x="7678288" y="4011651"/>
                </a:lnTo>
                <a:lnTo>
                  <a:pt x="7681879" y="3992833"/>
                </a:lnTo>
                <a:lnTo>
                  <a:pt x="7681782" y="3993431"/>
                </a:lnTo>
                <a:lnTo>
                  <a:pt x="7684919" y="3974446"/>
                </a:lnTo>
                <a:lnTo>
                  <a:pt x="7684823" y="3975046"/>
                </a:lnTo>
                <a:lnTo>
                  <a:pt x="7687505" y="3955917"/>
                </a:lnTo>
                <a:lnTo>
                  <a:pt x="7687432" y="3956515"/>
                </a:lnTo>
                <a:lnTo>
                  <a:pt x="7689636" y="3937218"/>
                </a:lnTo>
                <a:lnTo>
                  <a:pt x="7689564" y="3937817"/>
                </a:lnTo>
                <a:lnTo>
                  <a:pt x="7691286" y="3918400"/>
                </a:lnTo>
                <a:lnTo>
                  <a:pt x="7691262" y="3919000"/>
                </a:lnTo>
                <a:lnTo>
                  <a:pt x="7692484" y="3899464"/>
                </a:lnTo>
                <a:lnTo>
                  <a:pt x="7692461" y="3900062"/>
                </a:lnTo>
                <a:lnTo>
                  <a:pt x="7692533" y="3898266"/>
                </a:lnTo>
                <a:lnTo>
                  <a:pt x="7740367" y="3900086"/>
                </a:lnTo>
                <a:moveTo>
                  <a:pt x="7649846" y="4231047"/>
                </a:moveTo>
                <a:lnTo>
                  <a:pt x="7645777" y="4238756"/>
                </a:lnTo>
                <a:lnTo>
                  <a:pt x="7636462" y="4255442"/>
                </a:lnTo>
                <a:lnTo>
                  <a:pt x="7626719" y="4271889"/>
                </a:lnTo>
                <a:lnTo>
                  <a:pt x="7616614" y="4288073"/>
                </a:lnTo>
                <a:lnTo>
                  <a:pt x="7606128" y="4303994"/>
                </a:lnTo>
                <a:lnTo>
                  <a:pt x="7595284" y="4319652"/>
                </a:lnTo>
                <a:lnTo>
                  <a:pt x="7584079" y="4335022"/>
                </a:lnTo>
                <a:lnTo>
                  <a:pt x="7572515" y="4350129"/>
                </a:lnTo>
                <a:lnTo>
                  <a:pt x="7560594" y="4364924"/>
                </a:lnTo>
                <a:lnTo>
                  <a:pt x="7548311" y="4379433"/>
                </a:lnTo>
                <a:lnTo>
                  <a:pt x="7536964" y="4392217"/>
                </a:lnTo>
                <a:lnTo>
                  <a:pt x="7501148" y="4360448"/>
                </a:lnTo>
                <a:lnTo>
                  <a:pt x="7512304" y="4347879"/>
                </a:lnTo>
                <a:lnTo>
                  <a:pt x="7511946" y="4348309"/>
                </a:lnTo>
                <a:lnTo>
                  <a:pt x="7523844" y="4334232"/>
                </a:lnTo>
                <a:lnTo>
                  <a:pt x="7523461" y="4334663"/>
                </a:lnTo>
                <a:lnTo>
                  <a:pt x="7535025" y="4320323"/>
                </a:lnTo>
                <a:lnTo>
                  <a:pt x="7534690" y="4320753"/>
                </a:lnTo>
                <a:lnTo>
                  <a:pt x="7545893" y="4306125"/>
                </a:lnTo>
                <a:lnTo>
                  <a:pt x="7545557" y="4306580"/>
                </a:lnTo>
                <a:lnTo>
                  <a:pt x="7556428" y="4291665"/>
                </a:lnTo>
                <a:lnTo>
                  <a:pt x="7556091" y="4292144"/>
                </a:lnTo>
                <a:lnTo>
                  <a:pt x="7566626" y="4276966"/>
                </a:lnTo>
                <a:lnTo>
                  <a:pt x="7566315" y="4277444"/>
                </a:lnTo>
                <a:lnTo>
                  <a:pt x="7576467" y="4262002"/>
                </a:lnTo>
                <a:lnTo>
                  <a:pt x="7576155" y="4262481"/>
                </a:lnTo>
                <a:lnTo>
                  <a:pt x="7585947" y="4246775"/>
                </a:lnTo>
                <a:lnTo>
                  <a:pt x="7585660" y="4247278"/>
                </a:lnTo>
                <a:lnTo>
                  <a:pt x="7595091" y="4231334"/>
                </a:lnTo>
                <a:lnTo>
                  <a:pt x="7594805" y="4231837"/>
                </a:lnTo>
                <a:lnTo>
                  <a:pt x="7603854" y="4215628"/>
                </a:lnTo>
                <a:lnTo>
                  <a:pt x="7603567" y="4216155"/>
                </a:lnTo>
                <a:lnTo>
                  <a:pt x="7607494" y="4208709"/>
                </a:lnTo>
                <a:lnTo>
                  <a:pt x="7649846" y="4231047"/>
                </a:lnTo>
                <a:moveTo>
                  <a:pt x="7427912" y="4492243"/>
                </a:moveTo>
                <a:lnTo>
                  <a:pt x="7423411" y="4495690"/>
                </a:lnTo>
                <a:lnTo>
                  <a:pt x="7408042" y="4506894"/>
                </a:lnTo>
                <a:lnTo>
                  <a:pt x="7392382" y="4517764"/>
                </a:lnTo>
                <a:lnTo>
                  <a:pt x="7376463" y="4528226"/>
                </a:lnTo>
                <a:lnTo>
                  <a:pt x="7360280" y="4538329"/>
                </a:lnTo>
                <a:lnTo>
                  <a:pt x="7343833" y="4548073"/>
                </a:lnTo>
                <a:lnTo>
                  <a:pt x="7327145" y="4557386"/>
                </a:lnTo>
                <a:lnTo>
                  <a:pt x="7310195" y="4566341"/>
                </a:lnTo>
                <a:lnTo>
                  <a:pt x="7293005" y="4574887"/>
                </a:lnTo>
                <a:lnTo>
                  <a:pt x="7275576" y="4583003"/>
                </a:lnTo>
                <a:lnTo>
                  <a:pt x="7257931" y="4590736"/>
                </a:lnTo>
                <a:lnTo>
                  <a:pt x="7257045" y="4591096"/>
                </a:lnTo>
                <a:lnTo>
                  <a:pt x="7238946" y="4546757"/>
                </a:lnTo>
                <a:lnTo>
                  <a:pt x="7239568" y="4546516"/>
                </a:lnTo>
                <a:lnTo>
                  <a:pt x="7239017" y="4546733"/>
                </a:lnTo>
                <a:lnTo>
                  <a:pt x="7256135" y="4539263"/>
                </a:lnTo>
                <a:lnTo>
                  <a:pt x="7255586" y="4539502"/>
                </a:lnTo>
                <a:lnTo>
                  <a:pt x="7272488" y="4531625"/>
                </a:lnTo>
                <a:lnTo>
                  <a:pt x="7271961" y="4531865"/>
                </a:lnTo>
                <a:lnTo>
                  <a:pt x="7288624" y="4523581"/>
                </a:lnTo>
                <a:lnTo>
                  <a:pt x="7288097" y="4523845"/>
                </a:lnTo>
                <a:lnTo>
                  <a:pt x="7304545" y="4515178"/>
                </a:lnTo>
                <a:lnTo>
                  <a:pt x="7304018" y="4515466"/>
                </a:lnTo>
                <a:lnTo>
                  <a:pt x="7320227" y="4506416"/>
                </a:lnTo>
                <a:lnTo>
                  <a:pt x="7319724" y="4506704"/>
                </a:lnTo>
                <a:lnTo>
                  <a:pt x="7335668" y="4497270"/>
                </a:lnTo>
                <a:lnTo>
                  <a:pt x="7335165" y="4497558"/>
                </a:lnTo>
                <a:lnTo>
                  <a:pt x="7350869" y="4487766"/>
                </a:lnTo>
                <a:lnTo>
                  <a:pt x="7350391" y="4488077"/>
                </a:lnTo>
                <a:lnTo>
                  <a:pt x="7365833" y="4477926"/>
                </a:lnTo>
                <a:lnTo>
                  <a:pt x="7365355" y="4478237"/>
                </a:lnTo>
                <a:lnTo>
                  <a:pt x="7380533" y="4467704"/>
                </a:lnTo>
                <a:lnTo>
                  <a:pt x="7380054" y="4468038"/>
                </a:lnTo>
                <a:lnTo>
                  <a:pt x="7394968" y="4457169"/>
                </a:lnTo>
                <a:lnTo>
                  <a:pt x="7394514" y="4457504"/>
                </a:lnTo>
                <a:lnTo>
                  <a:pt x="7398776" y="4454249"/>
                </a:lnTo>
                <a:lnTo>
                  <a:pt x="7427912" y="4492243"/>
                </a:lnTo>
                <a:moveTo>
                  <a:pt x="7116273" y="4635363"/>
                </a:moveTo>
                <a:lnTo>
                  <a:pt x="7109330" y="4636846"/>
                </a:lnTo>
                <a:lnTo>
                  <a:pt x="7089936" y="4640581"/>
                </a:lnTo>
                <a:lnTo>
                  <a:pt x="7070354" y="4643814"/>
                </a:lnTo>
                <a:lnTo>
                  <a:pt x="7050625" y="4646590"/>
                </a:lnTo>
                <a:lnTo>
                  <a:pt x="7030755" y="4648842"/>
                </a:lnTo>
                <a:lnTo>
                  <a:pt x="7010716" y="4650636"/>
                </a:lnTo>
                <a:lnTo>
                  <a:pt x="6990559" y="4651905"/>
                </a:lnTo>
                <a:lnTo>
                  <a:pt x="6970280" y="4652672"/>
                </a:lnTo>
                <a:lnTo>
                  <a:pt x="6950002" y="4652935"/>
                </a:lnTo>
                <a:lnTo>
                  <a:pt x="6920842" y="4652935"/>
                </a:lnTo>
                <a:lnTo>
                  <a:pt x="6920842" y="4605053"/>
                </a:lnTo>
                <a:lnTo>
                  <a:pt x="6949858" y="4605053"/>
                </a:lnTo>
                <a:lnTo>
                  <a:pt x="6949548" y="4605053"/>
                </a:lnTo>
                <a:lnTo>
                  <a:pt x="6969371" y="4604814"/>
                </a:lnTo>
                <a:lnTo>
                  <a:pt x="6968748" y="4604814"/>
                </a:lnTo>
                <a:lnTo>
                  <a:pt x="6988451" y="4604071"/>
                </a:lnTo>
                <a:lnTo>
                  <a:pt x="6987853" y="4604095"/>
                </a:lnTo>
                <a:lnTo>
                  <a:pt x="7007388" y="4602874"/>
                </a:lnTo>
                <a:lnTo>
                  <a:pt x="7006790" y="4602899"/>
                </a:lnTo>
                <a:lnTo>
                  <a:pt x="7026207" y="4601174"/>
                </a:lnTo>
                <a:lnTo>
                  <a:pt x="7025607" y="4601246"/>
                </a:lnTo>
                <a:lnTo>
                  <a:pt x="7044904" y="4599044"/>
                </a:lnTo>
                <a:lnTo>
                  <a:pt x="7044305" y="4599115"/>
                </a:lnTo>
                <a:lnTo>
                  <a:pt x="7063435" y="4596434"/>
                </a:lnTo>
                <a:lnTo>
                  <a:pt x="7062836" y="4596530"/>
                </a:lnTo>
                <a:lnTo>
                  <a:pt x="7081821" y="4593394"/>
                </a:lnTo>
                <a:lnTo>
                  <a:pt x="7081223" y="4593489"/>
                </a:lnTo>
                <a:lnTo>
                  <a:pt x="7100040" y="4589898"/>
                </a:lnTo>
                <a:lnTo>
                  <a:pt x="7099440" y="4590018"/>
                </a:lnTo>
                <a:lnTo>
                  <a:pt x="7106073" y="4588557"/>
                </a:lnTo>
                <a:lnTo>
                  <a:pt x="7116273" y="4635363"/>
                </a:lnTo>
                <a:moveTo>
                  <a:pt x="6777196" y="4652935"/>
                </a:moveTo>
                <a:lnTo>
                  <a:pt x="6585667" y="4652935"/>
                </a:lnTo>
                <a:lnTo>
                  <a:pt x="6585667" y="4605053"/>
                </a:lnTo>
                <a:lnTo>
                  <a:pt x="6777196" y="4605053"/>
                </a:lnTo>
                <a:lnTo>
                  <a:pt x="6777196" y="4652935"/>
                </a:lnTo>
                <a:moveTo>
                  <a:pt x="6442021" y="4652935"/>
                </a:moveTo>
                <a:lnTo>
                  <a:pt x="6250495" y="4652935"/>
                </a:lnTo>
                <a:lnTo>
                  <a:pt x="6250495" y="4605053"/>
                </a:lnTo>
                <a:lnTo>
                  <a:pt x="6442021" y="4605053"/>
                </a:lnTo>
                <a:lnTo>
                  <a:pt x="6442021" y="4652935"/>
                </a:lnTo>
                <a:moveTo>
                  <a:pt x="6106849" y="4652935"/>
                </a:moveTo>
                <a:lnTo>
                  <a:pt x="5915319" y="4652935"/>
                </a:lnTo>
                <a:lnTo>
                  <a:pt x="5915319" y="4605053"/>
                </a:lnTo>
                <a:lnTo>
                  <a:pt x="6106849" y="4605053"/>
                </a:lnTo>
                <a:lnTo>
                  <a:pt x="6106849" y="4652935"/>
                </a:lnTo>
                <a:moveTo>
                  <a:pt x="5771673" y="4652935"/>
                </a:moveTo>
                <a:lnTo>
                  <a:pt x="5580146" y="4652935"/>
                </a:lnTo>
                <a:lnTo>
                  <a:pt x="5580146" y="4605053"/>
                </a:lnTo>
                <a:lnTo>
                  <a:pt x="5771673" y="4605053"/>
                </a:lnTo>
                <a:lnTo>
                  <a:pt x="5771673" y="4652935"/>
                </a:lnTo>
                <a:moveTo>
                  <a:pt x="5436500" y="4652935"/>
                </a:moveTo>
                <a:lnTo>
                  <a:pt x="5244972" y="4652935"/>
                </a:lnTo>
                <a:lnTo>
                  <a:pt x="5244972" y="4605053"/>
                </a:lnTo>
                <a:lnTo>
                  <a:pt x="5436500" y="4605053"/>
                </a:lnTo>
                <a:lnTo>
                  <a:pt x="5436500" y="4652935"/>
                </a:lnTo>
                <a:moveTo>
                  <a:pt x="5101324" y="4652935"/>
                </a:moveTo>
                <a:lnTo>
                  <a:pt x="4909798" y="4652935"/>
                </a:lnTo>
                <a:lnTo>
                  <a:pt x="4909798" y="4605053"/>
                </a:lnTo>
                <a:lnTo>
                  <a:pt x="5101324" y="4605053"/>
                </a:lnTo>
                <a:lnTo>
                  <a:pt x="5101324" y="4652935"/>
                </a:lnTo>
                <a:moveTo>
                  <a:pt x="4766152" y="4652935"/>
                </a:moveTo>
                <a:lnTo>
                  <a:pt x="4574623" y="4652935"/>
                </a:lnTo>
                <a:lnTo>
                  <a:pt x="4574623" y="4605053"/>
                </a:lnTo>
                <a:lnTo>
                  <a:pt x="4766152" y="4605053"/>
                </a:lnTo>
                <a:lnTo>
                  <a:pt x="4766152" y="4652935"/>
                </a:lnTo>
                <a:moveTo>
                  <a:pt x="4430978" y="4652935"/>
                </a:moveTo>
                <a:lnTo>
                  <a:pt x="4239449" y="4652935"/>
                </a:lnTo>
                <a:lnTo>
                  <a:pt x="4239449" y="4605053"/>
                </a:lnTo>
                <a:lnTo>
                  <a:pt x="4430978" y="4605053"/>
                </a:lnTo>
                <a:lnTo>
                  <a:pt x="4430978" y="4652935"/>
                </a:lnTo>
                <a:moveTo>
                  <a:pt x="4095803" y="4652935"/>
                </a:moveTo>
                <a:lnTo>
                  <a:pt x="3904275" y="4652935"/>
                </a:lnTo>
                <a:lnTo>
                  <a:pt x="3904275" y="4605053"/>
                </a:lnTo>
                <a:lnTo>
                  <a:pt x="4095803" y="4605053"/>
                </a:lnTo>
                <a:lnTo>
                  <a:pt x="4095803" y="4652935"/>
                </a:lnTo>
                <a:moveTo>
                  <a:pt x="3760629" y="4652935"/>
                </a:moveTo>
                <a:lnTo>
                  <a:pt x="3569101" y="4652935"/>
                </a:lnTo>
                <a:lnTo>
                  <a:pt x="3569101" y="4605053"/>
                </a:lnTo>
                <a:lnTo>
                  <a:pt x="3760629" y="4605053"/>
                </a:lnTo>
                <a:lnTo>
                  <a:pt x="3760629" y="4652935"/>
                </a:lnTo>
                <a:moveTo>
                  <a:pt x="3425455" y="4652935"/>
                </a:moveTo>
                <a:lnTo>
                  <a:pt x="3233926" y="4652935"/>
                </a:lnTo>
                <a:lnTo>
                  <a:pt x="3233926" y="4605053"/>
                </a:lnTo>
                <a:lnTo>
                  <a:pt x="3425455" y="4605053"/>
                </a:lnTo>
                <a:lnTo>
                  <a:pt x="3425455" y="4652935"/>
                </a:lnTo>
                <a:moveTo>
                  <a:pt x="3090280" y="4652935"/>
                </a:moveTo>
                <a:lnTo>
                  <a:pt x="2898752" y="4652935"/>
                </a:lnTo>
                <a:lnTo>
                  <a:pt x="2898752" y="4605053"/>
                </a:lnTo>
                <a:lnTo>
                  <a:pt x="3090280" y="4605053"/>
                </a:lnTo>
                <a:lnTo>
                  <a:pt x="3090280" y="4652935"/>
                </a:lnTo>
                <a:moveTo>
                  <a:pt x="2755106" y="4652935"/>
                </a:moveTo>
                <a:lnTo>
                  <a:pt x="2563580" y="4652935"/>
                </a:lnTo>
                <a:lnTo>
                  <a:pt x="2563580" y="4605053"/>
                </a:lnTo>
                <a:lnTo>
                  <a:pt x="2755106" y="4605053"/>
                </a:lnTo>
                <a:lnTo>
                  <a:pt x="2755106" y="4652935"/>
                </a:lnTo>
                <a:moveTo>
                  <a:pt x="2419932" y="4652935"/>
                </a:moveTo>
                <a:lnTo>
                  <a:pt x="2228404" y="4652935"/>
                </a:lnTo>
                <a:lnTo>
                  <a:pt x="2228404" y="4605053"/>
                </a:lnTo>
                <a:lnTo>
                  <a:pt x="2419932" y="4605053"/>
                </a:lnTo>
                <a:lnTo>
                  <a:pt x="2419932" y="4652935"/>
                </a:lnTo>
                <a:moveTo>
                  <a:pt x="2084758" y="4652935"/>
                </a:moveTo>
                <a:lnTo>
                  <a:pt x="1893231" y="4652935"/>
                </a:lnTo>
                <a:lnTo>
                  <a:pt x="1893231" y="4605053"/>
                </a:lnTo>
                <a:lnTo>
                  <a:pt x="2084758" y="4605053"/>
                </a:lnTo>
                <a:lnTo>
                  <a:pt x="2084758" y="4652935"/>
                </a:lnTo>
                <a:moveTo>
                  <a:pt x="1749585" y="4652935"/>
                </a:moveTo>
                <a:lnTo>
                  <a:pt x="1558057" y="4652935"/>
                </a:lnTo>
                <a:lnTo>
                  <a:pt x="1558057" y="4605053"/>
                </a:lnTo>
                <a:lnTo>
                  <a:pt x="1749585" y="4605053"/>
                </a:lnTo>
                <a:lnTo>
                  <a:pt x="1749585" y="4652935"/>
                </a:lnTo>
                <a:moveTo>
                  <a:pt x="1414411" y="4652935"/>
                </a:moveTo>
                <a:lnTo>
                  <a:pt x="1222882" y="4652935"/>
                </a:lnTo>
                <a:lnTo>
                  <a:pt x="1222882" y="4605053"/>
                </a:lnTo>
                <a:lnTo>
                  <a:pt x="1414411" y="4605053"/>
                </a:lnTo>
                <a:lnTo>
                  <a:pt x="1414411" y="4652935"/>
                </a:lnTo>
                <a:moveTo>
                  <a:pt x="1079237" y="4652935"/>
                </a:moveTo>
                <a:lnTo>
                  <a:pt x="887708" y="4652935"/>
                </a:lnTo>
                <a:lnTo>
                  <a:pt x="887708" y="4605053"/>
                </a:lnTo>
                <a:lnTo>
                  <a:pt x="1079237" y="4605053"/>
                </a:lnTo>
                <a:lnTo>
                  <a:pt x="1079237" y="4652935"/>
                </a:lnTo>
                <a:moveTo>
                  <a:pt x="742577" y="4651379"/>
                </a:moveTo>
                <a:lnTo>
                  <a:pt x="730583" y="4650636"/>
                </a:lnTo>
                <a:lnTo>
                  <a:pt x="710569" y="4648842"/>
                </a:lnTo>
                <a:lnTo>
                  <a:pt x="690698" y="4646590"/>
                </a:lnTo>
                <a:lnTo>
                  <a:pt x="670971" y="4643814"/>
                </a:lnTo>
                <a:lnTo>
                  <a:pt x="651386" y="4640581"/>
                </a:lnTo>
                <a:lnTo>
                  <a:pt x="631993" y="4636846"/>
                </a:lnTo>
                <a:lnTo>
                  <a:pt x="612745" y="4632681"/>
                </a:lnTo>
                <a:lnTo>
                  <a:pt x="593688" y="4628012"/>
                </a:lnTo>
                <a:lnTo>
                  <a:pt x="574798" y="4622913"/>
                </a:lnTo>
                <a:lnTo>
                  <a:pt x="556125" y="4617358"/>
                </a:lnTo>
                <a:lnTo>
                  <a:pt x="548967" y="4615036"/>
                </a:lnTo>
                <a:lnTo>
                  <a:pt x="563737" y="4569476"/>
                </a:lnTo>
                <a:lnTo>
                  <a:pt x="570609" y="4571727"/>
                </a:lnTo>
                <a:lnTo>
                  <a:pt x="570058" y="4571535"/>
                </a:lnTo>
                <a:lnTo>
                  <a:pt x="588182" y="4576922"/>
                </a:lnTo>
                <a:lnTo>
                  <a:pt x="587607" y="4576778"/>
                </a:lnTo>
                <a:lnTo>
                  <a:pt x="605899" y="4581710"/>
                </a:lnTo>
                <a:lnTo>
                  <a:pt x="605323" y="4581567"/>
                </a:lnTo>
                <a:lnTo>
                  <a:pt x="623806" y="4586092"/>
                </a:lnTo>
                <a:lnTo>
                  <a:pt x="623232" y="4585948"/>
                </a:lnTo>
                <a:lnTo>
                  <a:pt x="641881" y="4590018"/>
                </a:lnTo>
                <a:lnTo>
                  <a:pt x="641283" y="4589898"/>
                </a:lnTo>
                <a:lnTo>
                  <a:pt x="660100" y="4593489"/>
                </a:lnTo>
                <a:lnTo>
                  <a:pt x="659502" y="4593394"/>
                </a:lnTo>
                <a:lnTo>
                  <a:pt x="678488" y="4596530"/>
                </a:lnTo>
                <a:lnTo>
                  <a:pt x="677888" y="4596434"/>
                </a:lnTo>
                <a:lnTo>
                  <a:pt x="697019" y="4599115"/>
                </a:lnTo>
                <a:lnTo>
                  <a:pt x="696419" y="4599044"/>
                </a:lnTo>
                <a:lnTo>
                  <a:pt x="715716" y="4601246"/>
                </a:lnTo>
                <a:lnTo>
                  <a:pt x="715117" y="4601174"/>
                </a:lnTo>
                <a:lnTo>
                  <a:pt x="734533" y="4602899"/>
                </a:lnTo>
                <a:lnTo>
                  <a:pt x="733935" y="4602874"/>
                </a:lnTo>
                <a:lnTo>
                  <a:pt x="745594" y="4603593"/>
                </a:lnTo>
                <a:lnTo>
                  <a:pt x="742577" y="4651379"/>
                </a:lnTo>
                <a:moveTo>
                  <a:pt x="412838" y="4556644"/>
                </a:moveTo>
                <a:lnTo>
                  <a:pt x="397492" y="4548073"/>
                </a:lnTo>
                <a:lnTo>
                  <a:pt x="381045" y="4538329"/>
                </a:lnTo>
                <a:lnTo>
                  <a:pt x="364860" y="4528226"/>
                </a:lnTo>
                <a:lnTo>
                  <a:pt x="348939" y="4517764"/>
                </a:lnTo>
                <a:lnTo>
                  <a:pt x="333282" y="4506894"/>
                </a:lnTo>
                <a:lnTo>
                  <a:pt x="317912" y="4495690"/>
                </a:lnTo>
                <a:lnTo>
                  <a:pt x="302805" y="4484127"/>
                </a:lnTo>
                <a:lnTo>
                  <a:pt x="288009" y="4472205"/>
                </a:lnTo>
                <a:lnTo>
                  <a:pt x="273501" y="4459923"/>
                </a:lnTo>
                <a:lnTo>
                  <a:pt x="259304" y="4447329"/>
                </a:lnTo>
                <a:lnTo>
                  <a:pt x="253200" y="4441631"/>
                </a:lnTo>
                <a:lnTo>
                  <a:pt x="285806" y="4406581"/>
                </a:lnTo>
                <a:lnTo>
                  <a:pt x="291720" y="4412088"/>
                </a:lnTo>
                <a:lnTo>
                  <a:pt x="291290" y="4411705"/>
                </a:lnTo>
                <a:lnTo>
                  <a:pt x="305055" y="4423915"/>
                </a:lnTo>
                <a:lnTo>
                  <a:pt x="304625" y="4423556"/>
                </a:lnTo>
                <a:lnTo>
                  <a:pt x="318702" y="4435454"/>
                </a:lnTo>
                <a:lnTo>
                  <a:pt x="318271" y="4435071"/>
                </a:lnTo>
                <a:lnTo>
                  <a:pt x="332611" y="4446635"/>
                </a:lnTo>
                <a:lnTo>
                  <a:pt x="332181" y="4446300"/>
                </a:lnTo>
                <a:lnTo>
                  <a:pt x="346809" y="4457504"/>
                </a:lnTo>
                <a:lnTo>
                  <a:pt x="346353" y="4457169"/>
                </a:lnTo>
                <a:lnTo>
                  <a:pt x="361269" y="4468038"/>
                </a:lnTo>
                <a:lnTo>
                  <a:pt x="360791" y="4467704"/>
                </a:lnTo>
                <a:lnTo>
                  <a:pt x="375968" y="4478237"/>
                </a:lnTo>
                <a:lnTo>
                  <a:pt x="375490" y="4477926"/>
                </a:lnTo>
                <a:lnTo>
                  <a:pt x="390932" y="4488077"/>
                </a:lnTo>
                <a:lnTo>
                  <a:pt x="390454" y="4487766"/>
                </a:lnTo>
                <a:lnTo>
                  <a:pt x="406158" y="4497558"/>
                </a:lnTo>
                <a:lnTo>
                  <a:pt x="405656" y="4497270"/>
                </a:lnTo>
                <a:lnTo>
                  <a:pt x="421601" y="4506704"/>
                </a:lnTo>
                <a:lnTo>
                  <a:pt x="421098" y="4506416"/>
                </a:lnTo>
                <a:lnTo>
                  <a:pt x="436205" y="4514843"/>
                </a:lnTo>
                <a:lnTo>
                  <a:pt x="412838" y="4556644"/>
                </a:lnTo>
                <a:moveTo>
                  <a:pt x="154539" y="4331311"/>
                </a:moveTo>
                <a:lnTo>
                  <a:pt x="146039" y="4319652"/>
                </a:lnTo>
                <a:lnTo>
                  <a:pt x="135171" y="4303994"/>
                </a:lnTo>
                <a:lnTo>
                  <a:pt x="124707" y="4288073"/>
                </a:lnTo>
                <a:lnTo>
                  <a:pt x="114605" y="4271889"/>
                </a:lnTo>
                <a:lnTo>
                  <a:pt x="104861" y="4255442"/>
                </a:lnTo>
                <a:lnTo>
                  <a:pt x="95548" y="4238756"/>
                </a:lnTo>
                <a:lnTo>
                  <a:pt x="86593" y="4221805"/>
                </a:lnTo>
                <a:lnTo>
                  <a:pt x="78047" y="4204616"/>
                </a:lnTo>
                <a:lnTo>
                  <a:pt x="69930" y="4187187"/>
                </a:lnTo>
                <a:lnTo>
                  <a:pt x="62199" y="4169541"/>
                </a:lnTo>
                <a:lnTo>
                  <a:pt x="58176" y="4159702"/>
                </a:lnTo>
                <a:lnTo>
                  <a:pt x="102514" y="4141603"/>
                </a:lnTo>
                <a:lnTo>
                  <a:pt x="106417" y="4151179"/>
                </a:lnTo>
                <a:lnTo>
                  <a:pt x="106202" y="4150629"/>
                </a:lnTo>
                <a:lnTo>
                  <a:pt x="113671" y="4167746"/>
                </a:lnTo>
                <a:lnTo>
                  <a:pt x="113431" y="4167196"/>
                </a:lnTo>
                <a:lnTo>
                  <a:pt x="121309" y="4184098"/>
                </a:lnTo>
                <a:lnTo>
                  <a:pt x="121069" y="4183571"/>
                </a:lnTo>
                <a:lnTo>
                  <a:pt x="129352" y="4200234"/>
                </a:lnTo>
                <a:lnTo>
                  <a:pt x="129089" y="4199707"/>
                </a:lnTo>
                <a:lnTo>
                  <a:pt x="137757" y="4216155"/>
                </a:lnTo>
                <a:lnTo>
                  <a:pt x="137469" y="4215628"/>
                </a:lnTo>
                <a:lnTo>
                  <a:pt x="146518" y="4231837"/>
                </a:lnTo>
                <a:lnTo>
                  <a:pt x="146232" y="4231334"/>
                </a:lnTo>
                <a:lnTo>
                  <a:pt x="155664" y="4247278"/>
                </a:lnTo>
                <a:lnTo>
                  <a:pt x="155376" y="4246775"/>
                </a:lnTo>
                <a:lnTo>
                  <a:pt x="165168" y="4262481"/>
                </a:lnTo>
                <a:lnTo>
                  <a:pt x="164857" y="4262002"/>
                </a:lnTo>
                <a:lnTo>
                  <a:pt x="175008" y="4277444"/>
                </a:lnTo>
                <a:lnTo>
                  <a:pt x="174697" y="4276966"/>
                </a:lnTo>
                <a:lnTo>
                  <a:pt x="185232" y="4292144"/>
                </a:lnTo>
                <a:lnTo>
                  <a:pt x="184896" y="4291665"/>
                </a:lnTo>
                <a:lnTo>
                  <a:pt x="193227" y="4303109"/>
                </a:lnTo>
                <a:lnTo>
                  <a:pt x="154539" y="4331311"/>
                </a:lnTo>
                <a:moveTo>
                  <a:pt x="15465" y="4017828"/>
                </a:moveTo>
                <a:lnTo>
                  <a:pt x="12352" y="4001548"/>
                </a:lnTo>
                <a:lnTo>
                  <a:pt x="9120" y="3981964"/>
                </a:lnTo>
                <a:lnTo>
                  <a:pt x="6343" y="3962237"/>
                </a:lnTo>
                <a:lnTo>
                  <a:pt x="4094" y="3942366"/>
                </a:lnTo>
                <a:lnTo>
                  <a:pt x="2298" y="3922351"/>
                </a:lnTo>
                <a:lnTo>
                  <a:pt x="1030" y="3902169"/>
                </a:lnTo>
                <a:lnTo>
                  <a:pt x="263" y="3881891"/>
                </a:lnTo>
                <a:lnTo>
                  <a:pt x="0" y="3861781"/>
                </a:lnTo>
                <a:lnTo>
                  <a:pt x="47881" y="3861158"/>
                </a:lnTo>
                <a:lnTo>
                  <a:pt x="48120" y="3880981"/>
                </a:lnTo>
                <a:lnTo>
                  <a:pt x="48120" y="3880382"/>
                </a:lnTo>
                <a:lnTo>
                  <a:pt x="48864" y="3900062"/>
                </a:lnTo>
                <a:lnTo>
                  <a:pt x="48839" y="3899464"/>
                </a:lnTo>
                <a:lnTo>
                  <a:pt x="50059" y="3919000"/>
                </a:lnTo>
                <a:lnTo>
                  <a:pt x="50035" y="3918400"/>
                </a:lnTo>
                <a:lnTo>
                  <a:pt x="51760" y="3937817"/>
                </a:lnTo>
                <a:lnTo>
                  <a:pt x="51689" y="3937218"/>
                </a:lnTo>
                <a:lnTo>
                  <a:pt x="53890" y="3956515"/>
                </a:lnTo>
                <a:lnTo>
                  <a:pt x="53819" y="3955917"/>
                </a:lnTo>
                <a:lnTo>
                  <a:pt x="56500" y="3975046"/>
                </a:lnTo>
                <a:lnTo>
                  <a:pt x="56405" y="3974446"/>
                </a:lnTo>
                <a:lnTo>
                  <a:pt x="59540" y="3993431"/>
                </a:lnTo>
                <a:lnTo>
                  <a:pt x="59445" y="3992833"/>
                </a:lnTo>
                <a:lnTo>
                  <a:pt x="62509" y="4008802"/>
                </a:lnTo>
                <a:lnTo>
                  <a:pt x="15465" y="401782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7" name="path-356">
            <a:extLst xmlns:a="http://schemas.openxmlformats.org/drawingml/2006/main">
              <a:ext uri="{FF2B5EF4-FFF2-40B4-BE49-F238E27FC236}">
                <a16:creationId xmlns:a16="http://schemas.microsoft.com/office/drawing/2014/main" id="{A13BDE08-B50C-4225-8CF3-25ACF3D9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7652" y="4888439"/>
            <a:ext cx="7741323" cy="3436731"/>
          </a:xfrm>
          <a:custGeom xmlns:a="http://schemas.openxmlformats.org/drawingml/2006/main">
            <a:pathLst>
              <a:path w="7741323" h="3436731">
                <a:moveTo>
                  <a:pt x="0" y="2847974"/>
                </a:moveTo>
                <a:lnTo>
                  <a:pt x="0" y="2656447"/>
                </a:lnTo>
                <a:lnTo>
                  <a:pt x="47881" y="2656447"/>
                </a:lnTo>
                <a:lnTo>
                  <a:pt x="47881" y="2847974"/>
                </a:lnTo>
                <a:lnTo>
                  <a:pt x="0" y="2847974"/>
                </a:lnTo>
                <a:moveTo>
                  <a:pt x="0" y="2512800"/>
                </a:moveTo>
                <a:lnTo>
                  <a:pt x="0" y="2321272"/>
                </a:lnTo>
                <a:lnTo>
                  <a:pt x="47881" y="2321272"/>
                </a:lnTo>
                <a:lnTo>
                  <a:pt x="47881" y="2512800"/>
                </a:lnTo>
                <a:lnTo>
                  <a:pt x="0" y="2512800"/>
                </a:lnTo>
                <a:moveTo>
                  <a:pt x="0" y="2177626"/>
                </a:moveTo>
                <a:lnTo>
                  <a:pt x="0" y="1986098"/>
                </a:lnTo>
                <a:lnTo>
                  <a:pt x="47881" y="1986098"/>
                </a:lnTo>
                <a:lnTo>
                  <a:pt x="47881" y="2177626"/>
                </a:lnTo>
                <a:lnTo>
                  <a:pt x="0" y="2177626"/>
                </a:lnTo>
                <a:moveTo>
                  <a:pt x="0" y="1842451"/>
                </a:moveTo>
                <a:lnTo>
                  <a:pt x="0" y="1650924"/>
                </a:lnTo>
                <a:lnTo>
                  <a:pt x="47881" y="1650924"/>
                </a:lnTo>
                <a:lnTo>
                  <a:pt x="47881" y="1842451"/>
                </a:lnTo>
                <a:lnTo>
                  <a:pt x="0" y="1842451"/>
                </a:lnTo>
                <a:moveTo>
                  <a:pt x="0" y="1507278"/>
                </a:moveTo>
                <a:lnTo>
                  <a:pt x="0" y="1315751"/>
                </a:lnTo>
                <a:lnTo>
                  <a:pt x="47881" y="1315751"/>
                </a:lnTo>
                <a:lnTo>
                  <a:pt x="47881" y="1507278"/>
                </a:lnTo>
                <a:lnTo>
                  <a:pt x="0" y="1507278"/>
                </a:lnTo>
                <a:moveTo>
                  <a:pt x="0" y="1172104"/>
                </a:moveTo>
                <a:lnTo>
                  <a:pt x="0" y="980575"/>
                </a:lnTo>
                <a:lnTo>
                  <a:pt x="47881" y="980575"/>
                </a:lnTo>
                <a:lnTo>
                  <a:pt x="47881" y="1172104"/>
                </a:lnTo>
                <a:lnTo>
                  <a:pt x="0" y="1172104"/>
                </a:lnTo>
                <a:moveTo>
                  <a:pt x="0" y="836930"/>
                </a:moveTo>
                <a:lnTo>
                  <a:pt x="0" y="645401"/>
                </a:lnTo>
                <a:lnTo>
                  <a:pt x="47881" y="645401"/>
                </a:lnTo>
                <a:lnTo>
                  <a:pt x="47881" y="836930"/>
                </a:lnTo>
                <a:lnTo>
                  <a:pt x="0" y="836930"/>
                </a:lnTo>
                <a:moveTo>
                  <a:pt x="6943" y="498164"/>
                </a:moveTo>
                <a:lnTo>
                  <a:pt x="9193" y="484566"/>
                </a:lnTo>
                <a:lnTo>
                  <a:pt x="11969" y="470129"/>
                </a:lnTo>
                <a:lnTo>
                  <a:pt x="15082" y="455813"/>
                </a:lnTo>
                <a:lnTo>
                  <a:pt x="18529" y="441639"/>
                </a:lnTo>
                <a:lnTo>
                  <a:pt x="22335" y="427586"/>
                </a:lnTo>
                <a:lnTo>
                  <a:pt x="26478" y="413700"/>
                </a:lnTo>
                <a:lnTo>
                  <a:pt x="30930" y="399934"/>
                </a:lnTo>
                <a:lnTo>
                  <a:pt x="35719" y="386335"/>
                </a:lnTo>
                <a:lnTo>
                  <a:pt x="40842" y="372880"/>
                </a:lnTo>
                <a:lnTo>
                  <a:pt x="46278" y="359570"/>
                </a:lnTo>
                <a:lnTo>
                  <a:pt x="52023" y="346449"/>
                </a:lnTo>
                <a:lnTo>
                  <a:pt x="58081" y="333497"/>
                </a:lnTo>
                <a:lnTo>
                  <a:pt x="64424" y="320713"/>
                </a:lnTo>
                <a:lnTo>
                  <a:pt x="69955" y="310203"/>
                </a:lnTo>
                <a:lnTo>
                  <a:pt x="112307" y="332541"/>
                </a:lnTo>
                <a:lnTo>
                  <a:pt x="106896" y="342787"/>
                </a:lnTo>
                <a:lnTo>
                  <a:pt x="107159" y="342285"/>
                </a:lnTo>
                <a:lnTo>
                  <a:pt x="101079" y="354543"/>
                </a:lnTo>
                <a:lnTo>
                  <a:pt x="101342" y="354016"/>
                </a:lnTo>
                <a:lnTo>
                  <a:pt x="95524" y="366441"/>
                </a:lnTo>
                <a:lnTo>
                  <a:pt x="95763" y="365914"/>
                </a:lnTo>
                <a:lnTo>
                  <a:pt x="90257" y="378507"/>
                </a:lnTo>
                <a:lnTo>
                  <a:pt x="90496" y="377957"/>
                </a:lnTo>
                <a:lnTo>
                  <a:pt x="85278" y="390717"/>
                </a:lnTo>
                <a:lnTo>
                  <a:pt x="85493" y="390166"/>
                </a:lnTo>
                <a:lnTo>
                  <a:pt x="80584" y="403071"/>
                </a:lnTo>
                <a:lnTo>
                  <a:pt x="80801" y="402520"/>
                </a:lnTo>
                <a:lnTo>
                  <a:pt x="76203" y="415568"/>
                </a:lnTo>
                <a:lnTo>
                  <a:pt x="76395" y="414993"/>
                </a:lnTo>
                <a:lnTo>
                  <a:pt x="72109" y="428184"/>
                </a:lnTo>
                <a:lnTo>
                  <a:pt x="72277" y="427634"/>
                </a:lnTo>
                <a:lnTo>
                  <a:pt x="68303" y="440969"/>
                </a:lnTo>
                <a:lnTo>
                  <a:pt x="68471" y="440395"/>
                </a:lnTo>
                <a:lnTo>
                  <a:pt x="64831" y="453849"/>
                </a:lnTo>
                <a:lnTo>
                  <a:pt x="64975" y="453275"/>
                </a:lnTo>
                <a:lnTo>
                  <a:pt x="61672" y="466874"/>
                </a:lnTo>
                <a:lnTo>
                  <a:pt x="61791" y="466299"/>
                </a:lnTo>
                <a:lnTo>
                  <a:pt x="58798" y="480017"/>
                </a:lnTo>
                <a:lnTo>
                  <a:pt x="58918" y="479442"/>
                </a:lnTo>
                <a:lnTo>
                  <a:pt x="56285" y="493281"/>
                </a:lnTo>
                <a:lnTo>
                  <a:pt x="56380" y="492681"/>
                </a:lnTo>
                <a:lnTo>
                  <a:pt x="54177" y="505993"/>
                </a:lnTo>
                <a:lnTo>
                  <a:pt x="6943" y="498164"/>
                </a:lnTo>
                <a:moveTo>
                  <a:pt x="156981" y="188559"/>
                </a:moveTo>
                <a:lnTo>
                  <a:pt x="162583" y="182550"/>
                </a:lnTo>
                <a:lnTo>
                  <a:pt x="172446" y="172447"/>
                </a:lnTo>
                <a:lnTo>
                  <a:pt x="182549" y="162583"/>
                </a:lnTo>
                <a:lnTo>
                  <a:pt x="192892" y="152959"/>
                </a:lnTo>
                <a:lnTo>
                  <a:pt x="203451" y="143574"/>
                </a:lnTo>
                <a:lnTo>
                  <a:pt x="214247" y="134452"/>
                </a:lnTo>
                <a:lnTo>
                  <a:pt x="225260" y="125594"/>
                </a:lnTo>
                <a:lnTo>
                  <a:pt x="236489" y="116976"/>
                </a:lnTo>
                <a:lnTo>
                  <a:pt x="247909" y="108643"/>
                </a:lnTo>
                <a:lnTo>
                  <a:pt x="259568" y="100552"/>
                </a:lnTo>
                <a:lnTo>
                  <a:pt x="271395" y="92771"/>
                </a:lnTo>
                <a:lnTo>
                  <a:pt x="283437" y="85254"/>
                </a:lnTo>
                <a:lnTo>
                  <a:pt x="295670" y="78023"/>
                </a:lnTo>
                <a:lnTo>
                  <a:pt x="308097" y="71080"/>
                </a:lnTo>
                <a:lnTo>
                  <a:pt x="314560" y="67657"/>
                </a:lnTo>
                <a:lnTo>
                  <a:pt x="336897" y="110009"/>
                </a:lnTo>
                <a:lnTo>
                  <a:pt x="330696" y="113288"/>
                </a:lnTo>
                <a:lnTo>
                  <a:pt x="331223" y="113002"/>
                </a:lnTo>
                <a:lnTo>
                  <a:pt x="319300" y="119680"/>
                </a:lnTo>
                <a:lnTo>
                  <a:pt x="319803" y="119370"/>
                </a:lnTo>
                <a:lnTo>
                  <a:pt x="308073" y="126313"/>
                </a:lnTo>
                <a:lnTo>
                  <a:pt x="308551" y="126026"/>
                </a:lnTo>
                <a:lnTo>
                  <a:pt x="297011" y="133232"/>
                </a:lnTo>
                <a:lnTo>
                  <a:pt x="297490" y="132920"/>
                </a:lnTo>
                <a:lnTo>
                  <a:pt x="286118" y="140390"/>
                </a:lnTo>
                <a:lnTo>
                  <a:pt x="286597" y="140078"/>
                </a:lnTo>
                <a:lnTo>
                  <a:pt x="275440" y="147812"/>
                </a:lnTo>
                <a:lnTo>
                  <a:pt x="275896" y="147500"/>
                </a:lnTo>
                <a:lnTo>
                  <a:pt x="264930" y="155496"/>
                </a:lnTo>
                <a:lnTo>
                  <a:pt x="265386" y="155138"/>
                </a:lnTo>
                <a:lnTo>
                  <a:pt x="254613" y="163397"/>
                </a:lnTo>
                <a:lnTo>
                  <a:pt x="255067" y="163062"/>
                </a:lnTo>
                <a:lnTo>
                  <a:pt x="244508" y="171561"/>
                </a:lnTo>
                <a:lnTo>
                  <a:pt x="244940" y="171203"/>
                </a:lnTo>
                <a:lnTo>
                  <a:pt x="234596" y="179964"/>
                </a:lnTo>
                <a:lnTo>
                  <a:pt x="235028" y="179582"/>
                </a:lnTo>
                <a:lnTo>
                  <a:pt x="224876" y="188583"/>
                </a:lnTo>
                <a:lnTo>
                  <a:pt x="225308" y="188200"/>
                </a:lnTo>
                <a:lnTo>
                  <a:pt x="215372" y="197417"/>
                </a:lnTo>
                <a:lnTo>
                  <a:pt x="215803" y="197034"/>
                </a:lnTo>
                <a:lnTo>
                  <a:pt x="206108" y="206491"/>
                </a:lnTo>
                <a:lnTo>
                  <a:pt x="206491" y="206108"/>
                </a:lnTo>
                <a:lnTo>
                  <a:pt x="197033" y="215804"/>
                </a:lnTo>
                <a:lnTo>
                  <a:pt x="197416" y="215373"/>
                </a:lnTo>
                <a:lnTo>
                  <a:pt x="192029" y="221191"/>
                </a:lnTo>
                <a:lnTo>
                  <a:pt x="156981" y="188559"/>
                </a:lnTo>
                <a:moveTo>
                  <a:pt x="454256" y="15466"/>
                </a:moveTo>
                <a:lnTo>
                  <a:pt x="455812" y="15083"/>
                </a:lnTo>
                <a:lnTo>
                  <a:pt x="470128" y="11970"/>
                </a:lnTo>
                <a:lnTo>
                  <a:pt x="484566" y="9194"/>
                </a:lnTo>
                <a:lnTo>
                  <a:pt x="499121" y="6776"/>
                </a:lnTo>
                <a:lnTo>
                  <a:pt x="513797" y="4717"/>
                </a:lnTo>
                <a:lnTo>
                  <a:pt x="528592" y="3041"/>
                </a:lnTo>
                <a:lnTo>
                  <a:pt x="543483" y="1724"/>
                </a:lnTo>
                <a:lnTo>
                  <a:pt x="558472" y="766"/>
                </a:lnTo>
                <a:lnTo>
                  <a:pt x="573578" y="192"/>
                </a:lnTo>
                <a:lnTo>
                  <a:pt x="588614" y="0"/>
                </a:lnTo>
                <a:lnTo>
                  <a:pt x="650334" y="0"/>
                </a:lnTo>
                <a:lnTo>
                  <a:pt x="650334" y="47882"/>
                </a:lnTo>
                <a:lnTo>
                  <a:pt x="588757" y="47882"/>
                </a:lnTo>
                <a:lnTo>
                  <a:pt x="589068" y="47882"/>
                </a:lnTo>
                <a:lnTo>
                  <a:pt x="574488" y="48073"/>
                </a:lnTo>
                <a:lnTo>
                  <a:pt x="575086" y="48050"/>
                </a:lnTo>
                <a:lnTo>
                  <a:pt x="560602" y="48600"/>
                </a:lnTo>
                <a:lnTo>
                  <a:pt x="561200" y="48577"/>
                </a:lnTo>
                <a:lnTo>
                  <a:pt x="546811" y="49486"/>
                </a:lnTo>
                <a:lnTo>
                  <a:pt x="547411" y="49438"/>
                </a:lnTo>
                <a:lnTo>
                  <a:pt x="533117" y="50707"/>
                </a:lnTo>
                <a:lnTo>
                  <a:pt x="533739" y="50636"/>
                </a:lnTo>
                <a:lnTo>
                  <a:pt x="519543" y="52263"/>
                </a:lnTo>
                <a:lnTo>
                  <a:pt x="520141" y="52191"/>
                </a:lnTo>
                <a:lnTo>
                  <a:pt x="506064" y="54154"/>
                </a:lnTo>
                <a:lnTo>
                  <a:pt x="506664" y="54059"/>
                </a:lnTo>
                <a:lnTo>
                  <a:pt x="492680" y="56381"/>
                </a:lnTo>
                <a:lnTo>
                  <a:pt x="493280" y="56285"/>
                </a:lnTo>
                <a:lnTo>
                  <a:pt x="479442" y="58919"/>
                </a:lnTo>
                <a:lnTo>
                  <a:pt x="480016" y="58799"/>
                </a:lnTo>
                <a:lnTo>
                  <a:pt x="466298" y="61791"/>
                </a:lnTo>
                <a:lnTo>
                  <a:pt x="466873" y="61673"/>
                </a:lnTo>
                <a:lnTo>
                  <a:pt x="465605" y="61983"/>
                </a:lnTo>
                <a:lnTo>
                  <a:pt x="454256" y="15466"/>
                </a:lnTo>
                <a:moveTo>
                  <a:pt x="793980" y="0"/>
                </a:moveTo>
                <a:lnTo>
                  <a:pt x="985506" y="0"/>
                </a:lnTo>
                <a:lnTo>
                  <a:pt x="985506" y="47882"/>
                </a:lnTo>
                <a:lnTo>
                  <a:pt x="793980" y="47882"/>
                </a:lnTo>
                <a:lnTo>
                  <a:pt x="793980" y="0"/>
                </a:lnTo>
                <a:moveTo>
                  <a:pt x="1129152" y="0"/>
                </a:moveTo>
                <a:lnTo>
                  <a:pt x="1320681" y="0"/>
                </a:lnTo>
                <a:lnTo>
                  <a:pt x="1320681" y="47882"/>
                </a:lnTo>
                <a:lnTo>
                  <a:pt x="1129152" y="47882"/>
                </a:lnTo>
                <a:lnTo>
                  <a:pt x="1129152" y="0"/>
                </a:lnTo>
                <a:moveTo>
                  <a:pt x="1464326" y="0"/>
                </a:moveTo>
                <a:lnTo>
                  <a:pt x="1655855" y="0"/>
                </a:lnTo>
                <a:lnTo>
                  <a:pt x="1655855" y="47882"/>
                </a:lnTo>
                <a:lnTo>
                  <a:pt x="1464326" y="47882"/>
                </a:lnTo>
                <a:lnTo>
                  <a:pt x="1464326" y="0"/>
                </a:lnTo>
                <a:moveTo>
                  <a:pt x="1799501" y="0"/>
                </a:moveTo>
                <a:lnTo>
                  <a:pt x="1991029" y="0"/>
                </a:lnTo>
                <a:lnTo>
                  <a:pt x="1991029" y="47882"/>
                </a:lnTo>
                <a:lnTo>
                  <a:pt x="1799501" y="47882"/>
                </a:lnTo>
                <a:lnTo>
                  <a:pt x="1799501" y="0"/>
                </a:lnTo>
                <a:moveTo>
                  <a:pt x="2134675" y="0"/>
                </a:moveTo>
                <a:lnTo>
                  <a:pt x="2326203" y="0"/>
                </a:lnTo>
                <a:lnTo>
                  <a:pt x="2326203" y="47882"/>
                </a:lnTo>
                <a:lnTo>
                  <a:pt x="2134675" y="47882"/>
                </a:lnTo>
                <a:lnTo>
                  <a:pt x="2134675" y="0"/>
                </a:lnTo>
                <a:moveTo>
                  <a:pt x="2469849" y="0"/>
                </a:moveTo>
                <a:lnTo>
                  <a:pt x="2661378" y="0"/>
                </a:lnTo>
                <a:lnTo>
                  <a:pt x="2661378" y="47882"/>
                </a:lnTo>
                <a:lnTo>
                  <a:pt x="2469849" y="47882"/>
                </a:lnTo>
                <a:lnTo>
                  <a:pt x="2469849" y="0"/>
                </a:lnTo>
                <a:moveTo>
                  <a:pt x="2805024" y="0"/>
                </a:moveTo>
                <a:lnTo>
                  <a:pt x="2996552" y="0"/>
                </a:lnTo>
                <a:lnTo>
                  <a:pt x="2996552" y="47882"/>
                </a:lnTo>
                <a:lnTo>
                  <a:pt x="2805024" y="47882"/>
                </a:lnTo>
                <a:lnTo>
                  <a:pt x="2805024" y="0"/>
                </a:lnTo>
                <a:moveTo>
                  <a:pt x="3140198" y="0"/>
                </a:moveTo>
                <a:lnTo>
                  <a:pt x="3331726" y="0"/>
                </a:lnTo>
                <a:lnTo>
                  <a:pt x="3331726" y="47882"/>
                </a:lnTo>
                <a:lnTo>
                  <a:pt x="3140198" y="47882"/>
                </a:lnTo>
                <a:lnTo>
                  <a:pt x="3140198" y="0"/>
                </a:lnTo>
                <a:moveTo>
                  <a:pt x="3475372" y="0"/>
                </a:moveTo>
                <a:lnTo>
                  <a:pt x="3666900" y="0"/>
                </a:lnTo>
                <a:lnTo>
                  <a:pt x="3666900" y="47882"/>
                </a:lnTo>
                <a:lnTo>
                  <a:pt x="3475372" y="47882"/>
                </a:lnTo>
                <a:lnTo>
                  <a:pt x="3475372" y="0"/>
                </a:lnTo>
                <a:moveTo>
                  <a:pt x="3810546" y="0"/>
                </a:moveTo>
                <a:lnTo>
                  <a:pt x="4002073" y="0"/>
                </a:lnTo>
                <a:lnTo>
                  <a:pt x="4002073" y="47882"/>
                </a:lnTo>
                <a:lnTo>
                  <a:pt x="3810546" y="47882"/>
                </a:lnTo>
                <a:lnTo>
                  <a:pt x="3810546" y="0"/>
                </a:lnTo>
                <a:moveTo>
                  <a:pt x="4145719" y="0"/>
                </a:moveTo>
                <a:lnTo>
                  <a:pt x="4337247" y="0"/>
                </a:lnTo>
                <a:lnTo>
                  <a:pt x="4337247" y="47882"/>
                </a:lnTo>
                <a:lnTo>
                  <a:pt x="4145719" y="47882"/>
                </a:lnTo>
                <a:lnTo>
                  <a:pt x="4145719" y="0"/>
                </a:lnTo>
                <a:moveTo>
                  <a:pt x="4480895" y="0"/>
                </a:moveTo>
                <a:lnTo>
                  <a:pt x="4672422" y="0"/>
                </a:lnTo>
                <a:lnTo>
                  <a:pt x="4672422" y="47882"/>
                </a:lnTo>
                <a:lnTo>
                  <a:pt x="4480895" y="47882"/>
                </a:lnTo>
                <a:lnTo>
                  <a:pt x="4480895" y="0"/>
                </a:lnTo>
                <a:moveTo>
                  <a:pt x="4816067" y="0"/>
                </a:moveTo>
                <a:lnTo>
                  <a:pt x="5007596" y="0"/>
                </a:lnTo>
                <a:lnTo>
                  <a:pt x="5007596" y="47882"/>
                </a:lnTo>
                <a:lnTo>
                  <a:pt x="4816067" y="47882"/>
                </a:lnTo>
                <a:lnTo>
                  <a:pt x="4816067" y="0"/>
                </a:lnTo>
                <a:moveTo>
                  <a:pt x="5151242" y="0"/>
                </a:moveTo>
                <a:lnTo>
                  <a:pt x="5342770" y="0"/>
                </a:lnTo>
                <a:lnTo>
                  <a:pt x="5342770" y="47882"/>
                </a:lnTo>
                <a:lnTo>
                  <a:pt x="5151242" y="47882"/>
                </a:lnTo>
                <a:lnTo>
                  <a:pt x="5151242" y="0"/>
                </a:lnTo>
                <a:moveTo>
                  <a:pt x="5486416" y="0"/>
                </a:moveTo>
                <a:lnTo>
                  <a:pt x="5677944" y="0"/>
                </a:lnTo>
                <a:lnTo>
                  <a:pt x="5677944" y="47882"/>
                </a:lnTo>
                <a:lnTo>
                  <a:pt x="5486416" y="47882"/>
                </a:lnTo>
                <a:lnTo>
                  <a:pt x="5486416" y="0"/>
                </a:lnTo>
                <a:moveTo>
                  <a:pt x="5821590" y="0"/>
                </a:moveTo>
                <a:lnTo>
                  <a:pt x="6013119" y="0"/>
                </a:lnTo>
                <a:lnTo>
                  <a:pt x="6013119" y="47882"/>
                </a:lnTo>
                <a:lnTo>
                  <a:pt x="5821590" y="47882"/>
                </a:lnTo>
                <a:lnTo>
                  <a:pt x="5821590" y="0"/>
                </a:lnTo>
                <a:moveTo>
                  <a:pt x="6156764" y="0"/>
                </a:moveTo>
                <a:lnTo>
                  <a:pt x="6348293" y="0"/>
                </a:lnTo>
                <a:lnTo>
                  <a:pt x="6348293" y="47882"/>
                </a:lnTo>
                <a:lnTo>
                  <a:pt x="6156764" y="47882"/>
                </a:lnTo>
                <a:lnTo>
                  <a:pt x="6156764" y="0"/>
                </a:lnTo>
                <a:moveTo>
                  <a:pt x="6491939" y="0"/>
                </a:moveTo>
                <a:lnTo>
                  <a:pt x="6683467" y="0"/>
                </a:lnTo>
                <a:lnTo>
                  <a:pt x="6683467" y="47882"/>
                </a:lnTo>
                <a:lnTo>
                  <a:pt x="6491939" y="47882"/>
                </a:lnTo>
                <a:lnTo>
                  <a:pt x="6491939" y="0"/>
                </a:lnTo>
                <a:moveTo>
                  <a:pt x="6827113" y="0"/>
                </a:moveTo>
                <a:lnTo>
                  <a:pt x="7018640" y="0"/>
                </a:lnTo>
                <a:lnTo>
                  <a:pt x="7018640" y="47882"/>
                </a:lnTo>
                <a:lnTo>
                  <a:pt x="6827113" y="47882"/>
                </a:lnTo>
                <a:lnTo>
                  <a:pt x="6827113" y="0"/>
                </a:lnTo>
                <a:moveTo>
                  <a:pt x="7162573" y="120"/>
                </a:moveTo>
                <a:lnTo>
                  <a:pt x="7167745" y="192"/>
                </a:lnTo>
                <a:lnTo>
                  <a:pt x="7182851" y="766"/>
                </a:lnTo>
                <a:lnTo>
                  <a:pt x="7197840" y="1724"/>
                </a:lnTo>
                <a:lnTo>
                  <a:pt x="7212731" y="3041"/>
                </a:lnTo>
                <a:lnTo>
                  <a:pt x="7227526" y="4717"/>
                </a:lnTo>
                <a:lnTo>
                  <a:pt x="7242202" y="6776"/>
                </a:lnTo>
                <a:lnTo>
                  <a:pt x="7256758" y="9194"/>
                </a:lnTo>
                <a:lnTo>
                  <a:pt x="7271195" y="11970"/>
                </a:lnTo>
                <a:lnTo>
                  <a:pt x="7285511" y="15083"/>
                </a:lnTo>
                <a:lnTo>
                  <a:pt x="7299685" y="18530"/>
                </a:lnTo>
                <a:lnTo>
                  <a:pt x="7313738" y="22336"/>
                </a:lnTo>
                <a:lnTo>
                  <a:pt x="7327624" y="26479"/>
                </a:lnTo>
                <a:lnTo>
                  <a:pt x="7341389" y="30931"/>
                </a:lnTo>
                <a:lnTo>
                  <a:pt x="7354987" y="35720"/>
                </a:lnTo>
                <a:lnTo>
                  <a:pt x="7358100" y="36918"/>
                </a:lnTo>
                <a:lnTo>
                  <a:pt x="7341079" y="81663"/>
                </a:lnTo>
                <a:lnTo>
                  <a:pt x="7338253" y="80585"/>
                </a:lnTo>
                <a:lnTo>
                  <a:pt x="7338805" y="80801"/>
                </a:lnTo>
                <a:lnTo>
                  <a:pt x="7325755" y="76204"/>
                </a:lnTo>
                <a:lnTo>
                  <a:pt x="7326331" y="76396"/>
                </a:lnTo>
                <a:lnTo>
                  <a:pt x="7313138" y="72110"/>
                </a:lnTo>
                <a:lnTo>
                  <a:pt x="7313689" y="72278"/>
                </a:lnTo>
                <a:lnTo>
                  <a:pt x="7300354" y="68304"/>
                </a:lnTo>
                <a:lnTo>
                  <a:pt x="7300929" y="68471"/>
                </a:lnTo>
                <a:lnTo>
                  <a:pt x="7287475" y="64832"/>
                </a:lnTo>
                <a:lnTo>
                  <a:pt x="7288048" y="64976"/>
                </a:lnTo>
                <a:lnTo>
                  <a:pt x="7274450" y="61673"/>
                </a:lnTo>
                <a:lnTo>
                  <a:pt x="7275025" y="61791"/>
                </a:lnTo>
                <a:lnTo>
                  <a:pt x="7261307" y="58799"/>
                </a:lnTo>
                <a:lnTo>
                  <a:pt x="7261881" y="58919"/>
                </a:lnTo>
                <a:lnTo>
                  <a:pt x="7248043" y="56285"/>
                </a:lnTo>
                <a:lnTo>
                  <a:pt x="7248643" y="56381"/>
                </a:lnTo>
                <a:lnTo>
                  <a:pt x="7234660" y="54059"/>
                </a:lnTo>
                <a:lnTo>
                  <a:pt x="7235259" y="54154"/>
                </a:lnTo>
                <a:lnTo>
                  <a:pt x="7221182" y="52191"/>
                </a:lnTo>
                <a:lnTo>
                  <a:pt x="7221780" y="52263"/>
                </a:lnTo>
                <a:lnTo>
                  <a:pt x="7207584" y="50636"/>
                </a:lnTo>
                <a:lnTo>
                  <a:pt x="7208204" y="50707"/>
                </a:lnTo>
                <a:lnTo>
                  <a:pt x="7193913" y="49438"/>
                </a:lnTo>
                <a:lnTo>
                  <a:pt x="7194512" y="49486"/>
                </a:lnTo>
                <a:lnTo>
                  <a:pt x="7180123" y="48577"/>
                </a:lnTo>
                <a:lnTo>
                  <a:pt x="7180723" y="48600"/>
                </a:lnTo>
                <a:lnTo>
                  <a:pt x="7166237" y="48050"/>
                </a:lnTo>
                <a:lnTo>
                  <a:pt x="7166837" y="48073"/>
                </a:lnTo>
                <a:lnTo>
                  <a:pt x="7161975" y="48001"/>
                </a:lnTo>
                <a:lnTo>
                  <a:pt x="7162573" y="120"/>
                </a:lnTo>
                <a:moveTo>
                  <a:pt x="7490016" y="106298"/>
                </a:moveTo>
                <a:lnTo>
                  <a:pt x="7493415" y="108643"/>
                </a:lnTo>
                <a:lnTo>
                  <a:pt x="7504834" y="116976"/>
                </a:lnTo>
                <a:lnTo>
                  <a:pt x="7516062" y="125594"/>
                </a:lnTo>
                <a:lnTo>
                  <a:pt x="7527075" y="134452"/>
                </a:lnTo>
                <a:lnTo>
                  <a:pt x="7537874" y="143574"/>
                </a:lnTo>
                <a:lnTo>
                  <a:pt x="7548431" y="152959"/>
                </a:lnTo>
                <a:lnTo>
                  <a:pt x="7558774" y="162583"/>
                </a:lnTo>
                <a:lnTo>
                  <a:pt x="7568877" y="172447"/>
                </a:lnTo>
                <a:lnTo>
                  <a:pt x="7578741" y="182550"/>
                </a:lnTo>
                <a:lnTo>
                  <a:pt x="7588365" y="192893"/>
                </a:lnTo>
                <a:lnTo>
                  <a:pt x="7597750" y="203450"/>
                </a:lnTo>
                <a:lnTo>
                  <a:pt x="7606870" y="214248"/>
                </a:lnTo>
                <a:lnTo>
                  <a:pt x="7615730" y="225260"/>
                </a:lnTo>
                <a:lnTo>
                  <a:pt x="7624348" y="236490"/>
                </a:lnTo>
                <a:lnTo>
                  <a:pt x="7631244" y="245922"/>
                </a:lnTo>
                <a:lnTo>
                  <a:pt x="7592554" y="274148"/>
                </a:lnTo>
                <a:lnTo>
                  <a:pt x="7585828" y="264931"/>
                </a:lnTo>
                <a:lnTo>
                  <a:pt x="7586162" y="265386"/>
                </a:lnTo>
                <a:lnTo>
                  <a:pt x="7577926" y="254612"/>
                </a:lnTo>
                <a:lnTo>
                  <a:pt x="7578262" y="255068"/>
                </a:lnTo>
                <a:lnTo>
                  <a:pt x="7569763" y="244509"/>
                </a:lnTo>
                <a:lnTo>
                  <a:pt x="7570122" y="244941"/>
                </a:lnTo>
                <a:lnTo>
                  <a:pt x="7561360" y="234574"/>
                </a:lnTo>
                <a:lnTo>
                  <a:pt x="7561742" y="235029"/>
                </a:lnTo>
                <a:lnTo>
                  <a:pt x="7552740" y="224877"/>
                </a:lnTo>
                <a:lnTo>
                  <a:pt x="7553124" y="225309"/>
                </a:lnTo>
                <a:lnTo>
                  <a:pt x="7543907" y="215373"/>
                </a:lnTo>
                <a:lnTo>
                  <a:pt x="7544289" y="215804"/>
                </a:lnTo>
                <a:lnTo>
                  <a:pt x="7534832" y="206108"/>
                </a:lnTo>
                <a:lnTo>
                  <a:pt x="7535215" y="206491"/>
                </a:lnTo>
                <a:lnTo>
                  <a:pt x="7525520" y="197034"/>
                </a:lnTo>
                <a:lnTo>
                  <a:pt x="7525951" y="197417"/>
                </a:lnTo>
                <a:lnTo>
                  <a:pt x="7516015" y="188200"/>
                </a:lnTo>
                <a:lnTo>
                  <a:pt x="7516447" y="188583"/>
                </a:lnTo>
                <a:lnTo>
                  <a:pt x="7506296" y="179582"/>
                </a:lnTo>
                <a:lnTo>
                  <a:pt x="7506727" y="179964"/>
                </a:lnTo>
                <a:lnTo>
                  <a:pt x="7496383" y="171203"/>
                </a:lnTo>
                <a:lnTo>
                  <a:pt x="7496813" y="171561"/>
                </a:lnTo>
                <a:lnTo>
                  <a:pt x="7486257" y="163062"/>
                </a:lnTo>
                <a:lnTo>
                  <a:pt x="7486712" y="163397"/>
                </a:lnTo>
                <a:lnTo>
                  <a:pt x="7475939" y="155138"/>
                </a:lnTo>
                <a:lnTo>
                  <a:pt x="7476393" y="155496"/>
                </a:lnTo>
                <a:lnTo>
                  <a:pt x="7465429" y="147500"/>
                </a:lnTo>
                <a:lnTo>
                  <a:pt x="7465883" y="147812"/>
                </a:lnTo>
                <a:lnTo>
                  <a:pt x="7462746" y="145633"/>
                </a:lnTo>
                <a:lnTo>
                  <a:pt x="7490016" y="106298"/>
                </a:lnTo>
                <a:moveTo>
                  <a:pt x="7702275" y="377597"/>
                </a:moveTo>
                <a:lnTo>
                  <a:pt x="7705604" y="386335"/>
                </a:lnTo>
                <a:lnTo>
                  <a:pt x="7710393" y="399934"/>
                </a:lnTo>
                <a:lnTo>
                  <a:pt x="7714845" y="413700"/>
                </a:lnTo>
                <a:lnTo>
                  <a:pt x="7718986" y="427586"/>
                </a:lnTo>
                <a:lnTo>
                  <a:pt x="7722794" y="441639"/>
                </a:lnTo>
                <a:lnTo>
                  <a:pt x="7726241" y="455813"/>
                </a:lnTo>
                <a:lnTo>
                  <a:pt x="7729354" y="470129"/>
                </a:lnTo>
                <a:lnTo>
                  <a:pt x="7732130" y="484566"/>
                </a:lnTo>
                <a:lnTo>
                  <a:pt x="7734550" y="499122"/>
                </a:lnTo>
                <a:lnTo>
                  <a:pt x="7736609" y="513798"/>
                </a:lnTo>
                <a:lnTo>
                  <a:pt x="7738283" y="528593"/>
                </a:lnTo>
                <a:lnTo>
                  <a:pt x="7739600" y="543484"/>
                </a:lnTo>
                <a:lnTo>
                  <a:pt x="7740557" y="558472"/>
                </a:lnTo>
                <a:lnTo>
                  <a:pt x="7741084" y="572118"/>
                </a:lnTo>
                <a:lnTo>
                  <a:pt x="7693228" y="573938"/>
                </a:lnTo>
                <a:lnTo>
                  <a:pt x="7692725" y="560603"/>
                </a:lnTo>
                <a:lnTo>
                  <a:pt x="7692749" y="561201"/>
                </a:lnTo>
                <a:lnTo>
                  <a:pt x="7691838" y="546812"/>
                </a:lnTo>
                <a:lnTo>
                  <a:pt x="7691886" y="547412"/>
                </a:lnTo>
                <a:lnTo>
                  <a:pt x="7690617" y="533118"/>
                </a:lnTo>
                <a:lnTo>
                  <a:pt x="7690690" y="533740"/>
                </a:lnTo>
                <a:lnTo>
                  <a:pt x="7689061" y="519544"/>
                </a:lnTo>
                <a:lnTo>
                  <a:pt x="7689134" y="520142"/>
                </a:lnTo>
                <a:lnTo>
                  <a:pt x="7687170" y="506065"/>
                </a:lnTo>
                <a:lnTo>
                  <a:pt x="7687265" y="506663"/>
                </a:lnTo>
                <a:lnTo>
                  <a:pt x="7684943" y="492681"/>
                </a:lnTo>
                <a:lnTo>
                  <a:pt x="7685038" y="493281"/>
                </a:lnTo>
                <a:lnTo>
                  <a:pt x="7682406" y="479442"/>
                </a:lnTo>
                <a:lnTo>
                  <a:pt x="7682525" y="480017"/>
                </a:lnTo>
                <a:lnTo>
                  <a:pt x="7679532" y="466299"/>
                </a:lnTo>
                <a:lnTo>
                  <a:pt x="7679653" y="466874"/>
                </a:lnTo>
                <a:lnTo>
                  <a:pt x="7676348" y="453275"/>
                </a:lnTo>
                <a:lnTo>
                  <a:pt x="7676492" y="453849"/>
                </a:lnTo>
                <a:lnTo>
                  <a:pt x="7672852" y="440395"/>
                </a:lnTo>
                <a:lnTo>
                  <a:pt x="7673020" y="440969"/>
                </a:lnTo>
                <a:lnTo>
                  <a:pt x="7669046" y="427634"/>
                </a:lnTo>
                <a:lnTo>
                  <a:pt x="7669214" y="428184"/>
                </a:lnTo>
                <a:lnTo>
                  <a:pt x="7664928" y="414993"/>
                </a:lnTo>
                <a:lnTo>
                  <a:pt x="7665119" y="415568"/>
                </a:lnTo>
                <a:lnTo>
                  <a:pt x="7660522" y="402520"/>
                </a:lnTo>
                <a:lnTo>
                  <a:pt x="7660739" y="403071"/>
                </a:lnTo>
                <a:lnTo>
                  <a:pt x="7657531" y="394620"/>
                </a:lnTo>
                <a:lnTo>
                  <a:pt x="7702275" y="377597"/>
                </a:lnTo>
                <a:moveTo>
                  <a:pt x="7741323" y="716674"/>
                </a:moveTo>
                <a:lnTo>
                  <a:pt x="7741323" y="908202"/>
                </a:lnTo>
                <a:lnTo>
                  <a:pt x="7693442" y="908202"/>
                </a:lnTo>
                <a:lnTo>
                  <a:pt x="7693442" y="716674"/>
                </a:lnTo>
                <a:lnTo>
                  <a:pt x="7741323" y="716674"/>
                </a:lnTo>
                <a:moveTo>
                  <a:pt x="7741323" y="1051848"/>
                </a:moveTo>
                <a:lnTo>
                  <a:pt x="7741323" y="1243376"/>
                </a:lnTo>
                <a:lnTo>
                  <a:pt x="7693442" y="1243376"/>
                </a:lnTo>
                <a:lnTo>
                  <a:pt x="7693442" y="1051848"/>
                </a:lnTo>
                <a:lnTo>
                  <a:pt x="7741323" y="1051848"/>
                </a:lnTo>
                <a:moveTo>
                  <a:pt x="7741323" y="1387022"/>
                </a:moveTo>
                <a:lnTo>
                  <a:pt x="7741323" y="1578551"/>
                </a:lnTo>
                <a:lnTo>
                  <a:pt x="7693442" y="1578551"/>
                </a:lnTo>
                <a:lnTo>
                  <a:pt x="7693442" y="1387022"/>
                </a:lnTo>
                <a:lnTo>
                  <a:pt x="7741323" y="1387022"/>
                </a:lnTo>
                <a:moveTo>
                  <a:pt x="7741323" y="1722197"/>
                </a:moveTo>
                <a:lnTo>
                  <a:pt x="7741323" y="1913724"/>
                </a:lnTo>
                <a:lnTo>
                  <a:pt x="7693442" y="1913724"/>
                </a:lnTo>
                <a:lnTo>
                  <a:pt x="7693442" y="1722197"/>
                </a:lnTo>
                <a:lnTo>
                  <a:pt x="7741323" y="1722197"/>
                </a:lnTo>
                <a:moveTo>
                  <a:pt x="7741323" y="2057371"/>
                </a:moveTo>
                <a:lnTo>
                  <a:pt x="7741323" y="2248898"/>
                </a:lnTo>
                <a:lnTo>
                  <a:pt x="7693442" y="2248898"/>
                </a:lnTo>
                <a:lnTo>
                  <a:pt x="7693442" y="2057371"/>
                </a:lnTo>
                <a:lnTo>
                  <a:pt x="7741323" y="2057371"/>
                </a:lnTo>
                <a:moveTo>
                  <a:pt x="7741323" y="2392544"/>
                </a:moveTo>
                <a:lnTo>
                  <a:pt x="7741323" y="2584073"/>
                </a:lnTo>
                <a:lnTo>
                  <a:pt x="7693442" y="2584073"/>
                </a:lnTo>
                <a:lnTo>
                  <a:pt x="7693442" y="2392544"/>
                </a:lnTo>
                <a:lnTo>
                  <a:pt x="7741323" y="2392544"/>
                </a:lnTo>
                <a:moveTo>
                  <a:pt x="7741323" y="2727719"/>
                </a:moveTo>
                <a:lnTo>
                  <a:pt x="7741323" y="2848117"/>
                </a:lnTo>
                <a:lnTo>
                  <a:pt x="7741133" y="2863153"/>
                </a:lnTo>
                <a:lnTo>
                  <a:pt x="7740557" y="2878259"/>
                </a:lnTo>
                <a:lnTo>
                  <a:pt x="7739600" y="2893247"/>
                </a:lnTo>
                <a:lnTo>
                  <a:pt x="7738283" y="2908138"/>
                </a:lnTo>
                <a:lnTo>
                  <a:pt x="7736727" y="2921784"/>
                </a:lnTo>
                <a:lnTo>
                  <a:pt x="7689158" y="2916350"/>
                </a:lnTo>
                <a:lnTo>
                  <a:pt x="7690690" y="2902991"/>
                </a:lnTo>
                <a:lnTo>
                  <a:pt x="7690617" y="2903614"/>
                </a:lnTo>
                <a:lnTo>
                  <a:pt x="7691886" y="2889320"/>
                </a:lnTo>
                <a:lnTo>
                  <a:pt x="7691838" y="2889919"/>
                </a:lnTo>
                <a:lnTo>
                  <a:pt x="7692749" y="2875531"/>
                </a:lnTo>
                <a:lnTo>
                  <a:pt x="7692725" y="2876129"/>
                </a:lnTo>
                <a:lnTo>
                  <a:pt x="7693274" y="2861645"/>
                </a:lnTo>
                <a:lnTo>
                  <a:pt x="7693252" y="2862243"/>
                </a:lnTo>
                <a:lnTo>
                  <a:pt x="7693442" y="2847663"/>
                </a:lnTo>
                <a:lnTo>
                  <a:pt x="7693442" y="2847974"/>
                </a:lnTo>
                <a:lnTo>
                  <a:pt x="7693442" y="2727719"/>
                </a:lnTo>
                <a:lnTo>
                  <a:pt x="7741323" y="2727719"/>
                </a:lnTo>
                <a:moveTo>
                  <a:pt x="7699259" y="3066819"/>
                </a:moveTo>
                <a:lnTo>
                  <a:pt x="7695046" y="3077162"/>
                </a:lnTo>
                <a:lnTo>
                  <a:pt x="7689300" y="3090281"/>
                </a:lnTo>
                <a:lnTo>
                  <a:pt x="7683244" y="3103233"/>
                </a:lnTo>
                <a:lnTo>
                  <a:pt x="7676898" y="3116017"/>
                </a:lnTo>
                <a:lnTo>
                  <a:pt x="7670242" y="3128635"/>
                </a:lnTo>
                <a:lnTo>
                  <a:pt x="7663299" y="3141037"/>
                </a:lnTo>
                <a:lnTo>
                  <a:pt x="7656070" y="3153294"/>
                </a:lnTo>
                <a:lnTo>
                  <a:pt x="7648553" y="3165336"/>
                </a:lnTo>
                <a:lnTo>
                  <a:pt x="7640749" y="3177163"/>
                </a:lnTo>
                <a:lnTo>
                  <a:pt x="7632681" y="3188822"/>
                </a:lnTo>
                <a:lnTo>
                  <a:pt x="7624348" y="3200242"/>
                </a:lnTo>
                <a:lnTo>
                  <a:pt x="7615730" y="3211470"/>
                </a:lnTo>
                <a:lnTo>
                  <a:pt x="7606870" y="3222484"/>
                </a:lnTo>
                <a:lnTo>
                  <a:pt x="7597750" y="3233281"/>
                </a:lnTo>
                <a:lnTo>
                  <a:pt x="7595260" y="3236082"/>
                </a:lnTo>
                <a:lnTo>
                  <a:pt x="7559443" y="3204288"/>
                </a:lnTo>
                <a:lnTo>
                  <a:pt x="7561742" y="3201702"/>
                </a:lnTo>
                <a:lnTo>
                  <a:pt x="7561360" y="3202134"/>
                </a:lnTo>
                <a:lnTo>
                  <a:pt x="7570122" y="3191791"/>
                </a:lnTo>
                <a:lnTo>
                  <a:pt x="7569763" y="3192222"/>
                </a:lnTo>
                <a:lnTo>
                  <a:pt x="7578262" y="3181664"/>
                </a:lnTo>
                <a:lnTo>
                  <a:pt x="7577926" y="3182119"/>
                </a:lnTo>
                <a:lnTo>
                  <a:pt x="7586162" y="3171346"/>
                </a:lnTo>
                <a:lnTo>
                  <a:pt x="7585828" y="3171801"/>
                </a:lnTo>
                <a:lnTo>
                  <a:pt x="7593823" y="3160836"/>
                </a:lnTo>
                <a:lnTo>
                  <a:pt x="7593511" y="3161291"/>
                </a:lnTo>
                <a:lnTo>
                  <a:pt x="7601244" y="3150134"/>
                </a:lnTo>
                <a:lnTo>
                  <a:pt x="7600934" y="3150612"/>
                </a:lnTo>
                <a:lnTo>
                  <a:pt x="7608402" y="3139240"/>
                </a:lnTo>
                <a:lnTo>
                  <a:pt x="7608092" y="3139719"/>
                </a:lnTo>
                <a:lnTo>
                  <a:pt x="7615299" y="3128179"/>
                </a:lnTo>
                <a:lnTo>
                  <a:pt x="7615011" y="3128659"/>
                </a:lnTo>
                <a:lnTo>
                  <a:pt x="7621931" y="3116927"/>
                </a:lnTo>
                <a:lnTo>
                  <a:pt x="7621644" y="3117431"/>
                </a:lnTo>
                <a:lnTo>
                  <a:pt x="7628323" y="3105507"/>
                </a:lnTo>
                <a:lnTo>
                  <a:pt x="7628036" y="3106034"/>
                </a:lnTo>
                <a:lnTo>
                  <a:pt x="7634428" y="3093944"/>
                </a:lnTo>
                <a:lnTo>
                  <a:pt x="7634140" y="3094447"/>
                </a:lnTo>
                <a:lnTo>
                  <a:pt x="7640244" y="3082189"/>
                </a:lnTo>
                <a:lnTo>
                  <a:pt x="7639981" y="3082716"/>
                </a:lnTo>
                <a:lnTo>
                  <a:pt x="7645801" y="3070290"/>
                </a:lnTo>
                <a:lnTo>
                  <a:pt x="7645560" y="3070817"/>
                </a:lnTo>
                <a:lnTo>
                  <a:pt x="7651066" y="3058224"/>
                </a:lnTo>
                <a:lnTo>
                  <a:pt x="7650827" y="3058775"/>
                </a:lnTo>
                <a:lnTo>
                  <a:pt x="7654945" y="3048719"/>
                </a:lnTo>
                <a:lnTo>
                  <a:pt x="7699259" y="3066819"/>
                </a:lnTo>
                <a:moveTo>
                  <a:pt x="7483717" y="3334815"/>
                </a:moveTo>
                <a:lnTo>
                  <a:pt x="7481755" y="3336155"/>
                </a:lnTo>
                <a:lnTo>
                  <a:pt x="7469928" y="3343960"/>
                </a:lnTo>
                <a:lnTo>
                  <a:pt x="7457886" y="3351477"/>
                </a:lnTo>
                <a:lnTo>
                  <a:pt x="7445653" y="3358707"/>
                </a:lnTo>
                <a:lnTo>
                  <a:pt x="7433226" y="3365651"/>
                </a:lnTo>
                <a:lnTo>
                  <a:pt x="7420611" y="3372307"/>
                </a:lnTo>
                <a:lnTo>
                  <a:pt x="7407825" y="3378650"/>
                </a:lnTo>
                <a:lnTo>
                  <a:pt x="7394875" y="3384708"/>
                </a:lnTo>
                <a:lnTo>
                  <a:pt x="7381754" y="3390453"/>
                </a:lnTo>
                <a:lnTo>
                  <a:pt x="7368444" y="3395888"/>
                </a:lnTo>
                <a:lnTo>
                  <a:pt x="7354987" y="3401012"/>
                </a:lnTo>
                <a:lnTo>
                  <a:pt x="7341389" y="3405800"/>
                </a:lnTo>
                <a:lnTo>
                  <a:pt x="7327624" y="3410253"/>
                </a:lnTo>
                <a:lnTo>
                  <a:pt x="7313738" y="3414394"/>
                </a:lnTo>
                <a:lnTo>
                  <a:pt x="7302916" y="3417316"/>
                </a:lnTo>
                <a:lnTo>
                  <a:pt x="7290395" y="3371109"/>
                </a:lnTo>
                <a:lnTo>
                  <a:pt x="7300929" y="3368260"/>
                </a:lnTo>
                <a:lnTo>
                  <a:pt x="7300354" y="3368428"/>
                </a:lnTo>
                <a:lnTo>
                  <a:pt x="7313689" y="3364454"/>
                </a:lnTo>
                <a:lnTo>
                  <a:pt x="7313138" y="3364621"/>
                </a:lnTo>
                <a:lnTo>
                  <a:pt x="7326331" y="3360336"/>
                </a:lnTo>
                <a:lnTo>
                  <a:pt x="7325755" y="3360527"/>
                </a:lnTo>
                <a:lnTo>
                  <a:pt x="7338805" y="3355930"/>
                </a:lnTo>
                <a:lnTo>
                  <a:pt x="7338253" y="3356146"/>
                </a:lnTo>
                <a:lnTo>
                  <a:pt x="7351157" y="3351238"/>
                </a:lnTo>
                <a:lnTo>
                  <a:pt x="7350606" y="3351454"/>
                </a:lnTo>
                <a:lnTo>
                  <a:pt x="7363369" y="3346235"/>
                </a:lnTo>
                <a:lnTo>
                  <a:pt x="7362818" y="3346474"/>
                </a:lnTo>
                <a:lnTo>
                  <a:pt x="7375411" y="3340967"/>
                </a:lnTo>
                <a:lnTo>
                  <a:pt x="7374884" y="3341207"/>
                </a:lnTo>
                <a:lnTo>
                  <a:pt x="7387308" y="3335389"/>
                </a:lnTo>
                <a:lnTo>
                  <a:pt x="7386781" y="3335653"/>
                </a:lnTo>
                <a:lnTo>
                  <a:pt x="7399039" y="3329548"/>
                </a:lnTo>
                <a:lnTo>
                  <a:pt x="7398537" y="3329834"/>
                </a:lnTo>
                <a:lnTo>
                  <a:pt x="7410628" y="3323442"/>
                </a:lnTo>
                <a:lnTo>
                  <a:pt x="7410101" y="3323729"/>
                </a:lnTo>
                <a:lnTo>
                  <a:pt x="7422023" y="3317050"/>
                </a:lnTo>
                <a:lnTo>
                  <a:pt x="7421521" y="3317337"/>
                </a:lnTo>
                <a:lnTo>
                  <a:pt x="7433251" y="3310418"/>
                </a:lnTo>
                <a:lnTo>
                  <a:pt x="7432772" y="3310706"/>
                </a:lnTo>
                <a:lnTo>
                  <a:pt x="7444312" y="3303500"/>
                </a:lnTo>
                <a:lnTo>
                  <a:pt x="7443833" y="3303811"/>
                </a:lnTo>
                <a:lnTo>
                  <a:pt x="7455207" y="3296342"/>
                </a:lnTo>
                <a:lnTo>
                  <a:pt x="7454725" y="3296653"/>
                </a:lnTo>
                <a:lnTo>
                  <a:pt x="7456427" y="3295455"/>
                </a:lnTo>
                <a:lnTo>
                  <a:pt x="7483717" y="3334815"/>
                </a:lnTo>
                <a:moveTo>
                  <a:pt x="7154913" y="3436707"/>
                </a:moveTo>
                <a:lnTo>
                  <a:pt x="7152711" y="3436731"/>
                </a:lnTo>
                <a:lnTo>
                  <a:pt x="6963074" y="3436731"/>
                </a:lnTo>
                <a:lnTo>
                  <a:pt x="6963074" y="3388849"/>
                </a:lnTo>
                <a:lnTo>
                  <a:pt x="7152566" y="3388849"/>
                </a:lnTo>
                <a:lnTo>
                  <a:pt x="7152256" y="3388849"/>
                </a:lnTo>
                <a:lnTo>
                  <a:pt x="7154292" y="3388826"/>
                </a:lnTo>
                <a:lnTo>
                  <a:pt x="7154913" y="3436707"/>
                </a:lnTo>
                <a:moveTo>
                  <a:pt x="6819428" y="3436731"/>
                </a:moveTo>
                <a:lnTo>
                  <a:pt x="6627900" y="3436731"/>
                </a:lnTo>
                <a:lnTo>
                  <a:pt x="6627900" y="3388849"/>
                </a:lnTo>
                <a:lnTo>
                  <a:pt x="6819428" y="3388849"/>
                </a:lnTo>
                <a:lnTo>
                  <a:pt x="6819428" y="3436731"/>
                </a:lnTo>
                <a:moveTo>
                  <a:pt x="6484254" y="3436731"/>
                </a:moveTo>
                <a:lnTo>
                  <a:pt x="6292725" y="3436731"/>
                </a:lnTo>
                <a:lnTo>
                  <a:pt x="6292725" y="3388849"/>
                </a:lnTo>
                <a:lnTo>
                  <a:pt x="6484254" y="3388849"/>
                </a:lnTo>
                <a:lnTo>
                  <a:pt x="6484254" y="3436731"/>
                </a:lnTo>
                <a:moveTo>
                  <a:pt x="6149080" y="3436731"/>
                </a:moveTo>
                <a:lnTo>
                  <a:pt x="5957553" y="3436731"/>
                </a:lnTo>
                <a:lnTo>
                  <a:pt x="5957553" y="3388849"/>
                </a:lnTo>
                <a:lnTo>
                  <a:pt x="6149080" y="3388849"/>
                </a:lnTo>
                <a:lnTo>
                  <a:pt x="6149080" y="3436731"/>
                </a:lnTo>
                <a:moveTo>
                  <a:pt x="5813905" y="3436731"/>
                </a:moveTo>
                <a:lnTo>
                  <a:pt x="5622377" y="3436731"/>
                </a:lnTo>
                <a:lnTo>
                  <a:pt x="5622377" y="3388849"/>
                </a:lnTo>
                <a:lnTo>
                  <a:pt x="5813905" y="3388849"/>
                </a:lnTo>
                <a:lnTo>
                  <a:pt x="5813905" y="3436731"/>
                </a:lnTo>
                <a:moveTo>
                  <a:pt x="5478731" y="3436731"/>
                </a:moveTo>
                <a:lnTo>
                  <a:pt x="5287204" y="3436731"/>
                </a:lnTo>
                <a:lnTo>
                  <a:pt x="5287204" y="3388849"/>
                </a:lnTo>
                <a:lnTo>
                  <a:pt x="5478731" y="3388849"/>
                </a:lnTo>
                <a:lnTo>
                  <a:pt x="5478731" y="3436731"/>
                </a:lnTo>
                <a:moveTo>
                  <a:pt x="5143558" y="3436731"/>
                </a:moveTo>
                <a:lnTo>
                  <a:pt x="4952028" y="3436731"/>
                </a:lnTo>
                <a:lnTo>
                  <a:pt x="4952028" y="3388849"/>
                </a:lnTo>
                <a:lnTo>
                  <a:pt x="5143558" y="3388849"/>
                </a:lnTo>
                <a:lnTo>
                  <a:pt x="5143558" y="3436731"/>
                </a:lnTo>
                <a:moveTo>
                  <a:pt x="4808382" y="3436731"/>
                </a:moveTo>
                <a:lnTo>
                  <a:pt x="4616856" y="3436731"/>
                </a:lnTo>
                <a:lnTo>
                  <a:pt x="4616856" y="3388849"/>
                </a:lnTo>
                <a:lnTo>
                  <a:pt x="4808382" y="3388849"/>
                </a:lnTo>
                <a:lnTo>
                  <a:pt x="4808382" y="3436731"/>
                </a:lnTo>
                <a:moveTo>
                  <a:pt x="4473210" y="3436731"/>
                </a:moveTo>
                <a:lnTo>
                  <a:pt x="4281680" y="3436731"/>
                </a:lnTo>
                <a:lnTo>
                  <a:pt x="4281680" y="3388849"/>
                </a:lnTo>
                <a:lnTo>
                  <a:pt x="4473210" y="3388849"/>
                </a:lnTo>
                <a:lnTo>
                  <a:pt x="4473210" y="3436731"/>
                </a:lnTo>
                <a:moveTo>
                  <a:pt x="4138034" y="3436731"/>
                </a:moveTo>
                <a:lnTo>
                  <a:pt x="3946507" y="3436731"/>
                </a:lnTo>
                <a:lnTo>
                  <a:pt x="3946507" y="3388849"/>
                </a:lnTo>
                <a:lnTo>
                  <a:pt x="4138034" y="3388849"/>
                </a:lnTo>
                <a:lnTo>
                  <a:pt x="4138034" y="3436731"/>
                </a:lnTo>
                <a:moveTo>
                  <a:pt x="3802861" y="3436731"/>
                </a:moveTo>
                <a:lnTo>
                  <a:pt x="3611333" y="3436731"/>
                </a:lnTo>
                <a:lnTo>
                  <a:pt x="3611333" y="3388849"/>
                </a:lnTo>
                <a:lnTo>
                  <a:pt x="3802861" y="3388849"/>
                </a:lnTo>
                <a:lnTo>
                  <a:pt x="3802861" y="3436731"/>
                </a:lnTo>
                <a:moveTo>
                  <a:pt x="3467687" y="3436731"/>
                </a:moveTo>
                <a:lnTo>
                  <a:pt x="3276159" y="3436731"/>
                </a:lnTo>
                <a:lnTo>
                  <a:pt x="3276159" y="3388849"/>
                </a:lnTo>
                <a:lnTo>
                  <a:pt x="3467687" y="3388849"/>
                </a:lnTo>
                <a:lnTo>
                  <a:pt x="3467687" y="3436731"/>
                </a:lnTo>
                <a:moveTo>
                  <a:pt x="3132513" y="3436731"/>
                </a:moveTo>
                <a:lnTo>
                  <a:pt x="2940984" y="3436731"/>
                </a:lnTo>
                <a:lnTo>
                  <a:pt x="2940984" y="3388849"/>
                </a:lnTo>
                <a:lnTo>
                  <a:pt x="3132513" y="3388849"/>
                </a:lnTo>
                <a:lnTo>
                  <a:pt x="3132513" y="3436731"/>
                </a:lnTo>
                <a:moveTo>
                  <a:pt x="2797339" y="3436731"/>
                </a:moveTo>
                <a:lnTo>
                  <a:pt x="2605810" y="3436731"/>
                </a:lnTo>
                <a:lnTo>
                  <a:pt x="2605810" y="3388849"/>
                </a:lnTo>
                <a:lnTo>
                  <a:pt x="2797339" y="3388849"/>
                </a:lnTo>
                <a:lnTo>
                  <a:pt x="2797339" y="3436731"/>
                </a:lnTo>
                <a:moveTo>
                  <a:pt x="2462164" y="3436731"/>
                </a:moveTo>
                <a:lnTo>
                  <a:pt x="2270636" y="3436731"/>
                </a:lnTo>
                <a:lnTo>
                  <a:pt x="2270636" y="3388849"/>
                </a:lnTo>
                <a:lnTo>
                  <a:pt x="2462164" y="3388849"/>
                </a:lnTo>
                <a:lnTo>
                  <a:pt x="2462164" y="3436731"/>
                </a:lnTo>
                <a:moveTo>
                  <a:pt x="2126990" y="3436731"/>
                </a:moveTo>
                <a:lnTo>
                  <a:pt x="1935462" y="3436731"/>
                </a:lnTo>
                <a:lnTo>
                  <a:pt x="1935462" y="3388849"/>
                </a:lnTo>
                <a:lnTo>
                  <a:pt x="2126990" y="3388849"/>
                </a:lnTo>
                <a:lnTo>
                  <a:pt x="2126990" y="3436731"/>
                </a:lnTo>
                <a:moveTo>
                  <a:pt x="1791816" y="3436731"/>
                </a:moveTo>
                <a:lnTo>
                  <a:pt x="1600287" y="3436731"/>
                </a:lnTo>
                <a:lnTo>
                  <a:pt x="1600287" y="3388849"/>
                </a:lnTo>
                <a:lnTo>
                  <a:pt x="1791816" y="3388849"/>
                </a:lnTo>
                <a:lnTo>
                  <a:pt x="1791816" y="3436731"/>
                </a:lnTo>
                <a:moveTo>
                  <a:pt x="1456642" y="3436731"/>
                </a:moveTo>
                <a:lnTo>
                  <a:pt x="1265113" y="3436731"/>
                </a:lnTo>
                <a:lnTo>
                  <a:pt x="1265113" y="3388849"/>
                </a:lnTo>
                <a:lnTo>
                  <a:pt x="1456642" y="3388849"/>
                </a:lnTo>
                <a:lnTo>
                  <a:pt x="1456642" y="3436731"/>
                </a:lnTo>
                <a:moveTo>
                  <a:pt x="1121467" y="3436731"/>
                </a:moveTo>
                <a:lnTo>
                  <a:pt x="929941" y="3436731"/>
                </a:lnTo>
                <a:lnTo>
                  <a:pt x="929941" y="3388849"/>
                </a:lnTo>
                <a:lnTo>
                  <a:pt x="1121467" y="3388849"/>
                </a:lnTo>
                <a:lnTo>
                  <a:pt x="1121467" y="3436731"/>
                </a:lnTo>
                <a:moveTo>
                  <a:pt x="786293" y="3436731"/>
                </a:moveTo>
                <a:lnTo>
                  <a:pt x="594766" y="3436731"/>
                </a:lnTo>
                <a:lnTo>
                  <a:pt x="594766" y="3388849"/>
                </a:lnTo>
                <a:lnTo>
                  <a:pt x="786293" y="3388849"/>
                </a:lnTo>
                <a:lnTo>
                  <a:pt x="786293" y="3436731"/>
                </a:lnTo>
                <a:moveTo>
                  <a:pt x="446786" y="3419446"/>
                </a:moveTo>
                <a:lnTo>
                  <a:pt x="441638" y="3418201"/>
                </a:lnTo>
                <a:lnTo>
                  <a:pt x="427586" y="3414394"/>
                </a:lnTo>
                <a:lnTo>
                  <a:pt x="413699" y="3410253"/>
                </a:lnTo>
                <a:lnTo>
                  <a:pt x="399934" y="3405800"/>
                </a:lnTo>
                <a:lnTo>
                  <a:pt x="386336" y="3401012"/>
                </a:lnTo>
                <a:lnTo>
                  <a:pt x="372880" y="3395888"/>
                </a:lnTo>
                <a:lnTo>
                  <a:pt x="359569" y="3390453"/>
                </a:lnTo>
                <a:lnTo>
                  <a:pt x="346450" y="3384708"/>
                </a:lnTo>
                <a:lnTo>
                  <a:pt x="333498" y="3378650"/>
                </a:lnTo>
                <a:lnTo>
                  <a:pt x="320713" y="3372307"/>
                </a:lnTo>
                <a:lnTo>
                  <a:pt x="308097" y="3365651"/>
                </a:lnTo>
                <a:lnTo>
                  <a:pt x="295670" y="3358707"/>
                </a:lnTo>
                <a:lnTo>
                  <a:pt x="283437" y="3351477"/>
                </a:lnTo>
                <a:lnTo>
                  <a:pt x="271395" y="3343960"/>
                </a:lnTo>
                <a:lnTo>
                  <a:pt x="264786" y="3339603"/>
                </a:lnTo>
                <a:lnTo>
                  <a:pt x="291098" y="3299597"/>
                </a:lnTo>
                <a:lnTo>
                  <a:pt x="297490" y="3303811"/>
                </a:lnTo>
                <a:lnTo>
                  <a:pt x="297011" y="3303500"/>
                </a:lnTo>
                <a:lnTo>
                  <a:pt x="308551" y="3310706"/>
                </a:lnTo>
                <a:lnTo>
                  <a:pt x="308073" y="3310418"/>
                </a:lnTo>
                <a:lnTo>
                  <a:pt x="319803" y="3317337"/>
                </a:lnTo>
                <a:lnTo>
                  <a:pt x="319300" y="3317050"/>
                </a:lnTo>
                <a:lnTo>
                  <a:pt x="331223" y="3323729"/>
                </a:lnTo>
                <a:lnTo>
                  <a:pt x="330696" y="3323442"/>
                </a:lnTo>
                <a:lnTo>
                  <a:pt x="342786" y="3329834"/>
                </a:lnTo>
                <a:lnTo>
                  <a:pt x="342284" y="3329548"/>
                </a:lnTo>
                <a:lnTo>
                  <a:pt x="354543" y="3335653"/>
                </a:lnTo>
                <a:lnTo>
                  <a:pt x="354016" y="3335389"/>
                </a:lnTo>
                <a:lnTo>
                  <a:pt x="366441" y="3341207"/>
                </a:lnTo>
                <a:lnTo>
                  <a:pt x="365914" y="3340967"/>
                </a:lnTo>
                <a:lnTo>
                  <a:pt x="378507" y="3346474"/>
                </a:lnTo>
                <a:lnTo>
                  <a:pt x="377956" y="3346235"/>
                </a:lnTo>
                <a:lnTo>
                  <a:pt x="390717" y="3351454"/>
                </a:lnTo>
                <a:lnTo>
                  <a:pt x="390166" y="3351238"/>
                </a:lnTo>
                <a:lnTo>
                  <a:pt x="403070" y="3356146"/>
                </a:lnTo>
                <a:lnTo>
                  <a:pt x="402519" y="3355930"/>
                </a:lnTo>
                <a:lnTo>
                  <a:pt x="415568" y="3360527"/>
                </a:lnTo>
                <a:lnTo>
                  <a:pt x="414992" y="3360336"/>
                </a:lnTo>
                <a:lnTo>
                  <a:pt x="428184" y="3364621"/>
                </a:lnTo>
                <a:lnTo>
                  <a:pt x="427634" y="3364454"/>
                </a:lnTo>
                <a:lnTo>
                  <a:pt x="440969" y="3368428"/>
                </a:lnTo>
                <a:lnTo>
                  <a:pt x="440394" y="3368260"/>
                </a:lnTo>
                <a:lnTo>
                  <a:pt x="453848" y="3371900"/>
                </a:lnTo>
                <a:lnTo>
                  <a:pt x="453275" y="3371756"/>
                </a:lnTo>
                <a:lnTo>
                  <a:pt x="458135" y="3372929"/>
                </a:lnTo>
                <a:lnTo>
                  <a:pt x="446786" y="3419446"/>
                </a:lnTo>
                <a:moveTo>
                  <a:pt x="151402" y="3242091"/>
                </a:moveTo>
                <a:lnTo>
                  <a:pt x="143573" y="3233281"/>
                </a:lnTo>
                <a:lnTo>
                  <a:pt x="134451" y="3222484"/>
                </a:lnTo>
                <a:lnTo>
                  <a:pt x="125593" y="3211470"/>
                </a:lnTo>
                <a:lnTo>
                  <a:pt x="116976" y="3200242"/>
                </a:lnTo>
                <a:lnTo>
                  <a:pt x="108644" y="3188822"/>
                </a:lnTo>
                <a:lnTo>
                  <a:pt x="100552" y="3177163"/>
                </a:lnTo>
                <a:lnTo>
                  <a:pt x="92770" y="3165336"/>
                </a:lnTo>
                <a:lnTo>
                  <a:pt x="85253" y="3153294"/>
                </a:lnTo>
                <a:lnTo>
                  <a:pt x="78023" y="3141037"/>
                </a:lnTo>
                <a:lnTo>
                  <a:pt x="71079" y="3128635"/>
                </a:lnTo>
                <a:lnTo>
                  <a:pt x="64424" y="3116017"/>
                </a:lnTo>
                <a:lnTo>
                  <a:pt x="58081" y="3103233"/>
                </a:lnTo>
                <a:lnTo>
                  <a:pt x="52023" y="3090281"/>
                </a:lnTo>
                <a:lnTo>
                  <a:pt x="46278" y="3077162"/>
                </a:lnTo>
                <a:lnTo>
                  <a:pt x="45104" y="3074265"/>
                </a:lnTo>
                <a:lnTo>
                  <a:pt x="89418" y="3056165"/>
                </a:lnTo>
                <a:lnTo>
                  <a:pt x="90496" y="3058775"/>
                </a:lnTo>
                <a:lnTo>
                  <a:pt x="90257" y="3058224"/>
                </a:lnTo>
                <a:lnTo>
                  <a:pt x="95763" y="3070817"/>
                </a:lnTo>
                <a:lnTo>
                  <a:pt x="95524" y="3070290"/>
                </a:lnTo>
                <a:lnTo>
                  <a:pt x="101342" y="3082716"/>
                </a:lnTo>
                <a:lnTo>
                  <a:pt x="101079" y="3082189"/>
                </a:lnTo>
                <a:lnTo>
                  <a:pt x="107159" y="3094447"/>
                </a:lnTo>
                <a:lnTo>
                  <a:pt x="106896" y="3093944"/>
                </a:lnTo>
                <a:lnTo>
                  <a:pt x="113288" y="3106034"/>
                </a:lnTo>
                <a:lnTo>
                  <a:pt x="113002" y="3105507"/>
                </a:lnTo>
                <a:lnTo>
                  <a:pt x="119679" y="3117431"/>
                </a:lnTo>
                <a:lnTo>
                  <a:pt x="119393" y="3116927"/>
                </a:lnTo>
                <a:lnTo>
                  <a:pt x="126312" y="3128659"/>
                </a:lnTo>
                <a:lnTo>
                  <a:pt x="126025" y="3128179"/>
                </a:lnTo>
                <a:lnTo>
                  <a:pt x="133231" y="3139719"/>
                </a:lnTo>
                <a:lnTo>
                  <a:pt x="132919" y="3139240"/>
                </a:lnTo>
                <a:lnTo>
                  <a:pt x="140389" y="3150612"/>
                </a:lnTo>
                <a:lnTo>
                  <a:pt x="140079" y="3150134"/>
                </a:lnTo>
                <a:lnTo>
                  <a:pt x="147811" y="3161291"/>
                </a:lnTo>
                <a:lnTo>
                  <a:pt x="147500" y="3160836"/>
                </a:lnTo>
                <a:lnTo>
                  <a:pt x="155496" y="3171801"/>
                </a:lnTo>
                <a:lnTo>
                  <a:pt x="155161" y="3171346"/>
                </a:lnTo>
                <a:lnTo>
                  <a:pt x="163397" y="3182119"/>
                </a:lnTo>
                <a:lnTo>
                  <a:pt x="163061" y="3181664"/>
                </a:lnTo>
                <a:lnTo>
                  <a:pt x="171560" y="3192222"/>
                </a:lnTo>
                <a:lnTo>
                  <a:pt x="171202" y="3191791"/>
                </a:lnTo>
                <a:lnTo>
                  <a:pt x="179963" y="3202134"/>
                </a:lnTo>
                <a:lnTo>
                  <a:pt x="179582" y="3201702"/>
                </a:lnTo>
                <a:lnTo>
                  <a:pt x="187218" y="3210321"/>
                </a:lnTo>
                <a:lnTo>
                  <a:pt x="151402" y="3242091"/>
                </a:lnTo>
                <a:moveTo>
                  <a:pt x="5770" y="2930355"/>
                </a:moveTo>
                <a:lnTo>
                  <a:pt x="4716" y="2922933"/>
                </a:lnTo>
                <a:lnTo>
                  <a:pt x="3040" y="2908138"/>
                </a:lnTo>
                <a:lnTo>
                  <a:pt x="1723" y="2893247"/>
                </a:lnTo>
                <a:lnTo>
                  <a:pt x="766" y="2878259"/>
                </a:lnTo>
                <a:lnTo>
                  <a:pt x="191" y="2863153"/>
                </a:lnTo>
                <a:lnTo>
                  <a:pt x="0" y="2848261"/>
                </a:lnTo>
                <a:lnTo>
                  <a:pt x="47881" y="2847663"/>
                </a:lnTo>
                <a:lnTo>
                  <a:pt x="48073" y="2862243"/>
                </a:lnTo>
                <a:lnTo>
                  <a:pt x="48049" y="2861645"/>
                </a:lnTo>
                <a:lnTo>
                  <a:pt x="48600" y="2876129"/>
                </a:lnTo>
                <a:lnTo>
                  <a:pt x="48576" y="2875531"/>
                </a:lnTo>
                <a:lnTo>
                  <a:pt x="49486" y="2889919"/>
                </a:lnTo>
                <a:lnTo>
                  <a:pt x="49437" y="2889320"/>
                </a:lnTo>
                <a:lnTo>
                  <a:pt x="50706" y="2903614"/>
                </a:lnTo>
                <a:lnTo>
                  <a:pt x="50635" y="2902991"/>
                </a:lnTo>
                <a:lnTo>
                  <a:pt x="52262" y="2917188"/>
                </a:lnTo>
                <a:lnTo>
                  <a:pt x="52191" y="2916589"/>
                </a:lnTo>
                <a:lnTo>
                  <a:pt x="53196" y="2923724"/>
                </a:lnTo>
                <a:lnTo>
                  <a:pt x="5770" y="293035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8" name="path-357">
            <a:extLst xmlns:a="http://schemas.openxmlformats.org/drawingml/2006/main">
              <a:ext uri="{FF2B5EF4-FFF2-40B4-BE49-F238E27FC236}">
                <a16:creationId xmlns:a16="http://schemas.microsoft.com/office/drawing/2014/main" id="{9D9AB533-C101-45EB-9FB9-9C3482EC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668" y="2725369"/>
            <a:ext cx="730320" cy="1978844"/>
          </a:xfrm>
          <a:custGeom xmlns:a="http://schemas.openxmlformats.org/drawingml/2006/main">
            <a:pathLst>
              <a:path w="730320" h="1978844">
                <a:moveTo>
                  <a:pt x="636448" y="118796"/>
                </a:moveTo>
                <a:lnTo>
                  <a:pt x="681456" y="135075"/>
                </a:lnTo>
                <a:lnTo>
                  <a:pt x="726490" y="151379"/>
                </a:lnTo>
                <a:lnTo>
                  <a:pt x="730320" y="0"/>
                </a:lnTo>
                <a:lnTo>
                  <a:pt x="636448" y="118796"/>
                </a:lnTo>
                <a:moveTo>
                  <a:pt x="33755" y="1978844"/>
                </a:moveTo>
                <a:lnTo>
                  <a:pt x="722777" y="73643"/>
                </a:lnTo>
                <a:lnTo>
                  <a:pt x="688998" y="61433"/>
                </a:lnTo>
                <a:lnTo>
                  <a:pt x="0" y="1966635"/>
                </a:lnTo>
                <a:lnTo>
                  <a:pt x="33755" y="197884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9" name="text-358 SSM">
            <a:extLst xmlns:a="http://schemas.openxmlformats.org/drawingml/2006/main">
              <a:ext uri="{FF2B5EF4-FFF2-40B4-BE49-F238E27FC236}">
                <a16:creationId xmlns:a16="http://schemas.microsoft.com/office/drawing/2014/main" id="{C17B703A-743C-49FA-BC21-B65C11E7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87183" y="222511"/>
            <a:ext cx="963100" cy="603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92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92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92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SSM</a:t>
            </a:r>
          </a:p>
        </p:txBody>
      </p:sp>
      <p:sp>
        <p:nvSpPr>
          <p:cNvPr id="360" name="text-358 Path">
            <a:extLst xmlns:a="http://schemas.openxmlformats.org/drawingml/2006/main">
              <a:ext uri="{FF2B5EF4-FFF2-40B4-BE49-F238E27FC236}">
                <a16:creationId xmlns:a16="http://schemas.microsoft.com/office/drawing/2014/main" id="{34301360-295F-4153-8E78-49E3DAEC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80735" y="222133"/>
            <a:ext cx="939741" cy="6035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95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95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95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Path</a:t>
            </a:r>
          </a:p>
        </p:txBody>
      </p:sp>
      <p:sp>
        <p:nvSpPr>
          <p:cNvPr id="361" name="path-359">
            <a:extLst xmlns:a="http://schemas.openxmlformats.org/drawingml/2006/main">
              <a:ext uri="{FF2B5EF4-FFF2-40B4-BE49-F238E27FC236}">
                <a16:creationId xmlns:a16="http://schemas.microsoft.com/office/drawing/2014/main" id="{99AE3CAD-01D1-4E76-8023-504C7624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864" y="4687215"/>
            <a:ext cx="730320" cy="1978845"/>
          </a:xfrm>
          <a:custGeom xmlns:a="http://schemas.openxmlformats.org/drawingml/2006/main">
            <a:pathLst>
              <a:path w="730320" h="1978845">
                <a:moveTo>
                  <a:pt x="636448" y="1860049"/>
                </a:moveTo>
                <a:lnTo>
                  <a:pt x="681456" y="1843770"/>
                </a:lnTo>
                <a:lnTo>
                  <a:pt x="726490" y="1827466"/>
                </a:lnTo>
                <a:lnTo>
                  <a:pt x="730320" y="1978845"/>
                </a:lnTo>
                <a:lnTo>
                  <a:pt x="636448" y="1860049"/>
                </a:lnTo>
                <a:moveTo>
                  <a:pt x="33757" y="0"/>
                </a:moveTo>
                <a:lnTo>
                  <a:pt x="722779" y="1905202"/>
                </a:lnTo>
                <a:lnTo>
                  <a:pt x="688999" y="1917411"/>
                </a:lnTo>
                <a:lnTo>
                  <a:pt x="0" y="12210"/>
                </a:lnTo>
                <a:lnTo>
                  <a:pt x="33757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2" name="text-360 𝒉">
            <a:extLst xmlns:a="http://schemas.openxmlformats.org/drawingml/2006/main">
              <a:ext uri="{FF2B5EF4-FFF2-40B4-BE49-F238E27FC236}">
                <a16:creationId xmlns:a16="http://schemas.microsoft.com/office/drawing/2014/main" id="{AE398632-E10B-4FC0-814F-D17312D5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4953" y="788450"/>
            <a:ext cx="349868" cy="6034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94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94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3394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𝒉</a:t>
            </a:r>
          </a:p>
        </p:txBody>
      </p:sp>
      <p:sp>
        <p:nvSpPr>
          <p:cNvPr id="363" name="path-361">
            <a:extLst xmlns:a="http://schemas.openxmlformats.org/drawingml/2006/main">
              <a:ext uri="{FF2B5EF4-FFF2-40B4-BE49-F238E27FC236}">
                <a16:creationId xmlns:a16="http://schemas.microsoft.com/office/drawing/2014/main" id="{AD08A4D0-FFA1-4A42-8692-EC0BAA78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180" y="1117028"/>
            <a:ext cx="110057" cy="192561"/>
          </a:xfrm>
          <a:custGeom xmlns:a="http://schemas.openxmlformats.org/drawingml/2006/main">
            <a:pathLst>
              <a:path w="110057" h="192561">
                <a:moveTo>
                  <a:pt x="95372" y="160619"/>
                </a:moveTo>
                <a:cubicBezTo>
                  <a:pt x="90225" y="166372"/>
                  <a:pt x="85331" y="171267"/>
                  <a:pt x="80688" y="175304"/>
                </a:cubicBezTo>
                <a:cubicBezTo>
                  <a:pt x="76046" y="179341"/>
                  <a:pt x="71504" y="182646"/>
                  <a:pt x="67063" y="185219"/>
                </a:cubicBezTo>
                <a:cubicBezTo>
                  <a:pt x="62623" y="187793"/>
                  <a:pt x="58233" y="189660"/>
                  <a:pt x="53893" y="190821"/>
                </a:cubicBezTo>
                <a:cubicBezTo>
                  <a:pt x="49553" y="191981"/>
                  <a:pt x="45113" y="192561"/>
                  <a:pt x="40571" y="192561"/>
                </a:cubicBezTo>
                <a:cubicBezTo>
                  <a:pt x="28561" y="192561"/>
                  <a:pt x="19604" y="189736"/>
                  <a:pt x="13700" y="184084"/>
                </a:cubicBezTo>
                <a:cubicBezTo>
                  <a:pt x="7796" y="178432"/>
                  <a:pt x="4844" y="170106"/>
                  <a:pt x="4844" y="159105"/>
                </a:cubicBezTo>
                <a:cubicBezTo>
                  <a:pt x="4844" y="155371"/>
                  <a:pt x="5122" y="151259"/>
                  <a:pt x="5677" y="146768"/>
                </a:cubicBezTo>
                <a:cubicBezTo>
                  <a:pt x="6232" y="142276"/>
                  <a:pt x="7014" y="137912"/>
                  <a:pt x="8023" y="133673"/>
                </a:cubicBezTo>
                <a:lnTo>
                  <a:pt x="26038" y="55255"/>
                </a:lnTo>
                <a:lnTo>
                  <a:pt x="0" y="55255"/>
                </a:lnTo>
                <a:lnTo>
                  <a:pt x="3028" y="43599"/>
                </a:lnTo>
                <a:cubicBezTo>
                  <a:pt x="9083" y="43599"/>
                  <a:pt x="13801" y="43019"/>
                  <a:pt x="17182" y="41858"/>
                </a:cubicBezTo>
                <a:cubicBezTo>
                  <a:pt x="20563" y="40697"/>
                  <a:pt x="23414" y="39108"/>
                  <a:pt x="25735" y="37089"/>
                </a:cubicBezTo>
                <a:cubicBezTo>
                  <a:pt x="27249" y="35676"/>
                  <a:pt x="28713" y="33935"/>
                  <a:pt x="30126" y="31866"/>
                </a:cubicBezTo>
                <a:cubicBezTo>
                  <a:pt x="31538" y="29798"/>
                  <a:pt x="32951" y="27300"/>
                  <a:pt x="34364" y="24373"/>
                </a:cubicBezTo>
                <a:cubicBezTo>
                  <a:pt x="35777" y="21446"/>
                  <a:pt x="37215" y="17990"/>
                  <a:pt x="38679" y="14003"/>
                </a:cubicBezTo>
                <a:cubicBezTo>
                  <a:pt x="40142" y="10017"/>
                  <a:pt x="41782" y="5349"/>
                  <a:pt x="43599" y="0"/>
                </a:cubicBezTo>
                <a:lnTo>
                  <a:pt x="67215" y="0"/>
                </a:lnTo>
                <a:lnTo>
                  <a:pt x="58586" y="38452"/>
                </a:lnTo>
                <a:lnTo>
                  <a:pt x="110057" y="38452"/>
                </a:lnTo>
                <a:lnTo>
                  <a:pt x="106575" y="55255"/>
                </a:lnTo>
                <a:lnTo>
                  <a:pt x="55255" y="55255"/>
                </a:lnTo>
                <a:lnTo>
                  <a:pt x="39814" y="118686"/>
                </a:lnTo>
                <a:cubicBezTo>
                  <a:pt x="38805" y="122924"/>
                  <a:pt x="37972" y="126734"/>
                  <a:pt x="37316" y="130115"/>
                </a:cubicBezTo>
                <a:cubicBezTo>
                  <a:pt x="36660" y="133496"/>
                  <a:pt x="36131" y="136549"/>
                  <a:pt x="35727" y="139274"/>
                </a:cubicBezTo>
                <a:cubicBezTo>
                  <a:pt x="35323" y="141999"/>
                  <a:pt x="35046" y="144472"/>
                  <a:pt x="34894" y="146692"/>
                </a:cubicBezTo>
                <a:cubicBezTo>
                  <a:pt x="34743" y="148912"/>
                  <a:pt x="34667" y="150981"/>
                  <a:pt x="34667" y="152899"/>
                </a:cubicBezTo>
                <a:cubicBezTo>
                  <a:pt x="34667" y="158954"/>
                  <a:pt x="35929" y="163697"/>
                  <a:pt x="38452" y="167129"/>
                </a:cubicBezTo>
                <a:cubicBezTo>
                  <a:pt x="40975" y="170560"/>
                  <a:pt x="45113" y="172276"/>
                  <a:pt x="50865" y="172276"/>
                </a:cubicBezTo>
                <a:cubicBezTo>
                  <a:pt x="55710" y="172276"/>
                  <a:pt x="60857" y="170485"/>
                  <a:pt x="66307" y="166902"/>
                </a:cubicBezTo>
                <a:cubicBezTo>
                  <a:pt x="71756" y="163319"/>
                  <a:pt x="77963" y="157693"/>
                  <a:pt x="84927" y="150022"/>
                </a:cubicBezTo>
                <a:lnTo>
                  <a:pt x="95372" y="1606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4" name="text-362 −">
            <a:extLst xmlns:a="http://schemas.openxmlformats.org/drawingml/2006/main">
              <a:ext uri="{FF2B5EF4-FFF2-40B4-BE49-F238E27FC236}">
                <a16:creationId xmlns:a16="http://schemas.microsoft.com/office/drawing/2014/main" id="{5F475E2D-9992-4753-9CF4-086A4E13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4344" y="1004849"/>
            <a:ext cx="279926" cy="422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78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78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378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−</a:t>
            </a:r>
          </a:p>
        </p:txBody>
      </p:sp>
      <p:sp>
        <p:nvSpPr>
          <p:cNvPr id="365" name="text-363 1">
            <a:extLst xmlns:a="http://schemas.openxmlformats.org/drawingml/2006/main">
              <a:ext uri="{FF2B5EF4-FFF2-40B4-BE49-F238E27FC236}">
                <a16:creationId xmlns:a16="http://schemas.microsoft.com/office/drawing/2014/main" id="{B764EF2D-5459-45E1-B6FA-B3105ACA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0586" y="982829"/>
            <a:ext cx="237717" cy="45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1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1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551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1</a:t>
            </a:r>
          </a:p>
        </p:txBody>
      </p:sp>
      <p:sp>
        <p:nvSpPr>
          <p:cNvPr id="366" name="text-364 𝒉">
            <a:extLst xmlns:a="http://schemas.openxmlformats.org/drawingml/2006/main">
              <a:ext uri="{FF2B5EF4-FFF2-40B4-BE49-F238E27FC236}">
                <a16:creationId xmlns:a16="http://schemas.microsoft.com/office/drawing/2014/main" id="{3EA7F6B2-ABB7-4E5E-B6E8-D53C182D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19497" y="788450"/>
            <a:ext cx="349868" cy="6034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94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94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3394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𝒉</a:t>
            </a:r>
          </a:p>
        </p:txBody>
      </p:sp>
      <p:sp>
        <p:nvSpPr>
          <p:cNvPr id="367" name="path-365">
            <a:extLst xmlns:a="http://schemas.openxmlformats.org/drawingml/2006/main">
              <a:ext uri="{FF2B5EF4-FFF2-40B4-BE49-F238E27FC236}">
                <a16:creationId xmlns:a16="http://schemas.microsoft.com/office/drawing/2014/main" id="{2F274C7D-391D-4965-9599-44EEEBAA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2726" y="1117028"/>
            <a:ext cx="110057" cy="192561"/>
          </a:xfrm>
          <a:custGeom xmlns:a="http://schemas.openxmlformats.org/drawingml/2006/main">
            <a:pathLst>
              <a:path w="110057" h="192561">
                <a:moveTo>
                  <a:pt x="95372" y="160619"/>
                </a:moveTo>
                <a:cubicBezTo>
                  <a:pt x="90225" y="166372"/>
                  <a:pt x="85331" y="171267"/>
                  <a:pt x="80688" y="175304"/>
                </a:cubicBezTo>
                <a:cubicBezTo>
                  <a:pt x="76046" y="179341"/>
                  <a:pt x="71504" y="182646"/>
                  <a:pt x="67063" y="185219"/>
                </a:cubicBezTo>
                <a:cubicBezTo>
                  <a:pt x="62623" y="187793"/>
                  <a:pt x="58233" y="189660"/>
                  <a:pt x="53893" y="190821"/>
                </a:cubicBezTo>
                <a:cubicBezTo>
                  <a:pt x="49553" y="191981"/>
                  <a:pt x="45113" y="192561"/>
                  <a:pt x="40571" y="192561"/>
                </a:cubicBezTo>
                <a:cubicBezTo>
                  <a:pt x="28561" y="192561"/>
                  <a:pt x="19604" y="189736"/>
                  <a:pt x="13700" y="184084"/>
                </a:cubicBezTo>
                <a:cubicBezTo>
                  <a:pt x="7796" y="178432"/>
                  <a:pt x="4844" y="170106"/>
                  <a:pt x="4844" y="159105"/>
                </a:cubicBezTo>
                <a:cubicBezTo>
                  <a:pt x="4844" y="155371"/>
                  <a:pt x="5122" y="151259"/>
                  <a:pt x="5677" y="146768"/>
                </a:cubicBezTo>
                <a:cubicBezTo>
                  <a:pt x="6232" y="142276"/>
                  <a:pt x="7014" y="137912"/>
                  <a:pt x="8023" y="133673"/>
                </a:cubicBezTo>
                <a:lnTo>
                  <a:pt x="26038" y="55255"/>
                </a:lnTo>
                <a:lnTo>
                  <a:pt x="0" y="55255"/>
                </a:lnTo>
                <a:lnTo>
                  <a:pt x="3028" y="43599"/>
                </a:lnTo>
                <a:cubicBezTo>
                  <a:pt x="9083" y="43599"/>
                  <a:pt x="13801" y="43019"/>
                  <a:pt x="17182" y="41858"/>
                </a:cubicBezTo>
                <a:cubicBezTo>
                  <a:pt x="20563" y="40697"/>
                  <a:pt x="23414" y="39108"/>
                  <a:pt x="25735" y="37089"/>
                </a:cubicBezTo>
                <a:cubicBezTo>
                  <a:pt x="27249" y="35676"/>
                  <a:pt x="28713" y="33935"/>
                  <a:pt x="30126" y="31866"/>
                </a:cubicBezTo>
                <a:cubicBezTo>
                  <a:pt x="31538" y="29798"/>
                  <a:pt x="32951" y="27300"/>
                  <a:pt x="34364" y="24373"/>
                </a:cubicBezTo>
                <a:cubicBezTo>
                  <a:pt x="35777" y="21446"/>
                  <a:pt x="37215" y="17990"/>
                  <a:pt x="38679" y="14003"/>
                </a:cubicBezTo>
                <a:cubicBezTo>
                  <a:pt x="40142" y="10017"/>
                  <a:pt x="41782" y="5349"/>
                  <a:pt x="43599" y="0"/>
                </a:cubicBezTo>
                <a:lnTo>
                  <a:pt x="67215" y="0"/>
                </a:lnTo>
                <a:lnTo>
                  <a:pt x="58586" y="38452"/>
                </a:lnTo>
                <a:lnTo>
                  <a:pt x="110057" y="38452"/>
                </a:lnTo>
                <a:lnTo>
                  <a:pt x="106575" y="55255"/>
                </a:lnTo>
                <a:lnTo>
                  <a:pt x="55255" y="55255"/>
                </a:lnTo>
                <a:lnTo>
                  <a:pt x="39814" y="118686"/>
                </a:lnTo>
                <a:cubicBezTo>
                  <a:pt x="38805" y="122924"/>
                  <a:pt x="37972" y="126734"/>
                  <a:pt x="37316" y="130115"/>
                </a:cubicBezTo>
                <a:cubicBezTo>
                  <a:pt x="36660" y="133496"/>
                  <a:pt x="36131" y="136549"/>
                  <a:pt x="35727" y="139274"/>
                </a:cubicBezTo>
                <a:cubicBezTo>
                  <a:pt x="35323" y="141999"/>
                  <a:pt x="35046" y="144472"/>
                  <a:pt x="34894" y="146692"/>
                </a:cubicBezTo>
                <a:cubicBezTo>
                  <a:pt x="34743" y="148912"/>
                  <a:pt x="34667" y="150981"/>
                  <a:pt x="34667" y="152899"/>
                </a:cubicBezTo>
                <a:cubicBezTo>
                  <a:pt x="34667" y="158954"/>
                  <a:pt x="35929" y="163697"/>
                  <a:pt x="38452" y="167129"/>
                </a:cubicBezTo>
                <a:cubicBezTo>
                  <a:pt x="40975" y="170560"/>
                  <a:pt x="45113" y="172276"/>
                  <a:pt x="50865" y="172276"/>
                </a:cubicBezTo>
                <a:cubicBezTo>
                  <a:pt x="55710" y="172276"/>
                  <a:pt x="60857" y="170485"/>
                  <a:pt x="66307" y="166902"/>
                </a:cubicBezTo>
                <a:cubicBezTo>
                  <a:pt x="71756" y="163319"/>
                  <a:pt x="77963" y="157693"/>
                  <a:pt x="84927" y="150022"/>
                </a:cubicBezTo>
                <a:lnTo>
                  <a:pt x="95372" y="1606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8" name="path-366">
            <a:extLst xmlns:a="http://schemas.openxmlformats.org/drawingml/2006/main">
              <a:ext uri="{FF2B5EF4-FFF2-40B4-BE49-F238E27FC236}">
                <a16:creationId xmlns:a16="http://schemas.microsoft.com/office/drawing/2014/main" id="{1A3612F7-C231-4605-AC48-002A618D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2371" y="885550"/>
            <a:ext cx="244293" cy="21547"/>
          </a:xfrm>
          <a:custGeom xmlns:a="http://schemas.openxmlformats.org/drawingml/2006/main">
            <a:pathLst>
              <a:path w="244293" h="21547">
                <a:moveTo>
                  <a:pt x="244293" y="21547"/>
                </a:moveTo>
                <a:lnTo>
                  <a:pt x="0" y="21547"/>
                </a:lnTo>
                <a:lnTo>
                  <a:pt x="0" y="0"/>
                </a:lnTo>
                <a:lnTo>
                  <a:pt x="244293" y="0"/>
                </a:lnTo>
                <a:lnTo>
                  <a:pt x="244293" y="2154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9" name="text-367 𝓠">
            <a:extLst xmlns:a="http://schemas.openxmlformats.org/drawingml/2006/main">
              <a:ext uri="{FF2B5EF4-FFF2-40B4-BE49-F238E27FC236}">
                <a16:creationId xmlns:a16="http://schemas.microsoft.com/office/drawing/2014/main" id="{C52A242C-AD31-4269-954C-31203773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71893" y="798002"/>
            <a:ext cx="383329" cy="6034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94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94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3394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𝓠</a:t>
            </a:r>
          </a:p>
        </p:txBody>
      </p:sp>
      <p:sp>
        <p:nvSpPr>
          <p:cNvPr id="370" name="path-368">
            <a:extLst xmlns:a="http://schemas.openxmlformats.org/drawingml/2006/main">
              <a:ext uri="{FF2B5EF4-FFF2-40B4-BE49-F238E27FC236}">
                <a16:creationId xmlns:a16="http://schemas.microsoft.com/office/drawing/2014/main" id="{F427BA62-FECB-45D1-82AD-3DBD1245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7036" y="1844388"/>
            <a:ext cx="244293" cy="21547"/>
          </a:xfrm>
          <a:custGeom xmlns:a="http://schemas.openxmlformats.org/drawingml/2006/main">
            <a:pathLst>
              <a:path w="244293" h="21547">
                <a:moveTo>
                  <a:pt x="244293" y="21547"/>
                </a:moveTo>
                <a:lnTo>
                  <a:pt x="0" y="21547"/>
                </a:lnTo>
                <a:lnTo>
                  <a:pt x="0" y="0"/>
                </a:lnTo>
                <a:lnTo>
                  <a:pt x="244293" y="0"/>
                </a:lnTo>
                <a:lnTo>
                  <a:pt x="244293" y="2154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1" name="text-369 𝓟">
            <a:extLst xmlns:a="http://schemas.openxmlformats.org/drawingml/2006/main">
              <a:ext uri="{FF2B5EF4-FFF2-40B4-BE49-F238E27FC236}">
                <a16:creationId xmlns:a16="http://schemas.microsoft.com/office/drawing/2014/main" id="{2050F81D-A717-4BCC-9693-5B6DDE4E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97405" y="1755725"/>
            <a:ext cx="420978" cy="6033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93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93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3393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𝓟</a:t>
            </a:r>
          </a:p>
        </p:txBody>
      </p:sp>
      <p:sp>
        <p:nvSpPr>
          <p:cNvPr id="372" name="text-370 𝓒">
            <a:extLst xmlns:a="http://schemas.openxmlformats.org/drawingml/2006/main">
              <a:ext uri="{FF2B5EF4-FFF2-40B4-BE49-F238E27FC236}">
                <a16:creationId xmlns:a16="http://schemas.microsoft.com/office/drawing/2014/main" id="{71A06A49-D165-4B5B-ADE5-BEFA4563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1887" y="1691038"/>
            <a:ext cx="357861" cy="60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94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94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3394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𝓒</a:t>
            </a:r>
          </a:p>
        </p:txBody>
      </p:sp>
    </p:spTree>
    <p:extLst>
      <p:ext uri="{BB962C8B-B14F-4D97-AF65-F5344CB8AC3E}">
        <p14:creationId xmlns:p14="http://schemas.microsoft.com/office/powerpoint/2010/main" val="18526130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2026-10-14T12:17:02.9110000Z</dcterms:created>
  <dcterms:modified xsi:type="dcterms:W3CDTF">2026-10-14T12:17:02.9110000Z</dcterms:modified>
</coreProperties>
</file>